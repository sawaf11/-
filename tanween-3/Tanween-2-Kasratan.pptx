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slideMasters/slideMaster210.xml" ContentType="application/vnd.openxmlformats-officedocument.presentationml.slideMaster+xml"/>
  <Override PartName="/ppt/slides/slide210.xml" ContentType="application/vnd.openxmlformats-officedocument.presentationml.slide+xml"/>
  <Override PartName="/ppt/slideMasters/slideMaster211.xml" ContentType="application/vnd.openxmlformats-officedocument.presentationml.slideMaster+xml"/>
  <Override PartName="/ppt/slides/slide211.xml" ContentType="application/vnd.openxmlformats-officedocument.presentationml.slide+xml"/>
  <Override PartName="/ppt/slideMasters/slideMaster212.xml" ContentType="application/vnd.openxmlformats-officedocument.presentationml.slideMaster+xml"/>
  <Override PartName="/ppt/slides/slide212.xml" ContentType="application/vnd.openxmlformats-officedocument.presentationml.slide+xml"/>
  <Override PartName="/ppt/slideMasters/slideMaster213.xml" ContentType="application/vnd.openxmlformats-officedocument.presentationml.slideMaster+xml"/>
  <Override PartName="/ppt/slides/slide213.xml" ContentType="application/vnd.openxmlformats-officedocument.presentationml.slide+xml"/>
  <Override PartName="/ppt/slideMasters/slideMaster214.xml" ContentType="application/vnd.openxmlformats-officedocument.presentationml.slideMaster+xml"/>
  <Override PartName="/ppt/slides/slide214.xml" ContentType="application/vnd.openxmlformats-officedocument.presentationml.slide+xml"/>
  <Override PartName="/ppt/slideMasters/slideMaster215.xml" ContentType="application/vnd.openxmlformats-officedocument.presentationml.slideMaster+xml"/>
  <Override PartName="/ppt/slides/slide215.xml" ContentType="application/vnd.openxmlformats-officedocument.presentationml.slide+xml"/>
  <Override PartName="/ppt/slideMasters/slideMaster216.xml" ContentType="application/vnd.openxmlformats-officedocument.presentationml.slideMaster+xml"/>
  <Override PartName="/ppt/slides/slide216.xml" ContentType="application/vnd.openxmlformats-officedocument.presentationml.slide+xml"/>
  <Override PartName="/ppt/slideMasters/slideMaster217.xml" ContentType="application/vnd.openxmlformats-officedocument.presentationml.slideMaster+xml"/>
  <Override PartName="/ppt/slides/slide217.xml" ContentType="application/vnd.openxmlformats-officedocument.presentationml.slide+xml"/>
  <Override PartName="/ppt/slideMasters/slideMaster218.xml" ContentType="application/vnd.openxmlformats-officedocument.presentationml.slideMaster+xml"/>
  <Override PartName="/ppt/slides/slide218.xml" ContentType="application/vnd.openxmlformats-officedocument.presentationml.slide+xml"/>
  <Override PartName="/ppt/slideMasters/slideMaster219.xml" ContentType="application/vnd.openxmlformats-officedocument.presentationml.slideMaster+xml"/>
  <Override PartName="/ppt/slides/slide219.xml" ContentType="application/vnd.openxmlformats-officedocument.presentationml.slide+xml"/>
  <Override PartName="/ppt/slideMasters/slideMaster220.xml" ContentType="application/vnd.openxmlformats-officedocument.presentationml.slideMaster+xml"/>
  <Override PartName="/ppt/slides/slide220.xml" ContentType="application/vnd.openxmlformats-officedocument.presentationml.slide+xml"/>
  <Override PartName="/ppt/slideMasters/slideMaster221.xml" ContentType="application/vnd.openxmlformats-officedocument.presentationml.slideMaster+xml"/>
  <Override PartName="/ppt/slides/slide221.xml" ContentType="application/vnd.openxmlformats-officedocument.presentationml.slide+xml"/>
  <Override PartName="/ppt/slideMasters/slideMaster222.xml" ContentType="application/vnd.openxmlformats-officedocument.presentationml.slideMaster+xml"/>
  <Override PartName="/ppt/slides/slide222.xml" ContentType="application/vnd.openxmlformats-officedocument.presentationml.slide+xml"/>
  <Override PartName="/ppt/slideMasters/slideMaster223.xml" ContentType="application/vnd.openxmlformats-officedocument.presentationml.slideMaster+xml"/>
  <Override PartName="/ppt/slides/slide223.xml" ContentType="application/vnd.openxmlformats-officedocument.presentationml.slide+xml"/>
  <Override PartName="/ppt/slideMasters/slideMaster224.xml" ContentType="application/vnd.openxmlformats-officedocument.presentationml.slideMaster+xml"/>
  <Override PartName="/ppt/slides/slide224.xml" ContentType="application/vnd.openxmlformats-officedocument.presentationml.slide+xml"/>
  <Override PartName="/ppt/slideMasters/slideMaster225.xml" ContentType="application/vnd.openxmlformats-officedocument.presentationml.slideMaster+xml"/>
  <Override PartName="/ppt/slides/slide225.xml" ContentType="application/vnd.openxmlformats-officedocument.presentationml.slide+xml"/>
  <Override PartName="/ppt/slideMasters/slideMaster226.xml" ContentType="application/vnd.openxmlformats-officedocument.presentationml.slideMaster+xml"/>
  <Override PartName="/ppt/slides/slide226.xml" ContentType="application/vnd.openxmlformats-officedocument.presentationml.slide+xml"/>
  <Override PartName="/ppt/slideMasters/slideMaster227.xml" ContentType="application/vnd.openxmlformats-officedocument.presentationml.slideMaster+xml"/>
  <Override PartName="/ppt/slides/slide227.xml" ContentType="application/vnd.openxmlformats-officedocument.presentationml.slide+xml"/>
  <Override PartName="/ppt/slideMasters/slideMaster228.xml" ContentType="application/vnd.openxmlformats-officedocument.presentationml.slideMaster+xml"/>
  <Override PartName="/ppt/slides/slide228.xml" ContentType="application/vnd.openxmlformats-officedocument.presentationml.slide+xml"/>
  <Override PartName="/ppt/slideMasters/slideMaster229.xml" ContentType="application/vnd.openxmlformats-officedocument.presentationml.slideMaster+xml"/>
  <Override PartName="/ppt/slides/slide229.xml" ContentType="application/vnd.openxmlformats-officedocument.presentationml.slide+xml"/>
  <Override PartName="/ppt/slideMasters/slideMaster230.xml" ContentType="application/vnd.openxmlformats-officedocument.presentationml.slideMaster+xml"/>
  <Override PartName="/ppt/slides/slide230.xml" ContentType="application/vnd.openxmlformats-officedocument.presentationml.slide+xml"/>
  <Override PartName="/ppt/slideMasters/slideMaster231.xml" ContentType="application/vnd.openxmlformats-officedocument.presentationml.slideMaster+xml"/>
  <Override PartName="/ppt/slides/slide231.xml" ContentType="application/vnd.openxmlformats-officedocument.presentationml.slide+xml"/>
  <Override PartName="/ppt/slideMasters/slideMaster232.xml" ContentType="application/vnd.openxmlformats-officedocument.presentationml.slideMaster+xml"/>
  <Override PartName="/ppt/slides/slide232.xml" ContentType="application/vnd.openxmlformats-officedocument.presentationml.slide+xml"/>
  <Override PartName="/ppt/slideMasters/slideMaster233.xml" ContentType="application/vnd.openxmlformats-officedocument.presentationml.slideMaster+xml"/>
  <Override PartName="/ppt/slides/slide233.xml" ContentType="application/vnd.openxmlformats-officedocument.presentationml.slide+xml"/>
  <Override PartName="/ppt/slideMasters/slideMaster234.xml" ContentType="application/vnd.openxmlformats-officedocument.presentationml.slideMaster+xml"/>
  <Override PartName="/ppt/slides/slide234.xml" ContentType="application/vnd.openxmlformats-officedocument.presentationml.slide+xml"/>
  <Override PartName="/ppt/slideMasters/slideMaster235.xml" ContentType="application/vnd.openxmlformats-officedocument.presentationml.slideMaster+xml"/>
  <Override PartName="/ppt/slides/slide235.xml" ContentType="application/vnd.openxmlformats-officedocument.presentationml.slide+xml"/>
  <Override PartName="/ppt/slideMasters/slideMaster236.xml" ContentType="application/vnd.openxmlformats-officedocument.presentationml.slideMaster+xml"/>
  <Override PartName="/ppt/slides/slide236.xml" ContentType="application/vnd.openxmlformats-officedocument.presentationml.slide+xml"/>
  <Override PartName="/ppt/slideMasters/slideMaster237.xml" ContentType="application/vnd.openxmlformats-officedocument.presentationml.slideMaster+xml"/>
  <Override PartName="/ppt/slides/slide237.xml" ContentType="application/vnd.openxmlformats-officedocument.presentationml.slide+xml"/>
  <Override PartName="/ppt/slideMasters/slideMaster238.xml" ContentType="application/vnd.openxmlformats-officedocument.presentationml.slideMaster+xml"/>
  <Override PartName="/ppt/slides/slide238.xml" ContentType="application/vnd.openxmlformats-officedocument.presentationml.slide+xml"/>
  <Override PartName="/ppt/slideMasters/slideMaster239.xml" ContentType="application/vnd.openxmlformats-officedocument.presentationml.slideMaster+xml"/>
  <Override PartName="/ppt/slides/slide239.xml" ContentType="application/vnd.openxmlformats-officedocument.presentationml.slide+xml"/>
  <Override PartName="/ppt/slideMasters/slideMaster240.xml" ContentType="application/vnd.openxmlformats-officedocument.presentationml.slideMaster+xml"/>
  <Override PartName="/ppt/slides/slide240.xml" ContentType="application/vnd.openxmlformats-officedocument.presentationml.slide+xml"/>
  <Override PartName="/ppt/slideMasters/slideMaster241.xml" ContentType="application/vnd.openxmlformats-officedocument.presentationml.slideMaster+xml"/>
  <Override PartName="/ppt/slides/slide241.xml" ContentType="application/vnd.openxmlformats-officedocument.presentationml.slide+xml"/>
  <Override PartName="/ppt/slideMasters/slideMaster242.xml" ContentType="application/vnd.openxmlformats-officedocument.presentationml.slideMaster+xml"/>
  <Override PartName="/ppt/slides/slide242.xml" ContentType="application/vnd.openxmlformats-officedocument.presentationml.slide+xml"/>
  <Override PartName="/ppt/slideMasters/slideMaster243.xml" ContentType="application/vnd.openxmlformats-officedocument.presentationml.slideMaster+xml"/>
  <Override PartName="/ppt/slides/slide243.xml" ContentType="application/vnd.openxmlformats-officedocument.presentationml.slide+xml"/>
  <Override PartName="/ppt/slideMasters/slideMaster244.xml" ContentType="application/vnd.openxmlformats-officedocument.presentationml.slideMaster+xml"/>
  <Override PartName="/ppt/slides/slide244.xml" ContentType="application/vnd.openxmlformats-officedocument.presentationml.slide+xml"/>
  <Override PartName="/ppt/slideMasters/slideMaster245.xml" ContentType="application/vnd.openxmlformats-officedocument.presentationml.slideMaster+xml"/>
  <Override PartName="/ppt/slides/slide245.xml" ContentType="application/vnd.openxmlformats-officedocument.presentationml.slide+xml"/>
  <Override PartName="/ppt/slideMasters/slideMaster246.xml" ContentType="application/vnd.openxmlformats-officedocument.presentationml.slideMaster+xml"/>
  <Override PartName="/ppt/slides/slide246.xml" ContentType="application/vnd.openxmlformats-officedocument.presentationml.slide+xml"/>
  <Override PartName="/ppt/slideMasters/slideMaster247.xml" ContentType="application/vnd.openxmlformats-officedocument.presentationml.slideMaster+xml"/>
  <Override PartName="/ppt/slides/slide247.xml" ContentType="application/vnd.openxmlformats-officedocument.presentationml.slide+xml"/>
  <Override PartName="/ppt/slideMasters/slideMaster248.xml" ContentType="application/vnd.openxmlformats-officedocument.presentationml.slideMaster+xml"/>
  <Override PartName="/ppt/slides/slide248.xml" ContentType="application/vnd.openxmlformats-officedocument.presentationml.slide+xml"/>
  <Override PartName="/ppt/slideMasters/slideMaster249.xml" ContentType="application/vnd.openxmlformats-officedocument.presentationml.slideMaster+xml"/>
  <Override PartName="/ppt/slides/slide249.xml" ContentType="application/vnd.openxmlformats-officedocument.presentationml.slide+xml"/>
  <Override PartName="/ppt/slideMasters/slideMaster250.xml" ContentType="application/vnd.openxmlformats-officedocument.presentationml.slideMaster+xml"/>
  <Override PartName="/ppt/slides/slide250.xml" ContentType="application/vnd.openxmlformats-officedocument.presentationml.slide+xml"/>
  <Override PartName="/ppt/slideMasters/slideMaster251.xml" ContentType="application/vnd.openxmlformats-officedocument.presentationml.slideMaster+xml"/>
  <Override PartName="/ppt/slides/slide251.xml" ContentType="application/vnd.openxmlformats-officedocument.presentationml.slide+xml"/>
  <Override PartName="/ppt/slideMasters/slideMaster252.xml" ContentType="application/vnd.openxmlformats-officedocument.presentationml.slideMaster+xml"/>
  <Override PartName="/ppt/slides/slide252.xml" ContentType="application/vnd.openxmlformats-officedocument.presentationml.slide+xml"/>
  <Override PartName="/ppt/slideMasters/slideMaster253.xml" ContentType="application/vnd.openxmlformats-officedocument.presentationml.slideMaster+xml"/>
  <Override PartName="/ppt/slides/slide253.xml" ContentType="application/vnd.openxmlformats-officedocument.presentationml.slide+xml"/>
  <Override PartName="/ppt/slideMasters/slideMaster254.xml" ContentType="application/vnd.openxmlformats-officedocument.presentationml.slideMaster+xml"/>
  <Override PartName="/ppt/slides/slide254.xml" ContentType="application/vnd.openxmlformats-officedocument.presentationml.slide+xml"/>
  <Override PartName="/ppt/slideMasters/slideMaster255.xml" ContentType="application/vnd.openxmlformats-officedocument.presentationml.slideMaster+xml"/>
  <Override PartName="/ppt/slides/slide255.xml" ContentType="application/vnd.openxmlformats-officedocument.presentationml.slide+xml"/>
  <Override PartName="/ppt/slideMasters/slideMaster256.xml" ContentType="application/vnd.openxmlformats-officedocument.presentationml.slideMaster+xml"/>
  <Override PartName="/ppt/slides/slide256.xml" ContentType="application/vnd.openxmlformats-officedocument.presentationml.slide+xml"/>
  <Override PartName="/ppt/slideMasters/slideMaster257.xml" ContentType="application/vnd.openxmlformats-officedocument.presentationml.slideMaster+xml"/>
  <Override PartName="/ppt/slides/slide257.xml" ContentType="application/vnd.openxmlformats-officedocument.presentationml.slide+xml"/>
  <Override PartName="/ppt/slideMasters/slideMaster258.xml" ContentType="application/vnd.openxmlformats-officedocument.presentationml.slideMaster+xml"/>
  <Override PartName="/ppt/slides/slide258.xml" ContentType="application/vnd.openxmlformats-officedocument.presentationml.slide+xml"/>
  <Override PartName="/ppt/slideMasters/slideMaster259.xml" ContentType="application/vnd.openxmlformats-officedocument.presentationml.slideMaster+xml"/>
  <Override PartName="/ppt/slides/slide259.xml" ContentType="application/vnd.openxmlformats-officedocument.presentationml.slide+xml"/>
  <Override PartName="/ppt/slideMasters/slideMaster260.xml" ContentType="application/vnd.openxmlformats-officedocument.presentationml.slideMaster+xml"/>
  <Override PartName="/ppt/slides/slide260.xml" ContentType="application/vnd.openxmlformats-officedocument.presentationml.slide+xml"/>
  <Override PartName="/ppt/slideMasters/slideMaster261.xml" ContentType="application/vnd.openxmlformats-officedocument.presentationml.slideMaster+xml"/>
  <Override PartName="/ppt/slides/slide261.xml" ContentType="application/vnd.openxmlformats-officedocument.presentationml.slide+xml"/>
  <Override PartName="/ppt/slideMasters/slideMaster262.xml" ContentType="application/vnd.openxmlformats-officedocument.presentationml.slideMaster+xml"/>
  <Override PartName="/ppt/slides/slide262.xml" ContentType="application/vnd.openxmlformats-officedocument.presentationml.slide+xml"/>
  <Override PartName="/ppt/slideMasters/slideMaster263.xml" ContentType="application/vnd.openxmlformats-officedocument.presentationml.slideMaster+xml"/>
  <Override PartName="/ppt/slides/slide263.xml" ContentType="application/vnd.openxmlformats-officedocument.presentationml.slide+xml"/>
  <Override PartName="/ppt/slideMasters/slideMaster264.xml" ContentType="application/vnd.openxmlformats-officedocument.presentationml.slideMaster+xml"/>
  <Override PartName="/ppt/slides/slide264.xml" ContentType="application/vnd.openxmlformats-officedocument.presentationml.slide+xml"/>
  <Override PartName="/ppt/slideMasters/slideMaster265.xml" ContentType="application/vnd.openxmlformats-officedocument.presentationml.slideMaster+xml"/>
  <Override PartName="/ppt/slides/slide265.xml" ContentType="application/vnd.openxmlformats-officedocument.presentationml.slide+xml"/>
  <Override PartName="/ppt/slideMasters/slideMaster266.xml" ContentType="application/vnd.openxmlformats-officedocument.presentationml.slideMaster+xml"/>
  <Override PartName="/ppt/slides/slide266.xml" ContentType="application/vnd.openxmlformats-officedocument.presentationml.slide+xml"/>
  <Override PartName="/ppt/slideMasters/slideMaster267.xml" ContentType="application/vnd.openxmlformats-officedocument.presentationml.slideMaster+xml"/>
  <Override PartName="/ppt/slides/slide267.xml" ContentType="application/vnd.openxmlformats-officedocument.presentationml.slide+xml"/>
  <Override PartName="/ppt/slideMasters/slideMaster268.xml" ContentType="application/vnd.openxmlformats-officedocument.presentationml.slideMaster+xml"/>
  <Override PartName="/ppt/slides/slide268.xml" ContentType="application/vnd.openxmlformats-officedocument.presentationml.slide+xml"/>
  <Override PartName="/ppt/slideMasters/slideMaster269.xml" ContentType="application/vnd.openxmlformats-officedocument.presentationml.slideMaster+xml"/>
  <Override PartName="/ppt/slides/slide269.xml" ContentType="application/vnd.openxmlformats-officedocument.presentationml.slide+xml"/>
  <Override PartName="/ppt/slideMasters/slideMaster270.xml" ContentType="application/vnd.openxmlformats-officedocument.presentationml.slideMaster+xml"/>
  <Override PartName="/ppt/slides/slide270.xml" ContentType="application/vnd.openxmlformats-officedocument.presentationml.slide+xml"/>
  <Override PartName="/ppt/slideMasters/slideMaster271.xml" ContentType="application/vnd.openxmlformats-officedocument.presentationml.slideMaster+xml"/>
  <Override PartName="/ppt/slides/slide271.xml" ContentType="application/vnd.openxmlformats-officedocument.presentationml.slide+xml"/>
  <Override PartName="/ppt/slideMasters/slideMaster272.xml" ContentType="application/vnd.openxmlformats-officedocument.presentationml.slideMaster+xml"/>
  <Override PartName="/ppt/slides/slide272.xml" ContentType="application/vnd.openxmlformats-officedocument.presentationml.slide+xml"/>
  <Override PartName="/ppt/slideMasters/slideMaster273.xml" ContentType="application/vnd.openxmlformats-officedocument.presentationml.slideMaster+xml"/>
  <Override PartName="/ppt/slides/slide273.xml" ContentType="application/vnd.openxmlformats-officedocument.presentationml.slide+xml"/>
  <Override PartName="/ppt/slideMasters/slideMaster274.xml" ContentType="application/vnd.openxmlformats-officedocument.presentationml.slideMaster+xml"/>
  <Override PartName="/ppt/slides/slide274.xml" ContentType="application/vnd.openxmlformats-officedocument.presentationml.slide+xml"/>
  <Override PartName="/ppt/slideMasters/slideMaster275.xml" ContentType="application/vnd.openxmlformats-officedocument.presentationml.slideMaster+xml"/>
  <Override PartName="/ppt/slides/slide275.xml" ContentType="application/vnd.openxmlformats-officedocument.presentationml.slide+xml"/>
  <Override PartName="/ppt/slideMasters/slideMaster276.xml" ContentType="application/vnd.openxmlformats-officedocument.presentationml.slideMaster+xml"/>
  <Override PartName="/ppt/slides/slide276.xml" ContentType="application/vnd.openxmlformats-officedocument.presentationml.slide+xml"/>
  <Override PartName="/ppt/slideMasters/slideMaster277.xml" ContentType="application/vnd.openxmlformats-officedocument.presentationml.slideMaster+xml"/>
  <Override PartName="/ppt/slides/slide277.xml" ContentType="application/vnd.openxmlformats-officedocument.presentationml.slide+xml"/>
  <Override PartName="/ppt/slideMasters/slideMaster278.xml" ContentType="application/vnd.openxmlformats-officedocument.presentationml.slideMaster+xml"/>
  <Override PartName="/ppt/slides/slide278.xml" ContentType="application/vnd.openxmlformats-officedocument.presentationml.slide+xml"/>
  <Override PartName="/ppt/slideMasters/slideMaster279.xml" ContentType="application/vnd.openxmlformats-officedocument.presentationml.slideMaster+xml"/>
  <Override PartName="/ppt/slides/slide279.xml" ContentType="application/vnd.openxmlformats-officedocument.presentationml.slide+xml"/>
  <Override PartName="/ppt/slideMasters/slideMaster280.xml" ContentType="application/vnd.openxmlformats-officedocument.presentationml.slideMaster+xml"/>
  <Override PartName="/ppt/slides/slide280.xml" ContentType="application/vnd.openxmlformats-officedocument.presentationml.slide+xml"/>
  <Override PartName="/ppt/slideMasters/slideMaster281.xml" ContentType="application/vnd.openxmlformats-officedocument.presentationml.slideMaster+xml"/>
  <Override PartName="/ppt/slides/slide281.xml" ContentType="application/vnd.openxmlformats-officedocument.presentationml.slide+xml"/>
  <Override PartName="/ppt/slideMasters/slideMaster282.xml" ContentType="application/vnd.openxmlformats-officedocument.presentationml.slideMaster+xml"/>
  <Override PartName="/ppt/slides/slide282.xml" ContentType="application/vnd.openxmlformats-officedocument.presentationml.slide+xml"/>
  <Override PartName="/ppt/slideMasters/slideMaster283.xml" ContentType="application/vnd.openxmlformats-officedocument.presentationml.slideMaster+xml"/>
  <Override PartName="/ppt/slides/slide283.xml" ContentType="application/vnd.openxmlformats-officedocument.presentationml.slide+xml"/>
  <Override PartName="/ppt/slideMasters/slideMaster284.xml" ContentType="application/vnd.openxmlformats-officedocument.presentationml.slideMaster+xml"/>
  <Override PartName="/ppt/slides/slide284.xml" ContentType="application/vnd.openxmlformats-officedocument.presentationml.slide+xml"/>
  <Override PartName="/ppt/slideMasters/slideMaster285.xml" ContentType="application/vnd.openxmlformats-officedocument.presentationml.slideMaster+xml"/>
  <Override PartName="/ppt/slides/slide285.xml" ContentType="application/vnd.openxmlformats-officedocument.presentationml.slide+xml"/>
  <Override PartName="/ppt/slideMasters/slideMaster286.xml" ContentType="application/vnd.openxmlformats-officedocument.presentationml.slideMaster+xml"/>
  <Override PartName="/ppt/slides/slide286.xml" ContentType="application/vnd.openxmlformats-officedocument.presentationml.slide+xml"/>
  <Override PartName="/ppt/slideMasters/slideMaster287.xml" ContentType="application/vnd.openxmlformats-officedocument.presentationml.slideMaster+xml"/>
  <Override PartName="/ppt/slides/slide287.xml" ContentType="application/vnd.openxmlformats-officedocument.presentationml.slide+xml"/>
  <Override PartName="/ppt/slideMasters/slideMaster288.xml" ContentType="application/vnd.openxmlformats-officedocument.presentationml.slideMaster+xml"/>
  <Override PartName="/ppt/slides/slide288.xml" ContentType="application/vnd.openxmlformats-officedocument.presentationml.slide+xml"/>
  <Override PartName="/ppt/slideMasters/slideMaster289.xml" ContentType="application/vnd.openxmlformats-officedocument.presentationml.slideMaster+xml"/>
  <Override PartName="/ppt/slides/slide289.xml" ContentType="application/vnd.openxmlformats-officedocument.presentationml.slide+xml"/>
  <Override PartName="/ppt/slideMasters/slideMaster290.xml" ContentType="application/vnd.openxmlformats-officedocument.presentationml.slideMaster+xml"/>
  <Override PartName="/ppt/slides/slide290.xml" ContentType="application/vnd.openxmlformats-officedocument.presentationml.slide+xml"/>
  <Override PartName="/ppt/slideMasters/slideMaster291.xml" ContentType="application/vnd.openxmlformats-officedocument.presentationml.slideMaster+xml"/>
  <Override PartName="/ppt/slides/slide291.xml" ContentType="application/vnd.openxmlformats-officedocument.presentationml.slide+xml"/>
  <Override PartName="/ppt/slideMasters/slideMaster292.xml" ContentType="application/vnd.openxmlformats-officedocument.presentationml.slideMaster+xml"/>
  <Override PartName="/ppt/slides/slide292.xml" ContentType="application/vnd.openxmlformats-officedocument.presentationml.slide+xml"/>
  <Override PartName="/ppt/slideMasters/slideMaster293.xml" ContentType="application/vnd.openxmlformats-officedocument.presentationml.slideMaster+xml"/>
  <Override PartName="/ppt/slides/slide293.xml" ContentType="application/vnd.openxmlformats-officedocument.presentationml.slide+xml"/>
  <Override PartName="/ppt/slideMasters/slideMaster294.xml" ContentType="application/vnd.openxmlformats-officedocument.presentationml.slideMaster+xml"/>
  <Override PartName="/ppt/slides/slide294.xml" ContentType="application/vnd.openxmlformats-officedocument.presentationml.slide+xml"/>
  <Override PartName="/ppt/slideMasters/slideMaster295.xml" ContentType="application/vnd.openxmlformats-officedocument.presentationml.slideMaster+xml"/>
  <Override PartName="/ppt/slides/slide295.xml" ContentType="application/vnd.openxmlformats-officedocument.presentationml.slide+xml"/>
  <Override PartName="/ppt/slideMasters/slideMaster296.xml" ContentType="application/vnd.openxmlformats-officedocument.presentationml.slideMaster+xml"/>
  <Override PartName="/ppt/slides/slide296.xml" ContentType="application/vnd.openxmlformats-officedocument.presentationml.slide+xml"/>
  <Override PartName="/ppt/slideMasters/slideMaster297.xml" ContentType="application/vnd.openxmlformats-officedocument.presentationml.slideMaster+xml"/>
  <Override PartName="/ppt/slides/slide297.xml" ContentType="application/vnd.openxmlformats-officedocument.presentationml.slide+xml"/>
  <Override PartName="/ppt/slideMasters/slideMaster298.xml" ContentType="application/vnd.openxmlformats-officedocument.presentationml.slideMaster+xml"/>
  <Override PartName="/ppt/slides/slide298.xml" ContentType="application/vnd.openxmlformats-officedocument.presentationml.slide+xml"/>
  <Override PartName="/ppt/slideMasters/slideMaster299.xml" ContentType="application/vnd.openxmlformats-officedocument.presentationml.slideMaster+xml"/>
  <Override PartName="/ppt/slides/slide299.xml" ContentType="application/vnd.openxmlformats-officedocument.presentationml.slide+xml"/>
  <Override PartName="/ppt/slideMasters/slideMaster300.xml" ContentType="application/vnd.openxmlformats-officedocument.presentationml.slideMaster+xml"/>
  <Override PartName="/ppt/slides/slide300.xml" ContentType="application/vnd.openxmlformats-officedocument.presentationml.slide+xml"/>
  <Override PartName="/ppt/slideMasters/slideMaster301.xml" ContentType="application/vnd.openxmlformats-officedocument.presentationml.slideMaster+xml"/>
  <Override PartName="/ppt/slides/slide301.xml" ContentType="application/vnd.openxmlformats-officedocument.presentationml.slide+xml"/>
  <Override PartName="/ppt/slideMasters/slideMaster302.xml" ContentType="application/vnd.openxmlformats-officedocument.presentationml.slideMaster+xml"/>
  <Override PartName="/ppt/slides/slide302.xml" ContentType="application/vnd.openxmlformats-officedocument.presentationml.slide+xml"/>
  <Override PartName="/ppt/slideMasters/slideMaster303.xml" ContentType="application/vnd.openxmlformats-officedocument.presentationml.slideMaster+xml"/>
  <Override PartName="/ppt/slides/slide303.xml" ContentType="application/vnd.openxmlformats-officedocument.presentationml.slide+xml"/>
  <Override PartName="/ppt/slideMasters/slideMaster304.xml" ContentType="application/vnd.openxmlformats-officedocument.presentationml.slideMaster+xml"/>
  <Override PartName="/ppt/slides/slide304.xml" ContentType="application/vnd.openxmlformats-officedocument.presentationml.slide+xml"/>
  <Override PartName="/ppt/slideMasters/slideMaster305.xml" ContentType="application/vnd.openxmlformats-officedocument.presentationml.slideMaster+xml"/>
  <Override PartName="/ppt/slides/slide305.xml" ContentType="application/vnd.openxmlformats-officedocument.presentationml.slide+xml"/>
  <Override PartName="/ppt/slideMasters/slideMaster306.xml" ContentType="application/vnd.openxmlformats-officedocument.presentationml.slideMaster+xml"/>
  <Override PartName="/ppt/slides/slide306.xml" ContentType="application/vnd.openxmlformats-officedocument.presentationml.slide+xml"/>
  <Override PartName="/ppt/slideMasters/slideMaster307.xml" ContentType="application/vnd.openxmlformats-officedocument.presentationml.slideMaster+xml"/>
  <Override PartName="/ppt/slides/slide307.xml" ContentType="application/vnd.openxmlformats-officedocument.presentationml.slide+xml"/>
  <Override PartName="/ppt/slideMasters/slideMaster308.xml" ContentType="application/vnd.openxmlformats-officedocument.presentationml.slideMaster+xml"/>
  <Override PartName="/ppt/slides/slide308.xml" ContentType="application/vnd.openxmlformats-officedocument.presentationml.slide+xml"/>
  <Override PartName="/ppt/slideMasters/slideMaster309.xml" ContentType="application/vnd.openxmlformats-officedocument.presentationml.slideMaster+xml"/>
  <Override PartName="/ppt/slides/slide309.xml" ContentType="application/vnd.openxmlformats-officedocument.presentationml.slide+xml"/>
  <Override PartName="/ppt/slideMasters/slideMaster310.xml" ContentType="application/vnd.openxmlformats-officedocument.presentationml.slideMaster+xml"/>
  <Override PartName="/ppt/slides/slide310.xml" ContentType="application/vnd.openxmlformats-officedocument.presentationml.slide+xml"/>
  <Override PartName="/ppt/slideMasters/slideMaster311.xml" ContentType="application/vnd.openxmlformats-officedocument.presentationml.slideMaster+xml"/>
  <Override PartName="/ppt/slides/slide311.xml" ContentType="application/vnd.openxmlformats-officedocument.presentationml.slide+xml"/>
  <Override PartName="/ppt/slideMasters/slideMaster312.xml" ContentType="application/vnd.openxmlformats-officedocument.presentationml.slideMaster+xml"/>
  <Override PartName="/ppt/slides/slide312.xml" ContentType="application/vnd.openxmlformats-officedocument.presentationml.slide+xml"/>
  <Override PartName="/ppt/slideMasters/slideMaster313.xml" ContentType="application/vnd.openxmlformats-officedocument.presentationml.slideMaster+xml"/>
  <Override PartName="/ppt/slides/slide313.xml" ContentType="application/vnd.openxmlformats-officedocument.presentationml.slide+xml"/>
  <Override PartName="/ppt/slideMasters/slideMaster314.xml" ContentType="application/vnd.openxmlformats-officedocument.presentationml.slideMaster+xml"/>
  <Override PartName="/ppt/slides/slide314.xml" ContentType="application/vnd.openxmlformats-officedocument.presentationml.slide+xml"/>
  <Override PartName="/ppt/slideMasters/slideMaster315.xml" ContentType="application/vnd.openxmlformats-officedocument.presentationml.slideMaster+xml"/>
  <Override PartName="/ppt/slides/slide315.xml" ContentType="application/vnd.openxmlformats-officedocument.presentationml.slide+xml"/>
  <Override PartName="/ppt/slideMasters/slideMaster316.xml" ContentType="application/vnd.openxmlformats-officedocument.presentationml.slideMaster+xml"/>
  <Override PartName="/ppt/slides/slide316.xml" ContentType="application/vnd.openxmlformats-officedocument.presentationml.slide+xml"/>
  <Override PartName="/ppt/slideMasters/slideMaster317.xml" ContentType="application/vnd.openxmlformats-officedocument.presentationml.slideMaster+xml"/>
  <Override PartName="/ppt/slides/slide317.xml" ContentType="application/vnd.openxmlformats-officedocument.presentationml.slide+xml"/>
  <Override PartName="/ppt/slideMasters/slideMaster318.xml" ContentType="application/vnd.openxmlformats-officedocument.presentationml.slideMaster+xml"/>
  <Override PartName="/ppt/slides/slide318.xml" ContentType="application/vnd.openxmlformats-officedocument.presentationml.slide+xml"/>
  <Override PartName="/ppt/slideMasters/slideMaster319.xml" ContentType="application/vnd.openxmlformats-officedocument.presentationml.slideMaster+xml"/>
  <Override PartName="/ppt/slides/slide319.xml" ContentType="application/vnd.openxmlformats-officedocument.presentationml.slide+xml"/>
  <Override PartName="/ppt/slideMasters/slideMaster320.xml" ContentType="application/vnd.openxmlformats-officedocument.presentationml.slideMaster+xml"/>
  <Override PartName="/ppt/slides/slide320.xml" ContentType="application/vnd.openxmlformats-officedocument.presentationml.slide+xml"/>
  <Override PartName="/ppt/slideMasters/slideMaster321.xml" ContentType="application/vnd.openxmlformats-officedocument.presentationml.slideMaster+xml"/>
  <Override PartName="/ppt/slides/slide321.xml" ContentType="application/vnd.openxmlformats-officedocument.presentationml.slide+xml"/>
  <Override PartName="/ppt/slideMasters/slideMaster322.xml" ContentType="application/vnd.openxmlformats-officedocument.presentationml.slideMaster+xml"/>
  <Override PartName="/ppt/slides/slide322.xml" ContentType="application/vnd.openxmlformats-officedocument.presentationml.slide+xml"/>
  <Override PartName="/ppt/slideMasters/slideMaster323.xml" ContentType="application/vnd.openxmlformats-officedocument.presentationml.slideMaster+xml"/>
  <Override PartName="/ppt/slides/slide323.xml" ContentType="application/vnd.openxmlformats-officedocument.presentationml.slide+xml"/>
  <Override PartName="/ppt/slideMasters/slideMaster324.xml" ContentType="application/vnd.openxmlformats-officedocument.presentationml.slideMaster+xml"/>
  <Override PartName="/ppt/slides/slide324.xml" ContentType="application/vnd.openxmlformats-officedocument.presentationml.slide+xml"/>
  <Override PartName="/ppt/slideMasters/slideMaster325.xml" ContentType="application/vnd.openxmlformats-officedocument.presentationml.slideMaster+xml"/>
  <Override PartName="/ppt/slides/slide325.xml" ContentType="application/vnd.openxmlformats-officedocument.presentationml.slide+xml"/>
  <Override PartName="/ppt/slideMasters/slideMaster326.xml" ContentType="application/vnd.openxmlformats-officedocument.presentationml.slideMaster+xml"/>
  <Override PartName="/ppt/slides/slide326.xml" ContentType="application/vnd.openxmlformats-officedocument.presentationml.slide+xml"/>
  <Override PartName="/ppt/slideMasters/slideMaster327.xml" ContentType="application/vnd.openxmlformats-officedocument.presentationml.slideMaster+xml"/>
  <Override PartName="/ppt/slides/slide327.xml" ContentType="application/vnd.openxmlformats-officedocument.presentationml.slide+xml"/>
  <Override PartName="/ppt/slideMasters/slideMaster328.xml" ContentType="application/vnd.openxmlformats-officedocument.presentationml.slideMaster+xml"/>
  <Override PartName="/ppt/slides/slide328.xml" ContentType="application/vnd.openxmlformats-officedocument.presentationml.slide+xml"/>
  <Override PartName="/ppt/slideMasters/slideMaster329.xml" ContentType="application/vnd.openxmlformats-officedocument.presentationml.slideMaster+xml"/>
  <Override PartName="/ppt/slides/slide329.xml" ContentType="application/vnd.openxmlformats-officedocument.presentationml.slide+xml"/>
  <Override PartName="/ppt/slideMasters/slideMaster330.xml" ContentType="application/vnd.openxmlformats-officedocument.presentationml.slideMaster+xml"/>
  <Override PartName="/ppt/slides/slide330.xml" ContentType="application/vnd.openxmlformats-officedocument.presentationml.slide+xml"/>
  <Override PartName="/ppt/slideMasters/slideMaster331.xml" ContentType="application/vnd.openxmlformats-officedocument.presentationml.slideMaster+xml"/>
  <Override PartName="/ppt/slides/slide331.xml" ContentType="application/vnd.openxmlformats-officedocument.presentationml.slide+xml"/>
  <Override PartName="/ppt/slideMasters/slideMaster332.xml" ContentType="application/vnd.openxmlformats-officedocument.presentationml.slideMaster+xml"/>
  <Override PartName="/ppt/slides/slide332.xml" ContentType="application/vnd.openxmlformats-officedocument.presentationml.slide+xml"/>
  <Override PartName="/ppt/slideMasters/slideMaster333.xml" ContentType="application/vnd.openxmlformats-officedocument.presentationml.slideMaster+xml"/>
  <Override PartName="/ppt/slides/slide333.xml" ContentType="application/vnd.openxmlformats-officedocument.presentationml.slide+xml"/>
  <Override PartName="/ppt/slideMasters/slideMaster334.xml" ContentType="application/vnd.openxmlformats-officedocument.presentationml.slideMaster+xml"/>
  <Override PartName="/ppt/slides/slide334.xml" ContentType="application/vnd.openxmlformats-officedocument.presentationml.slide+xml"/>
  <Override PartName="/ppt/slideMasters/slideMaster335.xml" ContentType="application/vnd.openxmlformats-officedocument.presentationml.slideMaster+xml"/>
  <Override PartName="/ppt/slides/slide335.xml" ContentType="application/vnd.openxmlformats-officedocument.presentationml.slide+xml"/>
  <Override PartName="/ppt/slideMasters/slideMaster336.xml" ContentType="application/vnd.openxmlformats-officedocument.presentationml.slideMaster+xml"/>
  <Override PartName="/ppt/slides/slide336.xml" ContentType="application/vnd.openxmlformats-officedocument.presentationml.slide+xml"/>
  <Override PartName="/ppt/slideMasters/slideMaster337.xml" ContentType="application/vnd.openxmlformats-officedocument.presentationml.slideMaster+xml"/>
  <Override PartName="/ppt/slides/slide337.xml" ContentType="application/vnd.openxmlformats-officedocument.presentationml.slide+xml"/>
  <Override PartName="/ppt/slideMasters/slideMaster338.xml" ContentType="application/vnd.openxmlformats-officedocument.presentationml.slideMaster+xml"/>
  <Override PartName="/ppt/slides/slide338.xml" ContentType="application/vnd.openxmlformats-officedocument.presentationml.slide+xml"/>
  <Override PartName="/ppt/slideMasters/slideMaster339.xml" ContentType="application/vnd.openxmlformats-officedocument.presentationml.slideMaster+xml"/>
  <Override PartName="/ppt/slides/slide339.xml" ContentType="application/vnd.openxmlformats-officedocument.presentationml.slide+xml"/>
  <Override PartName="/ppt/slideMasters/slideMaster340.xml" ContentType="application/vnd.openxmlformats-officedocument.presentationml.slideMaster+xml"/>
  <Override PartName="/ppt/slides/slide340.xml" ContentType="application/vnd.openxmlformats-officedocument.presentationml.slide+xml"/>
  <Override PartName="/ppt/slideMasters/slideMaster341.xml" ContentType="application/vnd.openxmlformats-officedocument.presentationml.slideMaster+xml"/>
  <Override PartName="/ppt/slides/slide341.xml" ContentType="application/vnd.openxmlformats-officedocument.presentationml.slide+xml"/>
  <Override PartName="/ppt/slideMasters/slideMaster342.xml" ContentType="application/vnd.openxmlformats-officedocument.presentationml.slideMaster+xml"/>
  <Override PartName="/ppt/slides/slide342.xml" ContentType="application/vnd.openxmlformats-officedocument.presentationml.slide+xml"/>
  <Override PartName="/ppt/slideMasters/slideMaster343.xml" ContentType="application/vnd.openxmlformats-officedocument.presentationml.slideMaster+xml"/>
  <Override PartName="/ppt/slides/slide343.xml" ContentType="application/vnd.openxmlformats-officedocument.presentationml.slide+xml"/>
  <Override PartName="/ppt/slideMasters/slideMaster344.xml" ContentType="application/vnd.openxmlformats-officedocument.presentationml.slideMaster+xml"/>
  <Override PartName="/ppt/slides/slide344.xml" ContentType="application/vnd.openxmlformats-officedocument.presentationml.slide+xml"/>
  <Override PartName="/ppt/slideMasters/slideMaster345.xml" ContentType="application/vnd.openxmlformats-officedocument.presentationml.slideMaster+xml"/>
  <Override PartName="/ppt/slides/slide345.xml" ContentType="application/vnd.openxmlformats-officedocument.presentationml.slide+xml"/>
  <Override PartName="/ppt/slideMasters/slideMaster346.xml" ContentType="application/vnd.openxmlformats-officedocument.presentationml.slideMaster+xml"/>
  <Override PartName="/ppt/slides/slide346.xml" ContentType="application/vnd.openxmlformats-officedocument.presentationml.slide+xml"/>
  <Override PartName="/ppt/slideMasters/slideMaster347.xml" ContentType="application/vnd.openxmlformats-officedocument.presentationml.slideMaster+xml"/>
  <Override PartName="/ppt/slides/slide347.xml" ContentType="application/vnd.openxmlformats-officedocument.presentationml.slide+xml"/>
  <Override PartName="/ppt/slideMasters/slideMaster348.xml" ContentType="application/vnd.openxmlformats-officedocument.presentationml.slideMaster+xml"/>
  <Override PartName="/ppt/slides/slide348.xml" ContentType="application/vnd.openxmlformats-officedocument.presentationml.slide+xml"/>
  <Override PartName="/ppt/slideMasters/slideMaster349.xml" ContentType="application/vnd.openxmlformats-officedocument.presentationml.slideMaster+xml"/>
  <Override PartName="/ppt/slides/slide349.xml" ContentType="application/vnd.openxmlformats-officedocument.presentationml.slide+xml"/>
  <Override PartName="/ppt/slideMasters/slideMaster350.xml" ContentType="application/vnd.openxmlformats-officedocument.presentationml.slideMaster+xml"/>
  <Override PartName="/ppt/slides/slide350.xml" ContentType="application/vnd.openxmlformats-officedocument.presentationml.slide+xml"/>
  <Override PartName="/ppt/slideMasters/slideMaster351.xml" ContentType="application/vnd.openxmlformats-officedocument.presentationml.slideMaster+xml"/>
  <Override PartName="/ppt/slides/slide351.xml" ContentType="application/vnd.openxmlformats-officedocument.presentationml.slide+xml"/>
  <Override PartName="/ppt/slideMasters/slideMaster352.xml" ContentType="application/vnd.openxmlformats-officedocument.presentationml.slideMaster+xml"/>
  <Override PartName="/ppt/slides/slide352.xml" ContentType="application/vnd.openxmlformats-officedocument.presentationml.slide+xml"/>
  <Override PartName="/ppt/slideMasters/slideMaster353.xml" ContentType="application/vnd.openxmlformats-officedocument.presentationml.slideMaster+xml"/>
  <Override PartName="/ppt/slides/slide353.xml" ContentType="application/vnd.openxmlformats-officedocument.presentationml.slide+xml"/>
  <Override PartName="/ppt/slideMasters/slideMaster354.xml" ContentType="application/vnd.openxmlformats-officedocument.presentationml.slideMaster+xml"/>
  <Override PartName="/ppt/slides/slide354.xml" ContentType="application/vnd.openxmlformats-officedocument.presentationml.slide+xml"/>
  <Override PartName="/ppt/slideMasters/slideMaster355.xml" ContentType="application/vnd.openxmlformats-officedocument.presentationml.slideMaster+xml"/>
  <Override PartName="/ppt/slides/slide355.xml" ContentType="application/vnd.openxmlformats-officedocument.presentationml.slide+xml"/>
  <Override PartName="/ppt/slideMasters/slideMaster356.xml" ContentType="application/vnd.openxmlformats-officedocument.presentationml.slideMaster+xml"/>
  <Override PartName="/ppt/slides/slide356.xml" ContentType="application/vnd.openxmlformats-officedocument.presentationml.slide+xml"/>
  <Override PartName="/ppt/slideMasters/slideMaster357.xml" ContentType="application/vnd.openxmlformats-officedocument.presentationml.slideMaster+xml"/>
  <Override PartName="/ppt/slides/slide357.xml" ContentType="application/vnd.openxmlformats-officedocument.presentationml.slide+xml"/>
  <Override PartName="/ppt/slideMasters/slideMaster358.xml" ContentType="application/vnd.openxmlformats-officedocument.presentationml.slideMaster+xml"/>
  <Override PartName="/ppt/slides/slide358.xml" ContentType="application/vnd.openxmlformats-officedocument.presentationml.slide+xml"/>
  <Override PartName="/ppt/slideMasters/slideMaster359.xml" ContentType="application/vnd.openxmlformats-officedocument.presentationml.slideMaster+xml"/>
  <Override PartName="/ppt/slides/slide359.xml" ContentType="application/vnd.openxmlformats-officedocument.presentationml.slide+xml"/>
  <Override PartName="/ppt/slideMasters/slideMaster360.xml" ContentType="application/vnd.openxmlformats-officedocument.presentationml.slideMaster+xml"/>
  <Override PartName="/ppt/slides/slide360.xml" ContentType="application/vnd.openxmlformats-officedocument.presentationml.slide+xml"/>
  <Override PartName="/ppt/slideMasters/slideMaster361.xml" ContentType="application/vnd.openxmlformats-officedocument.presentationml.slideMaster+xml"/>
  <Override PartName="/ppt/slides/slide361.xml" ContentType="application/vnd.openxmlformats-officedocument.presentationml.slide+xml"/>
  <Override PartName="/ppt/slideMasters/slideMaster362.xml" ContentType="application/vnd.openxmlformats-officedocument.presentationml.slideMaster+xml"/>
  <Override PartName="/ppt/slides/slide362.xml" ContentType="application/vnd.openxmlformats-officedocument.presentationml.slide+xml"/>
  <Override PartName="/ppt/slideMasters/slideMaster363.xml" ContentType="application/vnd.openxmlformats-officedocument.presentationml.slideMaster+xml"/>
  <Override PartName="/ppt/slides/slide363.xml" ContentType="application/vnd.openxmlformats-officedocument.presentationml.slide+xml"/>
  <Override PartName="/ppt/slideMasters/slideMaster364.xml" ContentType="application/vnd.openxmlformats-officedocument.presentationml.slideMaster+xml"/>
  <Override PartName="/ppt/slides/slide364.xml" ContentType="application/vnd.openxmlformats-officedocument.presentationml.slide+xml"/>
  <Override PartName="/ppt/slideMasters/slideMaster365.xml" ContentType="application/vnd.openxmlformats-officedocument.presentationml.slideMaster+xml"/>
  <Override PartName="/ppt/slides/slide365.xml" ContentType="application/vnd.openxmlformats-officedocument.presentationml.slide+xml"/>
  <Override PartName="/ppt/slideMasters/slideMaster366.xml" ContentType="application/vnd.openxmlformats-officedocument.presentationml.slideMaster+xml"/>
  <Override PartName="/ppt/slides/slide366.xml" ContentType="application/vnd.openxmlformats-officedocument.presentationml.slide+xml"/>
  <Override PartName="/ppt/slideMasters/slideMaster367.xml" ContentType="application/vnd.openxmlformats-officedocument.presentationml.slideMaster+xml"/>
  <Override PartName="/ppt/slides/slide367.xml" ContentType="application/vnd.openxmlformats-officedocument.presentationml.slide+xml"/>
  <Override PartName="/ppt/slideMasters/slideMaster368.xml" ContentType="application/vnd.openxmlformats-officedocument.presentationml.slideMaster+xml"/>
  <Override PartName="/ppt/slides/slide368.xml" ContentType="application/vnd.openxmlformats-officedocument.presentationml.slide+xml"/>
  <Override PartName="/ppt/slideMasters/slideMaster369.xml" ContentType="application/vnd.openxmlformats-officedocument.presentationml.slideMaster+xml"/>
  <Override PartName="/ppt/slides/slide369.xml" ContentType="application/vnd.openxmlformats-officedocument.presentationml.slide+xml"/>
  <Override PartName="/ppt/slideMasters/slideMaster370.xml" ContentType="application/vnd.openxmlformats-officedocument.presentationml.slideMaster+xml"/>
  <Override PartName="/ppt/slides/slide370.xml" ContentType="application/vnd.openxmlformats-officedocument.presentationml.slide+xml"/>
  <Override PartName="/ppt/slideMasters/slideMaster371.xml" ContentType="application/vnd.openxmlformats-officedocument.presentationml.slideMaster+xml"/>
  <Override PartName="/ppt/slides/slide371.xml" ContentType="application/vnd.openxmlformats-officedocument.presentationml.slide+xml"/>
  <Override PartName="/ppt/slideMasters/slideMaster372.xml" ContentType="application/vnd.openxmlformats-officedocument.presentationml.slideMaster+xml"/>
  <Override PartName="/ppt/slides/slide372.xml" ContentType="application/vnd.openxmlformats-officedocument.presentationml.slide+xml"/>
  <Override PartName="/ppt/slideMasters/slideMaster373.xml" ContentType="application/vnd.openxmlformats-officedocument.presentationml.slideMaster+xml"/>
  <Override PartName="/ppt/slides/slide373.xml" ContentType="application/vnd.openxmlformats-officedocument.presentationml.slide+xml"/>
  <Override PartName="/ppt/slideMasters/slideMaster374.xml" ContentType="application/vnd.openxmlformats-officedocument.presentationml.slideMaster+xml"/>
  <Override PartName="/ppt/slides/slide374.xml" ContentType="application/vnd.openxmlformats-officedocument.presentationml.slide+xml"/>
  <Override PartName="/ppt/slideMasters/slideMaster375.xml" ContentType="application/vnd.openxmlformats-officedocument.presentationml.slideMaster+xml"/>
  <Override PartName="/ppt/slides/slide375.xml" ContentType="application/vnd.openxmlformats-officedocument.presentationml.slide+xml"/>
  <Override PartName="/ppt/slideMasters/slideMaster376.xml" ContentType="application/vnd.openxmlformats-officedocument.presentationml.slideMaster+xml"/>
  <Override PartName="/ppt/slides/slide376.xml" ContentType="application/vnd.openxmlformats-officedocument.presentationml.slide+xml"/>
  <Override PartName="/ppt/slideMasters/slideMaster377.xml" ContentType="application/vnd.openxmlformats-officedocument.presentationml.slideMaster+xml"/>
  <Override PartName="/ppt/slides/slide377.xml" ContentType="application/vnd.openxmlformats-officedocument.presentationml.slide+xml"/>
  <Override PartName="/ppt/slideMasters/slideMaster378.xml" ContentType="application/vnd.openxmlformats-officedocument.presentationml.slideMaster+xml"/>
  <Override PartName="/ppt/slides/slide378.xml" ContentType="application/vnd.openxmlformats-officedocument.presentationml.slide+xml"/>
  <Override PartName="/ppt/slideMasters/slideMaster379.xml" ContentType="application/vnd.openxmlformats-officedocument.presentationml.slideMaster+xml"/>
  <Override PartName="/ppt/slides/slide379.xml" ContentType="application/vnd.openxmlformats-officedocument.presentationml.slide+xml"/>
  <Override PartName="/ppt/slideMasters/slideMaster380.xml" ContentType="application/vnd.openxmlformats-officedocument.presentationml.slideMaster+xml"/>
  <Override PartName="/ppt/slides/slide380.xml" ContentType="application/vnd.openxmlformats-officedocument.presentationml.slide+xml"/>
  <Override PartName="/ppt/slideMasters/slideMaster381.xml" ContentType="application/vnd.openxmlformats-officedocument.presentationml.slideMaster+xml"/>
  <Override PartName="/ppt/slides/slide381.xml" ContentType="application/vnd.openxmlformats-officedocument.presentationml.slide+xml"/>
  <Override PartName="/ppt/slideMasters/slideMaster382.xml" ContentType="application/vnd.openxmlformats-officedocument.presentationml.slideMaster+xml"/>
  <Override PartName="/ppt/slides/slide382.xml" ContentType="application/vnd.openxmlformats-officedocument.presentationml.slide+xml"/>
  <Override PartName="/ppt/slideMasters/slideMaster383.xml" ContentType="application/vnd.openxmlformats-officedocument.presentationml.slideMaster+xml"/>
  <Override PartName="/ppt/slides/slide383.xml" ContentType="application/vnd.openxmlformats-officedocument.presentationml.slide+xml"/>
  <Override PartName="/ppt/slideMasters/slideMaster384.xml" ContentType="application/vnd.openxmlformats-officedocument.presentationml.slideMaster+xml"/>
  <Override PartName="/ppt/slides/slide384.xml" ContentType="application/vnd.openxmlformats-officedocument.presentationml.slide+xml"/>
  <Override PartName="/ppt/slideMasters/slideMaster385.xml" ContentType="application/vnd.openxmlformats-officedocument.presentationml.slideMaster+xml"/>
  <Override PartName="/ppt/slides/slide385.xml" ContentType="application/vnd.openxmlformats-officedocument.presentationml.slide+xml"/>
  <Override PartName="/ppt/slideMasters/slideMaster386.xml" ContentType="application/vnd.openxmlformats-officedocument.presentationml.slideMaster+xml"/>
  <Override PartName="/ppt/slides/slide386.xml" ContentType="application/vnd.openxmlformats-officedocument.presentationml.slide+xml"/>
  <Override PartName="/ppt/slideMasters/slideMaster387.xml" ContentType="application/vnd.openxmlformats-officedocument.presentationml.slideMaster+xml"/>
  <Override PartName="/ppt/slides/slide387.xml" ContentType="application/vnd.openxmlformats-officedocument.presentationml.slide+xml"/>
  <Override PartName="/ppt/slideMasters/slideMaster388.xml" ContentType="application/vnd.openxmlformats-officedocument.presentationml.slideMaster+xml"/>
  <Override PartName="/ppt/slides/slide388.xml" ContentType="application/vnd.openxmlformats-officedocument.presentationml.slide+xml"/>
  <Override PartName="/ppt/slideMasters/slideMaster389.xml" ContentType="application/vnd.openxmlformats-officedocument.presentationml.slideMaster+xml"/>
  <Override PartName="/ppt/slides/slide389.xml" ContentType="application/vnd.openxmlformats-officedocument.presentationml.slide+xml"/>
  <Override PartName="/ppt/slideMasters/slideMaster390.xml" ContentType="application/vnd.openxmlformats-officedocument.presentationml.slideMaster+xml"/>
  <Override PartName="/ppt/slides/slide390.xml" ContentType="application/vnd.openxmlformats-officedocument.presentationml.slide+xml"/>
  <Override PartName="/ppt/slideMasters/slideMaster391.xml" ContentType="application/vnd.openxmlformats-officedocument.presentationml.slideMaster+xml"/>
  <Override PartName="/ppt/slides/slide391.xml" ContentType="application/vnd.openxmlformats-officedocument.presentationml.slide+xml"/>
  <Override PartName="/ppt/slideMasters/slideMaster392.xml" ContentType="application/vnd.openxmlformats-officedocument.presentationml.slideMaster+xml"/>
  <Override PartName="/ppt/slides/slide392.xml" ContentType="application/vnd.openxmlformats-officedocument.presentationml.slide+xml"/>
  <Override PartName="/ppt/slideMasters/slideMaster393.xml" ContentType="application/vnd.openxmlformats-officedocument.presentationml.slideMaster+xml"/>
  <Override PartName="/ppt/slides/slide393.xml" ContentType="application/vnd.openxmlformats-officedocument.presentationml.slide+xml"/>
  <Override PartName="/ppt/slideMasters/slideMaster394.xml" ContentType="application/vnd.openxmlformats-officedocument.presentationml.slideMaster+xml"/>
  <Override PartName="/ppt/slides/slide394.xml" ContentType="application/vnd.openxmlformats-officedocument.presentationml.slide+xml"/>
  <Override PartName="/ppt/slideMasters/slideMaster395.xml" ContentType="application/vnd.openxmlformats-officedocument.presentationml.slideMaster+xml"/>
  <Override PartName="/ppt/slides/slide395.xml" ContentType="application/vnd.openxmlformats-officedocument.presentationml.slide+xml"/>
  <Override PartName="/ppt/slideMasters/slideMaster396.xml" ContentType="application/vnd.openxmlformats-officedocument.presentationml.slideMaster+xml"/>
  <Override PartName="/ppt/slides/slide396.xml" ContentType="application/vnd.openxmlformats-officedocument.presentationml.slide+xml"/>
  <Override PartName="/ppt/slideMasters/slideMaster397.xml" ContentType="application/vnd.openxmlformats-officedocument.presentationml.slideMaster+xml"/>
  <Override PartName="/ppt/slides/slide397.xml" ContentType="application/vnd.openxmlformats-officedocument.presentationml.slide+xml"/>
  <Override PartName="/ppt/slideMasters/slideMaster398.xml" ContentType="application/vnd.openxmlformats-officedocument.presentationml.slideMaster+xml"/>
  <Override PartName="/ppt/slides/slide398.xml" ContentType="application/vnd.openxmlformats-officedocument.presentationml.slide+xml"/>
  <Override PartName="/ppt/slideMasters/slideMaster399.xml" ContentType="application/vnd.openxmlformats-officedocument.presentationml.slideMaster+xml"/>
  <Override PartName="/ppt/slides/slide399.xml" ContentType="application/vnd.openxmlformats-officedocument.presentationml.slide+xml"/>
  <Override PartName="/ppt/slideMasters/slideMaster400.xml" ContentType="application/vnd.openxmlformats-officedocument.presentationml.slideMaster+xml"/>
  <Override PartName="/ppt/slides/slide400.xml" ContentType="application/vnd.openxmlformats-officedocument.presentationml.slide+xml"/>
  <Override PartName="/ppt/slideMasters/slideMaster401.xml" ContentType="application/vnd.openxmlformats-officedocument.presentationml.slideMaster+xml"/>
  <Override PartName="/ppt/slides/slide401.xml" ContentType="application/vnd.openxmlformats-officedocument.presentationml.slide+xml"/>
  <Override PartName="/ppt/slideMasters/slideMaster402.xml" ContentType="application/vnd.openxmlformats-officedocument.presentationml.slideMaster+xml"/>
  <Override PartName="/ppt/slides/slide402.xml" ContentType="application/vnd.openxmlformats-officedocument.presentationml.slide+xml"/>
  <Override PartName="/ppt/slideMasters/slideMaster403.xml" ContentType="application/vnd.openxmlformats-officedocument.presentationml.slideMaster+xml"/>
  <Override PartName="/ppt/slides/slide403.xml" ContentType="application/vnd.openxmlformats-officedocument.presentationml.slide+xml"/>
  <Override PartName="/ppt/slideMasters/slideMaster404.xml" ContentType="application/vnd.openxmlformats-officedocument.presentationml.slideMaster+xml"/>
  <Override PartName="/ppt/slides/slide404.xml" ContentType="application/vnd.openxmlformats-officedocument.presentationml.slide+xml"/>
  <Override PartName="/ppt/slideMasters/slideMaster405.xml" ContentType="application/vnd.openxmlformats-officedocument.presentationml.slideMaster+xml"/>
  <Override PartName="/ppt/slides/slide405.xml" ContentType="application/vnd.openxmlformats-officedocument.presentationml.slide+xml"/>
  <Override PartName="/ppt/slideMasters/slideMaster406.xml" ContentType="application/vnd.openxmlformats-officedocument.presentationml.slideMaster+xml"/>
  <Override PartName="/ppt/slides/slide406.xml" ContentType="application/vnd.openxmlformats-officedocument.presentationml.slide+xml"/>
  <Override PartName="/ppt/slideMasters/slideMaster407.xml" ContentType="application/vnd.openxmlformats-officedocument.presentationml.slideMaster+xml"/>
  <Override PartName="/ppt/slides/slide407.xml" ContentType="application/vnd.openxmlformats-officedocument.presentationml.slide+xml"/>
  <Override PartName="/ppt/slideMasters/slideMaster408.xml" ContentType="application/vnd.openxmlformats-officedocument.presentationml.slideMaster+xml"/>
  <Override PartName="/ppt/slides/slide408.xml" ContentType="application/vnd.openxmlformats-officedocument.presentationml.slide+xml"/>
  <Override PartName="/ppt/slideMasters/slideMaster409.xml" ContentType="application/vnd.openxmlformats-officedocument.presentationml.slideMaster+xml"/>
  <Override PartName="/ppt/slides/slide409.xml" ContentType="application/vnd.openxmlformats-officedocument.presentationml.slide+xml"/>
  <Override PartName="/ppt/slideMasters/slideMaster410.xml" ContentType="application/vnd.openxmlformats-officedocument.presentationml.slideMaster+xml"/>
  <Override PartName="/ppt/slides/slide410.xml" ContentType="application/vnd.openxmlformats-officedocument.presentationml.slide+xml"/>
  <Override PartName="/ppt/slideMasters/slideMaster411.xml" ContentType="application/vnd.openxmlformats-officedocument.presentationml.slideMaster+xml"/>
  <Override PartName="/ppt/slides/slide411.xml" ContentType="application/vnd.openxmlformats-officedocument.presentationml.slide+xml"/>
  <Override PartName="/ppt/slideMasters/slideMaster412.xml" ContentType="application/vnd.openxmlformats-officedocument.presentationml.slideMaster+xml"/>
  <Override PartName="/ppt/slides/slide412.xml" ContentType="application/vnd.openxmlformats-officedocument.presentationml.slide+xml"/>
  <Override PartName="/ppt/slideMasters/slideMaster413.xml" ContentType="application/vnd.openxmlformats-officedocument.presentationml.slideMaster+xml"/>
  <Override PartName="/ppt/slides/slide413.xml" ContentType="application/vnd.openxmlformats-officedocument.presentationml.slide+xml"/>
  <Override PartName="/ppt/slideMasters/slideMaster414.xml" ContentType="application/vnd.openxmlformats-officedocument.presentationml.slideMaster+xml"/>
  <Override PartName="/ppt/slides/slide414.xml" ContentType="application/vnd.openxmlformats-officedocument.presentationml.slide+xml"/>
  <Override PartName="/ppt/slideMasters/slideMaster415.xml" ContentType="application/vnd.openxmlformats-officedocument.presentationml.slideMaster+xml"/>
  <Override PartName="/ppt/slides/slide415.xml" ContentType="application/vnd.openxmlformats-officedocument.presentationml.slide+xml"/>
  <Override PartName="/ppt/slideMasters/slideMaster416.xml" ContentType="application/vnd.openxmlformats-officedocument.presentationml.slideMaster+xml"/>
  <Override PartName="/ppt/slides/slide416.xml" ContentType="application/vnd.openxmlformats-officedocument.presentationml.slide+xml"/>
  <Override PartName="/ppt/slideMasters/slideMaster417.xml" ContentType="application/vnd.openxmlformats-officedocument.presentationml.slideMaster+xml"/>
  <Override PartName="/ppt/slides/slide417.xml" ContentType="application/vnd.openxmlformats-officedocument.presentationml.slide+xml"/>
  <Override PartName="/ppt/slideMasters/slideMaster418.xml" ContentType="application/vnd.openxmlformats-officedocument.presentationml.slideMaster+xml"/>
  <Override PartName="/ppt/slides/slide418.xml" ContentType="application/vnd.openxmlformats-officedocument.presentationml.slide+xml"/>
  <Override PartName="/ppt/slideMasters/slideMaster419.xml" ContentType="application/vnd.openxmlformats-officedocument.presentationml.slideMaster+xml"/>
  <Override PartName="/ppt/slides/slide419.xml" ContentType="application/vnd.openxmlformats-officedocument.presentationml.slide+xml"/>
  <Override PartName="/ppt/slideMasters/slideMaster420.xml" ContentType="application/vnd.openxmlformats-officedocument.presentationml.slideMaster+xml"/>
  <Override PartName="/ppt/slides/slide420.xml" ContentType="application/vnd.openxmlformats-officedocument.presentationml.slide+xml"/>
  <Override PartName="/ppt/slideMasters/slideMaster421.xml" ContentType="application/vnd.openxmlformats-officedocument.presentationml.slideMaster+xml"/>
  <Override PartName="/ppt/slides/slide421.xml" ContentType="application/vnd.openxmlformats-officedocument.presentationml.slide+xml"/>
  <Override PartName="/ppt/slideMasters/slideMaster422.xml" ContentType="application/vnd.openxmlformats-officedocument.presentationml.slideMaster+xml"/>
  <Override PartName="/ppt/slides/slide422.xml" ContentType="application/vnd.openxmlformats-officedocument.presentationml.slide+xml"/>
  <Override PartName="/ppt/slideMasters/slideMaster423.xml" ContentType="application/vnd.openxmlformats-officedocument.presentationml.slideMaster+xml"/>
  <Override PartName="/ppt/slides/slide423.xml" ContentType="application/vnd.openxmlformats-officedocument.presentationml.slide+xml"/>
  <Override PartName="/ppt/slideMasters/slideMaster424.xml" ContentType="application/vnd.openxmlformats-officedocument.presentationml.slideMaster+xml"/>
  <Override PartName="/ppt/slides/slide424.xml" ContentType="application/vnd.openxmlformats-officedocument.presentationml.slide+xml"/>
  <Override PartName="/ppt/slideMasters/slideMaster425.xml" ContentType="application/vnd.openxmlformats-officedocument.presentationml.slideMaster+xml"/>
  <Override PartName="/ppt/slides/slide425.xml" ContentType="application/vnd.openxmlformats-officedocument.presentationml.slide+xml"/>
  <Override PartName="/ppt/slideMasters/slideMaster426.xml" ContentType="application/vnd.openxmlformats-officedocument.presentationml.slideMaster+xml"/>
  <Override PartName="/ppt/slides/slide426.xml" ContentType="application/vnd.openxmlformats-officedocument.presentationml.slide+xml"/>
  <Override PartName="/ppt/slideMasters/slideMaster427.xml" ContentType="application/vnd.openxmlformats-officedocument.presentationml.slideMaster+xml"/>
  <Override PartName="/ppt/slides/slide427.xml" ContentType="application/vnd.openxmlformats-officedocument.presentationml.slide+xml"/>
  <Override PartName="/ppt/slideMasters/slideMaster428.xml" ContentType="application/vnd.openxmlformats-officedocument.presentationml.slideMaster+xml"/>
  <Override PartName="/ppt/slides/slide428.xml" ContentType="application/vnd.openxmlformats-officedocument.presentationml.slide+xml"/>
  <Override PartName="/ppt/slideMasters/slideMaster429.xml" ContentType="application/vnd.openxmlformats-officedocument.presentationml.slideMaster+xml"/>
  <Override PartName="/ppt/slides/slide429.xml" ContentType="application/vnd.openxmlformats-officedocument.presentationml.slide+xml"/>
  <Override PartName="/ppt/slideMasters/slideMaster430.xml" ContentType="application/vnd.openxmlformats-officedocument.presentationml.slideMaster+xml"/>
  <Override PartName="/ppt/slides/slide430.xml" ContentType="application/vnd.openxmlformats-officedocument.presentationml.slide+xml"/>
  <Override PartName="/ppt/slideMasters/slideMaster431.xml" ContentType="application/vnd.openxmlformats-officedocument.presentationml.slideMaster+xml"/>
  <Override PartName="/ppt/slides/slide431.xml" ContentType="application/vnd.openxmlformats-officedocument.presentationml.slide+xml"/>
  <Override PartName="/ppt/slideMasters/slideMaster432.xml" ContentType="application/vnd.openxmlformats-officedocument.presentationml.slideMaster+xml"/>
  <Override PartName="/ppt/slides/slide432.xml" ContentType="application/vnd.openxmlformats-officedocument.presentationml.slide+xml"/>
  <Override PartName="/ppt/slideMasters/slideMaster433.xml" ContentType="application/vnd.openxmlformats-officedocument.presentationml.slideMaster+xml"/>
  <Override PartName="/ppt/slides/slide433.xml" ContentType="application/vnd.openxmlformats-officedocument.presentationml.slide+xml"/>
  <Override PartName="/ppt/slideMasters/slideMaster434.xml" ContentType="application/vnd.openxmlformats-officedocument.presentationml.slideMaster+xml"/>
  <Override PartName="/ppt/slides/slide434.xml" ContentType="application/vnd.openxmlformats-officedocument.presentationml.slide+xml"/>
  <Override PartName="/ppt/slideMasters/slideMaster435.xml" ContentType="application/vnd.openxmlformats-officedocument.presentationml.slideMaster+xml"/>
  <Override PartName="/ppt/slides/slide435.xml" ContentType="application/vnd.openxmlformats-officedocument.presentationml.slide+xml"/>
  <Override PartName="/ppt/slideMasters/slideMaster436.xml" ContentType="application/vnd.openxmlformats-officedocument.presentationml.slideMaster+xml"/>
  <Override PartName="/ppt/slides/slide4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296.xml" ContentType="application/vnd.openxmlformats-officedocument.presentationml.notesSlide+xml"/>
  <Override PartName="/ppt/notesSlides/notesSlide297.xml" ContentType="application/vnd.openxmlformats-officedocument.presentationml.notesSlide+xml"/>
  <Override PartName="/ppt/notesSlides/notesSlide298.xml" ContentType="application/vnd.openxmlformats-officedocument.presentationml.notesSlide+xml"/>
  <Override PartName="/ppt/notesSlides/notesSlide299.xml" ContentType="application/vnd.openxmlformats-officedocument.presentationml.notesSlide+xml"/>
  <Override PartName="/ppt/notesSlides/notesSlide300.xml" ContentType="application/vnd.openxmlformats-officedocument.presentationml.notesSlide+xml"/>
  <Override PartName="/ppt/notesSlides/notesSlide301.xml" ContentType="application/vnd.openxmlformats-officedocument.presentationml.notesSlide+xml"/>
  <Override PartName="/ppt/notesSlides/notesSlide302.xml" ContentType="application/vnd.openxmlformats-officedocument.presentationml.notesSlide+xml"/>
  <Override PartName="/ppt/notesSlides/notesSlide303.xml" ContentType="application/vnd.openxmlformats-officedocument.presentationml.notesSlide+xml"/>
  <Override PartName="/ppt/notesSlides/notesSlide304.xml" ContentType="application/vnd.openxmlformats-officedocument.presentationml.notesSlide+xml"/>
  <Override PartName="/ppt/notesSlides/notesSlide305.xml" ContentType="application/vnd.openxmlformats-officedocument.presentationml.notesSlide+xml"/>
  <Override PartName="/ppt/notesSlides/notesSlide306.xml" ContentType="application/vnd.openxmlformats-officedocument.presentationml.notesSlide+xml"/>
  <Override PartName="/ppt/notesSlides/notesSlide307.xml" ContentType="application/vnd.openxmlformats-officedocument.presentationml.notesSlide+xml"/>
  <Override PartName="/ppt/notesSlides/notesSlide308.xml" ContentType="application/vnd.openxmlformats-officedocument.presentationml.notesSlide+xml"/>
  <Override PartName="/ppt/notesSlides/notesSlide309.xml" ContentType="application/vnd.openxmlformats-officedocument.presentationml.notesSlide+xml"/>
  <Override PartName="/ppt/notesSlides/notesSlide310.xml" ContentType="application/vnd.openxmlformats-officedocument.presentationml.notesSlide+xml"/>
  <Override PartName="/ppt/notesSlides/notesSlide311.xml" ContentType="application/vnd.openxmlformats-officedocument.presentationml.notesSlide+xml"/>
  <Override PartName="/ppt/notesSlides/notesSlide312.xml" ContentType="application/vnd.openxmlformats-officedocument.presentationml.notesSlide+xml"/>
  <Override PartName="/ppt/notesSlides/notesSlide313.xml" ContentType="application/vnd.openxmlformats-officedocument.presentationml.notesSlide+xml"/>
  <Override PartName="/ppt/notesSlides/notesSlide314.xml" ContentType="application/vnd.openxmlformats-officedocument.presentationml.notesSlide+xml"/>
  <Override PartName="/ppt/notesSlides/notesSlide315.xml" ContentType="application/vnd.openxmlformats-officedocument.presentationml.notesSlide+xml"/>
  <Override PartName="/ppt/notesSlides/notesSlide316.xml" ContentType="application/vnd.openxmlformats-officedocument.presentationml.notesSlide+xml"/>
  <Override PartName="/ppt/notesSlides/notesSlide317.xml" ContentType="application/vnd.openxmlformats-officedocument.presentationml.notesSlide+xml"/>
  <Override PartName="/ppt/notesSlides/notesSlide318.xml" ContentType="application/vnd.openxmlformats-officedocument.presentationml.notesSlide+xml"/>
  <Override PartName="/ppt/notesSlides/notesSlide319.xml" ContentType="application/vnd.openxmlformats-officedocument.presentationml.notesSlide+xml"/>
  <Override PartName="/ppt/notesSlides/notesSlide320.xml" ContentType="application/vnd.openxmlformats-officedocument.presentationml.notesSlide+xml"/>
  <Override PartName="/ppt/notesSlides/notesSlide321.xml" ContentType="application/vnd.openxmlformats-officedocument.presentationml.notesSlide+xml"/>
  <Override PartName="/ppt/notesSlides/notesSlide322.xml" ContentType="application/vnd.openxmlformats-officedocument.presentationml.notesSlide+xml"/>
  <Override PartName="/ppt/notesSlides/notesSlide323.xml" ContentType="application/vnd.openxmlformats-officedocument.presentationml.notesSlide+xml"/>
  <Override PartName="/ppt/notesSlides/notesSlide324.xml" ContentType="application/vnd.openxmlformats-officedocument.presentationml.notesSlide+xml"/>
  <Override PartName="/ppt/notesSlides/notesSlide325.xml" ContentType="application/vnd.openxmlformats-officedocument.presentationml.notesSlide+xml"/>
  <Override PartName="/ppt/notesSlides/notesSlide326.xml" ContentType="application/vnd.openxmlformats-officedocument.presentationml.notesSlide+xml"/>
  <Override PartName="/ppt/notesSlides/notesSlide327.xml" ContentType="application/vnd.openxmlformats-officedocument.presentationml.notesSlide+xml"/>
  <Override PartName="/ppt/notesSlides/notesSlide328.xml" ContentType="application/vnd.openxmlformats-officedocument.presentationml.notesSlide+xml"/>
  <Override PartName="/ppt/notesSlides/notesSlide329.xml" ContentType="application/vnd.openxmlformats-officedocument.presentationml.notesSlide+xml"/>
  <Override PartName="/ppt/notesSlides/notesSlide330.xml" ContentType="application/vnd.openxmlformats-officedocument.presentationml.notesSlide+xml"/>
  <Override PartName="/ppt/notesSlides/notesSlide331.xml" ContentType="application/vnd.openxmlformats-officedocument.presentationml.notesSlide+xml"/>
  <Override PartName="/ppt/notesSlides/notesSlide332.xml" ContentType="application/vnd.openxmlformats-officedocument.presentationml.notesSlide+xml"/>
  <Override PartName="/ppt/notesSlides/notesSlide333.xml" ContentType="application/vnd.openxmlformats-officedocument.presentationml.notesSlide+xml"/>
  <Override PartName="/ppt/notesSlides/notesSlide334.xml" ContentType="application/vnd.openxmlformats-officedocument.presentationml.notesSlide+xml"/>
  <Override PartName="/ppt/notesSlides/notesSlide335.xml" ContentType="application/vnd.openxmlformats-officedocument.presentationml.notesSlide+xml"/>
  <Override PartName="/ppt/notesSlides/notesSlide336.xml" ContentType="application/vnd.openxmlformats-officedocument.presentationml.notesSlide+xml"/>
  <Override PartName="/ppt/notesSlides/notesSlide337.xml" ContentType="application/vnd.openxmlformats-officedocument.presentationml.notesSlide+xml"/>
  <Override PartName="/ppt/notesSlides/notesSlide338.xml" ContentType="application/vnd.openxmlformats-officedocument.presentationml.notesSlide+xml"/>
  <Override PartName="/ppt/notesSlides/notesSlide339.xml" ContentType="application/vnd.openxmlformats-officedocument.presentationml.notesSlide+xml"/>
  <Override PartName="/ppt/notesSlides/notesSlide340.xml" ContentType="application/vnd.openxmlformats-officedocument.presentationml.notesSlide+xml"/>
  <Override PartName="/ppt/notesSlides/notesSlide341.xml" ContentType="application/vnd.openxmlformats-officedocument.presentationml.notesSlide+xml"/>
  <Override PartName="/ppt/notesSlides/notesSlide342.xml" ContentType="application/vnd.openxmlformats-officedocument.presentationml.notesSlide+xml"/>
  <Override PartName="/ppt/notesSlides/notesSlide343.xml" ContentType="application/vnd.openxmlformats-officedocument.presentationml.notesSlide+xml"/>
  <Override PartName="/ppt/notesSlides/notesSlide344.xml" ContentType="application/vnd.openxmlformats-officedocument.presentationml.notesSlide+xml"/>
  <Override PartName="/ppt/notesSlides/notesSlide345.xml" ContentType="application/vnd.openxmlformats-officedocument.presentationml.notesSlide+xml"/>
  <Override PartName="/ppt/notesSlides/notesSlide346.xml" ContentType="application/vnd.openxmlformats-officedocument.presentationml.notesSlide+xml"/>
  <Override PartName="/ppt/notesSlides/notesSlide347.xml" ContentType="application/vnd.openxmlformats-officedocument.presentationml.notesSlide+xml"/>
  <Override PartName="/ppt/notesSlides/notesSlide348.xml" ContentType="application/vnd.openxmlformats-officedocument.presentationml.notesSlide+xml"/>
  <Override PartName="/ppt/notesSlides/notesSlide349.xml" ContentType="application/vnd.openxmlformats-officedocument.presentationml.notesSlide+xml"/>
  <Override PartName="/ppt/notesSlides/notesSlide350.xml" ContentType="application/vnd.openxmlformats-officedocument.presentationml.notesSlide+xml"/>
  <Override PartName="/ppt/notesSlides/notesSlide351.xml" ContentType="application/vnd.openxmlformats-officedocument.presentationml.notesSlide+xml"/>
  <Override PartName="/ppt/notesSlides/notesSlide352.xml" ContentType="application/vnd.openxmlformats-officedocument.presentationml.notesSlide+xml"/>
  <Override PartName="/ppt/notesSlides/notesSlide353.xml" ContentType="application/vnd.openxmlformats-officedocument.presentationml.notesSlide+xml"/>
  <Override PartName="/ppt/notesSlides/notesSlide354.xml" ContentType="application/vnd.openxmlformats-officedocument.presentationml.notesSlide+xml"/>
  <Override PartName="/ppt/notesSlides/notesSlide355.xml" ContentType="application/vnd.openxmlformats-officedocument.presentationml.notesSlide+xml"/>
  <Override PartName="/ppt/notesSlides/notesSlide356.xml" ContentType="application/vnd.openxmlformats-officedocument.presentationml.notesSlide+xml"/>
  <Override PartName="/ppt/notesSlides/notesSlide357.xml" ContentType="application/vnd.openxmlformats-officedocument.presentationml.notesSlide+xml"/>
  <Override PartName="/ppt/notesSlides/notesSlide358.xml" ContentType="application/vnd.openxmlformats-officedocument.presentationml.notesSlide+xml"/>
  <Override PartName="/ppt/notesSlides/notesSlide359.xml" ContentType="application/vnd.openxmlformats-officedocument.presentationml.notesSlide+xml"/>
  <Override PartName="/ppt/notesSlides/notesSlide360.xml" ContentType="application/vnd.openxmlformats-officedocument.presentationml.notesSlide+xml"/>
  <Override PartName="/ppt/notesSlides/notesSlide361.xml" ContentType="application/vnd.openxmlformats-officedocument.presentationml.notesSlide+xml"/>
  <Override PartName="/ppt/notesSlides/notesSlide362.xml" ContentType="application/vnd.openxmlformats-officedocument.presentationml.notesSlide+xml"/>
  <Override PartName="/ppt/notesSlides/notesSlide363.xml" ContentType="application/vnd.openxmlformats-officedocument.presentationml.notesSlide+xml"/>
  <Override PartName="/ppt/notesSlides/notesSlide364.xml" ContentType="application/vnd.openxmlformats-officedocument.presentationml.notesSlide+xml"/>
  <Override PartName="/ppt/notesSlides/notesSlide365.xml" ContentType="application/vnd.openxmlformats-officedocument.presentationml.notesSlide+xml"/>
  <Override PartName="/ppt/notesSlides/notesSlide366.xml" ContentType="application/vnd.openxmlformats-officedocument.presentationml.notesSlide+xml"/>
  <Override PartName="/ppt/notesSlides/notesSlide367.xml" ContentType="application/vnd.openxmlformats-officedocument.presentationml.notesSlide+xml"/>
  <Override PartName="/ppt/notesSlides/notesSlide368.xml" ContentType="application/vnd.openxmlformats-officedocument.presentationml.notesSlide+xml"/>
  <Override PartName="/ppt/notesSlides/notesSlide369.xml" ContentType="application/vnd.openxmlformats-officedocument.presentationml.notesSlide+xml"/>
  <Override PartName="/ppt/notesSlides/notesSlide370.xml" ContentType="application/vnd.openxmlformats-officedocument.presentationml.notesSlide+xml"/>
  <Override PartName="/ppt/notesSlides/notesSlide371.xml" ContentType="application/vnd.openxmlformats-officedocument.presentationml.notesSlide+xml"/>
  <Override PartName="/ppt/notesSlides/notesSlide372.xml" ContentType="application/vnd.openxmlformats-officedocument.presentationml.notesSlide+xml"/>
  <Override PartName="/ppt/notesSlides/notesSlide373.xml" ContentType="application/vnd.openxmlformats-officedocument.presentationml.notesSlide+xml"/>
  <Override PartName="/ppt/notesSlides/notesSlide374.xml" ContentType="application/vnd.openxmlformats-officedocument.presentationml.notesSlide+xml"/>
  <Override PartName="/ppt/notesSlides/notesSlide375.xml" ContentType="application/vnd.openxmlformats-officedocument.presentationml.notesSlide+xml"/>
  <Override PartName="/ppt/notesSlides/notesSlide376.xml" ContentType="application/vnd.openxmlformats-officedocument.presentationml.notesSlide+xml"/>
  <Override PartName="/ppt/notesSlides/notesSlide377.xml" ContentType="application/vnd.openxmlformats-officedocument.presentationml.notesSlide+xml"/>
  <Override PartName="/ppt/notesSlides/notesSlide378.xml" ContentType="application/vnd.openxmlformats-officedocument.presentationml.notesSlide+xml"/>
  <Override PartName="/ppt/notesSlides/notesSlide379.xml" ContentType="application/vnd.openxmlformats-officedocument.presentationml.notesSlide+xml"/>
  <Override PartName="/ppt/notesSlides/notesSlide380.xml" ContentType="application/vnd.openxmlformats-officedocument.presentationml.notesSlide+xml"/>
  <Override PartName="/ppt/notesSlides/notesSlide381.xml" ContentType="application/vnd.openxmlformats-officedocument.presentationml.notesSlide+xml"/>
  <Override PartName="/ppt/notesSlides/notesSlide382.xml" ContentType="application/vnd.openxmlformats-officedocument.presentationml.notesSlide+xml"/>
  <Override PartName="/ppt/notesSlides/notesSlide383.xml" ContentType="application/vnd.openxmlformats-officedocument.presentationml.notesSlide+xml"/>
  <Override PartName="/ppt/notesSlides/notesSlide384.xml" ContentType="application/vnd.openxmlformats-officedocument.presentationml.notesSlide+xml"/>
  <Override PartName="/ppt/notesSlides/notesSlide385.xml" ContentType="application/vnd.openxmlformats-officedocument.presentationml.notesSlide+xml"/>
  <Override PartName="/ppt/notesSlides/notesSlide386.xml" ContentType="application/vnd.openxmlformats-officedocument.presentationml.notesSlide+xml"/>
  <Override PartName="/ppt/notesSlides/notesSlide387.xml" ContentType="application/vnd.openxmlformats-officedocument.presentationml.notesSlide+xml"/>
  <Override PartName="/ppt/notesSlides/notesSlide388.xml" ContentType="application/vnd.openxmlformats-officedocument.presentationml.notesSlide+xml"/>
  <Override PartName="/ppt/notesSlides/notesSlide389.xml" ContentType="application/vnd.openxmlformats-officedocument.presentationml.notesSlide+xml"/>
  <Override PartName="/ppt/notesSlides/notesSlide390.xml" ContentType="application/vnd.openxmlformats-officedocument.presentationml.notesSlide+xml"/>
  <Override PartName="/ppt/notesSlides/notesSlide391.xml" ContentType="application/vnd.openxmlformats-officedocument.presentationml.notesSlide+xml"/>
  <Override PartName="/ppt/notesSlides/notesSlide392.xml" ContentType="application/vnd.openxmlformats-officedocument.presentationml.notesSlide+xml"/>
  <Override PartName="/ppt/notesSlides/notesSlide393.xml" ContentType="application/vnd.openxmlformats-officedocument.presentationml.notesSlide+xml"/>
  <Override PartName="/ppt/notesSlides/notesSlide394.xml" ContentType="application/vnd.openxmlformats-officedocument.presentationml.notesSlide+xml"/>
  <Override PartName="/ppt/notesSlides/notesSlide395.xml" ContentType="application/vnd.openxmlformats-officedocument.presentationml.notesSlide+xml"/>
  <Override PartName="/ppt/notesSlides/notesSlide396.xml" ContentType="application/vnd.openxmlformats-officedocument.presentationml.notesSlide+xml"/>
  <Override PartName="/ppt/notesSlides/notesSlide397.xml" ContentType="application/vnd.openxmlformats-officedocument.presentationml.notesSlide+xml"/>
  <Override PartName="/ppt/notesSlides/notesSlide398.xml" ContentType="application/vnd.openxmlformats-officedocument.presentationml.notesSlide+xml"/>
  <Override PartName="/ppt/notesSlides/notesSlide399.xml" ContentType="application/vnd.openxmlformats-officedocument.presentationml.notesSlide+xml"/>
  <Override PartName="/ppt/notesSlides/notesSlide400.xml" ContentType="application/vnd.openxmlformats-officedocument.presentationml.notesSlide+xml"/>
  <Override PartName="/ppt/notesSlides/notesSlide401.xml" ContentType="application/vnd.openxmlformats-officedocument.presentationml.notesSlide+xml"/>
  <Override PartName="/ppt/notesSlides/notesSlide402.xml" ContentType="application/vnd.openxmlformats-officedocument.presentationml.notesSlide+xml"/>
  <Override PartName="/ppt/notesSlides/notesSlide403.xml" ContentType="application/vnd.openxmlformats-officedocument.presentationml.notesSlide+xml"/>
  <Override PartName="/ppt/notesSlides/notesSlide404.xml" ContentType="application/vnd.openxmlformats-officedocument.presentationml.notesSlide+xml"/>
  <Override PartName="/ppt/notesSlides/notesSlide405.xml" ContentType="application/vnd.openxmlformats-officedocument.presentationml.notesSlide+xml"/>
  <Override PartName="/ppt/notesSlides/notesSlide406.xml" ContentType="application/vnd.openxmlformats-officedocument.presentationml.notesSlide+xml"/>
  <Override PartName="/ppt/notesSlides/notesSlide407.xml" ContentType="application/vnd.openxmlformats-officedocument.presentationml.notesSlide+xml"/>
  <Override PartName="/ppt/notesSlides/notesSlide408.xml" ContentType="application/vnd.openxmlformats-officedocument.presentationml.notesSlide+xml"/>
  <Override PartName="/ppt/notesSlides/notesSlide409.xml" ContentType="application/vnd.openxmlformats-officedocument.presentationml.notesSlide+xml"/>
  <Override PartName="/ppt/notesSlides/notesSlide410.xml" ContentType="application/vnd.openxmlformats-officedocument.presentationml.notesSlide+xml"/>
  <Override PartName="/ppt/notesSlides/notesSlide411.xml" ContentType="application/vnd.openxmlformats-officedocument.presentationml.notesSlide+xml"/>
  <Override PartName="/ppt/notesSlides/notesSlide412.xml" ContentType="application/vnd.openxmlformats-officedocument.presentationml.notesSlide+xml"/>
  <Override PartName="/ppt/notesSlides/notesSlide413.xml" ContentType="application/vnd.openxmlformats-officedocument.presentationml.notesSlide+xml"/>
  <Override PartName="/ppt/notesSlides/notesSlide414.xml" ContentType="application/vnd.openxmlformats-officedocument.presentationml.notesSlide+xml"/>
  <Override PartName="/ppt/notesSlides/notesSlide415.xml" ContentType="application/vnd.openxmlformats-officedocument.presentationml.notesSlide+xml"/>
  <Override PartName="/ppt/notesSlides/notesSlide416.xml" ContentType="application/vnd.openxmlformats-officedocument.presentationml.notesSlide+xml"/>
  <Override PartName="/ppt/notesSlides/notesSlide417.xml" ContentType="application/vnd.openxmlformats-officedocument.presentationml.notesSlide+xml"/>
  <Override PartName="/ppt/notesSlides/notesSlide418.xml" ContentType="application/vnd.openxmlformats-officedocument.presentationml.notesSlide+xml"/>
  <Override PartName="/ppt/notesSlides/notesSlide419.xml" ContentType="application/vnd.openxmlformats-officedocument.presentationml.notesSlide+xml"/>
  <Override PartName="/ppt/notesSlides/notesSlide420.xml" ContentType="application/vnd.openxmlformats-officedocument.presentationml.notesSlide+xml"/>
  <Override PartName="/ppt/notesSlides/notesSlide421.xml" ContentType="application/vnd.openxmlformats-officedocument.presentationml.notesSlide+xml"/>
  <Override PartName="/ppt/notesSlides/notesSlide422.xml" ContentType="application/vnd.openxmlformats-officedocument.presentationml.notesSlide+xml"/>
  <Override PartName="/ppt/notesSlides/notesSlide423.xml" ContentType="application/vnd.openxmlformats-officedocument.presentationml.notesSlide+xml"/>
  <Override PartName="/ppt/notesSlides/notesSlide424.xml" ContentType="application/vnd.openxmlformats-officedocument.presentationml.notesSlide+xml"/>
  <Override PartName="/ppt/notesSlides/notesSlide425.xml" ContentType="application/vnd.openxmlformats-officedocument.presentationml.notesSlide+xml"/>
  <Override PartName="/ppt/notesSlides/notesSlide426.xml" ContentType="application/vnd.openxmlformats-officedocument.presentationml.notesSlide+xml"/>
  <Override PartName="/ppt/notesSlides/notesSlide427.xml" ContentType="application/vnd.openxmlformats-officedocument.presentationml.notesSlide+xml"/>
  <Override PartName="/ppt/notesSlides/notesSlide428.xml" ContentType="application/vnd.openxmlformats-officedocument.presentationml.notesSlide+xml"/>
  <Override PartName="/ppt/notesSlides/notesSlide429.xml" ContentType="application/vnd.openxmlformats-officedocument.presentationml.notesSlide+xml"/>
  <Override PartName="/ppt/notesSlides/notesSlide430.xml" ContentType="application/vnd.openxmlformats-officedocument.presentationml.notesSlide+xml"/>
  <Override PartName="/ppt/notesSlides/notesSlide431.xml" ContentType="application/vnd.openxmlformats-officedocument.presentationml.notesSlide+xml"/>
  <Override PartName="/ppt/notesSlides/notesSlide432.xml" ContentType="application/vnd.openxmlformats-officedocument.presentationml.notesSlide+xml"/>
  <Override PartName="/ppt/notesSlides/notesSlide433.xml" ContentType="application/vnd.openxmlformats-officedocument.presentationml.notesSlide+xml"/>
  <Override PartName="/ppt/notesSlides/notesSlide434.xml" ContentType="application/vnd.openxmlformats-officedocument.presentationml.notesSlide+xml"/>
  <Override PartName="/ppt/notesSlides/notesSlide435.xml" ContentType="application/vnd.openxmlformats-officedocument.presentationml.notesSlide+xml"/>
  <Override PartName="/ppt/notesSlides/notesSlide4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  <p:sldId id="519" r:id="rId265"/>
    <p:sldId id="520" r:id="rId266"/>
    <p:sldId id="521" r:id="rId267"/>
    <p:sldId id="522" r:id="rId268"/>
    <p:sldId id="523" r:id="rId269"/>
    <p:sldId id="524" r:id="rId270"/>
    <p:sldId id="525" r:id="rId271"/>
    <p:sldId id="526" r:id="rId272"/>
    <p:sldId id="527" r:id="rId273"/>
    <p:sldId id="528" r:id="rId274"/>
    <p:sldId id="529" r:id="rId275"/>
    <p:sldId id="530" r:id="rId276"/>
    <p:sldId id="531" r:id="rId277"/>
    <p:sldId id="532" r:id="rId278"/>
    <p:sldId id="533" r:id="rId279"/>
    <p:sldId id="534" r:id="rId280"/>
    <p:sldId id="535" r:id="rId281"/>
    <p:sldId id="536" r:id="rId282"/>
    <p:sldId id="537" r:id="rId283"/>
    <p:sldId id="538" r:id="rId284"/>
    <p:sldId id="539" r:id="rId285"/>
    <p:sldId id="540" r:id="rId286"/>
    <p:sldId id="541" r:id="rId287"/>
    <p:sldId id="542" r:id="rId288"/>
    <p:sldId id="543" r:id="rId289"/>
    <p:sldId id="544" r:id="rId290"/>
    <p:sldId id="545" r:id="rId291"/>
    <p:sldId id="546" r:id="rId292"/>
    <p:sldId id="547" r:id="rId293"/>
    <p:sldId id="548" r:id="rId294"/>
    <p:sldId id="549" r:id="rId295"/>
    <p:sldId id="550" r:id="rId296"/>
    <p:sldId id="551" r:id="rId297"/>
    <p:sldId id="552" r:id="rId298"/>
    <p:sldId id="553" r:id="rId299"/>
    <p:sldId id="554" r:id="rId300"/>
    <p:sldId id="555" r:id="rId301"/>
    <p:sldId id="556" r:id="rId302"/>
    <p:sldId id="557" r:id="rId303"/>
    <p:sldId id="558" r:id="rId304"/>
    <p:sldId id="559" r:id="rId305"/>
    <p:sldId id="560" r:id="rId306"/>
    <p:sldId id="561" r:id="rId307"/>
    <p:sldId id="562" r:id="rId308"/>
    <p:sldId id="563" r:id="rId309"/>
    <p:sldId id="564" r:id="rId310"/>
    <p:sldId id="565" r:id="rId311"/>
    <p:sldId id="566" r:id="rId312"/>
    <p:sldId id="567" r:id="rId313"/>
    <p:sldId id="568" r:id="rId314"/>
    <p:sldId id="569" r:id="rId315"/>
    <p:sldId id="570" r:id="rId316"/>
    <p:sldId id="571" r:id="rId317"/>
    <p:sldId id="572" r:id="rId318"/>
    <p:sldId id="573" r:id="rId319"/>
    <p:sldId id="574" r:id="rId320"/>
    <p:sldId id="575" r:id="rId321"/>
    <p:sldId id="576" r:id="rId322"/>
    <p:sldId id="577" r:id="rId323"/>
    <p:sldId id="578" r:id="rId324"/>
    <p:sldId id="579" r:id="rId325"/>
    <p:sldId id="580" r:id="rId326"/>
    <p:sldId id="581" r:id="rId327"/>
    <p:sldId id="582" r:id="rId328"/>
    <p:sldId id="583" r:id="rId329"/>
    <p:sldId id="584" r:id="rId330"/>
    <p:sldId id="585" r:id="rId331"/>
    <p:sldId id="586" r:id="rId332"/>
    <p:sldId id="587" r:id="rId333"/>
    <p:sldId id="588" r:id="rId334"/>
    <p:sldId id="589" r:id="rId335"/>
    <p:sldId id="590" r:id="rId336"/>
    <p:sldId id="591" r:id="rId337"/>
    <p:sldId id="592" r:id="rId338"/>
    <p:sldId id="593" r:id="rId339"/>
    <p:sldId id="594" r:id="rId340"/>
    <p:sldId id="595" r:id="rId341"/>
    <p:sldId id="596" r:id="rId342"/>
    <p:sldId id="597" r:id="rId343"/>
    <p:sldId id="598" r:id="rId344"/>
    <p:sldId id="599" r:id="rId345"/>
    <p:sldId id="600" r:id="rId346"/>
    <p:sldId id="601" r:id="rId347"/>
    <p:sldId id="602" r:id="rId348"/>
    <p:sldId id="603" r:id="rId349"/>
    <p:sldId id="604" r:id="rId350"/>
    <p:sldId id="605" r:id="rId351"/>
    <p:sldId id="606" r:id="rId352"/>
    <p:sldId id="607" r:id="rId353"/>
    <p:sldId id="608" r:id="rId354"/>
    <p:sldId id="609" r:id="rId355"/>
    <p:sldId id="610" r:id="rId356"/>
    <p:sldId id="611" r:id="rId357"/>
    <p:sldId id="612" r:id="rId358"/>
    <p:sldId id="613" r:id="rId359"/>
    <p:sldId id="614" r:id="rId360"/>
    <p:sldId id="615" r:id="rId361"/>
    <p:sldId id="616" r:id="rId362"/>
    <p:sldId id="617" r:id="rId363"/>
    <p:sldId id="618" r:id="rId364"/>
    <p:sldId id="619" r:id="rId365"/>
    <p:sldId id="620" r:id="rId366"/>
    <p:sldId id="621" r:id="rId367"/>
    <p:sldId id="622" r:id="rId368"/>
    <p:sldId id="623" r:id="rId369"/>
    <p:sldId id="624" r:id="rId370"/>
    <p:sldId id="625" r:id="rId371"/>
    <p:sldId id="626" r:id="rId372"/>
    <p:sldId id="627" r:id="rId373"/>
    <p:sldId id="628" r:id="rId374"/>
    <p:sldId id="629" r:id="rId375"/>
    <p:sldId id="630" r:id="rId376"/>
    <p:sldId id="631" r:id="rId377"/>
    <p:sldId id="632" r:id="rId378"/>
    <p:sldId id="633" r:id="rId379"/>
    <p:sldId id="634" r:id="rId380"/>
    <p:sldId id="635" r:id="rId381"/>
    <p:sldId id="636" r:id="rId382"/>
    <p:sldId id="637" r:id="rId383"/>
    <p:sldId id="638" r:id="rId384"/>
    <p:sldId id="639" r:id="rId385"/>
    <p:sldId id="640" r:id="rId386"/>
    <p:sldId id="641" r:id="rId387"/>
    <p:sldId id="642" r:id="rId388"/>
    <p:sldId id="643" r:id="rId389"/>
    <p:sldId id="644" r:id="rId390"/>
    <p:sldId id="645" r:id="rId391"/>
    <p:sldId id="646" r:id="rId392"/>
    <p:sldId id="647" r:id="rId393"/>
    <p:sldId id="648" r:id="rId394"/>
    <p:sldId id="649" r:id="rId395"/>
    <p:sldId id="650" r:id="rId396"/>
    <p:sldId id="651" r:id="rId397"/>
    <p:sldId id="652" r:id="rId398"/>
    <p:sldId id="653" r:id="rId399"/>
    <p:sldId id="654" r:id="rId400"/>
    <p:sldId id="655" r:id="rId401"/>
    <p:sldId id="656" r:id="rId402"/>
    <p:sldId id="657" r:id="rId403"/>
    <p:sldId id="658" r:id="rId404"/>
    <p:sldId id="659" r:id="rId405"/>
    <p:sldId id="660" r:id="rId406"/>
    <p:sldId id="661" r:id="rId407"/>
    <p:sldId id="662" r:id="rId408"/>
    <p:sldId id="663" r:id="rId409"/>
    <p:sldId id="664" r:id="rId410"/>
    <p:sldId id="665" r:id="rId411"/>
    <p:sldId id="666" r:id="rId412"/>
    <p:sldId id="667" r:id="rId413"/>
    <p:sldId id="668" r:id="rId414"/>
    <p:sldId id="669" r:id="rId415"/>
    <p:sldId id="670" r:id="rId416"/>
    <p:sldId id="671" r:id="rId417"/>
    <p:sldId id="672" r:id="rId418"/>
    <p:sldId id="673" r:id="rId419"/>
    <p:sldId id="674" r:id="rId420"/>
    <p:sldId id="675" r:id="rId421"/>
    <p:sldId id="676" r:id="rId422"/>
    <p:sldId id="677" r:id="rId423"/>
    <p:sldId id="678" r:id="rId424"/>
    <p:sldId id="679" r:id="rId425"/>
    <p:sldId id="680" r:id="rId426"/>
    <p:sldId id="681" r:id="rId427"/>
    <p:sldId id="682" r:id="rId428"/>
    <p:sldId id="683" r:id="rId429"/>
    <p:sldId id="684" r:id="rId430"/>
    <p:sldId id="685" r:id="rId431"/>
    <p:sldId id="686" r:id="rId432"/>
    <p:sldId id="687" r:id="rId433"/>
    <p:sldId id="688" r:id="rId434"/>
    <p:sldId id="689" r:id="rId435"/>
    <p:sldId id="690" r:id="rId436"/>
    <p:sldId id="691" r:id="rId43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slide" Target="slides/slide211.xml"/><Relationship Id="rId213" Type="http://schemas.openxmlformats.org/officeDocument/2006/relationships/slide" Target="slides/slide212.xml"/><Relationship Id="rId214" Type="http://schemas.openxmlformats.org/officeDocument/2006/relationships/slide" Target="slides/slide213.xml"/><Relationship Id="rId215" Type="http://schemas.openxmlformats.org/officeDocument/2006/relationships/slide" Target="slides/slide214.xml"/><Relationship Id="rId216" Type="http://schemas.openxmlformats.org/officeDocument/2006/relationships/slide" Target="slides/slide215.xml"/><Relationship Id="rId217" Type="http://schemas.openxmlformats.org/officeDocument/2006/relationships/slide" Target="slides/slide216.xml"/><Relationship Id="rId218" Type="http://schemas.openxmlformats.org/officeDocument/2006/relationships/slide" Target="slides/slide217.xml"/><Relationship Id="rId219" Type="http://schemas.openxmlformats.org/officeDocument/2006/relationships/slide" Target="slides/slide218.xml"/><Relationship Id="rId220" Type="http://schemas.openxmlformats.org/officeDocument/2006/relationships/slide" Target="slides/slide219.xml"/><Relationship Id="rId221" Type="http://schemas.openxmlformats.org/officeDocument/2006/relationships/slide" Target="slides/slide220.xml"/><Relationship Id="rId222" Type="http://schemas.openxmlformats.org/officeDocument/2006/relationships/slide" Target="slides/slide221.xml"/><Relationship Id="rId223" Type="http://schemas.openxmlformats.org/officeDocument/2006/relationships/slide" Target="slides/slide222.xml"/><Relationship Id="rId224" Type="http://schemas.openxmlformats.org/officeDocument/2006/relationships/slide" Target="slides/slide223.xml"/><Relationship Id="rId225" Type="http://schemas.openxmlformats.org/officeDocument/2006/relationships/slide" Target="slides/slide224.xml"/><Relationship Id="rId226" Type="http://schemas.openxmlformats.org/officeDocument/2006/relationships/slide" Target="slides/slide225.xml"/><Relationship Id="rId227" Type="http://schemas.openxmlformats.org/officeDocument/2006/relationships/slide" Target="slides/slide226.xml"/><Relationship Id="rId228" Type="http://schemas.openxmlformats.org/officeDocument/2006/relationships/slide" Target="slides/slide227.xml"/><Relationship Id="rId229" Type="http://schemas.openxmlformats.org/officeDocument/2006/relationships/slide" Target="slides/slide228.xml"/><Relationship Id="rId230" Type="http://schemas.openxmlformats.org/officeDocument/2006/relationships/slide" Target="slides/slide229.xml"/><Relationship Id="rId231" Type="http://schemas.openxmlformats.org/officeDocument/2006/relationships/slide" Target="slides/slide230.xml"/><Relationship Id="rId232" Type="http://schemas.openxmlformats.org/officeDocument/2006/relationships/slide" Target="slides/slide231.xml"/><Relationship Id="rId233" Type="http://schemas.openxmlformats.org/officeDocument/2006/relationships/slide" Target="slides/slide232.xml"/><Relationship Id="rId234" Type="http://schemas.openxmlformats.org/officeDocument/2006/relationships/slide" Target="slides/slide233.xml"/><Relationship Id="rId235" Type="http://schemas.openxmlformats.org/officeDocument/2006/relationships/slide" Target="slides/slide234.xml"/><Relationship Id="rId236" Type="http://schemas.openxmlformats.org/officeDocument/2006/relationships/slide" Target="slides/slide235.xml"/><Relationship Id="rId237" Type="http://schemas.openxmlformats.org/officeDocument/2006/relationships/slide" Target="slides/slide236.xml"/><Relationship Id="rId238" Type="http://schemas.openxmlformats.org/officeDocument/2006/relationships/slide" Target="slides/slide237.xml"/><Relationship Id="rId239" Type="http://schemas.openxmlformats.org/officeDocument/2006/relationships/slide" Target="slides/slide238.xml"/><Relationship Id="rId240" Type="http://schemas.openxmlformats.org/officeDocument/2006/relationships/slide" Target="slides/slide239.xml"/><Relationship Id="rId241" Type="http://schemas.openxmlformats.org/officeDocument/2006/relationships/slide" Target="slides/slide240.xml"/><Relationship Id="rId242" Type="http://schemas.openxmlformats.org/officeDocument/2006/relationships/slide" Target="slides/slide241.xml"/><Relationship Id="rId243" Type="http://schemas.openxmlformats.org/officeDocument/2006/relationships/slide" Target="slides/slide242.xml"/><Relationship Id="rId244" Type="http://schemas.openxmlformats.org/officeDocument/2006/relationships/slide" Target="slides/slide243.xml"/><Relationship Id="rId245" Type="http://schemas.openxmlformats.org/officeDocument/2006/relationships/slide" Target="slides/slide244.xml"/><Relationship Id="rId246" Type="http://schemas.openxmlformats.org/officeDocument/2006/relationships/slide" Target="slides/slide245.xml"/><Relationship Id="rId247" Type="http://schemas.openxmlformats.org/officeDocument/2006/relationships/slide" Target="slides/slide246.xml"/><Relationship Id="rId248" Type="http://schemas.openxmlformats.org/officeDocument/2006/relationships/slide" Target="slides/slide247.xml"/><Relationship Id="rId249" Type="http://schemas.openxmlformats.org/officeDocument/2006/relationships/slide" Target="slides/slide248.xml"/><Relationship Id="rId250" Type="http://schemas.openxmlformats.org/officeDocument/2006/relationships/slide" Target="slides/slide249.xml"/><Relationship Id="rId251" Type="http://schemas.openxmlformats.org/officeDocument/2006/relationships/slide" Target="slides/slide250.xml"/><Relationship Id="rId252" Type="http://schemas.openxmlformats.org/officeDocument/2006/relationships/slide" Target="slides/slide251.xml"/><Relationship Id="rId253" Type="http://schemas.openxmlformats.org/officeDocument/2006/relationships/slide" Target="slides/slide252.xml"/><Relationship Id="rId254" Type="http://schemas.openxmlformats.org/officeDocument/2006/relationships/slide" Target="slides/slide253.xml"/><Relationship Id="rId255" Type="http://schemas.openxmlformats.org/officeDocument/2006/relationships/slide" Target="slides/slide254.xml"/><Relationship Id="rId256" Type="http://schemas.openxmlformats.org/officeDocument/2006/relationships/slide" Target="slides/slide255.xml"/><Relationship Id="rId257" Type="http://schemas.openxmlformats.org/officeDocument/2006/relationships/slide" Target="slides/slide256.xml"/><Relationship Id="rId258" Type="http://schemas.openxmlformats.org/officeDocument/2006/relationships/slide" Target="slides/slide257.xml"/><Relationship Id="rId259" Type="http://schemas.openxmlformats.org/officeDocument/2006/relationships/slide" Target="slides/slide258.xml"/><Relationship Id="rId260" Type="http://schemas.openxmlformats.org/officeDocument/2006/relationships/slide" Target="slides/slide259.xml"/><Relationship Id="rId261" Type="http://schemas.openxmlformats.org/officeDocument/2006/relationships/slide" Target="slides/slide260.xml"/><Relationship Id="rId262" Type="http://schemas.openxmlformats.org/officeDocument/2006/relationships/slide" Target="slides/slide261.xml"/><Relationship Id="rId263" Type="http://schemas.openxmlformats.org/officeDocument/2006/relationships/slide" Target="slides/slide262.xml"/><Relationship Id="rId264" Type="http://schemas.openxmlformats.org/officeDocument/2006/relationships/slide" Target="slides/slide263.xml"/><Relationship Id="rId265" Type="http://schemas.openxmlformats.org/officeDocument/2006/relationships/slide" Target="slides/slide264.xml"/><Relationship Id="rId266" Type="http://schemas.openxmlformats.org/officeDocument/2006/relationships/slide" Target="slides/slide265.xml"/><Relationship Id="rId267" Type="http://schemas.openxmlformats.org/officeDocument/2006/relationships/slide" Target="slides/slide266.xml"/><Relationship Id="rId268" Type="http://schemas.openxmlformats.org/officeDocument/2006/relationships/slide" Target="slides/slide267.xml"/><Relationship Id="rId269" Type="http://schemas.openxmlformats.org/officeDocument/2006/relationships/slide" Target="slides/slide268.xml"/><Relationship Id="rId270" Type="http://schemas.openxmlformats.org/officeDocument/2006/relationships/slide" Target="slides/slide269.xml"/><Relationship Id="rId271" Type="http://schemas.openxmlformats.org/officeDocument/2006/relationships/slide" Target="slides/slide270.xml"/><Relationship Id="rId272" Type="http://schemas.openxmlformats.org/officeDocument/2006/relationships/slide" Target="slides/slide271.xml"/><Relationship Id="rId273" Type="http://schemas.openxmlformats.org/officeDocument/2006/relationships/slide" Target="slides/slide272.xml"/><Relationship Id="rId274" Type="http://schemas.openxmlformats.org/officeDocument/2006/relationships/slide" Target="slides/slide273.xml"/><Relationship Id="rId275" Type="http://schemas.openxmlformats.org/officeDocument/2006/relationships/slide" Target="slides/slide274.xml"/><Relationship Id="rId276" Type="http://schemas.openxmlformats.org/officeDocument/2006/relationships/slide" Target="slides/slide275.xml"/><Relationship Id="rId277" Type="http://schemas.openxmlformats.org/officeDocument/2006/relationships/slide" Target="slides/slide276.xml"/><Relationship Id="rId278" Type="http://schemas.openxmlformats.org/officeDocument/2006/relationships/slide" Target="slides/slide277.xml"/><Relationship Id="rId279" Type="http://schemas.openxmlformats.org/officeDocument/2006/relationships/slide" Target="slides/slide278.xml"/><Relationship Id="rId280" Type="http://schemas.openxmlformats.org/officeDocument/2006/relationships/slide" Target="slides/slide279.xml"/><Relationship Id="rId281" Type="http://schemas.openxmlformats.org/officeDocument/2006/relationships/slide" Target="slides/slide280.xml"/><Relationship Id="rId282" Type="http://schemas.openxmlformats.org/officeDocument/2006/relationships/slide" Target="slides/slide281.xml"/><Relationship Id="rId283" Type="http://schemas.openxmlformats.org/officeDocument/2006/relationships/slide" Target="slides/slide282.xml"/><Relationship Id="rId284" Type="http://schemas.openxmlformats.org/officeDocument/2006/relationships/slide" Target="slides/slide283.xml"/><Relationship Id="rId285" Type="http://schemas.openxmlformats.org/officeDocument/2006/relationships/slide" Target="slides/slide284.xml"/><Relationship Id="rId286" Type="http://schemas.openxmlformats.org/officeDocument/2006/relationships/slide" Target="slides/slide285.xml"/><Relationship Id="rId287" Type="http://schemas.openxmlformats.org/officeDocument/2006/relationships/slide" Target="slides/slide286.xml"/><Relationship Id="rId288" Type="http://schemas.openxmlformats.org/officeDocument/2006/relationships/slide" Target="slides/slide287.xml"/><Relationship Id="rId289" Type="http://schemas.openxmlformats.org/officeDocument/2006/relationships/slide" Target="slides/slide288.xml"/><Relationship Id="rId290" Type="http://schemas.openxmlformats.org/officeDocument/2006/relationships/slide" Target="slides/slide289.xml"/><Relationship Id="rId291" Type="http://schemas.openxmlformats.org/officeDocument/2006/relationships/slide" Target="slides/slide290.xml"/><Relationship Id="rId292" Type="http://schemas.openxmlformats.org/officeDocument/2006/relationships/slide" Target="slides/slide291.xml"/><Relationship Id="rId293" Type="http://schemas.openxmlformats.org/officeDocument/2006/relationships/slide" Target="slides/slide292.xml"/><Relationship Id="rId294" Type="http://schemas.openxmlformats.org/officeDocument/2006/relationships/slide" Target="slides/slide293.xml"/><Relationship Id="rId295" Type="http://schemas.openxmlformats.org/officeDocument/2006/relationships/slide" Target="slides/slide294.xml"/><Relationship Id="rId296" Type="http://schemas.openxmlformats.org/officeDocument/2006/relationships/slide" Target="slides/slide295.xml"/><Relationship Id="rId297" Type="http://schemas.openxmlformats.org/officeDocument/2006/relationships/slide" Target="slides/slide296.xml"/><Relationship Id="rId298" Type="http://schemas.openxmlformats.org/officeDocument/2006/relationships/slide" Target="slides/slide297.xml"/><Relationship Id="rId299" Type="http://schemas.openxmlformats.org/officeDocument/2006/relationships/slide" Target="slides/slide298.xml"/><Relationship Id="rId300" Type="http://schemas.openxmlformats.org/officeDocument/2006/relationships/slide" Target="slides/slide299.xml"/><Relationship Id="rId301" Type="http://schemas.openxmlformats.org/officeDocument/2006/relationships/slide" Target="slides/slide300.xml"/><Relationship Id="rId302" Type="http://schemas.openxmlformats.org/officeDocument/2006/relationships/slide" Target="slides/slide301.xml"/><Relationship Id="rId303" Type="http://schemas.openxmlformats.org/officeDocument/2006/relationships/slide" Target="slides/slide302.xml"/><Relationship Id="rId304" Type="http://schemas.openxmlformats.org/officeDocument/2006/relationships/slide" Target="slides/slide303.xml"/><Relationship Id="rId305" Type="http://schemas.openxmlformats.org/officeDocument/2006/relationships/slide" Target="slides/slide304.xml"/><Relationship Id="rId306" Type="http://schemas.openxmlformats.org/officeDocument/2006/relationships/slide" Target="slides/slide305.xml"/><Relationship Id="rId307" Type="http://schemas.openxmlformats.org/officeDocument/2006/relationships/slide" Target="slides/slide306.xml"/><Relationship Id="rId308" Type="http://schemas.openxmlformats.org/officeDocument/2006/relationships/slide" Target="slides/slide307.xml"/><Relationship Id="rId309" Type="http://schemas.openxmlformats.org/officeDocument/2006/relationships/slide" Target="slides/slide308.xml"/><Relationship Id="rId310" Type="http://schemas.openxmlformats.org/officeDocument/2006/relationships/slide" Target="slides/slide309.xml"/><Relationship Id="rId311" Type="http://schemas.openxmlformats.org/officeDocument/2006/relationships/slide" Target="slides/slide310.xml"/><Relationship Id="rId312" Type="http://schemas.openxmlformats.org/officeDocument/2006/relationships/slide" Target="slides/slide311.xml"/><Relationship Id="rId313" Type="http://schemas.openxmlformats.org/officeDocument/2006/relationships/slide" Target="slides/slide312.xml"/><Relationship Id="rId314" Type="http://schemas.openxmlformats.org/officeDocument/2006/relationships/slide" Target="slides/slide313.xml"/><Relationship Id="rId315" Type="http://schemas.openxmlformats.org/officeDocument/2006/relationships/slide" Target="slides/slide314.xml"/><Relationship Id="rId316" Type="http://schemas.openxmlformats.org/officeDocument/2006/relationships/slide" Target="slides/slide315.xml"/><Relationship Id="rId317" Type="http://schemas.openxmlformats.org/officeDocument/2006/relationships/slide" Target="slides/slide316.xml"/><Relationship Id="rId318" Type="http://schemas.openxmlformats.org/officeDocument/2006/relationships/slide" Target="slides/slide317.xml"/><Relationship Id="rId319" Type="http://schemas.openxmlformats.org/officeDocument/2006/relationships/slide" Target="slides/slide318.xml"/><Relationship Id="rId320" Type="http://schemas.openxmlformats.org/officeDocument/2006/relationships/slide" Target="slides/slide319.xml"/><Relationship Id="rId321" Type="http://schemas.openxmlformats.org/officeDocument/2006/relationships/slide" Target="slides/slide320.xml"/><Relationship Id="rId322" Type="http://schemas.openxmlformats.org/officeDocument/2006/relationships/slide" Target="slides/slide321.xml"/><Relationship Id="rId323" Type="http://schemas.openxmlformats.org/officeDocument/2006/relationships/slide" Target="slides/slide322.xml"/><Relationship Id="rId324" Type="http://schemas.openxmlformats.org/officeDocument/2006/relationships/slide" Target="slides/slide323.xml"/><Relationship Id="rId325" Type="http://schemas.openxmlformats.org/officeDocument/2006/relationships/slide" Target="slides/slide324.xml"/><Relationship Id="rId326" Type="http://schemas.openxmlformats.org/officeDocument/2006/relationships/slide" Target="slides/slide325.xml"/><Relationship Id="rId327" Type="http://schemas.openxmlformats.org/officeDocument/2006/relationships/slide" Target="slides/slide326.xml"/><Relationship Id="rId328" Type="http://schemas.openxmlformats.org/officeDocument/2006/relationships/slide" Target="slides/slide327.xml"/><Relationship Id="rId329" Type="http://schemas.openxmlformats.org/officeDocument/2006/relationships/slide" Target="slides/slide328.xml"/><Relationship Id="rId330" Type="http://schemas.openxmlformats.org/officeDocument/2006/relationships/slide" Target="slides/slide329.xml"/><Relationship Id="rId331" Type="http://schemas.openxmlformats.org/officeDocument/2006/relationships/slide" Target="slides/slide330.xml"/><Relationship Id="rId332" Type="http://schemas.openxmlformats.org/officeDocument/2006/relationships/slide" Target="slides/slide331.xml"/><Relationship Id="rId333" Type="http://schemas.openxmlformats.org/officeDocument/2006/relationships/slide" Target="slides/slide332.xml"/><Relationship Id="rId334" Type="http://schemas.openxmlformats.org/officeDocument/2006/relationships/slide" Target="slides/slide333.xml"/><Relationship Id="rId335" Type="http://schemas.openxmlformats.org/officeDocument/2006/relationships/slide" Target="slides/slide334.xml"/><Relationship Id="rId336" Type="http://schemas.openxmlformats.org/officeDocument/2006/relationships/slide" Target="slides/slide335.xml"/><Relationship Id="rId337" Type="http://schemas.openxmlformats.org/officeDocument/2006/relationships/slide" Target="slides/slide336.xml"/><Relationship Id="rId338" Type="http://schemas.openxmlformats.org/officeDocument/2006/relationships/slide" Target="slides/slide337.xml"/><Relationship Id="rId339" Type="http://schemas.openxmlformats.org/officeDocument/2006/relationships/slide" Target="slides/slide338.xml"/><Relationship Id="rId340" Type="http://schemas.openxmlformats.org/officeDocument/2006/relationships/slide" Target="slides/slide339.xml"/><Relationship Id="rId341" Type="http://schemas.openxmlformats.org/officeDocument/2006/relationships/slide" Target="slides/slide340.xml"/><Relationship Id="rId342" Type="http://schemas.openxmlformats.org/officeDocument/2006/relationships/slide" Target="slides/slide341.xml"/><Relationship Id="rId343" Type="http://schemas.openxmlformats.org/officeDocument/2006/relationships/slide" Target="slides/slide342.xml"/><Relationship Id="rId344" Type="http://schemas.openxmlformats.org/officeDocument/2006/relationships/slide" Target="slides/slide343.xml"/><Relationship Id="rId345" Type="http://schemas.openxmlformats.org/officeDocument/2006/relationships/slide" Target="slides/slide344.xml"/><Relationship Id="rId346" Type="http://schemas.openxmlformats.org/officeDocument/2006/relationships/slide" Target="slides/slide345.xml"/><Relationship Id="rId347" Type="http://schemas.openxmlformats.org/officeDocument/2006/relationships/slide" Target="slides/slide346.xml"/><Relationship Id="rId348" Type="http://schemas.openxmlformats.org/officeDocument/2006/relationships/slide" Target="slides/slide347.xml"/><Relationship Id="rId349" Type="http://schemas.openxmlformats.org/officeDocument/2006/relationships/slide" Target="slides/slide348.xml"/><Relationship Id="rId350" Type="http://schemas.openxmlformats.org/officeDocument/2006/relationships/slide" Target="slides/slide349.xml"/><Relationship Id="rId351" Type="http://schemas.openxmlformats.org/officeDocument/2006/relationships/slide" Target="slides/slide350.xml"/><Relationship Id="rId352" Type="http://schemas.openxmlformats.org/officeDocument/2006/relationships/slide" Target="slides/slide351.xml"/><Relationship Id="rId353" Type="http://schemas.openxmlformats.org/officeDocument/2006/relationships/slide" Target="slides/slide352.xml"/><Relationship Id="rId354" Type="http://schemas.openxmlformats.org/officeDocument/2006/relationships/slide" Target="slides/slide353.xml"/><Relationship Id="rId355" Type="http://schemas.openxmlformats.org/officeDocument/2006/relationships/slide" Target="slides/slide354.xml"/><Relationship Id="rId356" Type="http://schemas.openxmlformats.org/officeDocument/2006/relationships/slide" Target="slides/slide355.xml"/><Relationship Id="rId357" Type="http://schemas.openxmlformats.org/officeDocument/2006/relationships/slide" Target="slides/slide356.xml"/><Relationship Id="rId358" Type="http://schemas.openxmlformats.org/officeDocument/2006/relationships/slide" Target="slides/slide357.xml"/><Relationship Id="rId359" Type="http://schemas.openxmlformats.org/officeDocument/2006/relationships/slide" Target="slides/slide358.xml"/><Relationship Id="rId360" Type="http://schemas.openxmlformats.org/officeDocument/2006/relationships/slide" Target="slides/slide359.xml"/><Relationship Id="rId361" Type="http://schemas.openxmlformats.org/officeDocument/2006/relationships/slide" Target="slides/slide360.xml"/><Relationship Id="rId362" Type="http://schemas.openxmlformats.org/officeDocument/2006/relationships/slide" Target="slides/slide361.xml"/><Relationship Id="rId363" Type="http://schemas.openxmlformats.org/officeDocument/2006/relationships/slide" Target="slides/slide362.xml"/><Relationship Id="rId364" Type="http://schemas.openxmlformats.org/officeDocument/2006/relationships/slide" Target="slides/slide363.xml"/><Relationship Id="rId365" Type="http://schemas.openxmlformats.org/officeDocument/2006/relationships/slide" Target="slides/slide364.xml"/><Relationship Id="rId366" Type="http://schemas.openxmlformats.org/officeDocument/2006/relationships/slide" Target="slides/slide365.xml"/><Relationship Id="rId367" Type="http://schemas.openxmlformats.org/officeDocument/2006/relationships/slide" Target="slides/slide366.xml"/><Relationship Id="rId368" Type="http://schemas.openxmlformats.org/officeDocument/2006/relationships/slide" Target="slides/slide367.xml"/><Relationship Id="rId369" Type="http://schemas.openxmlformats.org/officeDocument/2006/relationships/slide" Target="slides/slide368.xml"/><Relationship Id="rId370" Type="http://schemas.openxmlformats.org/officeDocument/2006/relationships/slide" Target="slides/slide369.xml"/><Relationship Id="rId371" Type="http://schemas.openxmlformats.org/officeDocument/2006/relationships/slide" Target="slides/slide370.xml"/><Relationship Id="rId372" Type="http://schemas.openxmlformats.org/officeDocument/2006/relationships/slide" Target="slides/slide371.xml"/><Relationship Id="rId373" Type="http://schemas.openxmlformats.org/officeDocument/2006/relationships/slide" Target="slides/slide372.xml"/><Relationship Id="rId374" Type="http://schemas.openxmlformats.org/officeDocument/2006/relationships/slide" Target="slides/slide373.xml"/><Relationship Id="rId375" Type="http://schemas.openxmlformats.org/officeDocument/2006/relationships/slide" Target="slides/slide374.xml"/><Relationship Id="rId376" Type="http://schemas.openxmlformats.org/officeDocument/2006/relationships/slide" Target="slides/slide375.xml"/><Relationship Id="rId377" Type="http://schemas.openxmlformats.org/officeDocument/2006/relationships/slide" Target="slides/slide376.xml"/><Relationship Id="rId378" Type="http://schemas.openxmlformats.org/officeDocument/2006/relationships/slide" Target="slides/slide377.xml"/><Relationship Id="rId379" Type="http://schemas.openxmlformats.org/officeDocument/2006/relationships/slide" Target="slides/slide378.xml"/><Relationship Id="rId380" Type="http://schemas.openxmlformats.org/officeDocument/2006/relationships/slide" Target="slides/slide379.xml"/><Relationship Id="rId381" Type="http://schemas.openxmlformats.org/officeDocument/2006/relationships/slide" Target="slides/slide380.xml"/><Relationship Id="rId382" Type="http://schemas.openxmlformats.org/officeDocument/2006/relationships/slide" Target="slides/slide381.xml"/><Relationship Id="rId383" Type="http://schemas.openxmlformats.org/officeDocument/2006/relationships/slide" Target="slides/slide382.xml"/><Relationship Id="rId384" Type="http://schemas.openxmlformats.org/officeDocument/2006/relationships/slide" Target="slides/slide383.xml"/><Relationship Id="rId385" Type="http://schemas.openxmlformats.org/officeDocument/2006/relationships/slide" Target="slides/slide384.xml"/><Relationship Id="rId386" Type="http://schemas.openxmlformats.org/officeDocument/2006/relationships/slide" Target="slides/slide385.xml"/><Relationship Id="rId387" Type="http://schemas.openxmlformats.org/officeDocument/2006/relationships/slide" Target="slides/slide386.xml"/><Relationship Id="rId388" Type="http://schemas.openxmlformats.org/officeDocument/2006/relationships/slide" Target="slides/slide387.xml"/><Relationship Id="rId389" Type="http://schemas.openxmlformats.org/officeDocument/2006/relationships/slide" Target="slides/slide388.xml"/><Relationship Id="rId390" Type="http://schemas.openxmlformats.org/officeDocument/2006/relationships/slide" Target="slides/slide389.xml"/><Relationship Id="rId391" Type="http://schemas.openxmlformats.org/officeDocument/2006/relationships/slide" Target="slides/slide390.xml"/><Relationship Id="rId392" Type="http://schemas.openxmlformats.org/officeDocument/2006/relationships/slide" Target="slides/slide391.xml"/><Relationship Id="rId393" Type="http://schemas.openxmlformats.org/officeDocument/2006/relationships/slide" Target="slides/slide392.xml"/><Relationship Id="rId394" Type="http://schemas.openxmlformats.org/officeDocument/2006/relationships/slide" Target="slides/slide393.xml"/><Relationship Id="rId395" Type="http://schemas.openxmlformats.org/officeDocument/2006/relationships/slide" Target="slides/slide394.xml"/><Relationship Id="rId396" Type="http://schemas.openxmlformats.org/officeDocument/2006/relationships/slide" Target="slides/slide395.xml"/><Relationship Id="rId397" Type="http://schemas.openxmlformats.org/officeDocument/2006/relationships/slide" Target="slides/slide396.xml"/><Relationship Id="rId398" Type="http://schemas.openxmlformats.org/officeDocument/2006/relationships/slide" Target="slides/slide397.xml"/><Relationship Id="rId399" Type="http://schemas.openxmlformats.org/officeDocument/2006/relationships/slide" Target="slides/slide398.xml"/><Relationship Id="rId400" Type="http://schemas.openxmlformats.org/officeDocument/2006/relationships/slide" Target="slides/slide399.xml"/><Relationship Id="rId401" Type="http://schemas.openxmlformats.org/officeDocument/2006/relationships/slide" Target="slides/slide400.xml"/><Relationship Id="rId402" Type="http://schemas.openxmlformats.org/officeDocument/2006/relationships/slide" Target="slides/slide401.xml"/><Relationship Id="rId403" Type="http://schemas.openxmlformats.org/officeDocument/2006/relationships/slide" Target="slides/slide402.xml"/><Relationship Id="rId404" Type="http://schemas.openxmlformats.org/officeDocument/2006/relationships/slide" Target="slides/slide403.xml"/><Relationship Id="rId405" Type="http://schemas.openxmlformats.org/officeDocument/2006/relationships/slide" Target="slides/slide404.xml"/><Relationship Id="rId406" Type="http://schemas.openxmlformats.org/officeDocument/2006/relationships/slide" Target="slides/slide405.xml"/><Relationship Id="rId407" Type="http://schemas.openxmlformats.org/officeDocument/2006/relationships/slide" Target="slides/slide406.xml"/><Relationship Id="rId408" Type="http://schemas.openxmlformats.org/officeDocument/2006/relationships/slide" Target="slides/slide407.xml"/><Relationship Id="rId409" Type="http://schemas.openxmlformats.org/officeDocument/2006/relationships/slide" Target="slides/slide408.xml"/><Relationship Id="rId410" Type="http://schemas.openxmlformats.org/officeDocument/2006/relationships/slide" Target="slides/slide409.xml"/><Relationship Id="rId411" Type="http://schemas.openxmlformats.org/officeDocument/2006/relationships/slide" Target="slides/slide410.xml"/><Relationship Id="rId412" Type="http://schemas.openxmlformats.org/officeDocument/2006/relationships/slide" Target="slides/slide411.xml"/><Relationship Id="rId413" Type="http://schemas.openxmlformats.org/officeDocument/2006/relationships/slide" Target="slides/slide412.xml"/><Relationship Id="rId414" Type="http://schemas.openxmlformats.org/officeDocument/2006/relationships/slide" Target="slides/slide413.xml"/><Relationship Id="rId415" Type="http://schemas.openxmlformats.org/officeDocument/2006/relationships/slide" Target="slides/slide414.xml"/><Relationship Id="rId416" Type="http://schemas.openxmlformats.org/officeDocument/2006/relationships/slide" Target="slides/slide415.xml"/><Relationship Id="rId417" Type="http://schemas.openxmlformats.org/officeDocument/2006/relationships/slide" Target="slides/slide416.xml"/><Relationship Id="rId418" Type="http://schemas.openxmlformats.org/officeDocument/2006/relationships/slide" Target="slides/slide417.xml"/><Relationship Id="rId419" Type="http://schemas.openxmlformats.org/officeDocument/2006/relationships/slide" Target="slides/slide418.xml"/><Relationship Id="rId420" Type="http://schemas.openxmlformats.org/officeDocument/2006/relationships/slide" Target="slides/slide419.xml"/><Relationship Id="rId421" Type="http://schemas.openxmlformats.org/officeDocument/2006/relationships/slide" Target="slides/slide420.xml"/><Relationship Id="rId422" Type="http://schemas.openxmlformats.org/officeDocument/2006/relationships/slide" Target="slides/slide421.xml"/><Relationship Id="rId423" Type="http://schemas.openxmlformats.org/officeDocument/2006/relationships/slide" Target="slides/slide422.xml"/><Relationship Id="rId424" Type="http://schemas.openxmlformats.org/officeDocument/2006/relationships/slide" Target="slides/slide423.xml"/><Relationship Id="rId425" Type="http://schemas.openxmlformats.org/officeDocument/2006/relationships/slide" Target="slides/slide424.xml"/><Relationship Id="rId426" Type="http://schemas.openxmlformats.org/officeDocument/2006/relationships/slide" Target="slides/slide425.xml"/><Relationship Id="rId427" Type="http://schemas.openxmlformats.org/officeDocument/2006/relationships/slide" Target="slides/slide426.xml"/><Relationship Id="rId428" Type="http://schemas.openxmlformats.org/officeDocument/2006/relationships/slide" Target="slides/slide427.xml"/><Relationship Id="rId429" Type="http://schemas.openxmlformats.org/officeDocument/2006/relationships/slide" Target="slides/slide428.xml"/><Relationship Id="rId430" Type="http://schemas.openxmlformats.org/officeDocument/2006/relationships/slide" Target="slides/slide429.xml"/><Relationship Id="rId431" Type="http://schemas.openxmlformats.org/officeDocument/2006/relationships/slide" Target="slides/slide430.xml"/><Relationship Id="rId432" Type="http://schemas.openxmlformats.org/officeDocument/2006/relationships/slide" Target="slides/slide431.xml"/><Relationship Id="rId433" Type="http://schemas.openxmlformats.org/officeDocument/2006/relationships/slide" Target="slides/slide432.xml"/><Relationship Id="rId434" Type="http://schemas.openxmlformats.org/officeDocument/2006/relationships/slide" Target="slides/slide433.xml"/><Relationship Id="rId435" Type="http://schemas.openxmlformats.org/officeDocument/2006/relationships/slide" Target="slides/slide434.xml"/><Relationship Id="rId436" Type="http://schemas.openxmlformats.org/officeDocument/2006/relationships/slide" Target="slides/slide435.xml"/><Relationship Id="rId437" Type="http://schemas.openxmlformats.org/officeDocument/2006/relationships/slide" Target="slides/slide436.xml"/><Relationship Id="rId438" Type="http://schemas.openxmlformats.org/officeDocument/2006/relationships/notesMaster" Target="notesMasters/notesMaster1.xml"/><Relationship Id="rId439" Type="http://schemas.openxmlformats.org/officeDocument/2006/relationships/presProps" Target="presProps.xml"/><Relationship Id="rId440" Type="http://schemas.openxmlformats.org/officeDocument/2006/relationships/viewProps" Target="viewProps.xml"/><Relationship Id="rId441" Type="http://schemas.openxmlformats.org/officeDocument/2006/relationships/theme" Target="theme/theme1.xml"/><Relationship Id="rId4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_rels/notesSlide2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0.xml"/>
		</Relationships>
</file>

<file path=ppt/notesSlides/_rels/notesSlide2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1.xml"/>
		</Relationships>
</file>

<file path=ppt/notesSlides/_rels/notesSlide2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2.xml"/>
		</Relationships>
</file>

<file path=ppt/notesSlides/_rels/notesSlide2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3.xml"/>
		</Relationships>
</file>

<file path=ppt/notesSlides/_rels/notesSlide2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4.xml"/>
		</Relationships>
</file>

<file path=ppt/notesSlides/_rels/notesSlide2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5.xml"/>
		</Relationships>
</file>

<file path=ppt/notesSlides/_rels/notesSlide2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6.xml"/>
		</Relationships>
</file>

<file path=ppt/notesSlides/_rels/notesSlide2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7.xml"/>
		</Relationships>
</file>

<file path=ppt/notesSlides/_rels/notesSlide2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8.xml"/>
		</Relationships>
</file>

<file path=ppt/notesSlides/_rels/notesSlide2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9.xml"/>
		</Relationships>
</file>

<file path=ppt/notesSlides/_rels/notesSlide2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0.xml"/>
		</Relationships>
</file>

<file path=ppt/notesSlides/_rels/notesSlide2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1.xml"/>
		</Relationships>
</file>

<file path=ppt/notesSlides/_rels/notesSlide2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2.xml"/>
		</Relationships>
</file>

<file path=ppt/notesSlides/_rels/notesSlide2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3.xml"/>
		</Relationships>
</file>

<file path=ppt/notesSlides/_rels/notesSlide2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4.xml"/>
		</Relationships>
</file>

<file path=ppt/notesSlides/_rels/notesSlide2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5.xml"/>
		</Relationships>
</file>

<file path=ppt/notesSlides/_rels/notesSlide2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6.xml"/>
		</Relationships>
</file>

<file path=ppt/notesSlides/_rels/notesSlide2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7.xml"/>
		</Relationships>
</file>

<file path=ppt/notesSlides/_rels/notesSlide2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8.xml"/>
		</Relationships>
</file>

<file path=ppt/notesSlides/_rels/notesSlide2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9.xml"/>
		</Relationships>
</file>

<file path=ppt/notesSlides/_rels/notesSlide2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0.xml"/>
		</Relationships>
</file>

<file path=ppt/notesSlides/_rels/notesSlide2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1.xml"/>
		</Relationships>
</file>

<file path=ppt/notesSlides/_rels/notesSlide2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2.xml"/>
		</Relationships>
</file>

<file path=ppt/notesSlides/_rels/notesSlide2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3.xml"/>
		</Relationships>
</file>

<file path=ppt/notesSlides/_rels/notesSlide2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4.xml"/>
		</Relationships>
</file>

<file path=ppt/notesSlides/_rels/notesSlide2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5.xml"/>
		</Relationships>
</file>

<file path=ppt/notesSlides/_rels/notesSlide2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6.xml"/>
		</Relationships>
</file>

<file path=ppt/notesSlides/_rels/notesSlide2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7.xml"/>
		</Relationships>
</file>

<file path=ppt/notesSlides/_rels/notesSlide2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8.xml"/>
		</Relationships>
</file>

<file path=ppt/notesSlides/_rels/notesSlide2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9.xml"/>
		</Relationships>
</file>

<file path=ppt/notesSlides/_rels/notesSlide2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0.xml"/>
		</Relationships>
</file>

<file path=ppt/notesSlides/_rels/notesSlide2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1.xml"/>
		</Relationships>
</file>

<file path=ppt/notesSlides/_rels/notesSlide2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2.xml"/>
		</Relationships>
</file>

<file path=ppt/notesSlides/_rels/notesSlide2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3.xml"/>
		</Relationships>
</file>

<file path=ppt/notesSlides/_rels/notesSlide2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4.xml"/>
		</Relationships>
</file>

<file path=ppt/notesSlides/_rels/notesSlide2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5.xml"/>
		</Relationships>
</file>

<file path=ppt/notesSlides/_rels/notesSlide2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6.xml"/>
		</Relationships>
</file>

<file path=ppt/notesSlides/_rels/notesSlide2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7.xml"/>
		</Relationships>
</file>

<file path=ppt/notesSlides/_rels/notesSlide2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8.xml"/>
		</Relationships>
</file>

<file path=ppt/notesSlides/_rels/notesSlide2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9.xml"/>
		</Relationships>
</file>

<file path=ppt/notesSlides/_rels/notesSlide2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0.xml"/>
		</Relationships>
</file>

<file path=ppt/notesSlides/_rels/notesSlide2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1.xml"/>
		</Relationships>
</file>

<file path=ppt/notesSlides/_rels/notesSlide2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2.xml"/>
		</Relationships>
</file>

<file path=ppt/notesSlides/_rels/notesSlide2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3.xml"/>
		</Relationships>
</file>

<file path=ppt/notesSlides/_rels/notesSlide2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4.xml"/>
		</Relationships>
</file>

<file path=ppt/notesSlides/_rels/notesSlide2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5.xml"/>
		</Relationships>
</file>

<file path=ppt/notesSlides/_rels/notesSlide2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6.xml"/>
		</Relationships>
</file>

<file path=ppt/notesSlides/_rels/notesSlide2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7.xml"/>
		</Relationships>
</file>

<file path=ppt/notesSlides/_rels/notesSlide2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8.xml"/>
		</Relationships>
</file>

<file path=ppt/notesSlides/_rels/notesSlide2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9.xml"/>
		</Relationships>
</file>

<file path=ppt/notesSlides/_rels/notesSlide2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0.xml"/>
		</Relationships>
</file>

<file path=ppt/notesSlides/_rels/notesSlide2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1.xml"/>
		</Relationships>
</file>

<file path=ppt/notesSlides/_rels/notesSlide2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2.xml"/>
		</Relationships>
</file>

<file path=ppt/notesSlides/_rels/notesSlide2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3.xml"/>
		</Relationships>
</file>

<file path=ppt/notesSlides/_rels/notesSlide2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4.xml"/>
		</Relationships>
</file>

<file path=ppt/notesSlides/_rels/notesSlide2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5.xml"/>
		</Relationships>
</file>

<file path=ppt/notesSlides/_rels/notesSlide2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6.xml"/>
		</Relationships>
</file>

<file path=ppt/notesSlides/_rels/notesSlide2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7.xml"/>
		</Relationships>
</file>

<file path=ppt/notesSlides/_rels/notesSlide2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8.xml"/>
		</Relationships>
</file>

<file path=ppt/notesSlides/_rels/notesSlide2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9.xml"/>
		</Relationships>
</file>

<file path=ppt/notesSlides/_rels/notesSlide2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0.xml"/>
		</Relationships>
</file>

<file path=ppt/notesSlides/_rels/notesSlide2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1.xml"/>
		</Relationships>
</file>

<file path=ppt/notesSlides/_rels/notesSlide2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2.xml"/>
		</Relationships>
</file>

<file path=ppt/notesSlides/_rels/notesSlide2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3.xml"/>
		</Relationships>
</file>

<file path=ppt/notesSlides/_rels/notesSlide2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4.xml"/>
		</Relationships>
</file>

<file path=ppt/notesSlides/_rels/notesSlide2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5.xml"/>
		</Relationships>
</file>

<file path=ppt/notesSlides/_rels/notesSlide2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6.xml"/>
		</Relationships>
</file>

<file path=ppt/notesSlides/_rels/notesSlide2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7.xml"/>
		</Relationships>
</file>

<file path=ppt/notesSlides/_rels/notesSlide2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8.xml"/>
		</Relationships>
</file>

<file path=ppt/notesSlides/_rels/notesSlide2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9.xml"/>
		</Relationships>
</file>

<file path=ppt/notesSlides/_rels/notesSlide2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0.xml"/>
		</Relationships>
</file>

<file path=ppt/notesSlides/_rels/notesSlide2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1.xml"/>
		</Relationships>
</file>

<file path=ppt/notesSlides/_rels/notesSlide2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2.xml"/>
		</Relationships>
</file>

<file path=ppt/notesSlides/_rels/notesSlide2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3.xml"/>
		</Relationships>
</file>

<file path=ppt/notesSlides/_rels/notesSlide2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4.xml"/>
		</Relationships>
</file>

<file path=ppt/notesSlides/_rels/notesSlide2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5.xml"/>
		</Relationships>
</file>

<file path=ppt/notesSlides/_rels/notesSlide2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6.xml"/>
		</Relationships>
</file>

<file path=ppt/notesSlides/_rels/notesSlide2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7.xml"/>
		</Relationships>
</file>

<file path=ppt/notesSlides/_rels/notesSlide2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8.xml"/>
		</Relationships>
</file>

<file path=ppt/notesSlides/_rels/notesSlide2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9.xml"/>
		</Relationships>
</file>

<file path=ppt/notesSlides/_rels/notesSlide2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0.xml"/>
		</Relationships>
</file>

<file path=ppt/notesSlides/_rels/notesSlide2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1.xml"/>
		</Relationships>
</file>

<file path=ppt/notesSlides/_rels/notesSlide2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2.xml"/>
		</Relationships>
</file>

<file path=ppt/notesSlides/_rels/notesSlide2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3.xml"/>
		</Relationships>
</file>

<file path=ppt/notesSlides/_rels/notesSlide2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4.xml"/>
		</Relationships>
</file>

<file path=ppt/notesSlides/_rels/notesSlide2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5.xml"/>
		</Relationships>
</file>

<file path=ppt/notesSlides/_rels/notesSlide2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6.xml"/>
		</Relationships>
</file>

<file path=ppt/notesSlides/_rels/notesSlide2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7.xml"/>
		</Relationships>
</file>

<file path=ppt/notesSlides/_rels/notesSlide2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8.xml"/>
		</Relationships>
</file>

<file path=ppt/notesSlides/_rels/notesSlide2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9.xml"/>
		</Relationships>
</file>

<file path=ppt/notesSlides/_rels/notesSlide3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0.xml"/>
		</Relationships>
</file>

<file path=ppt/notesSlides/_rels/notesSlide3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1.xml"/>
		</Relationships>
</file>

<file path=ppt/notesSlides/_rels/notesSlide3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2.xml"/>
		</Relationships>
</file>

<file path=ppt/notesSlides/_rels/notesSlide3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3.xml"/>
		</Relationships>
</file>

<file path=ppt/notesSlides/_rels/notesSlide3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4.xml"/>
		</Relationships>
</file>

<file path=ppt/notesSlides/_rels/notesSlide3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5.xml"/>
		</Relationships>
</file>

<file path=ppt/notesSlides/_rels/notesSlide3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6.xml"/>
		</Relationships>
</file>

<file path=ppt/notesSlides/_rels/notesSlide3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7.xml"/>
		</Relationships>
</file>

<file path=ppt/notesSlides/_rels/notesSlide3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8.xml"/>
		</Relationships>
</file>

<file path=ppt/notesSlides/_rels/notesSlide3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9.xml"/>
		</Relationships>
</file>

<file path=ppt/notesSlides/_rels/notesSlide3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0.xml"/>
		</Relationships>
</file>

<file path=ppt/notesSlides/_rels/notesSlide3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1.xml"/>
		</Relationships>
</file>

<file path=ppt/notesSlides/_rels/notesSlide3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2.xml"/>
		</Relationships>
</file>

<file path=ppt/notesSlides/_rels/notesSlide3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3.xml"/>
		</Relationships>
</file>

<file path=ppt/notesSlides/_rels/notesSlide3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4.xml"/>
		</Relationships>
</file>

<file path=ppt/notesSlides/_rels/notesSlide3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5.xml"/>
		</Relationships>
</file>

<file path=ppt/notesSlides/_rels/notesSlide3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6.xml"/>
		</Relationships>
</file>

<file path=ppt/notesSlides/_rels/notesSlide3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7.xml"/>
		</Relationships>
</file>

<file path=ppt/notesSlides/_rels/notesSlide3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8.xml"/>
		</Relationships>
</file>

<file path=ppt/notesSlides/_rels/notesSlide3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9.xml"/>
		</Relationships>
</file>

<file path=ppt/notesSlides/_rels/notesSlide3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0.xml"/>
		</Relationships>
</file>

<file path=ppt/notesSlides/_rels/notesSlide3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1.xml"/>
		</Relationships>
</file>

<file path=ppt/notesSlides/_rels/notesSlide3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2.xml"/>
		</Relationships>
</file>

<file path=ppt/notesSlides/_rels/notesSlide3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3.xml"/>
		</Relationships>
</file>

<file path=ppt/notesSlides/_rels/notesSlide3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4.xml"/>
		</Relationships>
</file>

<file path=ppt/notesSlides/_rels/notesSlide3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5.xml"/>
		</Relationships>
</file>

<file path=ppt/notesSlides/_rels/notesSlide3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6.xml"/>
		</Relationships>
</file>

<file path=ppt/notesSlides/_rels/notesSlide3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7.xml"/>
		</Relationships>
</file>

<file path=ppt/notesSlides/_rels/notesSlide3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8.xml"/>
		</Relationships>
</file>

<file path=ppt/notesSlides/_rels/notesSlide3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9.xml"/>
		</Relationships>
</file>

<file path=ppt/notesSlides/_rels/notesSlide3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0.xml"/>
		</Relationships>
</file>

<file path=ppt/notesSlides/_rels/notesSlide3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1.xml"/>
		</Relationships>
</file>

<file path=ppt/notesSlides/_rels/notesSlide3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2.xml"/>
		</Relationships>
</file>

<file path=ppt/notesSlides/_rels/notesSlide3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3.xml"/>
		</Relationships>
</file>

<file path=ppt/notesSlides/_rels/notesSlide3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4.xml"/>
		</Relationships>
</file>

<file path=ppt/notesSlides/_rels/notesSlide3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5.xml"/>
		</Relationships>
</file>

<file path=ppt/notesSlides/_rels/notesSlide3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6.xml"/>
		</Relationships>
</file>

<file path=ppt/notesSlides/_rels/notesSlide3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7.xml"/>
		</Relationships>
</file>

<file path=ppt/notesSlides/_rels/notesSlide3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8.xml"/>
		</Relationships>
</file>

<file path=ppt/notesSlides/_rels/notesSlide3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9.xml"/>
		</Relationships>
</file>

<file path=ppt/notesSlides/_rels/notesSlide3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0.xml"/>
		</Relationships>
</file>

<file path=ppt/notesSlides/_rels/notesSlide3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1.xml"/>
		</Relationships>
</file>

<file path=ppt/notesSlides/_rels/notesSlide3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2.xml"/>
		</Relationships>
</file>

<file path=ppt/notesSlides/_rels/notesSlide3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3.xml"/>
		</Relationships>
</file>

<file path=ppt/notesSlides/_rels/notesSlide3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4.xml"/>
		</Relationships>
</file>

<file path=ppt/notesSlides/_rels/notesSlide3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5.xml"/>
		</Relationships>
</file>

<file path=ppt/notesSlides/_rels/notesSlide3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6.xml"/>
		</Relationships>
</file>

<file path=ppt/notesSlides/_rels/notesSlide3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7.xml"/>
		</Relationships>
</file>

<file path=ppt/notesSlides/_rels/notesSlide3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8.xml"/>
		</Relationships>
</file>

<file path=ppt/notesSlides/_rels/notesSlide3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9.xml"/>
		</Relationships>
</file>

<file path=ppt/notesSlides/_rels/notesSlide3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0.xml"/>
		</Relationships>
</file>

<file path=ppt/notesSlides/_rels/notesSlide3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1.xml"/>
		</Relationships>
</file>

<file path=ppt/notesSlides/_rels/notesSlide3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2.xml"/>
		</Relationships>
</file>

<file path=ppt/notesSlides/_rels/notesSlide3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3.xml"/>
		</Relationships>
</file>

<file path=ppt/notesSlides/_rels/notesSlide3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4.xml"/>
		</Relationships>
</file>

<file path=ppt/notesSlides/_rels/notesSlide3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5.xml"/>
		</Relationships>
</file>

<file path=ppt/notesSlides/_rels/notesSlide3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6.xml"/>
		</Relationships>
</file>

<file path=ppt/notesSlides/_rels/notesSlide3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7.xml"/>
		</Relationships>
</file>

<file path=ppt/notesSlides/_rels/notesSlide3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8.xml"/>
		</Relationships>
</file>

<file path=ppt/notesSlides/_rels/notesSlide3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9.xml"/>
		</Relationships>
</file>

<file path=ppt/notesSlides/_rels/notesSlide3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0.xml"/>
		</Relationships>
</file>

<file path=ppt/notesSlides/_rels/notesSlide3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1.xml"/>
		</Relationships>
</file>

<file path=ppt/notesSlides/_rels/notesSlide3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2.xml"/>
		</Relationships>
</file>

<file path=ppt/notesSlides/_rels/notesSlide3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3.xml"/>
		</Relationships>
</file>

<file path=ppt/notesSlides/_rels/notesSlide3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4.xml"/>
		</Relationships>
</file>

<file path=ppt/notesSlides/_rels/notesSlide3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5.xml"/>
		</Relationships>
</file>

<file path=ppt/notesSlides/_rels/notesSlide3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6.xml"/>
		</Relationships>
</file>

<file path=ppt/notesSlides/_rels/notesSlide3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7.xml"/>
		</Relationships>
</file>

<file path=ppt/notesSlides/_rels/notesSlide3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8.xml"/>
		</Relationships>
</file>

<file path=ppt/notesSlides/_rels/notesSlide3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9.xml"/>
		</Relationships>
</file>

<file path=ppt/notesSlides/_rels/notesSlide3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0.xml"/>
		</Relationships>
</file>

<file path=ppt/notesSlides/_rels/notesSlide3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1.xml"/>
		</Relationships>
</file>

<file path=ppt/notesSlides/_rels/notesSlide3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2.xml"/>
		</Relationships>
</file>

<file path=ppt/notesSlides/_rels/notesSlide3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3.xml"/>
		</Relationships>
</file>

<file path=ppt/notesSlides/_rels/notesSlide3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4.xml"/>
		</Relationships>
</file>

<file path=ppt/notesSlides/_rels/notesSlide3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5.xml"/>
		</Relationships>
</file>

<file path=ppt/notesSlides/_rels/notesSlide3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6.xml"/>
		</Relationships>
</file>

<file path=ppt/notesSlides/_rels/notesSlide3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7.xml"/>
		</Relationships>
</file>

<file path=ppt/notesSlides/_rels/notesSlide3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8.xml"/>
		</Relationships>
</file>

<file path=ppt/notesSlides/_rels/notesSlide3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9.xml"/>
		</Relationships>
</file>

<file path=ppt/notesSlides/_rels/notesSlide3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0.xml"/>
		</Relationships>
</file>

<file path=ppt/notesSlides/_rels/notesSlide3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1.xml"/>
		</Relationships>
</file>

<file path=ppt/notesSlides/_rels/notesSlide3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2.xml"/>
		</Relationships>
</file>

<file path=ppt/notesSlides/_rels/notesSlide3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3.xml"/>
		</Relationships>
</file>

<file path=ppt/notesSlides/_rels/notesSlide3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4.xml"/>
		</Relationships>
</file>

<file path=ppt/notesSlides/_rels/notesSlide3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5.xml"/>
		</Relationships>
</file>

<file path=ppt/notesSlides/_rels/notesSlide3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6.xml"/>
		</Relationships>
</file>

<file path=ppt/notesSlides/_rels/notesSlide3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7.xml"/>
		</Relationships>
</file>

<file path=ppt/notesSlides/_rels/notesSlide3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8.xml"/>
		</Relationships>
</file>

<file path=ppt/notesSlides/_rels/notesSlide3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9.xml"/>
		</Relationships>
</file>

<file path=ppt/notesSlides/_rels/notesSlide3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0.xml"/>
		</Relationships>
</file>

<file path=ppt/notesSlides/_rels/notesSlide3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1.xml"/>
		</Relationships>
</file>

<file path=ppt/notesSlides/_rels/notesSlide3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2.xml"/>
		</Relationships>
</file>

<file path=ppt/notesSlides/_rels/notesSlide3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3.xml"/>
		</Relationships>
</file>

<file path=ppt/notesSlides/_rels/notesSlide3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4.xml"/>
		</Relationships>
</file>

<file path=ppt/notesSlides/_rels/notesSlide3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5.xml"/>
		</Relationships>
</file>

<file path=ppt/notesSlides/_rels/notesSlide3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6.xml"/>
		</Relationships>
</file>

<file path=ppt/notesSlides/_rels/notesSlide3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7.xml"/>
		</Relationships>
</file>

<file path=ppt/notesSlides/_rels/notesSlide3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8.xml"/>
		</Relationships>
</file>

<file path=ppt/notesSlides/_rels/notesSlide3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9.xml"/>
		</Relationships>
</file>

<file path=ppt/notesSlides/_rels/notesSlide4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0.xml"/>
		</Relationships>
</file>

<file path=ppt/notesSlides/_rels/notesSlide4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1.xml"/>
		</Relationships>
</file>

<file path=ppt/notesSlides/_rels/notesSlide4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2.xml"/>
		</Relationships>
</file>

<file path=ppt/notesSlides/_rels/notesSlide4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3.xml"/>
		</Relationships>
</file>

<file path=ppt/notesSlides/_rels/notesSlide4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4.xml"/>
		</Relationships>
</file>

<file path=ppt/notesSlides/_rels/notesSlide4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5.xml"/>
		</Relationships>
</file>

<file path=ppt/notesSlides/_rels/notesSlide4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6.xml"/>
		</Relationships>
</file>

<file path=ppt/notesSlides/_rels/notesSlide4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7.xml"/>
		</Relationships>
</file>

<file path=ppt/notesSlides/_rels/notesSlide4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8.xml"/>
		</Relationships>
</file>

<file path=ppt/notesSlides/_rels/notesSlide4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9.xml"/>
		</Relationships>
</file>

<file path=ppt/notesSlides/_rels/notesSlide4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0.xml"/>
		</Relationships>
</file>

<file path=ppt/notesSlides/_rels/notesSlide4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1.xml"/>
		</Relationships>
</file>

<file path=ppt/notesSlides/_rels/notesSlide4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2.xml"/>
		</Relationships>
</file>

<file path=ppt/notesSlides/_rels/notesSlide4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3.xml"/>
		</Relationships>
</file>

<file path=ppt/notesSlides/_rels/notesSlide4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4.xml"/>
		</Relationships>
</file>

<file path=ppt/notesSlides/_rels/notesSlide4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5.xml"/>
		</Relationships>
</file>

<file path=ppt/notesSlides/_rels/notesSlide4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6.xml"/>
		</Relationships>
</file>

<file path=ppt/notesSlides/_rels/notesSlide4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7.xml"/>
		</Relationships>
</file>

<file path=ppt/notesSlides/_rels/notesSlide4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8.xml"/>
		</Relationships>
</file>

<file path=ppt/notesSlides/_rels/notesSlide4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9.xml"/>
		</Relationships>
</file>

<file path=ppt/notesSlides/_rels/notesSlide4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0.xml"/>
		</Relationships>
</file>

<file path=ppt/notesSlides/_rels/notesSlide4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1.xml"/>
		</Relationships>
</file>

<file path=ppt/notesSlides/_rels/notesSlide4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2.xml"/>
		</Relationships>
</file>

<file path=ppt/notesSlides/_rels/notesSlide4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3.xml"/>
		</Relationships>
</file>

<file path=ppt/notesSlides/_rels/notesSlide4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4.xml"/>
		</Relationships>
</file>

<file path=ppt/notesSlides/_rels/notesSlide4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5.xml"/>
		</Relationships>
</file>

<file path=ppt/notesSlides/_rels/notesSlide4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6.xml"/>
		</Relationships>
</file>

<file path=ppt/notesSlides/_rels/notesSlide4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7.xml"/>
		</Relationships>
</file>

<file path=ppt/notesSlides/_rels/notesSlide4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8.xml"/>
		</Relationships>
</file>

<file path=ppt/notesSlides/_rels/notesSlide4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9.xml"/>
		</Relationships>
</file>

<file path=ppt/notesSlides/_rels/notesSlide4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0.xml"/>
		</Relationships>
</file>

<file path=ppt/notesSlides/_rels/notesSlide4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1.xml"/>
		</Relationships>
</file>

<file path=ppt/notesSlides/_rels/notesSlide4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2.xml"/>
		</Relationships>
</file>

<file path=ppt/notesSlides/_rels/notesSlide4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3.xml"/>
		</Relationships>
</file>

<file path=ppt/notesSlides/_rels/notesSlide4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4.xml"/>
		</Relationships>
</file>

<file path=ppt/notesSlides/_rels/notesSlide4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5.xml"/>
		</Relationships>
</file>

<file path=ppt/notesSlides/_rels/notesSlide4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Kasratan and dammatan do NOT need an alif. The tanween mark sits on the last letter and is read 'in' (kasratan) or 'un' (dammatan). Only fathatan adds an alif.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8686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8686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8686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أٍ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بَأٍ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تَأٍ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ثَأٍ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جَأٍ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حَأٍ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خَأٍ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دَأٍ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8686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8686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8686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ثٍ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8686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8686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جَحٍ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خَحٍ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8686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خٍ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جَخٍ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حَخٍ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8686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دٍ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8686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ذٍ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بَذٍ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تَذٍ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ثَذٍ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جَذٍ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خَذٍ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دَذٍ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8686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رٍ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أَرٍ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تَرٍ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ثَرٍ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ذَرٍ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8686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زٍ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أَزٍ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بَزٍ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تَزٍ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ثَزٍ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جَزٍ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دَزٍ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ذَزٍ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رَزٍ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8686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أَسٍ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بَسٍ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تَسٍ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ثَسٍ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جَسٍ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حَسٍ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خَسٍ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دَسٍ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ذَسٍ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زَسٍ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8686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شٍ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أَشٍ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بَشٍ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تَشٍ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ثَشٍ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جَشٍ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حَشٍ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دَشٍ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ذَشٍ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رَشٍ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زَشٍ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سَشٍ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8686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أَصٍ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تَصٍ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ثَصٍ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جَصٍ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حَصٍ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خَصٍ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دَصٍ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ذَصٍ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رَصٍ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زَصٍ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سَصٍ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شَصٍ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8686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أَضٍ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بَضٍ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تَضٍ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ثَضٍ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جَضٍ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خَضٍ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دَضٍ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ذَضٍ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زَضٍ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سَضٍ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شَضٍ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صَضٍ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8686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أَطٍ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بَطٍ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تَطٍ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ثَطٍ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جَطٍ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حَطٍ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دَطٍ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رَطٍ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زَطٍ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سَطٍ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شَطٍ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صَطٍ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ضَطٍ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8686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بَظٍ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تَظٍ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ثَظٍ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جَظٍ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حَظٍ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خَظٍ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دَظٍ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رَظٍ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زَظٍ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سَظٍ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شَظٍ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صَظٍ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ضَظٍ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طَظٍ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8686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أَعٍ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ثَعٍ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جَعٍ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حَعٍ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خَعٍ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دَعٍ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ذَعٍ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رَعٍ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زَعٍ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شَعٍ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ضَعٍ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طَعٍ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ظَعٍ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8686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أَغٍ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بَغٍ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تَغٍ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ثَغٍ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جَغٍ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حَغٍ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خَغٍ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دَغٍ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ذَغٍ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رَغٍ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زَغٍ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سَغٍ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شَغٍ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ضَغٍ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طَغٍ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ظَغٍ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عَغٍ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8686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أَفٍ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بَفٍ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تَفٍ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ثَفٍ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جَفٍ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حَفٍ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خَفٍ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دَفٍ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ذَفٍ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رَفٍ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زَفٍ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سَفٍ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شَفٍ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صَفٍ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ضَفٍ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طَفٍ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ظَفٍ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عَفٍ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غَفٍ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8686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أَقٍ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بَقٍ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تَقٍ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ثَقٍ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جَقٍ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حَقٍ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خَقٍ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دَقٍ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ذَقٍ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رَقٍ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زَقٍ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شَقٍ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صَقٍ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ضَقٍ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طَقٍ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ظَقٍ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عَقٍ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غَقٍ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فَقٍ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8686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تَكٍ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ثَكٍ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جَكٍ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حَكٍ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خَكٍ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دَكٍ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زَكٍ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صَكٍ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ضَكٍ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طَكٍ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ظَكٍ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عَكٍ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غَكٍ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فَكٍ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قَكٍ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8686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أَلٍ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بَلٍ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تَلٍ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ثَلٍ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حَلٍ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خَلٍ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دَلٍ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ذَلٍ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رَلٍ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زَلٍ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شَلٍ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صَلٍ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ضَلٍ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طَلٍ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ظَلٍ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عَلٍ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غَلٍ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فَلٍ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قَلٍ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كَلٍ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8686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بَمٍ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تَمٍ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ثَمٍ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خَمٍ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دَمٍ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رَمٍ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زَمٍ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شَمٍ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صَمٍ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ضَمٍ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ظَمٍ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غَمٍ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فَمٍ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كَمٍ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8686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أَنٍ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تَنٍ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ثَنٍ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جَنٍ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حَنٍ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ذَنٍ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رَنٍ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زَنٍ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سَنٍ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شَنٍ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طَنٍ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ظَنٍ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عَنٍ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غَنٍ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فَنٍ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قَنٍ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كَنٍ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8686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أَهٍ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بَهٍ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تَهٍ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ثَهٍ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حَهٍ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خَهٍ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دَهٍ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رَهٍ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زَهٍ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شَهٍ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صَهٍ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ضَهٍ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طَهٍ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ظَهٍ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عَهٍ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غَهٍ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قَهٍ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كَهٍ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لَهٍ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مَهٍ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نَهٍ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8686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أَوٍ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بَوٍ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تَوٍ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ثَوٍ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جَوٍ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حَوٍ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خَوٍ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دَوٍ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ذَوٍ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رَوٍ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زَوٍ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سَوٍ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شَوٍ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صَوٍ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ضَوٍ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طَوٍ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ظَوٍ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عَوٍ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غَوٍ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فَوٍ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قَوٍ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كَوٍ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لَوٍ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مَوٍ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نَوٍ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هَوٍ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86868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135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8686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أَيٍ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بَيٍ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تَيٍ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ثَيٍ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جَيٍ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حَيٍ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دَيٍ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ذَيٍ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رَيٍ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زَيٍ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سَيٍ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شَيٍ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صَيٍ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ضَيٍ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طَيٍ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ظَيٍ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7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عَيٍ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8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غَيٍ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9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فَيٍ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0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قَيٍ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1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كَيٍ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2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لَيٍ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3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مَيٍ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4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نَيٍ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5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هَيٍ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6">
    <p:bg>
      <p:bgPr>
        <a:solidFill>
          <a:srgbClr val="FFD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9ECF"/>
          </a:solidFill>
          <a:ln w="12700">
            <a:solidFill>
              <a:srgbClr val="FF9EC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EAF6"/>
          </a:solidFill>
          <a:ln w="12700">
            <a:solidFill>
              <a:srgbClr val="FFEAF6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A0E7E5"/>
          </a:solidFill>
          <a:ln w="12700">
            <a:solidFill>
              <a:srgbClr val="A0E7E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4F8C8"/>
          </a:solidFill>
          <a:ln w="12700">
            <a:solidFill>
              <a:srgbClr val="B4F8C8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4D8D"/>
          </a:solidFill>
          <a:ln w="12700">
            <a:solidFill>
              <a:srgbClr val="FF4D8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6399B"/>
          </a:solidFill>
          <a:ln w="12700">
            <a:solidFill>
              <a:srgbClr val="E6399B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يٍ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4FD6"/>
          </a:solidFill>
          <a:ln w="12700">
            <a:solidFill>
              <a:srgbClr val="7A4FD6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436</Slides>
  <Notes>436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436</vt:i4>
      </vt:variant>
    </vt:vector>
  </HeadingPairs>
  <TitlesOfParts>
    <vt:vector size="4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  <vt:lpstr>Slide 250</vt:lpstr>
      <vt:lpstr>Slide 251</vt:lpstr>
      <vt:lpstr>Slide 252</vt:lpstr>
      <vt:lpstr>Slide 253</vt:lpstr>
      <vt:lpstr>Slide 254</vt:lpstr>
      <vt:lpstr>Slide 255</vt:lpstr>
      <vt:lpstr>Slide 256</vt:lpstr>
      <vt:lpstr>Slide 257</vt:lpstr>
      <vt:lpstr>Slide 258</vt:lpstr>
      <vt:lpstr>Slide 259</vt:lpstr>
      <vt:lpstr>Slide 260</vt:lpstr>
      <vt:lpstr>Slide 261</vt:lpstr>
      <vt:lpstr>Slide 262</vt:lpstr>
      <vt:lpstr>Slide 263</vt:lpstr>
      <vt:lpstr>Slide 264</vt:lpstr>
      <vt:lpstr>Slide 265</vt:lpstr>
      <vt:lpstr>Slide 266</vt:lpstr>
      <vt:lpstr>Slide 267</vt:lpstr>
      <vt:lpstr>Slide 268</vt:lpstr>
      <vt:lpstr>Slide 269</vt:lpstr>
      <vt:lpstr>Slide 270</vt:lpstr>
      <vt:lpstr>Slide 271</vt:lpstr>
      <vt:lpstr>Slide 272</vt:lpstr>
      <vt:lpstr>Slide 273</vt:lpstr>
      <vt:lpstr>Slide 274</vt:lpstr>
      <vt:lpstr>Slide 275</vt:lpstr>
      <vt:lpstr>Slide 276</vt:lpstr>
      <vt:lpstr>Slide 277</vt:lpstr>
      <vt:lpstr>Slide 278</vt:lpstr>
      <vt:lpstr>Slide 279</vt:lpstr>
      <vt:lpstr>Slide 280</vt:lpstr>
      <vt:lpstr>Slide 281</vt:lpstr>
      <vt:lpstr>Slide 282</vt:lpstr>
      <vt:lpstr>Slide 283</vt:lpstr>
      <vt:lpstr>Slide 284</vt:lpstr>
      <vt:lpstr>Slide 285</vt:lpstr>
      <vt:lpstr>Slide 286</vt:lpstr>
      <vt:lpstr>Slide 287</vt:lpstr>
      <vt:lpstr>Slide 288</vt:lpstr>
      <vt:lpstr>Slide 289</vt:lpstr>
      <vt:lpstr>Slide 290</vt:lpstr>
      <vt:lpstr>Slide 291</vt:lpstr>
      <vt:lpstr>Slide 292</vt:lpstr>
      <vt:lpstr>Slide 293</vt:lpstr>
      <vt:lpstr>Slide 294</vt:lpstr>
      <vt:lpstr>Slide 295</vt:lpstr>
      <vt:lpstr>Slide 296</vt:lpstr>
      <vt:lpstr>Slide 297</vt:lpstr>
      <vt:lpstr>Slide 298</vt:lpstr>
      <vt:lpstr>Slide 299</vt:lpstr>
      <vt:lpstr>Slide 300</vt:lpstr>
      <vt:lpstr>Slide 301</vt:lpstr>
      <vt:lpstr>Slide 302</vt:lpstr>
      <vt:lpstr>Slide 303</vt:lpstr>
      <vt:lpstr>Slide 304</vt:lpstr>
      <vt:lpstr>Slide 305</vt:lpstr>
      <vt:lpstr>Slide 306</vt:lpstr>
      <vt:lpstr>Slide 307</vt:lpstr>
      <vt:lpstr>Slide 308</vt:lpstr>
      <vt:lpstr>Slide 309</vt:lpstr>
      <vt:lpstr>Slide 310</vt:lpstr>
      <vt:lpstr>Slide 311</vt:lpstr>
      <vt:lpstr>Slide 312</vt:lpstr>
      <vt:lpstr>Slide 313</vt:lpstr>
      <vt:lpstr>Slide 314</vt:lpstr>
      <vt:lpstr>Slide 315</vt:lpstr>
      <vt:lpstr>Slide 316</vt:lpstr>
      <vt:lpstr>Slide 317</vt:lpstr>
      <vt:lpstr>Slide 318</vt:lpstr>
      <vt:lpstr>Slide 319</vt:lpstr>
      <vt:lpstr>Slide 320</vt:lpstr>
      <vt:lpstr>Slide 321</vt:lpstr>
      <vt:lpstr>Slide 322</vt:lpstr>
      <vt:lpstr>Slide 323</vt:lpstr>
      <vt:lpstr>Slide 324</vt:lpstr>
      <vt:lpstr>Slide 325</vt:lpstr>
      <vt:lpstr>Slide 326</vt:lpstr>
      <vt:lpstr>Slide 327</vt:lpstr>
      <vt:lpstr>Slide 328</vt:lpstr>
      <vt:lpstr>Slide 329</vt:lpstr>
      <vt:lpstr>Slide 330</vt:lpstr>
      <vt:lpstr>Slide 331</vt:lpstr>
      <vt:lpstr>Slide 332</vt:lpstr>
      <vt:lpstr>Slide 333</vt:lpstr>
      <vt:lpstr>Slide 334</vt:lpstr>
      <vt:lpstr>Slide 335</vt:lpstr>
      <vt:lpstr>Slide 336</vt:lpstr>
      <vt:lpstr>Slide 337</vt:lpstr>
      <vt:lpstr>Slide 338</vt:lpstr>
      <vt:lpstr>Slide 339</vt:lpstr>
      <vt:lpstr>Slide 340</vt:lpstr>
      <vt:lpstr>Slide 341</vt:lpstr>
      <vt:lpstr>Slide 342</vt:lpstr>
      <vt:lpstr>Slide 343</vt:lpstr>
      <vt:lpstr>Slide 344</vt:lpstr>
      <vt:lpstr>Slide 345</vt:lpstr>
      <vt:lpstr>Slide 346</vt:lpstr>
      <vt:lpstr>Slide 347</vt:lpstr>
      <vt:lpstr>Slide 348</vt:lpstr>
      <vt:lpstr>Slide 349</vt:lpstr>
      <vt:lpstr>Slide 350</vt:lpstr>
      <vt:lpstr>Slide 351</vt:lpstr>
      <vt:lpstr>Slide 352</vt:lpstr>
      <vt:lpstr>Slide 353</vt:lpstr>
      <vt:lpstr>Slide 354</vt:lpstr>
      <vt:lpstr>Slide 355</vt:lpstr>
      <vt:lpstr>Slide 356</vt:lpstr>
      <vt:lpstr>Slide 357</vt:lpstr>
      <vt:lpstr>Slide 358</vt:lpstr>
      <vt:lpstr>Slide 359</vt:lpstr>
      <vt:lpstr>Slide 360</vt:lpstr>
      <vt:lpstr>Slide 361</vt:lpstr>
      <vt:lpstr>Slide 362</vt:lpstr>
      <vt:lpstr>Slide 363</vt:lpstr>
      <vt:lpstr>Slide 364</vt:lpstr>
      <vt:lpstr>Slide 365</vt:lpstr>
      <vt:lpstr>Slide 366</vt:lpstr>
      <vt:lpstr>Slide 367</vt:lpstr>
      <vt:lpstr>Slide 368</vt:lpstr>
      <vt:lpstr>Slide 369</vt:lpstr>
      <vt:lpstr>Slide 370</vt:lpstr>
      <vt:lpstr>Slide 371</vt:lpstr>
      <vt:lpstr>Slide 372</vt:lpstr>
      <vt:lpstr>Slide 373</vt:lpstr>
      <vt:lpstr>Slide 374</vt:lpstr>
      <vt:lpstr>Slide 375</vt:lpstr>
      <vt:lpstr>Slide 376</vt:lpstr>
      <vt:lpstr>Slide 377</vt:lpstr>
      <vt:lpstr>Slide 378</vt:lpstr>
      <vt:lpstr>Slide 379</vt:lpstr>
      <vt:lpstr>Slide 380</vt:lpstr>
      <vt:lpstr>Slide 381</vt:lpstr>
      <vt:lpstr>Slide 382</vt:lpstr>
      <vt:lpstr>Slide 383</vt:lpstr>
      <vt:lpstr>Slide 384</vt:lpstr>
      <vt:lpstr>Slide 385</vt:lpstr>
      <vt:lpstr>Slide 386</vt:lpstr>
      <vt:lpstr>Slide 387</vt:lpstr>
      <vt:lpstr>Slide 388</vt:lpstr>
      <vt:lpstr>Slide 389</vt:lpstr>
      <vt:lpstr>Slide 390</vt:lpstr>
      <vt:lpstr>Slide 391</vt:lpstr>
      <vt:lpstr>Slide 392</vt:lpstr>
      <vt:lpstr>Slide 393</vt:lpstr>
      <vt:lpstr>Slide 394</vt:lpstr>
      <vt:lpstr>Slide 395</vt:lpstr>
      <vt:lpstr>Slide 396</vt:lpstr>
      <vt:lpstr>Slide 397</vt:lpstr>
      <vt:lpstr>Slide 398</vt:lpstr>
      <vt:lpstr>Slide 399</vt:lpstr>
      <vt:lpstr>Slide 400</vt:lpstr>
      <vt:lpstr>Slide 401</vt:lpstr>
      <vt:lpstr>Slide 402</vt:lpstr>
      <vt:lpstr>Slide 403</vt:lpstr>
      <vt:lpstr>Slide 404</vt:lpstr>
      <vt:lpstr>Slide 405</vt:lpstr>
      <vt:lpstr>Slide 406</vt:lpstr>
      <vt:lpstr>Slide 407</vt:lpstr>
      <vt:lpstr>Slide 408</vt:lpstr>
      <vt:lpstr>Slide 409</vt:lpstr>
      <vt:lpstr>Slide 410</vt:lpstr>
      <vt:lpstr>Slide 411</vt:lpstr>
      <vt:lpstr>Slide 412</vt:lpstr>
      <vt:lpstr>Slide 413</vt:lpstr>
      <vt:lpstr>Slide 414</vt:lpstr>
      <vt:lpstr>Slide 415</vt:lpstr>
      <vt:lpstr>Slide 416</vt:lpstr>
      <vt:lpstr>Slide 417</vt:lpstr>
      <vt:lpstr>Slide 418</vt:lpstr>
      <vt:lpstr>Slide 419</vt:lpstr>
      <vt:lpstr>Slide 420</vt:lpstr>
      <vt:lpstr>Slide 421</vt:lpstr>
      <vt:lpstr>Slide 422</vt:lpstr>
      <vt:lpstr>Slide 423</vt:lpstr>
      <vt:lpstr>Slide 424</vt:lpstr>
      <vt:lpstr>Slide 425</vt:lpstr>
      <vt:lpstr>Slide 426</vt:lpstr>
      <vt:lpstr>Slide 427</vt:lpstr>
      <vt:lpstr>Slide 428</vt:lpstr>
      <vt:lpstr>Slide 429</vt:lpstr>
      <vt:lpstr>Slide 430</vt:lpstr>
      <vt:lpstr>Slide 431</vt:lpstr>
      <vt:lpstr>Slide 432</vt:lpstr>
      <vt:lpstr>Slide 433</vt:lpstr>
      <vt:lpstr>Slide 434</vt:lpstr>
      <vt:lpstr>Slide 435</vt:lpstr>
      <vt:lpstr>Slide 436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Tanween-2-Kasratan</dc:title>
  <dc:subject>PptxGenJS Presentation</dc:subject>
  <dc:creator>PptxGenJS</dc:creator>
  <cp:lastModifiedBy>PptxGenJS</cp:lastModifiedBy>
  <cp:revision>1</cp:revision>
  <dcterms:created xsi:type="dcterms:W3CDTF">2026-10-10T05:12:20Z</dcterms:created>
  <dcterms:modified xsi:type="dcterms:W3CDTF">2026-10-10T05:12:20Z</dcterms:modified>
</cp:coreProperties>
</file>