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slideMasters/slideMaster406.xml" ContentType="application/vnd.openxmlformats-officedocument.presentationml.slideMaster+xml"/>
  <Override PartName="/ppt/slides/slide406.xml" ContentType="application/vnd.openxmlformats-officedocument.presentationml.slide+xml"/>
  <Override PartName="/ppt/slideMasters/slideMaster407.xml" ContentType="application/vnd.openxmlformats-officedocument.presentationml.slideMaster+xml"/>
  <Override PartName="/ppt/slides/slide407.xml" ContentType="application/vnd.openxmlformats-officedocument.presentationml.slide+xml"/>
  <Override PartName="/ppt/slideMasters/slideMaster408.xml" ContentType="application/vnd.openxmlformats-officedocument.presentationml.slideMaster+xml"/>
  <Override PartName="/ppt/slides/slide408.xml" ContentType="application/vnd.openxmlformats-officedocument.presentationml.slide+xml"/>
  <Override PartName="/ppt/slideMasters/slideMaster409.xml" ContentType="application/vnd.openxmlformats-officedocument.presentationml.slideMaster+xml"/>
  <Override PartName="/ppt/slides/slide409.xml" ContentType="application/vnd.openxmlformats-officedocument.presentationml.slide+xml"/>
  <Override PartName="/ppt/slideMasters/slideMaster410.xml" ContentType="application/vnd.openxmlformats-officedocument.presentationml.slideMaster+xml"/>
  <Override PartName="/ppt/slides/slide410.xml" ContentType="application/vnd.openxmlformats-officedocument.presentationml.slide+xml"/>
  <Override PartName="/ppt/slideMasters/slideMaster411.xml" ContentType="application/vnd.openxmlformats-officedocument.presentationml.slideMaster+xml"/>
  <Override PartName="/ppt/slides/slide411.xml" ContentType="application/vnd.openxmlformats-officedocument.presentationml.slide+xml"/>
  <Override PartName="/ppt/slideMasters/slideMaster412.xml" ContentType="application/vnd.openxmlformats-officedocument.presentationml.slideMaster+xml"/>
  <Override PartName="/ppt/slides/slide412.xml" ContentType="application/vnd.openxmlformats-officedocument.presentationml.slide+xml"/>
  <Override PartName="/ppt/slideMasters/slideMaster413.xml" ContentType="application/vnd.openxmlformats-officedocument.presentationml.slideMaster+xml"/>
  <Override PartName="/ppt/slides/slide413.xml" ContentType="application/vnd.openxmlformats-officedocument.presentationml.slide+xml"/>
  <Override PartName="/ppt/slideMasters/slideMaster414.xml" ContentType="application/vnd.openxmlformats-officedocument.presentationml.slideMaster+xml"/>
  <Override PartName="/ppt/slides/slide414.xml" ContentType="application/vnd.openxmlformats-officedocument.presentationml.slide+xml"/>
  <Override PartName="/ppt/slideMasters/slideMaster415.xml" ContentType="application/vnd.openxmlformats-officedocument.presentationml.slideMaster+xml"/>
  <Override PartName="/ppt/slides/slide415.xml" ContentType="application/vnd.openxmlformats-officedocument.presentationml.slide+xml"/>
  <Override PartName="/ppt/slideMasters/slideMaster416.xml" ContentType="application/vnd.openxmlformats-officedocument.presentationml.slideMaster+xml"/>
  <Override PartName="/ppt/slides/slide416.xml" ContentType="application/vnd.openxmlformats-officedocument.presentationml.slide+xml"/>
  <Override PartName="/ppt/slideMasters/slideMaster417.xml" ContentType="application/vnd.openxmlformats-officedocument.presentationml.slideMaster+xml"/>
  <Override PartName="/ppt/slides/slide417.xml" ContentType="application/vnd.openxmlformats-officedocument.presentationml.slide+xml"/>
  <Override PartName="/ppt/slideMasters/slideMaster418.xml" ContentType="application/vnd.openxmlformats-officedocument.presentationml.slideMaster+xml"/>
  <Override PartName="/ppt/slides/slide418.xml" ContentType="application/vnd.openxmlformats-officedocument.presentationml.slide+xml"/>
  <Override PartName="/ppt/slideMasters/slideMaster419.xml" ContentType="application/vnd.openxmlformats-officedocument.presentationml.slideMaster+xml"/>
  <Override PartName="/ppt/slides/slide419.xml" ContentType="application/vnd.openxmlformats-officedocument.presentationml.slide+xml"/>
  <Override PartName="/ppt/slideMasters/slideMaster420.xml" ContentType="application/vnd.openxmlformats-officedocument.presentationml.slideMaster+xml"/>
  <Override PartName="/ppt/slides/slide420.xml" ContentType="application/vnd.openxmlformats-officedocument.presentationml.slide+xml"/>
  <Override PartName="/ppt/slideMasters/slideMaster421.xml" ContentType="application/vnd.openxmlformats-officedocument.presentationml.slideMaster+xml"/>
  <Override PartName="/ppt/slides/slide421.xml" ContentType="application/vnd.openxmlformats-officedocument.presentationml.slide+xml"/>
  <Override PartName="/ppt/slideMasters/slideMaster422.xml" ContentType="application/vnd.openxmlformats-officedocument.presentationml.slideMaster+xml"/>
  <Override PartName="/ppt/slides/slide422.xml" ContentType="application/vnd.openxmlformats-officedocument.presentationml.slide+xml"/>
  <Override PartName="/ppt/slideMasters/slideMaster423.xml" ContentType="application/vnd.openxmlformats-officedocument.presentationml.slideMaster+xml"/>
  <Override PartName="/ppt/slides/slide423.xml" ContentType="application/vnd.openxmlformats-officedocument.presentationml.slide+xml"/>
  <Override PartName="/ppt/slideMasters/slideMaster424.xml" ContentType="application/vnd.openxmlformats-officedocument.presentationml.slideMaster+xml"/>
  <Override PartName="/ppt/slides/slide424.xml" ContentType="application/vnd.openxmlformats-officedocument.presentationml.slide+xml"/>
  <Override PartName="/ppt/slideMasters/slideMaster425.xml" ContentType="application/vnd.openxmlformats-officedocument.presentationml.slideMaster+xml"/>
  <Override PartName="/ppt/slides/slide425.xml" ContentType="application/vnd.openxmlformats-officedocument.presentationml.slide+xml"/>
  <Override PartName="/ppt/slideMasters/slideMaster426.xml" ContentType="application/vnd.openxmlformats-officedocument.presentationml.slideMaster+xml"/>
  <Override PartName="/ppt/slides/slide426.xml" ContentType="application/vnd.openxmlformats-officedocument.presentationml.slide+xml"/>
  <Override PartName="/ppt/slideMasters/slideMaster427.xml" ContentType="application/vnd.openxmlformats-officedocument.presentationml.slideMaster+xml"/>
  <Override PartName="/ppt/slides/slide427.xml" ContentType="application/vnd.openxmlformats-officedocument.presentationml.slide+xml"/>
  <Override PartName="/ppt/slideMasters/slideMaster428.xml" ContentType="application/vnd.openxmlformats-officedocument.presentationml.slideMaster+xml"/>
  <Override PartName="/ppt/slides/slide428.xml" ContentType="application/vnd.openxmlformats-officedocument.presentationml.slide+xml"/>
  <Override PartName="/ppt/slideMasters/slideMaster429.xml" ContentType="application/vnd.openxmlformats-officedocument.presentationml.slideMaster+xml"/>
  <Override PartName="/ppt/slides/slide429.xml" ContentType="application/vnd.openxmlformats-officedocument.presentationml.slide+xml"/>
  <Override PartName="/ppt/slideMasters/slideMaster430.xml" ContentType="application/vnd.openxmlformats-officedocument.presentationml.slideMaster+xml"/>
  <Override PartName="/ppt/slides/slide430.xml" ContentType="application/vnd.openxmlformats-officedocument.presentationml.slide+xml"/>
  <Override PartName="/ppt/slideMasters/slideMaster431.xml" ContentType="application/vnd.openxmlformats-officedocument.presentationml.slideMaster+xml"/>
  <Override PartName="/ppt/slides/slide431.xml" ContentType="application/vnd.openxmlformats-officedocument.presentationml.slide+xml"/>
  <Override PartName="/ppt/slideMasters/slideMaster432.xml" ContentType="application/vnd.openxmlformats-officedocument.presentationml.slideMaster+xml"/>
  <Override PartName="/ppt/slides/slide432.xml" ContentType="application/vnd.openxmlformats-officedocument.presentationml.slide+xml"/>
  <Override PartName="/ppt/slideMasters/slideMaster433.xml" ContentType="application/vnd.openxmlformats-officedocument.presentationml.slideMaster+xml"/>
  <Override PartName="/ppt/slides/slide433.xml" ContentType="application/vnd.openxmlformats-officedocument.presentationml.slide+xml"/>
  <Override PartName="/ppt/slideMasters/slideMaster434.xml" ContentType="application/vnd.openxmlformats-officedocument.presentationml.slideMaster+xml"/>
  <Override PartName="/ppt/slides/slide434.xml" ContentType="application/vnd.openxmlformats-officedocument.presentationml.slide+xml"/>
  <Override PartName="/ppt/slideMasters/slideMaster435.xml" ContentType="application/vnd.openxmlformats-officedocument.presentationml.slideMaster+xml"/>
  <Override PartName="/ppt/slides/slide435.xml" ContentType="application/vnd.openxmlformats-officedocument.presentationml.slide+xml"/>
  <Override PartName="/ppt/slideMasters/slideMaster436.xml" ContentType="application/vnd.openxmlformats-officedocument.presentationml.slideMaster+xml"/>
  <Override PartName="/ppt/slides/slide4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slide" Target="slides/slide406.xml"/><Relationship Id="rId408" Type="http://schemas.openxmlformats.org/officeDocument/2006/relationships/slide" Target="slides/slide407.xml"/><Relationship Id="rId409" Type="http://schemas.openxmlformats.org/officeDocument/2006/relationships/slide" Target="slides/slide408.xml"/><Relationship Id="rId410" Type="http://schemas.openxmlformats.org/officeDocument/2006/relationships/slide" Target="slides/slide409.xml"/><Relationship Id="rId411" Type="http://schemas.openxmlformats.org/officeDocument/2006/relationships/slide" Target="slides/slide410.xml"/><Relationship Id="rId412" Type="http://schemas.openxmlformats.org/officeDocument/2006/relationships/slide" Target="slides/slide411.xml"/><Relationship Id="rId413" Type="http://schemas.openxmlformats.org/officeDocument/2006/relationships/slide" Target="slides/slide412.xml"/><Relationship Id="rId414" Type="http://schemas.openxmlformats.org/officeDocument/2006/relationships/slide" Target="slides/slide413.xml"/><Relationship Id="rId415" Type="http://schemas.openxmlformats.org/officeDocument/2006/relationships/slide" Target="slides/slide414.xml"/><Relationship Id="rId416" Type="http://schemas.openxmlformats.org/officeDocument/2006/relationships/slide" Target="slides/slide415.xml"/><Relationship Id="rId417" Type="http://schemas.openxmlformats.org/officeDocument/2006/relationships/slide" Target="slides/slide416.xml"/><Relationship Id="rId418" Type="http://schemas.openxmlformats.org/officeDocument/2006/relationships/slide" Target="slides/slide417.xml"/><Relationship Id="rId419" Type="http://schemas.openxmlformats.org/officeDocument/2006/relationships/slide" Target="slides/slide418.xml"/><Relationship Id="rId420" Type="http://schemas.openxmlformats.org/officeDocument/2006/relationships/slide" Target="slides/slide419.xml"/><Relationship Id="rId421" Type="http://schemas.openxmlformats.org/officeDocument/2006/relationships/slide" Target="slides/slide420.xml"/><Relationship Id="rId422" Type="http://schemas.openxmlformats.org/officeDocument/2006/relationships/slide" Target="slides/slide421.xml"/><Relationship Id="rId423" Type="http://schemas.openxmlformats.org/officeDocument/2006/relationships/slide" Target="slides/slide422.xml"/><Relationship Id="rId424" Type="http://schemas.openxmlformats.org/officeDocument/2006/relationships/slide" Target="slides/slide423.xml"/><Relationship Id="rId425" Type="http://schemas.openxmlformats.org/officeDocument/2006/relationships/slide" Target="slides/slide424.xml"/><Relationship Id="rId426" Type="http://schemas.openxmlformats.org/officeDocument/2006/relationships/slide" Target="slides/slide425.xml"/><Relationship Id="rId427" Type="http://schemas.openxmlformats.org/officeDocument/2006/relationships/slide" Target="slides/slide426.xml"/><Relationship Id="rId428" Type="http://schemas.openxmlformats.org/officeDocument/2006/relationships/slide" Target="slides/slide427.xml"/><Relationship Id="rId429" Type="http://schemas.openxmlformats.org/officeDocument/2006/relationships/slide" Target="slides/slide428.xml"/><Relationship Id="rId430" Type="http://schemas.openxmlformats.org/officeDocument/2006/relationships/slide" Target="slides/slide429.xml"/><Relationship Id="rId431" Type="http://schemas.openxmlformats.org/officeDocument/2006/relationships/slide" Target="slides/slide430.xml"/><Relationship Id="rId432" Type="http://schemas.openxmlformats.org/officeDocument/2006/relationships/slide" Target="slides/slide431.xml"/><Relationship Id="rId433" Type="http://schemas.openxmlformats.org/officeDocument/2006/relationships/slide" Target="slides/slide432.xml"/><Relationship Id="rId434" Type="http://schemas.openxmlformats.org/officeDocument/2006/relationships/slide" Target="slides/slide433.xml"/><Relationship Id="rId435" Type="http://schemas.openxmlformats.org/officeDocument/2006/relationships/slide" Target="slides/slide434.xml"/><Relationship Id="rId436" Type="http://schemas.openxmlformats.org/officeDocument/2006/relationships/slide" Target="slides/slide435.xml"/><Relationship Id="rId437" Type="http://schemas.openxmlformats.org/officeDocument/2006/relationships/slide" Target="slides/slide436.xml"/><Relationship Id="rId438" Type="http://schemas.openxmlformats.org/officeDocument/2006/relationships/notesMaster" Target="notesMasters/notesMaster1.xml"/><Relationship Id="rId439" Type="http://schemas.openxmlformats.org/officeDocument/2006/relationships/presProps" Target="presProps.xml"/><Relationship Id="rId440" Type="http://schemas.openxmlformats.org/officeDocument/2006/relationships/viewProps" Target="viewProps.xml"/><Relationship Id="rId441" Type="http://schemas.openxmlformats.org/officeDocument/2006/relationships/theme" Target="theme/theme1.xml"/><Relationship Id="rId4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_rels/notesSlide4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6.xml"/>
		</Relationships>
</file>

<file path=ppt/notesSlides/_rels/notesSlide4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7.xml"/>
		</Relationships>
</file>

<file path=ppt/notesSlides/_rels/notesSlide4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8.xml"/>
		</Relationships>
</file>

<file path=ppt/notesSlides/_rels/notesSlide4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9.xml"/>
		</Relationships>
</file>

<file path=ppt/notesSlides/_rels/notesSlide4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0.xml"/>
		</Relationships>
</file>

<file path=ppt/notesSlides/_rels/notesSlide4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1.xml"/>
		</Relationships>
</file>

<file path=ppt/notesSlides/_rels/notesSlide4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2.xml"/>
		</Relationships>
</file>

<file path=ppt/notesSlides/_rels/notesSlide4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3.xml"/>
		</Relationships>
</file>

<file path=ppt/notesSlides/_rels/notesSlide4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4.xml"/>
		</Relationships>
</file>

<file path=ppt/notesSlides/_rels/notesSlide4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5.xml"/>
		</Relationships>
</file>

<file path=ppt/notesSlides/_rels/notesSlide4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6.xml"/>
		</Relationships>
</file>

<file path=ppt/notesSlides/_rels/notesSlide4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7.xml"/>
		</Relationships>
</file>

<file path=ppt/notesSlides/_rels/notesSlide4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8.xml"/>
		</Relationships>
</file>

<file path=ppt/notesSlides/_rels/notesSlide4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9.xml"/>
		</Relationships>
</file>

<file path=ppt/notesSlides/_rels/notesSlide4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0.xml"/>
		</Relationships>
</file>

<file path=ppt/notesSlides/_rels/notesSlide4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1.xml"/>
		</Relationships>
</file>

<file path=ppt/notesSlides/_rels/notesSlide4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2.xml"/>
		</Relationships>
</file>

<file path=ppt/notesSlides/_rels/notesSlide4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3.xml"/>
		</Relationships>
</file>

<file path=ppt/notesSlides/_rels/notesSlide4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4.xml"/>
		</Relationships>
</file>

<file path=ppt/notesSlides/_rels/notesSlide4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5.xml"/>
		</Relationships>
</file>

<file path=ppt/notesSlides/_rels/notesSlide4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6.xml"/>
		</Relationships>
</file>

<file path=ppt/notesSlides/_rels/notesSlide4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7.xml"/>
		</Relationships>
</file>

<file path=ppt/notesSlides/_rels/notesSlide4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8.xml"/>
		</Relationships>
</file>

<file path=ppt/notesSlides/_rels/notesSlide4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9.xml"/>
		</Relationships>
</file>

<file path=ppt/notesSlides/_rels/notesSlide4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0.xml"/>
		</Relationships>
</file>

<file path=ppt/notesSlides/_rels/notesSlide4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1.xml"/>
		</Relationships>
</file>

<file path=ppt/notesSlides/_rels/notesSlide4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2.xml"/>
		</Relationships>
</file>

<file path=ppt/notesSlides/_rels/notesSlide4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3.xml"/>
		</Relationships>
</file>

<file path=ppt/notesSlides/_rels/notesSlide4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4.xml"/>
		</Relationships>
</file>

<file path=ppt/notesSlides/_rels/notesSlide4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5.xml"/>
		</Relationships>
</file>

<file path=ppt/notesSlides/_rels/notesSlide4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972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436</Slides>
  <Notes>436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436</vt:i4>
      </vt:variant>
    </vt:vector>
  </HeadingPairs>
  <TitlesOfParts>
    <vt:vector size="4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  <vt:lpstr>Slide 406</vt:lpstr>
      <vt:lpstr>Slide 407</vt:lpstr>
      <vt:lpstr>Slide 408</vt:lpstr>
      <vt:lpstr>Slide 409</vt:lpstr>
      <vt:lpstr>Slide 410</vt:lpstr>
      <vt:lpstr>Slide 411</vt:lpstr>
      <vt:lpstr>Slide 412</vt:lpstr>
      <vt:lpstr>Slide 413</vt:lpstr>
      <vt:lpstr>Slide 414</vt:lpstr>
      <vt:lpstr>Slide 415</vt:lpstr>
      <vt:lpstr>Slide 416</vt:lpstr>
      <vt:lpstr>Slide 417</vt:lpstr>
      <vt:lpstr>Slide 418</vt:lpstr>
      <vt:lpstr>Slide 419</vt:lpstr>
      <vt:lpstr>Slide 420</vt:lpstr>
      <vt:lpstr>Slide 421</vt:lpstr>
      <vt:lpstr>Slide 422</vt:lpstr>
      <vt:lpstr>Slide 423</vt:lpstr>
      <vt:lpstr>Slide 424</vt:lpstr>
      <vt:lpstr>Slide 425</vt:lpstr>
      <vt:lpstr>Slide 426</vt:lpstr>
      <vt:lpstr>Slide 427</vt:lpstr>
      <vt:lpstr>Slide 428</vt:lpstr>
      <vt:lpstr>Slide 429</vt:lpstr>
      <vt:lpstr>Slide 430</vt:lpstr>
      <vt:lpstr>Slide 431</vt:lpstr>
      <vt:lpstr>Slide 432</vt:lpstr>
      <vt:lpstr>Slide 433</vt:lpstr>
      <vt:lpstr>Slide 434</vt:lpstr>
      <vt:lpstr>Slide 435</vt:lpstr>
      <vt:lpstr>Slide 436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Tanween-3-Dammatan</dc:title>
  <dc:subject>PptxGenJS Presentation</dc:subject>
  <dc:creator>PptxGenJS</dc:creator>
  <cp:lastModifiedBy>PptxGenJS</cp:lastModifiedBy>
  <cp:revision>1</cp:revision>
  <dcterms:created xsi:type="dcterms:W3CDTF">2026-10-10T05:12:20Z</dcterms:created>
  <dcterms:modified xsi:type="dcterms:W3CDTF">2026-10-10T05:12:20Z</dcterms:modified>
</cp:coreProperties>
</file>