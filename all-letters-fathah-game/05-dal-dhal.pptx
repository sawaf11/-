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Finished! Give the child a big cheer.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0.xml"/><Relationship Id="rIdLnk3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Lnk1" Type="http://schemas.openxmlformats.org/officeDocument/2006/relationships/slide" Target="slide32.xml"/><Relationship Id="rIdLnk2" Type="http://schemas.openxmlformats.org/officeDocument/2006/relationships/slide" Target="slide33.xml"/><Relationship Id="rIdLnk3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level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Lnk1" Type="http://schemas.openxmlformats.org/officeDocument/2006/relationships/slide" Target="slide45.xml"/><Relationship Id="rIdLnk2" Type="http://schemas.openxmlformats.org/officeDocument/2006/relationships/slide" Target="slide44.xml"/><Relationship Id="rIdLnk3" Type="http://schemas.openxmlformats.org/officeDocument/2006/relationships/slide" Target="slide4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Lnk1" Type="http://schemas.openxmlformats.org/officeDocument/2006/relationships/slide" Target="slide54.xml"/><Relationship Id="rIdLnk2" Type="http://schemas.openxmlformats.org/officeDocument/2006/relationships/slide" Target="slide54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level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16368" y="4846320"/>
            <a:ext cx="264592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728835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84071" y="4846320"/>
            <a:ext cx="396889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71560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51775" y="4846320"/>
            <a:ext cx="529185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702375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19479" y="4846320"/>
            <a:ext cx="661481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689146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87183" y="4846320"/>
            <a:ext cx="793777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67591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54887" y="4846320"/>
            <a:ext cx="926073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66268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22591" y="4846320"/>
            <a:ext cx="1058369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649457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D7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0" name="LINK1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6400" dirty="0"/>
          </a:p>
        </p:txBody>
      </p:sp>
      <p:sp>
        <p:nvSpPr>
          <p:cNvPr id="21" name="LINK1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6400" dirty="0"/>
          </a:p>
        </p:txBody>
      </p:sp>
      <p:sp>
        <p:nvSpPr>
          <p:cNvPr id="22" name="LINK1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622591" y="4846320"/>
            <a:ext cx="1058369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649457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622591" y="4846320"/>
            <a:ext cx="1058369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Game marker"/>
          <p:cNvSpPr/>
          <p:nvPr/>
        </p:nvSpPr>
        <p:spPr>
          <a:xfrm>
            <a:off x="649457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490294" y="4846320"/>
            <a:ext cx="1190666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36227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357998" y="4846320"/>
            <a:ext cx="1322962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2299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225702" y="4846320"/>
            <a:ext cx="1455258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0976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093406" y="4846320"/>
            <a:ext cx="1587554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9653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961110" y="4846320"/>
            <a:ext cx="1719850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83309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828814" y="4846320"/>
            <a:ext cx="1852146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70079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696517" y="4846320"/>
            <a:ext cx="1984443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5685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64221" y="4846320"/>
            <a:ext cx="2116739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54362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D7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0" name="LINK2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6400" dirty="0"/>
          </a:p>
        </p:txBody>
      </p:sp>
      <p:sp>
        <p:nvSpPr>
          <p:cNvPr id="21" name="LINK2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6400" dirty="0"/>
          </a:p>
        </p:txBody>
      </p:sp>
      <p:sp>
        <p:nvSpPr>
          <p:cNvPr id="22" name="LINK2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564221" y="4846320"/>
            <a:ext cx="2116739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54362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564221" y="4846320"/>
            <a:ext cx="2116739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Game marker"/>
          <p:cNvSpPr/>
          <p:nvPr/>
        </p:nvSpPr>
        <p:spPr>
          <a:xfrm>
            <a:off x="54362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431925" y="4846320"/>
            <a:ext cx="2249035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530390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299629" y="4846320"/>
            <a:ext cx="2381331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51716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167333" y="4846320"/>
            <a:ext cx="2513627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503931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035037" y="4846320"/>
            <a:ext cx="2645923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49070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902740" y="4846320"/>
            <a:ext cx="2778220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47747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770444" y="4846320"/>
            <a:ext cx="2910516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464242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4638148" y="4846320"/>
            <a:ext cx="3042812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marker"/>
          <p:cNvSpPr/>
          <p:nvPr/>
        </p:nvSpPr>
        <p:spPr>
          <a:xfrm>
            <a:off x="451013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505852" y="4846320"/>
            <a:ext cx="3175108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437783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D7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0" name="LINK3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ذَأَ</a:t>
            </a:r>
            <a:endParaRPr lang="ar-SA" sz="6400" dirty="0"/>
          </a:p>
        </p:txBody>
      </p:sp>
      <p:sp>
        <p:nvSpPr>
          <p:cNvPr id="21" name="LINK33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6400" dirty="0"/>
          </a:p>
        </p:txBody>
      </p:sp>
      <p:sp>
        <p:nvSpPr>
          <p:cNvPr id="22" name="LINK3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ذَبَ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4505852" y="4846320"/>
            <a:ext cx="3175108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437783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505852" y="4846320"/>
            <a:ext cx="3175108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Game marker"/>
          <p:cNvSpPr/>
          <p:nvPr/>
        </p:nvSpPr>
        <p:spPr>
          <a:xfrm>
            <a:off x="437783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3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3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400000">
            <a:off x="5619303" y="4553922"/>
            <a:ext cx="301278" cy="30127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1667282" y="4059228"/>
            <a:ext cx="306873" cy="30687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660000">
            <a:off x="6538455" y="1665269"/>
            <a:ext cx="324298" cy="32429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978867" y="3639635"/>
            <a:ext cx="339871" cy="339871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1260000">
            <a:off x="1139875" y="2247467"/>
            <a:ext cx="311713" cy="31171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120000">
            <a:off x="2583712" y="1799198"/>
            <a:ext cx="349410" cy="34941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140000">
            <a:off x="7228567" y="940997"/>
            <a:ext cx="196439" cy="1964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780000">
            <a:off x="8545944" y="2234945"/>
            <a:ext cx="316174" cy="316174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000000">
            <a:off x="7221936" y="1534153"/>
            <a:ext cx="272377" cy="272377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">
            <a:off x="3777383" y="4326648"/>
            <a:ext cx="251201" cy="251201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>
            <a:off x="2347747" y="766210"/>
            <a:ext cx="298744" cy="298744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780000">
            <a:off x="2643393" y="1414344"/>
            <a:ext cx="248639" cy="24863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7087581" y="2286911"/>
            <a:ext cx="272869" cy="27286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0">
            <a:off x="361717" y="2614780"/>
            <a:ext cx="254852" cy="25485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860000">
            <a:off x="4377758" y="4371079"/>
            <a:ext cx="205135" cy="20513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80000">
            <a:off x="7972525" y="2858292"/>
            <a:ext cx="167446" cy="16744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820000">
            <a:off x="7099354" y="3191929"/>
            <a:ext cx="221458" cy="221458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040000">
            <a:off x="8738756" y="2345981"/>
            <a:ext cx="202874" cy="202874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840000">
            <a:off x="924041" y="4283189"/>
            <a:ext cx="182185" cy="182185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500000">
            <a:off x="2200418" y="3714599"/>
            <a:ext cx="246864" cy="24686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940000">
            <a:off x="259805" y="1598376"/>
            <a:ext cx="307096" cy="307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3060000">
            <a:off x="7009777" y="4560170"/>
            <a:ext cx="283592" cy="2835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860000">
            <a:off x="2824194" y="207871"/>
            <a:ext cx="215726" cy="2157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920000">
            <a:off x="2293933" y="1636753"/>
            <a:ext cx="188479" cy="188479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940000">
            <a:off x="8516698" y="3257876"/>
            <a:ext cx="268822" cy="26882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7059322" y="1586615"/>
            <a:ext cx="260685" cy="26068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373556" y="4846320"/>
            <a:ext cx="3307404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42455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241260" y="4846320"/>
            <a:ext cx="3439700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41132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108963" y="4846320"/>
            <a:ext cx="3571997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398094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976667" y="4846320"/>
            <a:ext cx="3704293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384865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844371" y="4846320"/>
            <a:ext cx="3836589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37163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712075" y="4846320"/>
            <a:ext cx="3968885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358405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579779" y="4846320"/>
            <a:ext cx="4101181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345176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47483" y="4846320"/>
            <a:ext cx="4233477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3194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D7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3" name="LINK45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بَذَأَ</a:t>
            </a:r>
            <a:endParaRPr lang="ar-SA" sz="5400" dirty="0"/>
          </a:p>
        </p:txBody>
      </p:sp>
      <p:sp>
        <p:nvSpPr>
          <p:cNvPr id="24" name="LINK4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أَذَبَ</a:t>
            </a:r>
            <a:endParaRPr lang="ar-SA" sz="5400" dirty="0"/>
          </a:p>
        </p:txBody>
      </p:sp>
      <p:sp>
        <p:nvSpPr>
          <p:cNvPr id="25" name="LINK4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أَدَبَ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47483" y="4846320"/>
            <a:ext cx="4233477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3194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أَذَبَ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447483" y="4846320"/>
            <a:ext cx="4233477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Game marker"/>
          <p:cNvSpPr/>
          <p:nvPr/>
        </p:nvSpPr>
        <p:spPr>
          <a:xfrm>
            <a:off x="33194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4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4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315186" y="4846320"/>
            <a:ext cx="4365774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1871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182890" y="4846320"/>
            <a:ext cx="4498070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05487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050594" y="4846320"/>
            <a:ext cx="4630366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92257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918298" y="4846320"/>
            <a:ext cx="4762662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7902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786002" y="4846320"/>
            <a:ext cx="4894958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6579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653706" y="4846320"/>
            <a:ext cx="5027254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5256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21409" y="4846320"/>
            <a:ext cx="5159551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39339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89113" y="4846320"/>
            <a:ext cx="5291847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22610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D7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0" name="LINK5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ذَأَ</a:t>
            </a:r>
            <a:endParaRPr lang="ar-SA" sz="6400" dirty="0"/>
          </a:p>
        </p:txBody>
      </p:sp>
      <p:sp>
        <p:nvSpPr>
          <p:cNvPr id="21" name="LINK5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6400" dirty="0"/>
          </a:p>
        </p:txBody>
      </p:sp>
      <p:sp>
        <p:nvSpPr>
          <p:cNvPr id="22" name="LINK5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2389113" y="4846320"/>
            <a:ext cx="5291847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22610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389113" y="4846320"/>
            <a:ext cx="5291847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Game marker"/>
          <p:cNvSpPr/>
          <p:nvPr/>
        </p:nvSpPr>
        <p:spPr>
          <a:xfrm>
            <a:off x="22610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54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54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56817" y="4846320"/>
            <a:ext cx="5424143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21288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24521" y="4846320"/>
            <a:ext cx="5556439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19965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92225" y="4846320"/>
            <a:ext cx="5688735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186420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59929" y="4846320"/>
            <a:ext cx="5821031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17319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27632" y="4846320"/>
            <a:ext cx="5953328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159961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95336" y="4846320"/>
            <a:ext cx="6085624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14673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5585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5002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4441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33834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23251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13350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D7FB5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>
            <a:off x="1350696" y="4076901"/>
            <a:ext cx="233962" cy="23396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420000">
            <a:off x="1015147" y="757259"/>
            <a:ext cx="189080" cy="189080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260000">
            <a:off x="6800945" y="3300867"/>
            <a:ext cx="305931" cy="30593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1080000">
            <a:off x="2062307" y="2250225"/>
            <a:ext cx="350649" cy="350649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3540000">
            <a:off x="1002185" y="4071851"/>
            <a:ext cx="236177" cy="236177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480000">
            <a:off x="2117446" y="1278126"/>
            <a:ext cx="281656" cy="28165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362136" y="3396372"/>
            <a:ext cx="225957" cy="22595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860000">
            <a:off x="2653168" y="2484406"/>
            <a:ext cx="310932" cy="31093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60000">
            <a:off x="2518144" y="781191"/>
            <a:ext cx="319375" cy="319375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260000">
            <a:off x="1298010" y="2349916"/>
            <a:ext cx="257740" cy="25774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8202175" y="4269627"/>
            <a:ext cx="288281" cy="288281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440000">
            <a:off x="7793038" y="1368271"/>
            <a:ext cx="173173" cy="17317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1320000">
            <a:off x="8569592" y="323895"/>
            <a:ext cx="248191" cy="248191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420000">
            <a:off x="1657247" y="4124637"/>
            <a:ext cx="223904" cy="2239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680000">
            <a:off x="6351346" y="4532035"/>
            <a:ext cx="322259" cy="322259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20000">
            <a:off x="2824085" y="3620646"/>
            <a:ext cx="284979" cy="284979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340000">
            <a:off x="8007470" y="3453605"/>
            <a:ext cx="169649" cy="169649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3420000">
            <a:off x="2659403" y="3792366"/>
            <a:ext cx="311336" cy="311336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3240000">
            <a:off x="1918403" y="724110"/>
            <a:ext cx="209748" cy="209748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60000">
            <a:off x="7049099" y="1365067"/>
            <a:ext cx="229607" cy="229607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660000">
            <a:off x="6849351" y="3243047"/>
            <a:ext cx="306092" cy="3060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780000">
            <a:off x="7314819" y="3795987"/>
            <a:ext cx="318502" cy="31850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200000">
            <a:off x="1508096" y="556492"/>
            <a:ext cx="213828" cy="213828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240000">
            <a:off x="720912" y="1612567"/>
            <a:ext cx="290354" cy="29035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760000">
            <a:off x="1787711" y="366804"/>
            <a:ext cx="215331" cy="21533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220000">
            <a:off x="7139178" y="2101617"/>
            <a:ext cx="293238" cy="29323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1260 confetti 27"/>
          <p:cNvSpPr/>
          <p:nvPr/>
        </p:nvSpPr>
        <p:spPr>
          <a:xfrm rot="3540000">
            <a:off x="6849595" y="2039861"/>
            <a:ext cx="173373" cy="173373"/>
          </a:xfrm>
          <a:prstGeom prst="rec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9" name="G1295 confetti 28"/>
          <p:cNvSpPr/>
          <p:nvPr/>
        </p:nvSpPr>
        <p:spPr>
          <a:xfrm rot="660000">
            <a:off x="7026649" y="3691848"/>
            <a:ext cx="211788" cy="211788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1330 confetti 29"/>
          <p:cNvSpPr/>
          <p:nvPr/>
        </p:nvSpPr>
        <p:spPr>
          <a:xfrm rot="2460000">
            <a:off x="8531370" y="3142517"/>
            <a:ext cx="260516" cy="260516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1" name="G1365 confetti 30"/>
          <p:cNvSpPr/>
          <p:nvPr/>
        </p:nvSpPr>
        <p:spPr>
          <a:xfrm rot="540000">
            <a:off x="2653537" y="1328361"/>
            <a:ext cx="174420" cy="174420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G1400 confetti 31"/>
          <p:cNvSpPr/>
          <p:nvPr/>
        </p:nvSpPr>
        <p:spPr>
          <a:xfrm>
            <a:off x="7517703" y="2353607"/>
            <a:ext cx="230170" cy="230170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43" name="G1435 confetti 32"/>
          <p:cNvSpPr/>
          <p:nvPr/>
        </p:nvSpPr>
        <p:spPr>
          <a:xfrm rot="2100000">
            <a:off x="1060841" y="4487427"/>
            <a:ext cx="326270" cy="32627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44" name="G1470 confetti 33"/>
          <p:cNvSpPr/>
          <p:nvPr/>
        </p:nvSpPr>
        <p:spPr>
          <a:xfrm rot="2940000">
            <a:off x="8578540" y="3662394"/>
            <a:ext cx="309690" cy="30969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5" name="G1505 confetti 34"/>
          <p:cNvSpPr/>
          <p:nvPr/>
        </p:nvSpPr>
        <p:spPr>
          <a:xfrm rot="480000">
            <a:off x="8630281" y="3027527"/>
            <a:ext cx="299322" cy="299322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6" name="G1540 confetti 35"/>
          <p:cNvSpPr/>
          <p:nvPr/>
        </p:nvSpPr>
        <p:spPr>
          <a:xfrm rot="1740000">
            <a:off x="7008487" y="1744311"/>
            <a:ext cx="298820" cy="2988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G1575 confetti 36"/>
          <p:cNvSpPr/>
          <p:nvPr/>
        </p:nvSpPr>
        <p:spPr>
          <a:xfrm rot="2400000">
            <a:off x="7973219" y="2220479"/>
            <a:ext cx="171127" cy="171127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8" name="G1610 confetti 37"/>
          <p:cNvSpPr/>
          <p:nvPr/>
        </p:nvSpPr>
        <p:spPr>
          <a:xfrm rot="1440000">
            <a:off x="1209644" y="855969"/>
            <a:ext cx="364335" cy="364335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9" name="G1645 confetti 38"/>
          <p:cNvSpPr/>
          <p:nvPr/>
        </p:nvSpPr>
        <p:spPr>
          <a:xfrm rot="3480000">
            <a:off x="8132123" y="2109061"/>
            <a:ext cx="291285" cy="291285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50" name="G1680 confetti 39"/>
          <p:cNvSpPr/>
          <p:nvPr/>
        </p:nvSpPr>
        <p:spPr>
          <a:xfrm rot="780000">
            <a:off x="6954836" y="3592554"/>
            <a:ext cx="241022" cy="241022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51" name="G1715 confetti 40"/>
          <p:cNvSpPr/>
          <p:nvPr/>
        </p:nvSpPr>
        <p:spPr>
          <a:xfrm rot="3000000">
            <a:off x="6412577" y="433770"/>
            <a:ext cx="169794" cy="169794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52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5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56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7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71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4" grpId="0" animBg="1"/>
      <p:bldP spid="55" grpId="0" animBg="1"/>
      <p:bldP spid="5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 05-dal-dhal</dc:title>
  <dc:subject>PptxGenJS Presentation</dc:subject>
  <dc:creator>PptxGenJS</dc:creator>
  <cp:lastModifiedBy>PptxGenJS</cp:lastModifiedBy>
  <cp:revision>1</cp:revision>
  <dcterms:created xsi:type="dcterms:W3CDTF">2026-10-10T23:17:16Z</dcterms:created>
  <dcterms:modified xsi:type="dcterms:W3CDTF">2026-10-10T23:17:16Z</dcterms:modified>
</cp:coreProperties>
</file>