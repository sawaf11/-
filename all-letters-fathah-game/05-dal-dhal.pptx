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Level up! Celebrate before the next set of letters.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GAME TIME: ask the child to read the equation, then tap the answer they think is right. Right answer = celebration slide. Wrong answer = a hidden try-again slide (only reachable by tapping a wrong answer); tap the green button to try again.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Hidden try-again slide: only shown after a wrong answer. Tap the green button to go back to the question.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Finished! Give the child a big cheer.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Lnk1" Type="http://schemas.openxmlformats.org/officeDocument/2006/relationships/slide" Target="slide11.xml"/><Relationship Id="rIdLnk2" Type="http://schemas.openxmlformats.org/officeDocument/2006/relationships/slide" Target="slide10.xml"/><Relationship Id="rIdLnk3" Type="http://schemas.openxmlformats.org/officeDocument/2006/relationships/slide" Target="slide1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Lnk1" Type="http://schemas.openxmlformats.org/officeDocument/2006/relationships/slide" Target="slide9.xml"/><Relationship Id="rIdLnk2" Type="http://schemas.openxmlformats.org/officeDocument/2006/relationships/slide" Target="slide9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Lnk1" Type="http://schemas.openxmlformats.org/officeDocument/2006/relationships/slide" Target="slide22.xml"/><Relationship Id="rIdLnk2" Type="http://schemas.openxmlformats.org/officeDocument/2006/relationships/slide" Target="slide22.xml"/><Relationship Id="rIdLnk3" Type="http://schemas.openxmlformats.org/officeDocument/2006/relationships/slide" Target="slide2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Lnk1" Type="http://schemas.openxmlformats.org/officeDocument/2006/relationships/slide" Target="slide20.xml"/><Relationship Id="rIdLnk2" Type="http://schemas.openxmlformats.org/officeDocument/2006/relationships/slide" Target="slide20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Lnk1" Type="http://schemas.openxmlformats.org/officeDocument/2006/relationships/slide" Target="slide32.xml"/><Relationship Id="rIdLnk2" Type="http://schemas.openxmlformats.org/officeDocument/2006/relationships/slide" Target="slide33.xml"/><Relationship Id="rIdLnk3" Type="http://schemas.openxmlformats.org/officeDocument/2006/relationships/slide" Target="slide33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Lnk1" Type="http://schemas.openxmlformats.org/officeDocument/2006/relationships/slide" Target="slide31.xml"/><Relationship Id="rIdLnk2" Type="http://schemas.openxmlformats.org/officeDocument/2006/relationships/slide" Target="slide31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Snd1" Type="http://schemas.openxmlformats.org/officeDocument/2006/relationships/audio" Target="../media/level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Lnk1" Type="http://schemas.openxmlformats.org/officeDocument/2006/relationships/slide" Target="slide45.xml"/><Relationship Id="rIdLnk2" Type="http://schemas.openxmlformats.org/officeDocument/2006/relationships/slide" Target="slide44.xml"/><Relationship Id="rIdLnk3" Type="http://schemas.openxmlformats.org/officeDocument/2006/relationships/slide" Target="slide45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Lnk1" Type="http://schemas.openxmlformats.org/officeDocument/2006/relationships/slide" Target="slide43.xml"/><Relationship Id="rIdLnk2" Type="http://schemas.openxmlformats.org/officeDocument/2006/relationships/slide" Target="slide43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pluck3.wav"/><Relationship Id="rIdSnd7" Type="http://schemas.openxmlformats.org/officeDocument/2006/relationships/audio" Target="../media/bell3.wav"/><Relationship Id="rIdSnd8" Type="http://schemas.openxmlformats.org/officeDocument/2006/relationships/audio" Target="../media/whoosh.wav"/><Relationship Id="rIdSnd9" Type="http://schemas.openxmlformats.org/officeDocument/2006/relationships/audio" Target="../media/win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Lnk1" Type="http://schemas.openxmlformats.org/officeDocument/2006/relationships/slide" Target="slide56.xml"/><Relationship Id="rIdLnk2" Type="http://schemas.openxmlformats.org/officeDocument/2006/relationships/slide" Target="slide56.xml"/><Relationship Id="rIdLnk3" Type="http://schemas.openxmlformats.org/officeDocument/2006/relationships/slide" Target="slide55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Snd1" Type="http://schemas.openxmlformats.org/officeDocument/2006/relationships/audio" Target="../media/win.wav"/><Relationship Id="rIdSnd2" Type="http://schemas.openxmlformats.org/officeDocument/2006/relationships/audio" Target="../media/bell1.wav"/><Relationship Id="rIdSnd3" Type="http://schemas.openxmlformats.org/officeDocument/2006/relationships/audio" Target="../media/bell2.wav"/><Relationship Id="rIdSnd4" Type="http://schemas.openxmlformats.org/officeDocument/2006/relationships/audio" Target="../media/bell3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Lnk1" Type="http://schemas.openxmlformats.org/officeDocument/2006/relationships/slide" Target="slide54.xml"/><Relationship Id="rIdLnk2" Type="http://schemas.openxmlformats.org/officeDocument/2006/relationships/slide" Target="slide54.xml"/><Relationship Id="rIdSnd1" Type="http://schemas.openxmlformats.org/officeDocument/2006/relationships/audio" Target="../media/oops.wav"/><Relationship Id="rIdSnd2" Type="http://schemas.openxmlformats.org/officeDocument/2006/relationships/audio" Target="../media/pluck1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Snd1" Type="http://schemas.openxmlformats.org/officeDocument/2006/relationships/audio" Target="../media/pluck1.wav"/><Relationship Id="rIdSnd2" Type="http://schemas.openxmlformats.org/officeDocument/2006/relationships/audio" Target="../media/bell1.wav"/><Relationship Id="rIdSnd3" Type="http://schemas.openxmlformats.org/officeDocument/2006/relationships/audio" Target="../media/bloop.wav"/><Relationship Id="rIdSnd4" Type="http://schemas.openxmlformats.org/officeDocument/2006/relationships/audio" Target="../media/pluck2.wav"/><Relationship Id="rIdSnd5" Type="http://schemas.openxmlformats.org/officeDocument/2006/relationships/audio" Target="../media/bell2.wav"/><Relationship Id="rIdSnd6" Type="http://schemas.openxmlformats.org/officeDocument/2006/relationships/audio" Target="../media/whoosh.wav"/><Relationship Id="rIdSnd7" Type="http://schemas.openxmlformats.org/officeDocument/2006/relationships/audio" Target="../media/win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Snd1" Type="http://schemas.openxmlformats.org/officeDocument/2006/relationships/audio" Target="../media/level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7534656" y="4846320"/>
            <a:ext cx="146304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marker"/>
          <p:cNvSpPr/>
          <p:nvPr/>
        </p:nvSpPr>
        <p:spPr>
          <a:xfrm>
            <a:off x="74066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416368" y="4846320"/>
            <a:ext cx="264592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728835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284071" y="4846320"/>
            <a:ext cx="396889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71560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151775" y="4846320"/>
            <a:ext cx="529185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702375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7019479" y="4846320"/>
            <a:ext cx="661481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68914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887183" y="4846320"/>
            <a:ext cx="793777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67591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754887" y="4846320"/>
            <a:ext cx="926073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662687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6622591" y="4846320"/>
            <a:ext cx="1058369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64945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D7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0" name="LINK11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endParaRPr lang="ar-SA" sz="6400" dirty="0"/>
          </a:p>
        </p:txBody>
      </p:sp>
      <p:sp>
        <p:nvSpPr>
          <p:cNvPr id="21" name="LINK10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</a:t>
            </a:r>
            <a:endParaRPr lang="ar-SA" sz="6400" dirty="0"/>
          </a:p>
        </p:txBody>
      </p:sp>
      <p:sp>
        <p:nvSpPr>
          <p:cNvPr id="22" name="LINK1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دَجَ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6622591" y="4846320"/>
            <a:ext cx="1058369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64945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دَخَ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6622591" y="4846320"/>
            <a:ext cx="1058369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Game marker"/>
          <p:cNvSpPr/>
          <p:nvPr/>
        </p:nvSpPr>
        <p:spPr>
          <a:xfrm>
            <a:off x="649457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9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9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490294" y="4846320"/>
            <a:ext cx="1190666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36227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357998" y="4846320"/>
            <a:ext cx="1322962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2299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225702" y="4846320"/>
            <a:ext cx="1455258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60976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6093406" y="4846320"/>
            <a:ext cx="1587554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9653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961110" y="4846320"/>
            <a:ext cx="1719850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83309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828814" y="4846320"/>
            <a:ext cx="1852146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70079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5696517" y="4846320"/>
            <a:ext cx="1984443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55685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564221" y="4846320"/>
            <a:ext cx="2116739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54362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D7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0" name="LINK2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دَأَ</a:t>
            </a:r>
            <a:endParaRPr lang="ar-SA" sz="6400" dirty="0"/>
          </a:p>
        </p:txBody>
      </p:sp>
      <p:sp>
        <p:nvSpPr>
          <p:cNvPr id="21" name="LINK22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endParaRPr lang="ar-SA" sz="6400" dirty="0"/>
          </a:p>
        </p:txBody>
      </p:sp>
      <p:sp>
        <p:nvSpPr>
          <p:cNvPr id="22" name="LINK21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5564221" y="4846320"/>
            <a:ext cx="2116739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54362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5564221" y="4846320"/>
            <a:ext cx="2116739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Game marker"/>
          <p:cNvSpPr/>
          <p:nvPr/>
        </p:nvSpPr>
        <p:spPr>
          <a:xfrm>
            <a:off x="54362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2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20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20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431925" y="4846320"/>
            <a:ext cx="2249035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53039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299629" y="4846320"/>
            <a:ext cx="2381331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51716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167333" y="4846320"/>
            <a:ext cx="2513627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503931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5035037" y="4846320"/>
            <a:ext cx="2645923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490702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902740" y="4846320"/>
            <a:ext cx="2778220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47747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770444" y="4846320"/>
            <a:ext cx="2910516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464242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3017520" y="1005840"/>
            <a:ext cx="3108960" cy="31089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3A8FD9"/>
            </a:solidFill>
            <a:prstDash val="solid"/>
          </a:ln>
        </p:spPr>
      </p:sp>
      <p:sp>
        <p:nvSpPr>
          <p:cNvPr id="13" name="S01 L1 letter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19000" dirty="0"/>
          </a:p>
        </p:txBody>
      </p:sp>
      <p:sp>
        <p:nvSpPr>
          <p:cNvPr id="14" name="S02 F1 mark"/>
          <p:cNvSpPr txBox="1"/>
          <p:nvPr/>
        </p:nvSpPr>
        <p:spPr>
          <a:xfrm>
            <a:off x="3017520" y="1005840"/>
            <a:ext cx="3108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19000" dirty="0"/>
          </a:p>
        </p:txBody>
      </p:sp>
      <p:sp>
        <p:nvSpPr>
          <p:cNvPr id="15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Game progress"/>
          <p:cNvSpPr/>
          <p:nvPr/>
        </p:nvSpPr>
        <p:spPr>
          <a:xfrm>
            <a:off x="4638148" y="4846320"/>
            <a:ext cx="3042812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7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8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0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marker"/>
          <p:cNvSpPr/>
          <p:nvPr/>
        </p:nvSpPr>
        <p:spPr>
          <a:xfrm>
            <a:off x="451013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4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ذَأَ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505852" y="4846320"/>
            <a:ext cx="3175108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437783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D7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0" name="LINK32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ذَأَ</a:t>
            </a:r>
            <a:endParaRPr lang="ar-SA" sz="6400" dirty="0"/>
          </a:p>
        </p:txBody>
      </p:sp>
      <p:sp>
        <p:nvSpPr>
          <p:cNvPr id="21" name="LINK33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</a:t>
            </a:r>
            <a:endParaRPr lang="ar-SA" sz="6400" dirty="0"/>
          </a:p>
        </p:txBody>
      </p:sp>
      <p:sp>
        <p:nvSpPr>
          <p:cNvPr id="22" name="LINK33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ذَبَ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4505852" y="4846320"/>
            <a:ext cx="3175108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437783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ذَأَ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4505852" y="4846320"/>
            <a:ext cx="3175108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Game marker"/>
          <p:cNvSpPr/>
          <p:nvPr/>
        </p:nvSpPr>
        <p:spPr>
          <a:xfrm>
            <a:off x="437783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3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31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31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 rot="2400000">
            <a:off x="5619303" y="4553922"/>
            <a:ext cx="301278" cy="301278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2940000">
            <a:off x="1667282" y="4059228"/>
            <a:ext cx="306873" cy="306873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660000">
            <a:off x="6538455" y="1665269"/>
            <a:ext cx="324298" cy="324298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3000000">
            <a:off x="1978867" y="3639635"/>
            <a:ext cx="339871" cy="339871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1260000">
            <a:off x="1139875" y="2247467"/>
            <a:ext cx="311713" cy="311713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120000">
            <a:off x="2583712" y="1799198"/>
            <a:ext cx="349410" cy="349410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1140000">
            <a:off x="7228567" y="940997"/>
            <a:ext cx="196439" cy="196439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780000">
            <a:off x="8545944" y="2234945"/>
            <a:ext cx="316174" cy="316174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3000000">
            <a:off x="7221936" y="1534153"/>
            <a:ext cx="272377" cy="272377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60000">
            <a:off x="3777383" y="4326648"/>
            <a:ext cx="251201" cy="251201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>
            <a:off x="2347747" y="766210"/>
            <a:ext cx="298744" cy="298744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780000">
            <a:off x="2643393" y="1414344"/>
            <a:ext cx="248639" cy="248639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3000000">
            <a:off x="7087581" y="2286911"/>
            <a:ext cx="272869" cy="272869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1800000">
            <a:off x="361717" y="2614780"/>
            <a:ext cx="254852" cy="25485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860000">
            <a:off x="4377758" y="4371079"/>
            <a:ext cx="205135" cy="205135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80000">
            <a:off x="7972525" y="2858292"/>
            <a:ext cx="167446" cy="167446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820000">
            <a:off x="7099354" y="3191929"/>
            <a:ext cx="221458" cy="221458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2040000">
            <a:off x="8738756" y="2345981"/>
            <a:ext cx="202874" cy="202874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840000">
            <a:off x="924041" y="4283189"/>
            <a:ext cx="182185" cy="182185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1500000">
            <a:off x="2200418" y="3714599"/>
            <a:ext cx="246864" cy="246864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2940000">
            <a:off x="259805" y="1598376"/>
            <a:ext cx="307096" cy="307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3060000">
            <a:off x="7009777" y="4560170"/>
            <a:ext cx="283592" cy="28359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860000">
            <a:off x="2824194" y="207871"/>
            <a:ext cx="215726" cy="215726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1920000">
            <a:off x="2293933" y="1636753"/>
            <a:ext cx="188479" cy="188479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940000">
            <a:off x="8516698" y="3257876"/>
            <a:ext cx="268822" cy="268822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1680000">
            <a:off x="7059322" y="1586615"/>
            <a:ext cx="260685" cy="260685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39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40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41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42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43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  <p:bldP spid="39" grpId="0" animBg="1"/>
      <p:bldP spid="40" grpId="0" animBg="1"/>
      <p:bldP spid="41" grpId="0" animBg="1"/>
      <p:bldP spid="42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ذَبَ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373556" y="4846320"/>
            <a:ext cx="3307404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424554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ذَتَ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241260" y="4846320"/>
            <a:ext cx="3439700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411324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ذَثَ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4108963" y="4846320"/>
            <a:ext cx="3571997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398094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ذَجَ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976667" y="4846320"/>
            <a:ext cx="3704293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384865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ذَحَ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844371" y="4846320"/>
            <a:ext cx="3836589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371635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ذَخَ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712075" y="4846320"/>
            <a:ext cx="3968885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358405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ذَدَ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3579779" y="4846320"/>
            <a:ext cx="4101181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345176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أَذَبَ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47483" y="4846320"/>
            <a:ext cx="4233477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3194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14300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Question panel"/>
          <p:cNvSpPr/>
          <p:nvPr/>
        </p:nvSpPr>
        <p:spPr>
          <a:xfrm>
            <a:off x="594360" y="86868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6" name="Question mark"/>
          <p:cNvSpPr txBox="1"/>
          <p:nvPr/>
        </p:nvSpPr>
        <p:spPr>
          <a:xfrm>
            <a:off x="594360" y="86868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D7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7" name="Letter 1"/>
          <p:cNvSpPr txBox="1"/>
          <p:nvPr/>
        </p:nvSpPr>
        <p:spPr>
          <a:xfrm>
            <a:off x="726948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18" name="Plus 1"/>
          <p:cNvSpPr/>
          <p:nvPr/>
        </p:nvSpPr>
        <p:spPr>
          <a:xfrm>
            <a:off x="6844284" y="160934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Letter 2"/>
          <p:cNvSpPr txBox="1"/>
          <p:nvPr/>
        </p:nvSpPr>
        <p:spPr>
          <a:xfrm>
            <a:off x="548640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0" name="Plus 2"/>
          <p:cNvSpPr/>
          <p:nvPr/>
        </p:nvSpPr>
        <p:spPr>
          <a:xfrm>
            <a:off x="5061204" y="160934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1" name="Letter 3"/>
          <p:cNvSpPr txBox="1"/>
          <p:nvPr/>
        </p:nvSpPr>
        <p:spPr>
          <a:xfrm>
            <a:off x="3703320" y="114300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22" name="Arrow"/>
          <p:cNvSpPr/>
          <p:nvPr/>
        </p:nvSpPr>
        <p:spPr>
          <a:xfrm>
            <a:off x="3040380" y="152704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3" name="LINK45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بَذَأَ</a:t>
            </a:r>
            <a:endParaRPr lang="ar-SA" sz="5400" dirty="0"/>
          </a:p>
        </p:txBody>
      </p:sp>
      <p:sp>
        <p:nvSpPr>
          <p:cNvPr id="24" name="LINK44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أَذَبَ</a:t>
            </a:r>
            <a:endParaRPr lang="ar-SA" sz="5400" dirty="0"/>
          </a:p>
        </p:txBody>
      </p:sp>
      <p:sp>
        <p:nvSpPr>
          <p:cNvPr id="25" name="LINK4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أَدَبَ</a:t>
            </a:r>
            <a:endParaRPr lang="ar-SA" sz="54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447483" y="4846320"/>
            <a:ext cx="4233477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3194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أَذَبَ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3447483" y="4846320"/>
            <a:ext cx="4233477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Game marker"/>
          <p:cNvSpPr/>
          <p:nvPr/>
        </p:nvSpPr>
        <p:spPr>
          <a:xfrm>
            <a:off x="331946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4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43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43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بَذَتَ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315186" y="4846320"/>
            <a:ext cx="4365774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18717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تَذَثَ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182890" y="4846320"/>
            <a:ext cx="4498070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305487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ثَذَجَ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3050594" y="4846320"/>
            <a:ext cx="4630366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922578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جَذَحَ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918298" y="4846320"/>
            <a:ext cx="4762662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790282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حَذَخَ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786002" y="4846320"/>
            <a:ext cx="4894958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65798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خَذَدَ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653706" y="4846320"/>
            <a:ext cx="5027254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52569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920240"/>
            <a:ext cx="1280160" cy="12801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94360" y="1645920"/>
            <a:ext cx="233172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S01 L1 letter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6600" dirty="0"/>
          </a:p>
        </p:txBody>
      </p:sp>
      <p:sp>
        <p:nvSpPr>
          <p:cNvPr id="17" name="S02 F1 mark"/>
          <p:cNvSpPr txBox="1"/>
          <p:nvPr/>
        </p:nvSpPr>
        <p:spPr>
          <a:xfrm>
            <a:off x="726948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6600" dirty="0"/>
          </a:p>
        </p:txBody>
      </p:sp>
      <p:sp>
        <p:nvSpPr>
          <p:cNvPr id="18" name="S03 P1 plus"/>
          <p:cNvSpPr/>
          <p:nvPr/>
        </p:nvSpPr>
        <p:spPr>
          <a:xfrm>
            <a:off x="684428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9" name="S04 L2 letter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6600" dirty="0"/>
          </a:p>
        </p:txBody>
      </p:sp>
      <p:sp>
        <p:nvSpPr>
          <p:cNvPr id="20" name="S05 F2 mark"/>
          <p:cNvSpPr txBox="1"/>
          <p:nvPr/>
        </p:nvSpPr>
        <p:spPr>
          <a:xfrm>
            <a:off x="548640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6600" dirty="0"/>
          </a:p>
        </p:txBody>
      </p:sp>
      <p:sp>
        <p:nvSpPr>
          <p:cNvPr id="21" name="S06 P2 plus"/>
          <p:cNvSpPr/>
          <p:nvPr/>
        </p:nvSpPr>
        <p:spPr>
          <a:xfrm>
            <a:off x="5061204" y="2386584"/>
            <a:ext cx="347472" cy="347472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22" name="S07 L3 letter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600" dirty="0"/>
          </a:p>
        </p:txBody>
      </p:sp>
      <p:sp>
        <p:nvSpPr>
          <p:cNvPr id="23" name="S08 F3 mark"/>
          <p:cNvSpPr txBox="1"/>
          <p:nvPr/>
        </p:nvSpPr>
        <p:spPr>
          <a:xfrm>
            <a:off x="3703320" y="1920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6600" dirty="0"/>
          </a:p>
        </p:txBody>
      </p:sp>
      <p:sp>
        <p:nvSpPr>
          <p:cNvPr id="24" name="S0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S10 R result"/>
          <p:cNvSpPr txBox="1"/>
          <p:nvPr/>
        </p:nvSpPr>
        <p:spPr>
          <a:xfrm>
            <a:off x="594360" y="1645920"/>
            <a:ext cx="23317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دَذَأَ</a:t>
            </a:r>
            <a:endParaRPr lang="ar-SA" sz="7200" dirty="0"/>
          </a:p>
        </p:txBody>
      </p:sp>
      <p:sp>
        <p:nvSpPr>
          <p:cNvPr id="26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Game progress"/>
          <p:cNvSpPr/>
          <p:nvPr/>
        </p:nvSpPr>
        <p:spPr>
          <a:xfrm>
            <a:off x="2521409" y="4846320"/>
            <a:ext cx="5159551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1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2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3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Game marker"/>
          <p:cNvSpPr/>
          <p:nvPr/>
        </p:nvSpPr>
        <p:spPr>
          <a:xfrm>
            <a:off x="239339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pluck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8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9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8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10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9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18" grpId="0" animBg="1"/>
      <p:bldP spid="19" grpId="0"/>
      <p:bldP spid="20" grpId="0"/>
      <p:bldP spid="21" grpId="0" animBg="1"/>
      <p:bldP spid="22" grpId="0"/>
      <p:bldP spid="23" grpId="0"/>
      <p:bldP spid="24" grpId="0" animBg="1"/>
      <p:bldP spid="25" grpId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389113" y="4846320"/>
            <a:ext cx="5291847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22610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91440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Question panel"/>
          <p:cNvSpPr/>
          <p:nvPr/>
        </p:nvSpPr>
        <p:spPr>
          <a:xfrm>
            <a:off x="685800" y="77724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dash"/>
          </a:ln>
        </p:spPr>
      </p:sp>
      <p:sp>
        <p:nvSpPr>
          <p:cNvPr id="15" name="Question mark"/>
          <p:cNvSpPr txBox="1"/>
          <p:nvPr/>
        </p:nvSpPr>
        <p:spPr>
          <a:xfrm>
            <a:off x="685800" y="7772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1000" dirty="0">
                <a:solidFill>
                  <a:srgbClr val="1D7FB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؟</a:t>
            </a:r>
            <a:endParaRPr lang="ar-SA" sz="11000" dirty="0"/>
          </a:p>
        </p:txBody>
      </p:sp>
      <p:sp>
        <p:nvSpPr>
          <p:cNvPr id="16" name="Letter 1"/>
          <p:cNvSpPr txBox="1"/>
          <p:nvPr/>
        </p:nvSpPr>
        <p:spPr>
          <a:xfrm>
            <a:off x="672084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</a:t>
            </a:r>
            <a:endParaRPr lang="ar-SA" sz="9000" dirty="0"/>
          </a:p>
        </p:txBody>
      </p:sp>
      <p:sp>
        <p:nvSpPr>
          <p:cNvPr id="17" name="Plus 1"/>
          <p:cNvSpPr/>
          <p:nvPr/>
        </p:nvSpPr>
        <p:spPr>
          <a:xfrm>
            <a:off x="6195060" y="157734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Letter 2"/>
          <p:cNvSpPr txBox="1"/>
          <p:nvPr/>
        </p:nvSpPr>
        <p:spPr>
          <a:xfrm>
            <a:off x="4343400" y="9144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19" name="Arrow"/>
          <p:cNvSpPr/>
          <p:nvPr/>
        </p:nvSpPr>
        <p:spPr>
          <a:xfrm>
            <a:off x="3566160" y="152704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0" name="LINK56 answer 1">
            <a:hlinkClick r:id="rIdLnk1" action="ppaction://hlinksldjump"/>
          </p:cNvPr>
          <p:cNvSpPr/>
          <p:nvPr/>
        </p:nvSpPr>
        <p:spPr>
          <a:xfrm>
            <a:off x="5829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E8604C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ذَأَ</a:t>
            </a:r>
            <a:endParaRPr lang="ar-SA" sz="6400" dirty="0"/>
          </a:p>
        </p:txBody>
      </p:sp>
      <p:sp>
        <p:nvSpPr>
          <p:cNvPr id="21" name="LINK56 answer 2">
            <a:hlinkClick r:id="rIdLnk2" action="ppaction://hlinksldjump"/>
          </p:cNvPr>
          <p:cNvSpPr/>
          <p:nvPr/>
        </p:nvSpPr>
        <p:spPr>
          <a:xfrm>
            <a:off x="3543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3A8FD9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أَدَ</a:t>
            </a:r>
            <a:endParaRPr lang="ar-SA" sz="6400" dirty="0"/>
          </a:p>
        </p:txBody>
      </p:sp>
      <p:sp>
        <p:nvSpPr>
          <p:cNvPr id="22" name="LINK55 answer 3">
            <a:hlinkClick r:id="rIdLnk3" action="ppaction://hlinksldjump"/>
          </p:cNvPr>
          <p:cNvSpPr/>
          <p:nvPr/>
        </p:nvSpPr>
        <p:spPr>
          <a:xfrm>
            <a:off x="1257300" y="3246120"/>
            <a:ext cx="2057400" cy="11430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76200">
            <a:solidFill>
              <a:srgbClr val="2FB57A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</a:t>
            </a:r>
            <a:endParaRPr lang="ar-SA" sz="6400" dirty="0"/>
          </a:p>
        </p:txBody>
      </p:sp>
      <p:sp>
        <p:nvSpPr>
          <p:cNvPr id="23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Game progress"/>
          <p:cNvSpPr/>
          <p:nvPr/>
        </p:nvSpPr>
        <p:spPr>
          <a:xfrm>
            <a:off x="2389113" y="4846320"/>
            <a:ext cx="5291847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30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Game marker"/>
          <p:cNvSpPr/>
          <p:nvPr/>
        </p:nvSpPr>
        <p:spPr>
          <a:xfrm>
            <a:off x="22610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G0500 star1"/>
          <p:cNvSpPr/>
          <p:nvPr/>
        </p:nvSpPr>
        <p:spPr>
          <a:xfrm>
            <a:off x="306324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3" name="G0780 star2"/>
          <p:cNvSpPr/>
          <p:nvPr/>
        </p:nvSpPr>
        <p:spPr>
          <a:xfrm>
            <a:off x="411480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4" name="G1060 star3"/>
          <p:cNvSpPr/>
          <p:nvPr/>
        </p:nvSpPr>
        <p:spPr>
          <a:xfrm>
            <a:off x="5166360" y="274320"/>
            <a:ext cx="822960" cy="822960"/>
          </a:xfrm>
          <a:prstGeom prst="star5">
            <a:avLst/>
          </a:prstGeom>
          <a:solidFill>
            <a:srgbClr val="FFC9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5" name="G0000 face"/>
          <p:cNvSpPr/>
          <p:nvPr/>
        </p:nvSpPr>
        <p:spPr>
          <a:xfrm>
            <a:off x="3657600" y="1188720"/>
            <a:ext cx="1828800" cy="1828800"/>
          </a:xfrm>
          <a:prstGeom prst="smileyFace">
            <a:avLst/>
          </a:prstGeom>
          <a:solidFill>
            <a:srgbClr val="7BE495"/>
          </a:solidFill>
          <a:ln w="50800">
            <a:solidFill>
              <a:srgbClr val="FFFFFF"/>
            </a:solidFill>
            <a:prstDash val="solid"/>
          </a:ln>
        </p:spPr>
      </p:sp>
      <p:sp>
        <p:nvSpPr>
          <p:cNvPr id="16" name="G1500 panel"/>
          <p:cNvSpPr/>
          <p:nvPr/>
        </p:nvSpPr>
        <p:spPr>
          <a:xfrm>
            <a:off x="2377440" y="3246120"/>
            <a:ext cx="4389120" cy="1188720"/>
          </a:xfrm>
          <a:prstGeom prst="roundRect">
            <a:avLst>
              <a:gd name="adj" fmla="val 23077"/>
            </a:avLst>
          </a:prstGeom>
          <a:solidFill>
            <a:srgbClr val="FFFBE3"/>
          </a:solidFill>
          <a:ln w="76200">
            <a:solidFill>
              <a:srgbClr val="F2B134"/>
            </a:solidFill>
          </a:ln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أَذَ</a:t>
            </a:r>
            <a:endParaRPr lang="ar-SA" sz="8000" dirty="0"/>
          </a:p>
        </p:txBody>
      </p:sp>
      <p:sp>
        <p:nvSpPr>
          <p:cNvPr id="17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Game progress"/>
          <p:cNvSpPr/>
          <p:nvPr/>
        </p:nvSpPr>
        <p:spPr>
          <a:xfrm>
            <a:off x="2389113" y="4846320"/>
            <a:ext cx="5291847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19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0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2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3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Game marker"/>
          <p:cNvSpPr/>
          <p:nvPr/>
        </p:nvSpPr>
        <p:spPr>
          <a:xfrm>
            <a:off x="2261097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8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6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bell3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2" grpId="0" animBg="1"/>
      <p:bldP spid="13" grpId="0" animBg="1"/>
      <p:bldP spid="14" grpId="0" animBg="1"/>
      <p:bldP spid="16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56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G0000 oops"/>
          <p:cNvSpPr/>
          <p:nvPr/>
        </p:nvSpPr>
        <p:spPr>
          <a:xfrm>
            <a:off x="3474720" y="457200"/>
            <a:ext cx="2194560" cy="2194560"/>
          </a:xfrm>
          <a:prstGeom prst="mathMultiply">
            <a:avLst/>
          </a:prstGeom>
          <a:solidFill>
            <a:srgbClr val="E8453C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3" name="G0700 LINK54 retry button">
            <a:hlinkClick r:id="rIdLnk1" action="ppaction://hlinksldjump"/>
          </p:cNvPr>
          <p:cNvSpPr/>
          <p:nvPr/>
        </p:nvSpPr>
        <p:spPr>
          <a:xfrm>
            <a:off x="3108960" y="3017520"/>
            <a:ext cx="2926080" cy="1371600"/>
          </a:xfrm>
          <a:prstGeom prst="roundRect">
            <a:avLst>
              <a:gd name="adj" fmla="val 20000"/>
            </a:avLst>
          </a:prstGeom>
          <a:solidFill>
            <a:srgbClr val="2FB57A"/>
          </a:solidFill>
          <a:ln w="63500">
            <a:solidFill>
              <a:srgbClr val="FFFFFF"/>
            </a:solidFill>
            <a:prstDash val="solid"/>
          </a:ln>
        </p:spPr>
      </p:sp>
      <p:sp>
        <p:nvSpPr>
          <p:cNvPr id="14" name="G0700 LINK54 retry icon">
            <a:hlinkClick r:id="rIdLnk2" action="ppaction://hlinksldjump"/>
          </p:cNvPr>
          <p:cNvSpPr/>
          <p:nvPr/>
        </p:nvSpPr>
        <p:spPr>
          <a:xfrm>
            <a:off x="4023360" y="3200400"/>
            <a:ext cx="1097280" cy="1005840"/>
          </a:xfrm>
          <a:prstGeom prst="circularArrow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HIDDEN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oops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256817" y="4846320"/>
            <a:ext cx="5424143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2128801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2124521" y="4846320"/>
            <a:ext cx="5556439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1996505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992225" y="4846320"/>
            <a:ext cx="5688735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1864209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859929" y="4846320"/>
            <a:ext cx="5821031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1731913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727632" y="4846320"/>
            <a:ext cx="5953328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1599616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595336" y="4846320"/>
            <a:ext cx="6085624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1467320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S01 L1 letter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9000" dirty="0"/>
          </a:p>
        </p:txBody>
      </p:sp>
      <p:sp>
        <p:nvSpPr>
          <p:cNvPr id="16" name="S02 F1 mark"/>
          <p:cNvSpPr txBox="1"/>
          <p:nvPr/>
        </p:nvSpPr>
        <p:spPr>
          <a:xfrm>
            <a:off x="672084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9000" dirty="0"/>
          </a:p>
        </p:txBody>
      </p:sp>
      <p:sp>
        <p:nvSpPr>
          <p:cNvPr id="17" name="S0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F28B30"/>
          </a:solidFill>
          <a:ln w="12700">
            <a:solidFill>
              <a:srgbClr val="F28B30"/>
            </a:solidFill>
            <a:prstDash val="solid"/>
          </a:ln>
        </p:spPr>
      </p:sp>
      <p:sp>
        <p:nvSpPr>
          <p:cNvPr id="18" name="S04 L2 letter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</a:t>
            </a:r>
            <a:endParaRPr lang="ar-SA" sz="9000" dirty="0"/>
          </a:p>
        </p:txBody>
      </p:sp>
      <p:sp>
        <p:nvSpPr>
          <p:cNvPr id="19" name="S05 F2 mark"/>
          <p:cNvSpPr txBox="1"/>
          <p:nvPr/>
        </p:nvSpPr>
        <p:spPr>
          <a:xfrm>
            <a:off x="4343400" y="169164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ذَ</a:t>
            </a:r>
            <a:endParaRPr lang="ar-SA" sz="9000" dirty="0"/>
          </a:p>
        </p:txBody>
      </p:sp>
      <p:sp>
        <p:nvSpPr>
          <p:cNvPr id="20" name="S0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1" name="S07 R result"/>
          <p:cNvSpPr txBox="1"/>
          <p:nvPr/>
        </p:nvSpPr>
        <p:spPr>
          <a:xfrm>
            <a:off x="685800" y="155448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6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دَذَ</a:t>
            </a:r>
            <a:endParaRPr lang="ar-SA" sz="9600" dirty="0"/>
          </a:p>
        </p:txBody>
      </p:sp>
      <p:sp>
        <p:nvSpPr>
          <p:cNvPr id="22" name="Game track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FFFFFF">
              <a:alpha val="75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Game progress"/>
          <p:cNvSpPr/>
          <p:nvPr/>
        </p:nvSpPr>
        <p:spPr>
          <a:xfrm>
            <a:off x="1463040" y="4846320"/>
            <a:ext cx="6217920" cy="146304"/>
          </a:xfrm>
          <a:prstGeom prst="roundRect">
            <a:avLst>
              <a:gd name="adj" fmla="val 50000"/>
            </a:avLst>
          </a:prstGeom>
          <a:solidFill>
            <a:srgbClr val="1D7FB5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4" name="Game milestone 1"/>
          <p:cNvSpPr/>
          <p:nvPr/>
        </p:nvSpPr>
        <p:spPr>
          <a:xfrm>
            <a:off x="655858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5" name="Game milestone 2"/>
          <p:cNvSpPr/>
          <p:nvPr/>
        </p:nvSpPr>
        <p:spPr>
          <a:xfrm>
            <a:off x="5500213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6" name="Game milestone 3"/>
          <p:cNvSpPr/>
          <p:nvPr/>
        </p:nvSpPr>
        <p:spPr>
          <a:xfrm>
            <a:off x="4441844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7" name="Game milestone 4"/>
          <p:cNvSpPr/>
          <p:nvPr/>
        </p:nvSpPr>
        <p:spPr>
          <a:xfrm>
            <a:off x="338347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8" name="Game milestone 5"/>
          <p:cNvSpPr/>
          <p:nvPr/>
        </p:nvSpPr>
        <p:spPr>
          <a:xfrm>
            <a:off x="2325105" y="4855464"/>
            <a:ext cx="128016" cy="128016"/>
          </a:xfrm>
          <a:prstGeom prst="ellipse">
            <a:avLst/>
          </a:prstGeom>
          <a:solidFill>
            <a:srgbClr val="FFC93C"/>
          </a:solidFill>
          <a:ln w="12700">
            <a:solidFill>
              <a:srgbClr val="1D7FB5"/>
            </a:solidFill>
            <a:prstDash val="solid"/>
          </a:ln>
        </p:spPr>
      </p:sp>
      <p:sp>
        <p:nvSpPr>
          <p:cNvPr id="29" name="Game goal star"/>
          <p:cNvSpPr/>
          <p:nvPr/>
        </p:nvSpPr>
        <p:spPr>
          <a:xfrm>
            <a:off x="1261872" y="4754880"/>
            <a:ext cx="329184" cy="329184"/>
          </a:xfrm>
          <a:prstGeom prst="star5">
            <a:avLst/>
          </a:prstGeom>
          <a:solidFill>
            <a:srgbClr val="FFC93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Game marker"/>
          <p:cNvSpPr/>
          <p:nvPr/>
        </p:nvSpPr>
        <p:spPr>
          <a:xfrm>
            <a:off x="1335024" y="4754880"/>
            <a:ext cx="329184" cy="329184"/>
          </a:xfrm>
          <a:prstGeom prst="smileyFace">
            <a:avLst/>
          </a:prstGeom>
          <a:solidFill>
            <a:srgbClr val="FFFFFF"/>
          </a:solidFill>
          <a:ln w="19050">
            <a:solidFill>
              <a:srgbClr val="1D7FB5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pluck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2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2" name="bell1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3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3" name="bloop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4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4" name="pluck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5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5" name="bell2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6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6" name="whoosh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7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7" name="win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 animBg="1"/>
      <p:bldP spid="18" grpId="0"/>
      <p:bldP spid="19" grpId="0"/>
      <p:bldP spid="20" grpId="0" animBg="1"/>
      <p:bldP spid="21" grpId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B5EA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617720"/>
            <a:ext cx="4572000" cy="1371600"/>
          </a:xfrm>
          <a:prstGeom prst="ellipse">
            <a:avLst/>
          </a:prstGeom>
          <a:solidFill>
            <a:srgbClr val="F7DFA5"/>
          </a:solidFill>
          <a:ln w="12700">
            <a:solidFill>
              <a:srgbClr val="F7DFA5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206240" y="4709160"/>
            <a:ext cx="5669280" cy="1371600"/>
          </a:xfrm>
          <a:prstGeom prst="ellipse">
            <a:avLst/>
          </a:prstGeom>
          <a:solidFill>
            <a:srgbClr val="F2C879"/>
          </a:solidFill>
          <a:ln w="12700">
            <a:solidFill>
              <a:srgbClr val="F2C879"/>
            </a:solidFill>
            <a:prstDash val="solid"/>
          </a:ln>
        </p:spPr>
      </p:sp>
      <p:sp>
        <p:nvSpPr>
          <p:cNvPr id="4" name="Deco top left"/>
          <p:cNvSpPr/>
          <p:nvPr/>
        </p:nvSpPr>
        <p:spPr>
          <a:xfrm>
            <a:off x="320040" y="228600"/>
            <a:ext cx="914400" cy="914400"/>
          </a:xfrm>
          <a:prstGeom prst="sun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949440" y="228600"/>
            <a:ext cx="1554480" cy="8229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772400" y="777240"/>
            <a:ext cx="914400" cy="502920"/>
          </a:xfrm>
          <a:prstGeom prst="cloud">
            <a:avLst/>
          </a:prstGeom>
          <a:solidFill>
            <a:srgbClr val="E3F8FB"/>
          </a:solidFill>
          <a:ln w="12700">
            <a:solidFill>
              <a:srgbClr val="E3F8FB"/>
            </a:solidFill>
            <a:prstDash val="solid"/>
          </a:ln>
        </p:spPr>
      </p:sp>
      <p:sp>
        <p:nvSpPr>
          <p:cNvPr id="7" name="Deco friend left"/>
          <p:cNvSpPr/>
          <p:nvPr/>
        </p:nvSpPr>
        <p:spPr>
          <a:xfrm>
            <a:off x="365760" y="3977640"/>
            <a:ext cx="731520" cy="731520"/>
          </a:xfrm>
          <a:prstGeom prst="smileyFace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8" name="Deco friend right"/>
          <p:cNvSpPr/>
          <p:nvPr/>
        </p:nvSpPr>
        <p:spPr>
          <a:xfrm>
            <a:off x="8046720" y="3977640"/>
            <a:ext cx="731520" cy="731520"/>
          </a:xfrm>
          <a:prstGeom prst="smileyFace">
            <a:avLst/>
          </a:prstGeom>
          <a:solidFill>
            <a:srgbClr val="7BDFF2"/>
          </a:solidFill>
          <a:ln w="12700">
            <a:solidFill>
              <a:srgbClr val="7BDFF2"/>
            </a:solidFill>
            <a:prstDash val="solid"/>
          </a:ln>
        </p:spPr>
      </p:sp>
      <p:sp>
        <p:nvSpPr>
          <p:cNvPr id="9" name="Deco star 1"/>
          <p:cNvSpPr/>
          <p:nvPr/>
        </p:nvSpPr>
        <p:spPr>
          <a:xfrm>
            <a:off x="137160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0" name="Deco star 2"/>
          <p:cNvSpPr/>
          <p:nvPr/>
        </p:nvSpPr>
        <p:spPr>
          <a:xfrm>
            <a:off x="7406640" y="4297680"/>
            <a:ext cx="365760" cy="365760"/>
          </a:xfrm>
          <a:prstGeom prst="star5">
            <a:avLst/>
          </a:prstGeom>
          <a:solidFill>
            <a:srgbClr val="FF8FAB"/>
          </a:solidFill>
          <a:ln w="12700">
            <a:solidFill>
              <a:srgbClr val="FF8FAB"/>
            </a:solidFill>
            <a:prstDash val="solid"/>
          </a:ln>
        </p:spPr>
      </p:sp>
      <p:sp>
        <p:nvSpPr>
          <p:cNvPr id="11" name="Deco heart"/>
          <p:cNvSpPr/>
          <p:nvPr/>
        </p:nvSpPr>
        <p:spPr>
          <a:xfrm>
            <a:off x="1737360" y="457200"/>
            <a:ext cx="320040" cy="292608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2" name="G0350 confetti 1"/>
          <p:cNvSpPr/>
          <p:nvPr/>
        </p:nvSpPr>
        <p:spPr>
          <a:xfrm>
            <a:off x="1350696" y="4076901"/>
            <a:ext cx="233962" cy="233962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13" name="G0385 confetti 2"/>
          <p:cNvSpPr/>
          <p:nvPr/>
        </p:nvSpPr>
        <p:spPr>
          <a:xfrm rot="420000">
            <a:off x="1015147" y="757259"/>
            <a:ext cx="189080" cy="18908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14" name="G0420 confetti 3"/>
          <p:cNvSpPr/>
          <p:nvPr/>
        </p:nvSpPr>
        <p:spPr>
          <a:xfrm rot="1260000">
            <a:off x="6800945" y="3300867"/>
            <a:ext cx="305931" cy="305931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15" name="G0455 confetti 4"/>
          <p:cNvSpPr/>
          <p:nvPr/>
        </p:nvSpPr>
        <p:spPr>
          <a:xfrm rot="1080000">
            <a:off x="2062307" y="2250225"/>
            <a:ext cx="350649" cy="350649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16" name="G0490 confetti 5"/>
          <p:cNvSpPr/>
          <p:nvPr/>
        </p:nvSpPr>
        <p:spPr>
          <a:xfrm rot="3540000">
            <a:off x="1002185" y="4071851"/>
            <a:ext cx="236177" cy="236177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7" name="G0525 confetti 6"/>
          <p:cNvSpPr/>
          <p:nvPr/>
        </p:nvSpPr>
        <p:spPr>
          <a:xfrm rot="3480000">
            <a:off x="2117446" y="1278126"/>
            <a:ext cx="281656" cy="281656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18" name="G0560 confetti 7"/>
          <p:cNvSpPr/>
          <p:nvPr/>
        </p:nvSpPr>
        <p:spPr>
          <a:xfrm rot="2940000">
            <a:off x="2362136" y="3396372"/>
            <a:ext cx="225957" cy="225957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G0595 confetti 8"/>
          <p:cNvSpPr/>
          <p:nvPr/>
        </p:nvSpPr>
        <p:spPr>
          <a:xfrm rot="1860000">
            <a:off x="2653168" y="2484406"/>
            <a:ext cx="310932" cy="310932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0" name="G0630 confetti 9"/>
          <p:cNvSpPr/>
          <p:nvPr/>
        </p:nvSpPr>
        <p:spPr>
          <a:xfrm rot="60000">
            <a:off x="2518144" y="781191"/>
            <a:ext cx="319375" cy="31937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1" name="G0665 confetti 10"/>
          <p:cNvSpPr/>
          <p:nvPr/>
        </p:nvSpPr>
        <p:spPr>
          <a:xfrm rot="1260000">
            <a:off x="1298010" y="2349916"/>
            <a:ext cx="257740" cy="257740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2" name="G0700 confetti 11"/>
          <p:cNvSpPr/>
          <p:nvPr/>
        </p:nvSpPr>
        <p:spPr>
          <a:xfrm rot="1440000">
            <a:off x="8202175" y="4269627"/>
            <a:ext cx="288281" cy="288281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23" name="G0735 confetti 12"/>
          <p:cNvSpPr/>
          <p:nvPr/>
        </p:nvSpPr>
        <p:spPr>
          <a:xfrm rot="1440000">
            <a:off x="7793038" y="1368271"/>
            <a:ext cx="173173" cy="173173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24" name="G0770 confetti 13"/>
          <p:cNvSpPr/>
          <p:nvPr/>
        </p:nvSpPr>
        <p:spPr>
          <a:xfrm rot="1320000">
            <a:off x="8569592" y="323895"/>
            <a:ext cx="248191" cy="248191"/>
          </a:xfrm>
          <a:prstGeom prst="ellipse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25" name="G0805 confetti 14"/>
          <p:cNvSpPr/>
          <p:nvPr/>
        </p:nvSpPr>
        <p:spPr>
          <a:xfrm rot="3420000">
            <a:off x="1657247" y="4124637"/>
            <a:ext cx="223904" cy="223904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G0840 confetti 15"/>
          <p:cNvSpPr/>
          <p:nvPr/>
        </p:nvSpPr>
        <p:spPr>
          <a:xfrm rot="1680000">
            <a:off x="6351346" y="4532035"/>
            <a:ext cx="322259" cy="322259"/>
          </a:xfrm>
          <a:prstGeom prst="rec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27" name="G0875 confetti 16"/>
          <p:cNvSpPr/>
          <p:nvPr/>
        </p:nvSpPr>
        <p:spPr>
          <a:xfrm rot="2220000">
            <a:off x="2824085" y="3620646"/>
            <a:ext cx="284979" cy="284979"/>
          </a:xfrm>
          <a:prstGeom prst="hear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28" name="G0910 confetti 17"/>
          <p:cNvSpPr/>
          <p:nvPr/>
        </p:nvSpPr>
        <p:spPr>
          <a:xfrm rot="2340000">
            <a:off x="8007470" y="3453605"/>
            <a:ext cx="169649" cy="169649"/>
          </a:xfrm>
          <a:prstGeom prst="ellipse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29" name="G0945 confetti 18"/>
          <p:cNvSpPr/>
          <p:nvPr/>
        </p:nvSpPr>
        <p:spPr>
          <a:xfrm rot="3420000">
            <a:off x="2659403" y="3792366"/>
            <a:ext cx="311336" cy="311336"/>
          </a:xfrm>
          <a:prstGeom prst="star5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0" name="G0980 confetti 19"/>
          <p:cNvSpPr/>
          <p:nvPr/>
        </p:nvSpPr>
        <p:spPr>
          <a:xfrm rot="3240000">
            <a:off x="1918403" y="724110"/>
            <a:ext cx="209748" cy="209748"/>
          </a:xfrm>
          <a:prstGeom prst="rec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1" name="G1015 confetti 20"/>
          <p:cNvSpPr/>
          <p:nvPr/>
        </p:nvSpPr>
        <p:spPr>
          <a:xfrm rot="3060000">
            <a:off x="7049099" y="1365067"/>
            <a:ext cx="229607" cy="229607"/>
          </a:xfrm>
          <a:prstGeom prst="hear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2" name="G1050 confetti 21"/>
          <p:cNvSpPr/>
          <p:nvPr/>
        </p:nvSpPr>
        <p:spPr>
          <a:xfrm rot="660000">
            <a:off x="6849351" y="3243047"/>
            <a:ext cx="306092" cy="30609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G1085 confetti 22"/>
          <p:cNvSpPr/>
          <p:nvPr/>
        </p:nvSpPr>
        <p:spPr>
          <a:xfrm rot="780000">
            <a:off x="7314819" y="3795987"/>
            <a:ext cx="318502" cy="318502"/>
          </a:xfrm>
          <a:prstGeom prst="star5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34" name="G1120 confetti 23"/>
          <p:cNvSpPr/>
          <p:nvPr/>
        </p:nvSpPr>
        <p:spPr>
          <a:xfrm rot="1200000">
            <a:off x="1508096" y="556492"/>
            <a:ext cx="213828" cy="213828"/>
          </a:xfrm>
          <a:prstGeom prst="rect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35" name="G1155 confetti 24"/>
          <p:cNvSpPr/>
          <p:nvPr/>
        </p:nvSpPr>
        <p:spPr>
          <a:xfrm rot="3240000">
            <a:off x="720912" y="1612567"/>
            <a:ext cx="290354" cy="290354"/>
          </a:xfrm>
          <a:prstGeom prst="hear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36" name="G1190 confetti 25"/>
          <p:cNvSpPr/>
          <p:nvPr/>
        </p:nvSpPr>
        <p:spPr>
          <a:xfrm rot="2760000">
            <a:off x="1787711" y="366804"/>
            <a:ext cx="215331" cy="215331"/>
          </a:xfrm>
          <a:prstGeom prst="ellipse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37" name="G1225 confetti 26"/>
          <p:cNvSpPr/>
          <p:nvPr/>
        </p:nvSpPr>
        <p:spPr>
          <a:xfrm rot="2220000">
            <a:off x="7139178" y="2101617"/>
            <a:ext cx="293238" cy="29323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38" name="G1260 confetti 27"/>
          <p:cNvSpPr/>
          <p:nvPr/>
        </p:nvSpPr>
        <p:spPr>
          <a:xfrm rot="3540000">
            <a:off x="6849595" y="2039861"/>
            <a:ext cx="173373" cy="173373"/>
          </a:xfrm>
          <a:prstGeom prst="rect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39" name="G1295 confetti 28"/>
          <p:cNvSpPr/>
          <p:nvPr/>
        </p:nvSpPr>
        <p:spPr>
          <a:xfrm rot="660000">
            <a:off x="7026649" y="3691848"/>
            <a:ext cx="211788" cy="211788"/>
          </a:xfrm>
          <a:prstGeom prst="hear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G1330 confetti 29"/>
          <p:cNvSpPr/>
          <p:nvPr/>
        </p:nvSpPr>
        <p:spPr>
          <a:xfrm rot="2460000">
            <a:off x="8531370" y="3142517"/>
            <a:ext cx="260516" cy="260516"/>
          </a:xfrm>
          <a:prstGeom prst="ellipse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1" name="G1365 confetti 30"/>
          <p:cNvSpPr/>
          <p:nvPr/>
        </p:nvSpPr>
        <p:spPr>
          <a:xfrm rot="540000">
            <a:off x="2653537" y="1328361"/>
            <a:ext cx="174420" cy="174420"/>
          </a:xfrm>
          <a:prstGeom prst="star5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2" name="G1400 confetti 31"/>
          <p:cNvSpPr/>
          <p:nvPr/>
        </p:nvSpPr>
        <p:spPr>
          <a:xfrm>
            <a:off x="7517703" y="2353607"/>
            <a:ext cx="230170" cy="230170"/>
          </a:xfrm>
          <a:prstGeom prst="rect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43" name="G1435 confetti 32"/>
          <p:cNvSpPr/>
          <p:nvPr/>
        </p:nvSpPr>
        <p:spPr>
          <a:xfrm rot="2100000">
            <a:off x="1060841" y="4487427"/>
            <a:ext cx="326270" cy="326270"/>
          </a:xfrm>
          <a:prstGeom prst="hear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44" name="G1470 confetti 33"/>
          <p:cNvSpPr/>
          <p:nvPr/>
        </p:nvSpPr>
        <p:spPr>
          <a:xfrm rot="2940000">
            <a:off x="8578540" y="3662394"/>
            <a:ext cx="309690" cy="309690"/>
          </a:xfrm>
          <a:prstGeom prst="ellipse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45" name="G1505 confetti 34"/>
          <p:cNvSpPr/>
          <p:nvPr/>
        </p:nvSpPr>
        <p:spPr>
          <a:xfrm rot="480000">
            <a:off x="8630281" y="3027527"/>
            <a:ext cx="299322" cy="299322"/>
          </a:xfrm>
          <a:prstGeom prst="star5">
            <a:avLst/>
          </a:prstGeom>
          <a:solidFill>
            <a:srgbClr val="FF8A3D"/>
          </a:solidFill>
          <a:ln w="12700">
            <a:solidFill>
              <a:srgbClr val="FF8A3D"/>
            </a:solidFill>
            <a:prstDash val="solid"/>
          </a:ln>
        </p:spPr>
      </p:sp>
      <p:sp>
        <p:nvSpPr>
          <p:cNvPr id="46" name="G1540 confetti 35"/>
          <p:cNvSpPr/>
          <p:nvPr/>
        </p:nvSpPr>
        <p:spPr>
          <a:xfrm rot="1740000">
            <a:off x="7008487" y="1744311"/>
            <a:ext cx="298820" cy="2988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G1575 confetti 36"/>
          <p:cNvSpPr/>
          <p:nvPr/>
        </p:nvSpPr>
        <p:spPr>
          <a:xfrm rot="2400000">
            <a:off x="7973219" y="2220479"/>
            <a:ext cx="171127" cy="171127"/>
          </a:xfrm>
          <a:prstGeom prst="heart">
            <a:avLst/>
          </a:prstGeom>
          <a:solidFill>
            <a:srgbClr val="FF5D8F"/>
          </a:solidFill>
          <a:ln w="12700">
            <a:solidFill>
              <a:srgbClr val="FF5D8F"/>
            </a:solidFill>
            <a:prstDash val="solid"/>
          </a:ln>
        </p:spPr>
      </p:sp>
      <p:sp>
        <p:nvSpPr>
          <p:cNvPr id="48" name="G1610 confetti 37"/>
          <p:cNvSpPr/>
          <p:nvPr/>
        </p:nvSpPr>
        <p:spPr>
          <a:xfrm rot="1440000">
            <a:off x="1209644" y="855969"/>
            <a:ext cx="364335" cy="364335"/>
          </a:xfrm>
          <a:prstGeom prst="ellipse">
            <a:avLst/>
          </a:prstGeom>
          <a:solidFill>
            <a:srgbClr val="FFC93C"/>
          </a:solidFill>
          <a:ln w="12700">
            <a:solidFill>
              <a:srgbClr val="FFC93C"/>
            </a:solidFill>
            <a:prstDash val="solid"/>
          </a:ln>
        </p:spPr>
      </p:sp>
      <p:sp>
        <p:nvSpPr>
          <p:cNvPr id="49" name="G1645 confetti 38"/>
          <p:cNvSpPr/>
          <p:nvPr/>
        </p:nvSpPr>
        <p:spPr>
          <a:xfrm rot="3480000">
            <a:off x="8132123" y="2109061"/>
            <a:ext cx="291285" cy="291285"/>
          </a:xfrm>
          <a:prstGeom prst="star5">
            <a:avLst/>
          </a:prstGeom>
          <a:solidFill>
            <a:srgbClr val="3A8FD9"/>
          </a:solidFill>
          <a:ln w="12700">
            <a:solidFill>
              <a:srgbClr val="3A8FD9"/>
            </a:solidFill>
            <a:prstDash val="solid"/>
          </a:ln>
        </p:spPr>
      </p:sp>
      <p:sp>
        <p:nvSpPr>
          <p:cNvPr id="50" name="G1680 confetti 39"/>
          <p:cNvSpPr/>
          <p:nvPr/>
        </p:nvSpPr>
        <p:spPr>
          <a:xfrm rot="780000">
            <a:off x="6954836" y="3592554"/>
            <a:ext cx="241022" cy="241022"/>
          </a:xfrm>
          <a:prstGeom prst="rect">
            <a:avLst/>
          </a:prstGeom>
          <a:solidFill>
            <a:srgbClr val="2FB57A"/>
          </a:solidFill>
          <a:ln w="12700">
            <a:solidFill>
              <a:srgbClr val="2FB57A"/>
            </a:solidFill>
            <a:prstDash val="solid"/>
          </a:ln>
        </p:spPr>
      </p:sp>
      <p:sp>
        <p:nvSpPr>
          <p:cNvPr id="51" name="G1715 confetti 40"/>
          <p:cNvSpPr/>
          <p:nvPr/>
        </p:nvSpPr>
        <p:spPr>
          <a:xfrm rot="3000000">
            <a:off x="6412577" y="433770"/>
            <a:ext cx="169794" cy="169794"/>
          </a:xfrm>
          <a:prstGeom prst="heart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52" name="G0000 medal ribbon left"/>
          <p:cNvSpPr/>
          <p:nvPr/>
        </p:nvSpPr>
        <p:spPr>
          <a:xfrm rot="11400000">
            <a:off x="3566160" y="3154680"/>
            <a:ext cx="822960" cy="1143000"/>
          </a:xfrm>
          <a:prstGeom prst="triangle">
            <a:avLst/>
          </a:prstGeom>
          <a:solidFill>
            <a:srgbClr val="E8453C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3" name="G0000 medal ribbon right"/>
          <p:cNvSpPr/>
          <p:nvPr/>
        </p:nvSpPr>
        <p:spPr>
          <a:xfrm rot="10200000">
            <a:off x="4754880" y="3154680"/>
            <a:ext cx="822960" cy="1143000"/>
          </a:xfrm>
          <a:prstGeom prst="triangle">
            <a:avLst/>
          </a:prstGeom>
          <a:solidFill>
            <a:srgbClr val="3A8FD9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4" name="G0000 medal"/>
          <p:cNvSpPr/>
          <p:nvPr/>
        </p:nvSpPr>
        <p:spPr>
          <a:xfrm>
            <a:off x="3108960" y="640080"/>
            <a:ext cx="2926080" cy="2926080"/>
          </a:xfrm>
          <a:prstGeom prst="ellipse">
            <a:avLst/>
          </a:prstGeom>
          <a:solidFill>
            <a:srgbClr val="FFC93C"/>
          </a:solidFill>
          <a:ln w="76200">
            <a:solidFill>
              <a:srgbClr val="FFFFFF"/>
            </a:solidFill>
            <a:prstDash val="solid"/>
          </a:ln>
        </p:spPr>
      </p:sp>
      <p:sp>
        <p:nvSpPr>
          <p:cNvPr id="55" name="G0000 medal inner"/>
          <p:cNvSpPr/>
          <p:nvPr/>
        </p:nvSpPr>
        <p:spPr>
          <a:xfrm>
            <a:off x="3474720" y="1005840"/>
            <a:ext cx="2194560" cy="2194560"/>
          </a:xfrm>
          <a:prstGeom prst="ellipse">
            <a:avLst/>
          </a:prstGeom>
          <a:solidFill>
            <a:srgbClr val="FFE48A"/>
          </a:solidFill>
          <a:ln w="50800">
            <a:solidFill>
              <a:srgbClr val="F2B134"/>
            </a:solidFill>
            <a:prstDash val="solid"/>
          </a:ln>
        </p:spPr>
      </p:sp>
      <p:sp>
        <p:nvSpPr>
          <p:cNvPr id="56" name="G0000 medal star"/>
          <p:cNvSpPr/>
          <p:nvPr/>
        </p:nvSpPr>
        <p:spPr>
          <a:xfrm>
            <a:off x="3749040" y="1280160"/>
            <a:ext cx="1645920" cy="1645920"/>
          </a:xfrm>
          <a:prstGeom prst="star5">
            <a:avLst/>
          </a:prstGeom>
          <a:solidFill>
            <a:srgbClr val="FFFFFF"/>
          </a:solidFill>
          <a:ln w="38100">
            <a:solidFill>
              <a:srgbClr val="F2B134"/>
            </a:solidFill>
            <a:prstDash val="solid"/>
          </a:ln>
        </p:spPr>
      </p:sp>
      <p:sp>
        <p:nvSpPr>
          <p:cNvPr id="57" name="NOHIDE marker"/>
          <p:cNvSpPr/>
          <p:nvPr/>
        </p:nvSpPr>
        <p:spPr>
          <a:xfrm>
            <a:off x="0" y="0"/>
            <a:ext cx="9144" cy="914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FFFFFF"/>
            </a:solidFill>
            <a:prstDash val="solid"/>
          </a:ln>
        </p:spPr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3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  <p:audio>
                                      <p:cMediaNode vol="80000">
                                        <p:cTn id="1001" display="0">
                                          <p:stCondLst>
                                            <p:cond delay="0"/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Snd1" name="level.wav"/>
                                        </p:tgtEl>
                                      </p:cMediaNode>
                                    </p:audio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3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385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42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455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49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525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56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595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63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3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665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7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735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77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3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805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3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grpId="0" nodeType="withEffect">
                                  <p:stCondLst>
                                    <p:cond delay="84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3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875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3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91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3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945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3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98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3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grpId="0" nodeType="withEffect">
                                  <p:stCondLst>
                                    <p:cond delay="1015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0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3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grpId="0" nodeType="withEffect">
                                  <p:stCondLst>
                                    <p:cond delay="1085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grpId="0" nodeType="withEffect">
                                  <p:stCondLst>
                                    <p:cond delay="112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3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grpId="0" nodeType="withEffect">
                                  <p:stCondLst>
                                    <p:cond delay="1155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3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grpId="0" nodeType="withEffect">
                                  <p:stCondLst>
                                    <p:cond delay="119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3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1225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3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grpId="0" nodeType="withEffect">
                                  <p:stCondLst>
                                    <p:cond delay="126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3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1295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3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133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1365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3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1435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3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grpId="0" nodeType="withEffect">
                                  <p:stCondLst>
                                    <p:cond delay="147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3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9" presetID="10" presetClass="entr" presetSubtype="0" fill="hold" grpId="0" nodeType="withEffect">
                                  <p:stCondLst>
                                    <p:cond delay="1505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1" dur="3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2" presetID="10" presetClass="entr" presetSubtype="0" fill="hold" grpId="0" nodeType="withEffect">
                                  <p:stCondLst>
                                    <p:cond delay="154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3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5" presetID="10" presetClass="entr" presetSubtype="0" fill="hold" grpId="0" nodeType="withEffect">
                                  <p:stCondLst>
                                    <p:cond delay="1575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7" dur="3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8" presetID="10" presetClass="entr" presetSubtype="0" fill="hold" grpId="0" nodeType="withEffect">
                                  <p:stCondLst>
                                    <p:cond delay="161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0" dur="3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1" presetID="10" presetClass="entr" presetSubtype="0" fill="hold" grpId="0" nodeType="withEffect">
                                  <p:stCondLst>
                                    <p:cond delay="1645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3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grpId="0" nodeType="withEffect">
                                  <p:stCondLst>
                                    <p:cond delay="168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3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grpId="0" nodeType="withEffect">
                                  <p:stCondLst>
                                    <p:cond delay="1715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3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" grpId="0" animBg="1"/>
      <p:bldP spid="53" grpId="0" animBg="1"/>
      <p:bldP spid="54" grpId="0" animBg="1"/>
      <p:bldP spid="55" grpId="0" animBg="1"/>
      <p:bldP spid="56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6" grpId="0" animBg="1"/>
      <p:bldP spid="37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Fathah game 05-dal-dhal</dc:title>
  <dc:subject>PptxGenJS Presentation</dc:subject>
  <dc:creator>PptxGenJS</dc:creator>
  <cp:lastModifiedBy>PptxGenJS</cp:lastModifiedBy>
  <cp:revision>1</cp:revision>
  <dcterms:created xsi:type="dcterms:W3CDTF">2026-10-10T23:17:16Z</dcterms:created>
  <dcterms:modified xsi:type="dcterms:W3CDTF">2026-10-10T23:17:16Z</dcterms:modified>
</cp:coreProperties>
</file>