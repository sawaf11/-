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86650" y="4846320"/>
            <a:ext cx="19431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3586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89495" y="4846320"/>
            <a:ext cx="29146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2614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92340" y="4846320"/>
            <a:ext cx="3886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1643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95185" y="4846320"/>
            <a:ext cx="48577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067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98030" y="4846320"/>
            <a:ext cx="58293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9700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00875" y="4846320"/>
            <a:ext cx="68008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8728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03720" y="4846320"/>
            <a:ext cx="7772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7757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03720" y="4846320"/>
            <a:ext cx="7772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757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03720" y="4846320"/>
            <a:ext cx="7772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7757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06565" y="4846320"/>
            <a:ext cx="87439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6785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09410" y="4846320"/>
            <a:ext cx="97155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5813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12255" y="4846320"/>
            <a:ext cx="106870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4842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15100" y="4846320"/>
            <a:ext cx="116586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3870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417945" y="4846320"/>
            <a:ext cx="126301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2899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320790" y="4846320"/>
            <a:ext cx="136017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1927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23635" y="4846320"/>
            <a:ext cx="145732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0956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26480" y="484632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9984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126480" y="484632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9984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126480" y="484632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9984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29325" y="4846320"/>
            <a:ext cx="165163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9013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32170" y="4846320"/>
            <a:ext cx="174879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8041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35015" y="4846320"/>
            <a:ext cx="184594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7069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37860" y="4846320"/>
            <a:ext cx="194310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6098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40705" y="4846320"/>
            <a:ext cx="204025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5126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43550" y="4846320"/>
            <a:ext cx="213741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4155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46395" y="4846320"/>
            <a:ext cx="223456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3183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49240" y="4846320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2212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تَكَبَ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تَكَتَ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49240" y="4846320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2212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349240" y="4846320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2212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252085" y="4846320"/>
            <a:ext cx="242887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1240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54930" y="4846320"/>
            <a:ext cx="252603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0269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57775" y="4846320"/>
            <a:ext cx="262318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9297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960620" y="4846320"/>
            <a:ext cx="27203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8326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63465" y="4846320"/>
            <a:ext cx="281749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7354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66310" y="4846320"/>
            <a:ext cx="291465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6382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9155" y="4846320"/>
            <a:ext cx="301180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5411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زَكَرَ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رَلَزَ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74845" y="4846320"/>
            <a:ext cx="320611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3468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77690" y="4846320"/>
            <a:ext cx="330327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249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80535" y="4846320"/>
            <a:ext cx="340042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1525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83380" y="4846320"/>
            <a:ext cx="34975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0553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86225" y="4846320"/>
            <a:ext cx="359473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9582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89070" y="4846320"/>
            <a:ext cx="369189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8610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891915" y="4846320"/>
            <a:ext cx="378904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7638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94760" y="4846320"/>
            <a:ext cx="388620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6667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غَكَعَ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عَكَعَ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94760" y="4846320"/>
            <a:ext cx="388620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6667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794760" y="4846320"/>
            <a:ext cx="388620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36667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97605" y="4846320"/>
            <a:ext cx="398335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5695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00450" y="4846320"/>
            <a:ext cx="408051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4724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3295" y="4846320"/>
            <a:ext cx="417766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3752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406140" y="4846320"/>
            <a:ext cx="42748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2781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08985" y="4846320"/>
            <a:ext cx="437197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1809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11830" y="4846320"/>
            <a:ext cx="446913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0838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14675" y="4846320"/>
            <a:ext cx="456628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9866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17520" y="4846320"/>
            <a:ext cx="46634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8895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017520" y="4846320"/>
            <a:ext cx="46634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8895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017520" y="4846320"/>
            <a:ext cx="466344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8895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20365" y="4846320"/>
            <a:ext cx="476059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7923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23210" y="4846320"/>
            <a:ext cx="485775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6951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26055" y="4846320"/>
            <a:ext cx="495490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5980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28900" y="4846320"/>
            <a:ext cx="505206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5008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31745" y="4846320"/>
            <a:ext cx="514921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4037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34590" y="4846320"/>
            <a:ext cx="524637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3065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37435" y="4846320"/>
            <a:ext cx="534352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2094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40280" y="4846320"/>
            <a:ext cx="54406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1122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D3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240280" y="4846320"/>
            <a:ext cx="54406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1122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240280" y="4846320"/>
            <a:ext cx="544068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1122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43125" y="4846320"/>
            <a:ext cx="553783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0151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45970" y="4846320"/>
            <a:ext cx="563499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9179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48815" y="4846320"/>
            <a:ext cx="573214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8207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51660" y="4846320"/>
            <a:ext cx="582930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7236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54505" y="4846320"/>
            <a:ext cx="592645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6264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57350" y="4846320"/>
            <a:ext cx="602361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5293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60195" y="4846320"/>
            <a:ext cx="6120765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4321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397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0624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28523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5079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7307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95351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1762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D34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12-kaf</dc:title>
  <dc:subject>PptxGenJS Presentation</dc:subject>
  <dc:creator>PptxGenJS</dc:creator>
  <cp:lastModifiedBy>PptxGenJS</cp:lastModifiedBy>
  <cp:revision>1</cp:revision>
  <dcterms:created xsi:type="dcterms:W3CDTF">2026-10-10T23:17:17Z</dcterms:created>
  <dcterms:modified xsi:type="dcterms:W3CDTF">2026-10-10T23:17:17Z</dcterms:modified>
</cp:coreProperties>
</file>