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notesMaster" Target="notesMasters/notesMaster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92538" y="4846320"/>
            <a:ext cx="18842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3645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98327" y="4846320"/>
            <a:ext cx="282633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2703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04116" y="4846320"/>
            <a:ext cx="37684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1761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09905" y="4846320"/>
            <a:ext cx="47105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0818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15695" y="4846320"/>
            <a:ext cx="56526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9876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21484" y="4846320"/>
            <a:ext cx="65947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8934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27273" y="4846320"/>
            <a:ext cx="75368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99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927273" y="4846320"/>
            <a:ext cx="75368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799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927273" y="4846320"/>
            <a:ext cx="75368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7992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833062" y="4846320"/>
            <a:ext cx="84789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7050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738851" y="4846320"/>
            <a:ext cx="94210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6108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644640" y="4846320"/>
            <a:ext cx="1036320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5166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50429" y="4846320"/>
            <a:ext cx="113053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4224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56218" y="4846320"/>
            <a:ext cx="122474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3282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62007" y="4846320"/>
            <a:ext cx="1318953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2339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67796" y="4846320"/>
            <a:ext cx="141316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1397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73585" y="4846320"/>
            <a:ext cx="150737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0455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بَبَ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173585" y="4846320"/>
            <a:ext cx="150737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0455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173585" y="4846320"/>
            <a:ext cx="150737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0455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79375" y="4846320"/>
            <a:ext cx="160158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9513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85164" y="4846320"/>
            <a:ext cx="169579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8571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90953" y="4846320"/>
            <a:ext cx="179000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7629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96742" y="4846320"/>
            <a:ext cx="188421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6687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02531" y="4846320"/>
            <a:ext cx="197842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5745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08320" y="4846320"/>
            <a:ext cx="2072640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4803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5514109" y="4846320"/>
            <a:ext cx="216685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53860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419898" y="4846320"/>
            <a:ext cx="226106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5291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25687" y="4846320"/>
            <a:ext cx="2355273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1976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31476" y="4846320"/>
            <a:ext cx="244948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1034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37265" y="4846320"/>
            <a:ext cx="254369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0092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43055" y="4846320"/>
            <a:ext cx="263790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9150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48844" y="4846320"/>
            <a:ext cx="273211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8208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54633" y="4846320"/>
            <a:ext cx="282632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7266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60422" y="4846320"/>
            <a:ext cx="292053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6324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66211" y="4846320"/>
            <a:ext cx="301474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381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ثَتَبَ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بَثَثَ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66211" y="4846320"/>
            <a:ext cx="301474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381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666211" y="4846320"/>
            <a:ext cx="301474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5381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77789" y="4846320"/>
            <a:ext cx="320317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3497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83578" y="4846320"/>
            <a:ext cx="329738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2555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89367" y="4846320"/>
            <a:ext cx="3391593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1613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95156" y="4846320"/>
            <a:ext cx="348580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0671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00945" y="4846320"/>
            <a:ext cx="358001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9729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06735" y="4846320"/>
            <a:ext cx="367422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8787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12524" y="4846320"/>
            <a:ext cx="376843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7845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ثَثَ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912524" y="4846320"/>
            <a:ext cx="376843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7845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912524" y="4846320"/>
            <a:ext cx="376843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7845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18313" y="4846320"/>
            <a:ext cx="386264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6902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24102" y="4846320"/>
            <a:ext cx="395685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596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29891" y="4846320"/>
            <a:ext cx="405106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501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35680" y="4846320"/>
            <a:ext cx="4145280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4076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3441469" y="4846320"/>
            <a:ext cx="423949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33134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47258" y="4846320"/>
            <a:ext cx="433370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2192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53047" y="4846320"/>
            <a:ext cx="4427913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1250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158836" y="4846320"/>
            <a:ext cx="452212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0308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64625" y="4846320"/>
            <a:ext cx="461633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9366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70415" y="4846320"/>
            <a:ext cx="471054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8423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76204" y="4846320"/>
            <a:ext cx="480475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7481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81993" y="4846320"/>
            <a:ext cx="489896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6539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87782" y="4846320"/>
            <a:ext cx="499317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5597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93571" y="4846320"/>
            <a:ext cx="508738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4655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499360" y="4846320"/>
            <a:ext cx="5181600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3713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405149" y="4846320"/>
            <a:ext cx="527581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277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حَثَجَ</a:t>
            </a:r>
            <a:endParaRPr lang="ar-SA" sz="5400" dirty="0"/>
          </a:p>
        </p:txBody>
      </p:sp>
      <p:sp>
        <p:nvSpPr>
          <p:cNvPr id="24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جَثَحَ</a:t>
            </a:r>
            <a:endParaRPr lang="ar-SA" sz="5400" dirty="0"/>
          </a:p>
        </p:txBody>
      </p:sp>
      <p:sp>
        <p:nvSpPr>
          <p:cNvPr id="25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جَبَحَ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405149" y="4846320"/>
            <a:ext cx="527581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277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405149" y="4846320"/>
            <a:ext cx="5275811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2277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310938" y="4846320"/>
            <a:ext cx="5370022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1829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216727" y="4846320"/>
            <a:ext cx="5464233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0887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122516" y="4846320"/>
            <a:ext cx="5558444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19945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28305" y="4846320"/>
            <a:ext cx="565265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9002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34095" y="4846320"/>
            <a:ext cx="5746865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8060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39884" y="4846320"/>
            <a:ext cx="5841076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7118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45673" y="4846320"/>
            <a:ext cx="5935287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176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51462" y="4846320"/>
            <a:ext cx="602949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234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651462" y="4846320"/>
            <a:ext cx="602949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5234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651462" y="4846320"/>
            <a:ext cx="6029498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15234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57251" y="4846320"/>
            <a:ext cx="6123709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4292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86326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1095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35589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6022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8485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0948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3411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15874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B2CB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93</Slides>
  <Notes>93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02-ba-ta-tha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