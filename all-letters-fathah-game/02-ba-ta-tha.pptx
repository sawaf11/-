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</p:sldIdLst>
  <p:notesMasterIdLst>
    <p:notesMasterId r:id="rId9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notesMaster" Target="notesMasters/notesMaster1.xml"/><Relationship Id="rId96" Type="http://schemas.openxmlformats.org/officeDocument/2006/relationships/presProps" Target="presProps.xml"/><Relationship Id="rId97" Type="http://schemas.openxmlformats.org/officeDocument/2006/relationships/viewProps" Target="viewProps.xml"/><Relationship Id="rId98" Type="http://schemas.openxmlformats.org/officeDocument/2006/relationships/theme" Target="theme/theme1.xml"/><Relationship Id="rId9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92538" y="4846320"/>
            <a:ext cx="188422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3645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98327" y="4846320"/>
            <a:ext cx="282633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2703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04116" y="4846320"/>
            <a:ext cx="37684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1761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09905" y="4846320"/>
            <a:ext cx="47105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0818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15695" y="4846320"/>
            <a:ext cx="56526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9876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21484" y="4846320"/>
            <a:ext cx="659476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8934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27273" y="4846320"/>
            <a:ext cx="753687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7992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B2C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927273" y="4846320"/>
            <a:ext cx="753687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7992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927273" y="4846320"/>
            <a:ext cx="753687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7992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833062" y="4846320"/>
            <a:ext cx="847898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7050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738851" y="4846320"/>
            <a:ext cx="942109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6108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644640" y="4846320"/>
            <a:ext cx="1036320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5166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50429" y="4846320"/>
            <a:ext cx="1130531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4224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56218" y="4846320"/>
            <a:ext cx="1224742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3282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62007" y="4846320"/>
            <a:ext cx="1318953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2339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67796" y="4846320"/>
            <a:ext cx="141316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1397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73585" y="4846320"/>
            <a:ext cx="150737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0455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B2C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بَبَ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173585" y="4846320"/>
            <a:ext cx="150737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0455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173585" y="4846320"/>
            <a:ext cx="150737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0455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079375" y="4846320"/>
            <a:ext cx="160158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9513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85164" y="4846320"/>
            <a:ext cx="1695796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8571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890953" y="4846320"/>
            <a:ext cx="1790007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7629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96742" y="4846320"/>
            <a:ext cx="1884218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6687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02531" y="4846320"/>
            <a:ext cx="1978429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5745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08320" y="4846320"/>
            <a:ext cx="2072640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4803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5514109" y="4846320"/>
            <a:ext cx="2166851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53860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B2C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25687" y="4846320"/>
            <a:ext cx="2355273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1976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31476" y="4846320"/>
            <a:ext cx="244948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1034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37265" y="4846320"/>
            <a:ext cx="254369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0092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43055" y="4846320"/>
            <a:ext cx="263790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9150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48844" y="4846320"/>
            <a:ext cx="2732116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8208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54633" y="4846320"/>
            <a:ext cx="2826327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7266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760422" y="4846320"/>
            <a:ext cx="2920538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6324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66211" y="4846320"/>
            <a:ext cx="3014749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5381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B2C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ثَتَبَ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بَثَثَ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66211" y="4846320"/>
            <a:ext cx="3014749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5381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666211" y="4846320"/>
            <a:ext cx="3014749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45381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72000" y="484632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4439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77789" y="4846320"/>
            <a:ext cx="3203171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3497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383578" y="4846320"/>
            <a:ext cx="3297382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2555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89367" y="4846320"/>
            <a:ext cx="3391593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1613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195156" y="4846320"/>
            <a:ext cx="348580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0671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00945" y="4846320"/>
            <a:ext cx="358001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9729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06735" y="4846320"/>
            <a:ext cx="367422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8787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12524" y="4846320"/>
            <a:ext cx="3768436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7845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B2C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6400" dirty="0"/>
          </a:p>
        </p:txBody>
      </p:sp>
      <p:sp>
        <p:nvSpPr>
          <p:cNvPr id="21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ثَثَ</a:t>
            </a:r>
            <a:endParaRPr lang="ar-SA" sz="6400" dirty="0"/>
          </a:p>
        </p:txBody>
      </p:sp>
      <p:sp>
        <p:nvSpPr>
          <p:cNvPr id="22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912524" y="4846320"/>
            <a:ext cx="3768436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7845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912524" y="4846320"/>
            <a:ext cx="3768436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7845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18313" y="4846320"/>
            <a:ext cx="3862647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6902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24102" y="4846320"/>
            <a:ext cx="3956858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596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29891" y="4846320"/>
            <a:ext cx="4051069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5018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35680" y="4846320"/>
            <a:ext cx="4145280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4076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3441469" y="4846320"/>
            <a:ext cx="4239491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33134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347258" y="4846320"/>
            <a:ext cx="4333702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2192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253047" y="4846320"/>
            <a:ext cx="4427913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12503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B2C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064625" y="4846320"/>
            <a:ext cx="461633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9366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970415" y="4846320"/>
            <a:ext cx="471054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8423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76204" y="4846320"/>
            <a:ext cx="4804756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7481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781993" y="4846320"/>
            <a:ext cx="4898967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6539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87782" y="4846320"/>
            <a:ext cx="4993178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5597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93571" y="4846320"/>
            <a:ext cx="5087389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4655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499360" y="4846320"/>
            <a:ext cx="5181600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3713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405149" y="4846320"/>
            <a:ext cx="5275811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2771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B2C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حَثَجَ</a:t>
            </a:r>
            <a:endParaRPr lang="ar-SA" sz="5400" dirty="0"/>
          </a:p>
        </p:txBody>
      </p:sp>
      <p:sp>
        <p:nvSpPr>
          <p:cNvPr id="24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5400" dirty="0"/>
          </a:p>
        </p:txBody>
      </p:sp>
      <p:sp>
        <p:nvSpPr>
          <p:cNvPr id="25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405149" y="4846320"/>
            <a:ext cx="5275811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2771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405149" y="4846320"/>
            <a:ext cx="5275811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22771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310938" y="4846320"/>
            <a:ext cx="5370022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1829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216727" y="4846320"/>
            <a:ext cx="5464233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0887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122516" y="4846320"/>
            <a:ext cx="5558444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19945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28305" y="4846320"/>
            <a:ext cx="565265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9002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34095" y="4846320"/>
            <a:ext cx="5746865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8060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39884" y="4846320"/>
            <a:ext cx="5841076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7118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45673" y="4846320"/>
            <a:ext cx="5935287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6176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51462" y="4846320"/>
            <a:ext cx="6029498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5234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B2C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651462" y="4846320"/>
            <a:ext cx="6029498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5234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651462" y="4846320"/>
            <a:ext cx="6029498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15234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57251" y="4846320"/>
            <a:ext cx="6123709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4292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B2CB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680000">
            <a:off x="1411468" y="2567004"/>
            <a:ext cx="228147" cy="228147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2940000">
            <a:off x="7107409" y="2308033"/>
            <a:ext cx="245783" cy="245783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500000">
            <a:off x="8458877" y="2319343"/>
            <a:ext cx="242760" cy="24276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420000">
            <a:off x="7246794" y="2633771"/>
            <a:ext cx="349033" cy="34903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520000">
            <a:off x="8452942" y="728859"/>
            <a:ext cx="284361" cy="28436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3000000">
            <a:off x="2693722" y="2235746"/>
            <a:ext cx="191570" cy="19157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2547020" y="481815"/>
            <a:ext cx="193305" cy="193305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1625794" y="213942"/>
            <a:ext cx="316086" cy="31608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320000">
            <a:off x="7900954" y="1123323"/>
            <a:ext cx="357530" cy="35753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380000">
            <a:off x="2095976" y="2067948"/>
            <a:ext cx="206046" cy="20604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2340000">
            <a:off x="6356898" y="2272821"/>
            <a:ext cx="313693" cy="31369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00000">
            <a:off x="6732452" y="1575414"/>
            <a:ext cx="313560" cy="31356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2940000">
            <a:off x="8430045" y="2428180"/>
            <a:ext cx="325465" cy="32546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320000">
            <a:off x="8268994" y="875349"/>
            <a:ext cx="165766" cy="165766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93</Slides>
  <Notes>93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02-ba-ta-tha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