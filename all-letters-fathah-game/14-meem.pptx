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</p:sldIdLst>
  <p:notesMasterIdLst>
    <p:notesMasterId r:id="rId9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notesMaster" Target="notesMasters/notesMaster1.xml"/><Relationship Id="rId100" Type="http://schemas.openxmlformats.org/officeDocument/2006/relationships/presProps" Target="presProps.xml"/><Relationship Id="rId101" Type="http://schemas.openxmlformats.org/officeDocument/2006/relationships/viewProps" Target="viewProps.xml"/><Relationship Id="rId102" Type="http://schemas.openxmlformats.org/officeDocument/2006/relationships/theme" Target="theme/theme1.xml"/><Relationship Id="rId10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Finished! Give the child a big cheer.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0.xml"/><Relationship Id="rIdLnk3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Lnk1" Type="http://schemas.openxmlformats.org/officeDocument/2006/relationships/slide" Target="slide32.xml"/><Relationship Id="rIdLnk2" Type="http://schemas.openxmlformats.org/officeDocument/2006/relationships/slide" Target="slide33.xml"/><Relationship Id="rIdLnk3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level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Lnk1" Type="http://schemas.openxmlformats.org/officeDocument/2006/relationships/slide" Target="slide45.xml"/><Relationship Id="rIdLnk2" Type="http://schemas.openxmlformats.org/officeDocument/2006/relationships/slide" Target="slide44.xml"/><Relationship Id="rIdLnk3" Type="http://schemas.openxmlformats.org/officeDocument/2006/relationships/slide" Target="slide4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Lnk1" Type="http://schemas.openxmlformats.org/officeDocument/2006/relationships/slide" Target="slide54.xml"/><Relationship Id="rIdLnk2" Type="http://schemas.openxmlformats.org/officeDocument/2006/relationships/slide" Target="slide54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Lnk1" Type="http://schemas.openxmlformats.org/officeDocument/2006/relationships/slide" Target="slide66.xml"/><Relationship Id="rIdLnk2" Type="http://schemas.openxmlformats.org/officeDocument/2006/relationships/slide" Target="slide67.xml"/><Relationship Id="rIdLnk3" Type="http://schemas.openxmlformats.org/officeDocument/2006/relationships/slide" Target="slide6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Lnk1" Type="http://schemas.openxmlformats.org/officeDocument/2006/relationships/slide" Target="slide65.xml"/><Relationship Id="rIdLnk2" Type="http://schemas.openxmlformats.org/officeDocument/2006/relationships/slide" Target="slide6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level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Lnk1" Type="http://schemas.openxmlformats.org/officeDocument/2006/relationships/slide" Target="slide79.xml"/><Relationship Id="rIdLnk2" Type="http://schemas.openxmlformats.org/officeDocument/2006/relationships/slide" Target="slide78.xml"/><Relationship Id="rIdLnk3" Type="http://schemas.openxmlformats.org/officeDocument/2006/relationships/slide" Target="slide79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Lnk1" Type="http://schemas.openxmlformats.org/officeDocument/2006/relationships/slide" Target="slide77.xml"/><Relationship Id="rIdLnk2" Type="http://schemas.openxmlformats.org/officeDocument/2006/relationships/slide" Target="slide77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Lnk1" Type="http://schemas.openxmlformats.org/officeDocument/2006/relationships/slide" Target="slide90.xml"/><Relationship Id="rIdLnk2" Type="http://schemas.openxmlformats.org/officeDocument/2006/relationships/slide" Target="slide90.xml"/><Relationship Id="rIdLnk3" Type="http://schemas.openxmlformats.org/officeDocument/2006/relationships/slide" Target="slide89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Lnk1" Type="http://schemas.openxmlformats.org/officeDocument/2006/relationships/slide" Target="slide88.xml"/><Relationship Id="rIdLnk2" Type="http://schemas.openxmlformats.org/officeDocument/2006/relationships/slide" Target="slide88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level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503305" y="4846320"/>
            <a:ext cx="177655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3752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14478" y="4846320"/>
            <a:ext cx="266482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28646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25650" y="4846320"/>
            <a:ext cx="355310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19763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36823" y="4846320"/>
            <a:ext cx="444137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10880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47995" y="4846320"/>
            <a:ext cx="532965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0199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59168" y="4846320"/>
            <a:ext cx="621792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93115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70341" y="4846320"/>
            <a:ext cx="710619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84232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A18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0" name="LINK1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endParaRPr lang="ar-SA" sz="6400" dirty="0"/>
          </a:p>
        </p:txBody>
      </p:sp>
      <p:sp>
        <p:nvSpPr>
          <p:cNvPr id="21" name="LINK1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مَخَ</a:t>
            </a:r>
            <a:endParaRPr lang="ar-SA" sz="6400" dirty="0"/>
          </a:p>
        </p:txBody>
      </p:sp>
      <p:sp>
        <p:nvSpPr>
          <p:cNvPr id="22" name="LINK1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مَجَ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970341" y="4846320"/>
            <a:ext cx="710619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84232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970341" y="4846320"/>
            <a:ext cx="710619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684232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81513" y="4846320"/>
            <a:ext cx="799447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7534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92686" y="4846320"/>
            <a:ext cx="888274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6646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03858" y="4846320"/>
            <a:ext cx="977102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57584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15031" y="4846320"/>
            <a:ext cx="1065929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4870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526203" y="4846320"/>
            <a:ext cx="1154757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3981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437376" y="4846320"/>
            <a:ext cx="1243584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30936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348549" y="4846320"/>
            <a:ext cx="1332411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2205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259721" y="4846320"/>
            <a:ext cx="1421239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1317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A18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0" name="LINK2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endParaRPr lang="ar-SA" sz="6400" dirty="0"/>
          </a:p>
        </p:txBody>
      </p:sp>
      <p:sp>
        <p:nvSpPr>
          <p:cNvPr id="21" name="LINK2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نَضَ</a:t>
            </a:r>
            <a:endParaRPr lang="ar-SA" sz="6400" dirty="0"/>
          </a:p>
        </p:txBody>
      </p:sp>
      <p:sp>
        <p:nvSpPr>
          <p:cNvPr id="22" name="LINK2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مَضَ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259721" y="4846320"/>
            <a:ext cx="1421239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1317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مَضَ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259721" y="4846320"/>
            <a:ext cx="1421239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61317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170894" y="4846320"/>
            <a:ext cx="1510066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04287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082066" y="4846320"/>
            <a:ext cx="1598894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95405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993239" y="4846320"/>
            <a:ext cx="1687721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86522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904411" y="4846320"/>
            <a:ext cx="1776549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7763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815584" y="484632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68756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726757" y="4846320"/>
            <a:ext cx="1954203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59874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637929" y="4846320"/>
            <a:ext cx="2043031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5099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49102" y="4846320"/>
            <a:ext cx="2131858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4210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A18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0" name="LINK3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مَلَ</a:t>
            </a:r>
            <a:endParaRPr lang="ar-SA" sz="6400" dirty="0"/>
          </a:p>
        </p:txBody>
      </p:sp>
      <p:sp>
        <p:nvSpPr>
          <p:cNvPr id="21" name="LINK33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endParaRPr lang="ar-SA" sz="6400" dirty="0"/>
          </a:p>
        </p:txBody>
      </p:sp>
      <p:sp>
        <p:nvSpPr>
          <p:cNvPr id="22" name="LINK3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مَمَ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549102" y="4846320"/>
            <a:ext cx="2131858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4210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مَلَ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549102" y="4846320"/>
            <a:ext cx="2131858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54210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3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3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400000">
            <a:off x="5619303" y="4553922"/>
            <a:ext cx="301278" cy="30127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1667282" y="4059228"/>
            <a:ext cx="306873" cy="30687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660000">
            <a:off x="6538455" y="1665269"/>
            <a:ext cx="324298" cy="32429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978867" y="3639635"/>
            <a:ext cx="339871" cy="339871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1260000">
            <a:off x="1139875" y="2247467"/>
            <a:ext cx="311713" cy="31171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120000">
            <a:off x="2583712" y="1799198"/>
            <a:ext cx="349410" cy="34941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140000">
            <a:off x="7228567" y="940997"/>
            <a:ext cx="196439" cy="1964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780000">
            <a:off x="8545944" y="2234945"/>
            <a:ext cx="316174" cy="316174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000000">
            <a:off x="7221936" y="1534153"/>
            <a:ext cx="272377" cy="272377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">
            <a:off x="3777383" y="4326648"/>
            <a:ext cx="251201" cy="251201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>
            <a:off x="2347747" y="766210"/>
            <a:ext cx="298744" cy="298744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780000">
            <a:off x="2643393" y="1414344"/>
            <a:ext cx="248639" cy="24863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7087581" y="2286911"/>
            <a:ext cx="272869" cy="27286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0">
            <a:off x="361717" y="2614780"/>
            <a:ext cx="254852" cy="25485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860000">
            <a:off x="4377758" y="4371079"/>
            <a:ext cx="205135" cy="20513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80000">
            <a:off x="7972525" y="2858292"/>
            <a:ext cx="167446" cy="16744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820000">
            <a:off x="7099354" y="3191929"/>
            <a:ext cx="221458" cy="221458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040000">
            <a:off x="8738756" y="2345981"/>
            <a:ext cx="202874" cy="202874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840000">
            <a:off x="924041" y="4283189"/>
            <a:ext cx="182185" cy="182185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500000">
            <a:off x="2200418" y="3714599"/>
            <a:ext cx="246864" cy="24686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940000">
            <a:off x="259805" y="1598376"/>
            <a:ext cx="307096" cy="307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3060000">
            <a:off x="7009777" y="4560170"/>
            <a:ext cx="283592" cy="2835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860000">
            <a:off x="2824194" y="207871"/>
            <a:ext cx="215726" cy="2157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920000">
            <a:off x="2293933" y="1636753"/>
            <a:ext cx="188479" cy="188479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940000">
            <a:off x="8516698" y="3257876"/>
            <a:ext cx="268822" cy="26882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7059322" y="1586615"/>
            <a:ext cx="260685" cy="26068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460274" y="4846320"/>
            <a:ext cx="2220686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53322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371447" y="4846320"/>
            <a:ext cx="2309513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524343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282619" y="4846320"/>
            <a:ext cx="2398341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515460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193792" y="4846320"/>
            <a:ext cx="2487168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506577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104965" y="4846320"/>
            <a:ext cx="2575995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97694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016137" y="4846320"/>
            <a:ext cx="2664823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8881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927310" y="4846320"/>
            <a:ext cx="2753650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79929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838482" y="4846320"/>
            <a:ext cx="2842478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71046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A18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3" name="LINK45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ذَمَدَ</a:t>
            </a:r>
            <a:endParaRPr lang="ar-SA" sz="5400" dirty="0"/>
          </a:p>
        </p:txBody>
      </p:sp>
      <p:sp>
        <p:nvSpPr>
          <p:cNvPr id="24" name="LINK4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دَمَذَ</a:t>
            </a:r>
            <a:endParaRPr lang="ar-SA" sz="5400" dirty="0"/>
          </a:p>
        </p:txBody>
      </p:sp>
      <p:sp>
        <p:nvSpPr>
          <p:cNvPr id="25" name="LINK4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دَنَذَ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838482" y="4846320"/>
            <a:ext cx="2842478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71046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دَمَذَ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838482" y="4846320"/>
            <a:ext cx="2842478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471046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4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4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749655" y="4846320"/>
            <a:ext cx="2931305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62163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660827" y="4846320"/>
            <a:ext cx="3020133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53281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زَمَسَ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572000" y="4846320"/>
            <a:ext cx="3108960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4439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سَمَشَ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483173" y="4846320"/>
            <a:ext cx="3197787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3551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شَمَصَ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394345" y="4846320"/>
            <a:ext cx="3286615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2663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صَمَضَ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305518" y="4846320"/>
            <a:ext cx="3375442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17750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ضَمَطَ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216690" y="4846320"/>
            <a:ext cx="3464270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08867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طَمَظَ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127863" y="4846320"/>
            <a:ext cx="3553097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99984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A18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3" name="LINK5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ظَمَطَ</a:t>
            </a:r>
            <a:endParaRPr lang="ar-SA" sz="5400" dirty="0"/>
          </a:p>
        </p:txBody>
      </p:sp>
      <p:sp>
        <p:nvSpPr>
          <p:cNvPr id="24" name="LINK5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طَمَطَ</a:t>
            </a:r>
            <a:endParaRPr lang="ar-SA" sz="5400" dirty="0"/>
          </a:p>
        </p:txBody>
      </p:sp>
      <p:sp>
        <p:nvSpPr>
          <p:cNvPr id="25" name="LINK5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طَمَظَ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127863" y="4846320"/>
            <a:ext cx="3553097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99984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طَمَظَ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127863" y="4846320"/>
            <a:ext cx="3553097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399984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54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54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ظَمَعَ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039035" y="4846320"/>
            <a:ext cx="3641925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9110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عَمَغَ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950208" y="4846320"/>
            <a:ext cx="3730752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82219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غَمَفَ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861381" y="4846320"/>
            <a:ext cx="3819579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73336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فَمَقَ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772553" y="4846320"/>
            <a:ext cx="3908407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64453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قَمَكَ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683726" y="4846320"/>
            <a:ext cx="3997234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55571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كَمَلَ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594898" y="4846320"/>
            <a:ext cx="4086062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4668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506071" y="4846320"/>
            <a:ext cx="4174889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3780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417243" y="4846320"/>
            <a:ext cx="4263717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28922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A18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0" name="LINK6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endParaRPr lang="ar-SA" sz="6400" dirty="0"/>
          </a:p>
        </p:txBody>
      </p:sp>
      <p:sp>
        <p:nvSpPr>
          <p:cNvPr id="21" name="LINK67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مَأَ</a:t>
            </a:r>
            <a:endParaRPr lang="ar-SA" sz="6400" dirty="0"/>
          </a:p>
        </p:txBody>
      </p:sp>
      <p:sp>
        <p:nvSpPr>
          <p:cNvPr id="22" name="LINK6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3417243" y="4846320"/>
            <a:ext cx="4263717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28922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417243" y="4846320"/>
            <a:ext cx="4263717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328922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6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6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>
            <a:off x="1350696" y="4076901"/>
            <a:ext cx="233962" cy="23396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420000">
            <a:off x="1015147" y="757259"/>
            <a:ext cx="189080" cy="189080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260000">
            <a:off x="6800945" y="3300867"/>
            <a:ext cx="305931" cy="30593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1080000">
            <a:off x="2062307" y="2250225"/>
            <a:ext cx="350649" cy="350649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3540000">
            <a:off x="1002185" y="4071851"/>
            <a:ext cx="236177" cy="236177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480000">
            <a:off x="2117446" y="1278126"/>
            <a:ext cx="281656" cy="28165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362136" y="3396372"/>
            <a:ext cx="225957" cy="22595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860000">
            <a:off x="2653168" y="2484406"/>
            <a:ext cx="310932" cy="31093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60000">
            <a:off x="2518144" y="781191"/>
            <a:ext cx="319375" cy="319375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260000">
            <a:off x="1298010" y="2349916"/>
            <a:ext cx="257740" cy="25774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8202175" y="4269627"/>
            <a:ext cx="288281" cy="288281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440000">
            <a:off x="7793038" y="1368271"/>
            <a:ext cx="173173" cy="17317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1320000">
            <a:off x="8569592" y="323895"/>
            <a:ext cx="248191" cy="248191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420000">
            <a:off x="1657247" y="4124637"/>
            <a:ext cx="223904" cy="2239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680000">
            <a:off x="6351346" y="4532035"/>
            <a:ext cx="322259" cy="322259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20000">
            <a:off x="2824085" y="3620646"/>
            <a:ext cx="284979" cy="284979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340000">
            <a:off x="8007470" y="3453605"/>
            <a:ext cx="169649" cy="169649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3420000">
            <a:off x="2659403" y="3792366"/>
            <a:ext cx="311336" cy="311336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3240000">
            <a:off x="1918403" y="724110"/>
            <a:ext cx="209748" cy="209748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60000">
            <a:off x="7049099" y="1365067"/>
            <a:ext cx="229607" cy="229607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660000">
            <a:off x="6849351" y="3243047"/>
            <a:ext cx="306092" cy="3060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780000">
            <a:off x="7314819" y="3795987"/>
            <a:ext cx="318502" cy="31850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200000">
            <a:off x="1508096" y="556492"/>
            <a:ext cx="213828" cy="213828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240000">
            <a:off x="720912" y="1612567"/>
            <a:ext cx="290354" cy="29035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760000">
            <a:off x="1787711" y="366804"/>
            <a:ext cx="215331" cy="21533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220000">
            <a:off x="7139178" y="2101617"/>
            <a:ext cx="293238" cy="29323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328416" y="4846320"/>
            <a:ext cx="4352544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20040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239589" y="4846320"/>
            <a:ext cx="4441371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11157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150761" y="4846320"/>
            <a:ext cx="4530199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02274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061934" y="4846320"/>
            <a:ext cx="4619026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93391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973106" y="4846320"/>
            <a:ext cx="4707854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8450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884279" y="4846320"/>
            <a:ext cx="4796681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75626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795451" y="4846320"/>
            <a:ext cx="4885509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6674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706624" y="4846320"/>
            <a:ext cx="4974336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5786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A18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0" name="LINK79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مَذَ</a:t>
            </a:r>
            <a:endParaRPr lang="ar-SA" sz="6400" dirty="0"/>
          </a:p>
        </p:txBody>
      </p:sp>
      <p:sp>
        <p:nvSpPr>
          <p:cNvPr id="21" name="LINK78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endParaRPr lang="ar-SA" sz="6400" dirty="0"/>
          </a:p>
        </p:txBody>
      </p:sp>
      <p:sp>
        <p:nvSpPr>
          <p:cNvPr id="22" name="LINK7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2706624" y="4846320"/>
            <a:ext cx="4974336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5786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706624" y="4846320"/>
            <a:ext cx="4974336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25786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77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77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617797" y="4846320"/>
            <a:ext cx="5063163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48978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528969" y="4846320"/>
            <a:ext cx="5151991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4009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440142" y="4846320"/>
            <a:ext cx="5240818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31212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51314" y="4846320"/>
            <a:ext cx="5329646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22329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62487" y="4846320"/>
            <a:ext cx="5418473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1344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73659" y="4846320"/>
            <a:ext cx="5507301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04564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84832" y="4846320"/>
            <a:ext cx="5596128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95681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96005" y="4846320"/>
            <a:ext cx="5684955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8679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5A18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0" name="LINK9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مَظَ</a:t>
            </a:r>
            <a:endParaRPr lang="ar-SA" sz="6400" dirty="0"/>
          </a:p>
        </p:txBody>
      </p:sp>
      <p:sp>
        <p:nvSpPr>
          <p:cNvPr id="21" name="LINK9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endParaRPr lang="ar-SA" sz="6400" dirty="0"/>
          </a:p>
        </p:txBody>
      </p:sp>
      <p:sp>
        <p:nvSpPr>
          <p:cNvPr id="22" name="LINK8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1996005" y="4846320"/>
            <a:ext cx="5684955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8679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1996005" y="4846320"/>
            <a:ext cx="5684955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18679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88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88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07177" y="4846320"/>
            <a:ext cx="5773783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77916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18350" y="4846320"/>
            <a:ext cx="5862610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69033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29522" y="4846320"/>
            <a:ext cx="5951438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60150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40695" y="4846320"/>
            <a:ext cx="6040265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5126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51867" y="4846320"/>
            <a:ext cx="6129093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42385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0633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957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48509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77447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06385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35323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6426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93199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3350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5A189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3540000">
            <a:off x="6849595" y="2039861"/>
            <a:ext cx="173373" cy="173373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660000">
            <a:off x="7026649" y="3691848"/>
            <a:ext cx="211788" cy="211788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460000">
            <a:off x="8531370" y="3142517"/>
            <a:ext cx="260516" cy="260516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540000">
            <a:off x="2653537" y="1328361"/>
            <a:ext cx="174420" cy="17442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>
            <a:off x="7517703" y="2353607"/>
            <a:ext cx="230170" cy="23017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2100000">
            <a:off x="1060841" y="4487427"/>
            <a:ext cx="326270" cy="3262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8578540" y="3662394"/>
            <a:ext cx="309690" cy="3096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480000">
            <a:off x="8630281" y="3027527"/>
            <a:ext cx="299322" cy="29932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740000">
            <a:off x="7008487" y="1744311"/>
            <a:ext cx="298820" cy="29882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2400000">
            <a:off x="7973219" y="2220479"/>
            <a:ext cx="171127" cy="17112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1209644" y="855969"/>
            <a:ext cx="364335" cy="36433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480000">
            <a:off x="8132123" y="2109061"/>
            <a:ext cx="291285" cy="291285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780000">
            <a:off x="6954836" y="3592554"/>
            <a:ext cx="241022" cy="241022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000000">
            <a:off x="6412577" y="433770"/>
            <a:ext cx="169794" cy="16979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2040000">
            <a:off x="1485986" y="556075"/>
            <a:ext cx="283391" cy="283391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600000">
            <a:off x="2566129" y="1329153"/>
            <a:ext cx="183077" cy="183077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360000">
            <a:off x="1090525" y="1427171"/>
            <a:ext cx="334467" cy="334467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440000">
            <a:off x="643564" y="3275773"/>
            <a:ext cx="301211" cy="301211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460000">
            <a:off x="296269" y="778936"/>
            <a:ext cx="204659" cy="204659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680000">
            <a:off x="7231115" y="3052845"/>
            <a:ext cx="208175" cy="208175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960000">
            <a:off x="2166289" y="3579861"/>
            <a:ext cx="167954" cy="16795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240000">
            <a:off x="846719" y="379714"/>
            <a:ext cx="345615" cy="34561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780000">
            <a:off x="7100540" y="1012723"/>
            <a:ext cx="177235" cy="177235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420000">
            <a:off x="8101355" y="3619677"/>
            <a:ext cx="235691" cy="235691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280000">
            <a:off x="2766234" y="583890"/>
            <a:ext cx="236766" cy="236766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6688612" y="4002630"/>
            <a:ext cx="237493" cy="237493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1260 confetti 27"/>
          <p:cNvSpPr/>
          <p:nvPr/>
        </p:nvSpPr>
        <p:spPr>
          <a:xfrm rot="1680000">
            <a:off x="1411468" y="2567004"/>
            <a:ext cx="228147" cy="228147"/>
          </a:xfrm>
          <a:prstGeom prst="rec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9" name="G1295 confetti 28"/>
          <p:cNvSpPr/>
          <p:nvPr/>
        </p:nvSpPr>
        <p:spPr>
          <a:xfrm rot="2940000">
            <a:off x="7107409" y="2308033"/>
            <a:ext cx="245783" cy="245783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1330 confetti 29"/>
          <p:cNvSpPr/>
          <p:nvPr/>
        </p:nvSpPr>
        <p:spPr>
          <a:xfrm rot="1500000">
            <a:off x="8458877" y="2319343"/>
            <a:ext cx="242760" cy="242760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1" name="G1365 confetti 30"/>
          <p:cNvSpPr/>
          <p:nvPr/>
        </p:nvSpPr>
        <p:spPr>
          <a:xfrm rot="3420000">
            <a:off x="7246794" y="2633771"/>
            <a:ext cx="349033" cy="34903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G1400 confetti 31"/>
          <p:cNvSpPr/>
          <p:nvPr/>
        </p:nvSpPr>
        <p:spPr>
          <a:xfrm rot="2520000">
            <a:off x="8452942" y="728859"/>
            <a:ext cx="284361" cy="28436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43" name="G1435 confetti 32"/>
          <p:cNvSpPr/>
          <p:nvPr/>
        </p:nvSpPr>
        <p:spPr>
          <a:xfrm rot="3000000">
            <a:off x="2693722" y="2235746"/>
            <a:ext cx="191570" cy="19157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44" name="G1470 confetti 33"/>
          <p:cNvSpPr/>
          <p:nvPr/>
        </p:nvSpPr>
        <p:spPr>
          <a:xfrm rot="2940000">
            <a:off x="2547020" y="481815"/>
            <a:ext cx="193305" cy="193305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5" name="G1505 confetti 34"/>
          <p:cNvSpPr/>
          <p:nvPr/>
        </p:nvSpPr>
        <p:spPr>
          <a:xfrm rot="1020000">
            <a:off x="1625794" y="213942"/>
            <a:ext cx="316086" cy="31608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6" name="G1540 confetti 35"/>
          <p:cNvSpPr/>
          <p:nvPr/>
        </p:nvSpPr>
        <p:spPr>
          <a:xfrm rot="1320000">
            <a:off x="7900954" y="1123323"/>
            <a:ext cx="357530" cy="35753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G1575 confetti 36"/>
          <p:cNvSpPr/>
          <p:nvPr/>
        </p:nvSpPr>
        <p:spPr>
          <a:xfrm rot="1380000">
            <a:off x="2095976" y="2067948"/>
            <a:ext cx="206046" cy="20604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8" name="G1610 confetti 37"/>
          <p:cNvSpPr/>
          <p:nvPr/>
        </p:nvSpPr>
        <p:spPr>
          <a:xfrm rot="2340000">
            <a:off x="6356898" y="2272821"/>
            <a:ext cx="313693" cy="313693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9" name="G1645 confetti 38"/>
          <p:cNvSpPr/>
          <p:nvPr/>
        </p:nvSpPr>
        <p:spPr>
          <a:xfrm rot="300000">
            <a:off x="6732452" y="1575414"/>
            <a:ext cx="313560" cy="31356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50" name="G1680 confetti 39"/>
          <p:cNvSpPr/>
          <p:nvPr/>
        </p:nvSpPr>
        <p:spPr>
          <a:xfrm rot="2940000">
            <a:off x="8430045" y="2428180"/>
            <a:ext cx="325465" cy="32546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51" name="G1715 confetti 40"/>
          <p:cNvSpPr/>
          <p:nvPr/>
        </p:nvSpPr>
        <p:spPr>
          <a:xfrm rot="1320000">
            <a:off x="8268994" y="875349"/>
            <a:ext cx="165766" cy="165766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52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5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56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7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71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4" grpId="0" animBg="1"/>
      <p:bldP spid="55" grpId="0" animBg="1"/>
      <p:bldP spid="5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97</Slides>
  <Notes>97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97</vt:i4>
      </vt:variant>
    </vt:vector>
  </HeadingPairs>
  <TitlesOfParts>
    <vt:vector size="10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 14-meem</dc:title>
  <dc:subject>PptxGenJS Presentation</dc:subject>
  <dc:creator>PptxGenJS</dc:creator>
  <cp:lastModifiedBy>PptxGenJS</cp:lastModifiedBy>
  <cp:revision>1</cp:revision>
  <dcterms:created xsi:type="dcterms:W3CDTF">2026-10-10T23:17:17Z</dcterms:created>
  <dcterms:modified xsi:type="dcterms:W3CDTF">2026-10-10T23:17:17Z</dcterms:modified>
</cp:coreProperties>
</file>