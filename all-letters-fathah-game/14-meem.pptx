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03305" y="4846320"/>
            <a:ext cx="17765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3752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14478" y="4846320"/>
            <a:ext cx="266482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2864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25650" y="4846320"/>
            <a:ext cx="355310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1976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36823" y="4846320"/>
            <a:ext cx="44413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1088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47995" y="4846320"/>
            <a:ext cx="53296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0199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59168" y="4846320"/>
            <a:ext cx="621792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9311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70341" y="4846320"/>
            <a:ext cx="71061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8423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970341" y="4846320"/>
            <a:ext cx="71061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8423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970341" y="4846320"/>
            <a:ext cx="71061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8423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81513" y="4846320"/>
            <a:ext cx="79944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534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92686" y="4846320"/>
            <a:ext cx="88827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6646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03858" y="4846320"/>
            <a:ext cx="977102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5758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15031" y="4846320"/>
            <a:ext cx="106592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4870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26203" y="4846320"/>
            <a:ext cx="115475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3981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437376" y="4846320"/>
            <a:ext cx="124358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3093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348549" y="4846320"/>
            <a:ext cx="133241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2205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59721" y="4846320"/>
            <a:ext cx="142123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131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259721" y="4846320"/>
            <a:ext cx="142123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131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259721" y="4846320"/>
            <a:ext cx="142123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1317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70894" y="4846320"/>
            <a:ext cx="151006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0428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82066" y="4846320"/>
            <a:ext cx="159889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9540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93239" y="4846320"/>
            <a:ext cx="168772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8652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04411" y="4846320"/>
            <a:ext cx="177654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7763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15584" y="4846320"/>
            <a:ext cx="186537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6875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26757" y="4846320"/>
            <a:ext cx="195420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5987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37929" y="4846320"/>
            <a:ext cx="204303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5099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49102" y="4846320"/>
            <a:ext cx="213185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421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549102" y="4846320"/>
            <a:ext cx="213185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421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549102" y="4846320"/>
            <a:ext cx="213185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5421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460274" y="4846320"/>
            <a:ext cx="222068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3322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71447" y="4846320"/>
            <a:ext cx="230951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2434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282619" y="4846320"/>
            <a:ext cx="239834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1546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93792" y="4846320"/>
            <a:ext cx="248716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0657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04965" y="4846320"/>
            <a:ext cx="257599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9769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16137" y="4846320"/>
            <a:ext cx="266482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8881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927310" y="4846320"/>
            <a:ext cx="2753650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7992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38482" y="4846320"/>
            <a:ext cx="284247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7104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ذَمَدَ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دَنَذَ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38482" y="4846320"/>
            <a:ext cx="284247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7104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838482" y="4846320"/>
            <a:ext cx="284247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7104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49655" y="4846320"/>
            <a:ext cx="293130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6216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60827" y="4846320"/>
            <a:ext cx="302013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328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83173" y="4846320"/>
            <a:ext cx="319778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3551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94345" y="4846320"/>
            <a:ext cx="328661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2663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05518" y="4846320"/>
            <a:ext cx="3375442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1775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16690" y="4846320"/>
            <a:ext cx="3464270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0886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27863" y="4846320"/>
            <a:ext cx="355309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9998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ظَمَطَ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طَمَطَ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27863" y="4846320"/>
            <a:ext cx="355309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9998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127863" y="4846320"/>
            <a:ext cx="355309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9998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039035" y="4846320"/>
            <a:ext cx="364192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9110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50208" y="4846320"/>
            <a:ext cx="3730752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8221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861381" y="4846320"/>
            <a:ext cx="381957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7333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72553" y="4846320"/>
            <a:ext cx="390840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6445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قَمَكَ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683726" y="4846320"/>
            <a:ext cx="399723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5557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كَمَلَ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94898" y="4846320"/>
            <a:ext cx="4086062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466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6071" y="4846320"/>
            <a:ext cx="417488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3780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417243" y="4846320"/>
            <a:ext cx="426371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2892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مَأَ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417243" y="4846320"/>
            <a:ext cx="426371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2892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17243" y="4846320"/>
            <a:ext cx="4263717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2892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28416" y="4846320"/>
            <a:ext cx="435254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2004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39589" y="4846320"/>
            <a:ext cx="444137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1115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50761" y="4846320"/>
            <a:ext cx="453019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0227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61934" y="4846320"/>
            <a:ext cx="461902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9339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73106" y="4846320"/>
            <a:ext cx="4707854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8450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84279" y="4846320"/>
            <a:ext cx="479668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7562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95451" y="4846320"/>
            <a:ext cx="4885509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6674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06624" y="4846320"/>
            <a:ext cx="497433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5786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706624" y="4846320"/>
            <a:ext cx="497433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5786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706624" y="4846320"/>
            <a:ext cx="497433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25786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617797" y="4846320"/>
            <a:ext cx="506316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4897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28969" y="4846320"/>
            <a:ext cx="515199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4009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40142" y="4846320"/>
            <a:ext cx="524081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3121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51314" y="4846320"/>
            <a:ext cx="5329646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2232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62487" y="4846320"/>
            <a:ext cx="541847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1344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73659" y="4846320"/>
            <a:ext cx="5507301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0456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84832" y="4846320"/>
            <a:ext cx="559612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9568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96005" y="4846320"/>
            <a:ext cx="568495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8679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مَظَ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996005" y="4846320"/>
            <a:ext cx="568495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8679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996005" y="4846320"/>
            <a:ext cx="568495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18679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07177" y="4846320"/>
            <a:ext cx="577378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7791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18350" y="4846320"/>
            <a:ext cx="5862610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9033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29522" y="4846320"/>
            <a:ext cx="5951438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015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40695" y="4846320"/>
            <a:ext cx="6040265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126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51867" y="4846320"/>
            <a:ext cx="6129093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4238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0633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957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485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77447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06385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35323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6426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9319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A189A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B72E8"/>
          </a:solidFill>
          <a:ln w="12700">
            <a:solidFill>
              <a:srgbClr val="9B72E8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D6A5"/>
          </a:solidFill>
          <a:ln w="12700">
            <a:solidFill>
              <a:srgbClr val="FFD6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6ECFF"/>
          </a:solidFill>
          <a:ln w="12700">
            <a:solidFill>
              <a:srgbClr val="F6EC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ADAD"/>
          </a:solidFill>
          <a:ln w="12700">
            <a:solidFill>
              <a:srgbClr val="FFADA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CAFFBF"/>
          </a:solidFill>
          <a:ln w="12700">
            <a:solidFill>
              <a:srgbClr val="CAFFB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97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14-meem</dc:title>
  <dc:subject>PptxGenJS Presentation</dc:subject>
  <dc:creator>PptxGenJS</dc:creator>
  <cp:lastModifiedBy>PptxGenJS</cp:lastModifiedBy>
  <cp:revision>1</cp:revision>
  <dcterms:created xsi:type="dcterms:W3CDTF">2026-10-10T23:17:17Z</dcterms:created>
  <dcterms:modified xsi:type="dcterms:W3CDTF">2026-10-10T23:17:17Z</dcterms:modified>
</cp:coreProperties>
</file>