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notesMaster" Target="notesMasters/notesMaster1.xml"/><Relationship Id="rId135" Type="http://schemas.openxmlformats.org/officeDocument/2006/relationships/presProps" Target="presProps.xml"/><Relationship Id="rId136" Type="http://schemas.openxmlformats.org/officeDocument/2006/relationships/viewProps" Target="viewProps.xml"/><Relationship Id="rId137" Type="http://schemas.openxmlformats.org/officeDocument/2006/relationships/theme" Target="theme/theme1.xml"/><Relationship Id="rId1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up! Celebrate before the next set of letters.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up! Celebrate before the next set of letters.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up! Celebrate before the next set of letters.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Finished! Give the child a big cheer.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Lnk1" Type="http://schemas.openxmlformats.org/officeDocument/2006/relationships/slide" Target="slide11.xml"/><Relationship Id="rIdLnk2" Type="http://schemas.openxmlformats.org/officeDocument/2006/relationships/slide" Target="slide10.xml"/><Relationship Id="rIdLnk3" Type="http://schemas.openxmlformats.org/officeDocument/2006/relationships/slide" Target="slide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Lnk1" Type="http://schemas.openxmlformats.org/officeDocument/2006/relationships/slide" Target="slide9.xml"/><Relationship Id="rIdLnk2" Type="http://schemas.openxmlformats.org/officeDocument/2006/relationships/slide" Target="slide9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Lnk1" Type="http://schemas.openxmlformats.org/officeDocument/2006/relationships/slide" Target="slide22.xml"/><Relationship Id="rIdLnk2" Type="http://schemas.openxmlformats.org/officeDocument/2006/relationships/slide" Target="slide22.xml"/><Relationship Id="rIdLnk3" Type="http://schemas.openxmlformats.org/officeDocument/2006/relationships/slide" Target="slide2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Lnk1" Type="http://schemas.openxmlformats.org/officeDocument/2006/relationships/slide" Target="slide20.xml"/><Relationship Id="rIdLnk2" Type="http://schemas.openxmlformats.org/officeDocument/2006/relationships/slide" Target="slide20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Lnk1" Type="http://schemas.openxmlformats.org/officeDocument/2006/relationships/slide" Target="slide32.xml"/><Relationship Id="rIdLnk2" Type="http://schemas.openxmlformats.org/officeDocument/2006/relationships/slide" Target="slide33.xml"/><Relationship Id="rIdLnk3" Type="http://schemas.openxmlformats.org/officeDocument/2006/relationships/slide" Target="slide3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Lnk1" Type="http://schemas.openxmlformats.org/officeDocument/2006/relationships/slide" Target="slide31.xml"/><Relationship Id="rIdLnk2" Type="http://schemas.openxmlformats.org/officeDocument/2006/relationships/slide" Target="slide31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level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Lnk1" Type="http://schemas.openxmlformats.org/officeDocument/2006/relationships/slide" Target="slide45.xml"/><Relationship Id="rIdLnk2" Type="http://schemas.openxmlformats.org/officeDocument/2006/relationships/slide" Target="slide44.xml"/><Relationship Id="rIdLnk3" Type="http://schemas.openxmlformats.org/officeDocument/2006/relationships/slide" Target="slide4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Lnk1" Type="http://schemas.openxmlformats.org/officeDocument/2006/relationships/slide" Target="slide43.xml"/><Relationship Id="rIdLnk2" Type="http://schemas.openxmlformats.org/officeDocument/2006/relationships/slide" Target="slide43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Lnk1" Type="http://schemas.openxmlformats.org/officeDocument/2006/relationships/slide" Target="slide56.xml"/><Relationship Id="rIdLnk2" Type="http://schemas.openxmlformats.org/officeDocument/2006/relationships/slide" Target="slide56.xml"/><Relationship Id="rIdLnk3" Type="http://schemas.openxmlformats.org/officeDocument/2006/relationships/slide" Target="slide5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Lnk1" Type="http://schemas.openxmlformats.org/officeDocument/2006/relationships/slide" Target="slide54.xml"/><Relationship Id="rIdLnk2" Type="http://schemas.openxmlformats.org/officeDocument/2006/relationships/slide" Target="slide54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Lnk1" Type="http://schemas.openxmlformats.org/officeDocument/2006/relationships/slide" Target="slide66.xml"/><Relationship Id="rIdLnk2" Type="http://schemas.openxmlformats.org/officeDocument/2006/relationships/slide" Target="slide67.xml"/><Relationship Id="rIdLnk3" Type="http://schemas.openxmlformats.org/officeDocument/2006/relationships/slide" Target="slide6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Lnk1" Type="http://schemas.openxmlformats.org/officeDocument/2006/relationships/slide" Target="slide65.xml"/><Relationship Id="rIdLnk2" Type="http://schemas.openxmlformats.org/officeDocument/2006/relationships/slide" Target="slide65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level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Lnk1" Type="http://schemas.openxmlformats.org/officeDocument/2006/relationships/slide" Target="slide79.xml"/><Relationship Id="rIdLnk2" Type="http://schemas.openxmlformats.org/officeDocument/2006/relationships/slide" Target="slide78.xml"/><Relationship Id="rIdLnk3" Type="http://schemas.openxmlformats.org/officeDocument/2006/relationships/slide" Target="slide79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Lnk1" Type="http://schemas.openxmlformats.org/officeDocument/2006/relationships/slide" Target="slide77.xml"/><Relationship Id="rIdLnk2" Type="http://schemas.openxmlformats.org/officeDocument/2006/relationships/slide" Target="slide77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Lnk1" Type="http://schemas.openxmlformats.org/officeDocument/2006/relationships/slide" Target="slide90.xml"/><Relationship Id="rIdLnk2" Type="http://schemas.openxmlformats.org/officeDocument/2006/relationships/slide" Target="slide90.xml"/><Relationship Id="rIdLnk3" Type="http://schemas.openxmlformats.org/officeDocument/2006/relationships/slide" Target="slide89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Lnk1" Type="http://schemas.openxmlformats.org/officeDocument/2006/relationships/slide" Target="slide88.xml"/><Relationship Id="rIdLnk2" Type="http://schemas.openxmlformats.org/officeDocument/2006/relationships/slide" Target="slide88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Lnk1" Type="http://schemas.openxmlformats.org/officeDocument/2006/relationships/slide" Target="slide100.xml"/><Relationship Id="rIdLnk2" Type="http://schemas.openxmlformats.org/officeDocument/2006/relationships/slide" Target="slide101.xml"/><Relationship Id="rIdLnk3" Type="http://schemas.openxmlformats.org/officeDocument/2006/relationships/slide" Target="slide10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Lnk1" Type="http://schemas.openxmlformats.org/officeDocument/2006/relationships/slide" Target="slide99.xml"/><Relationship Id="rIdLnk2" Type="http://schemas.openxmlformats.org/officeDocument/2006/relationships/slide" Target="slide99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Snd1" Type="http://schemas.openxmlformats.org/officeDocument/2006/relationships/audio" Target="../media/level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Lnk1" Type="http://schemas.openxmlformats.org/officeDocument/2006/relationships/slide" Target="slide113.xml"/><Relationship Id="rIdLnk2" Type="http://schemas.openxmlformats.org/officeDocument/2006/relationships/slide" Target="slide112.xml"/><Relationship Id="rIdLnk3" Type="http://schemas.openxmlformats.org/officeDocument/2006/relationships/slide" Target="slide113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Lnk1" Type="http://schemas.openxmlformats.org/officeDocument/2006/relationships/slide" Target="slide111.xml"/><Relationship Id="rIdLnk2" Type="http://schemas.openxmlformats.org/officeDocument/2006/relationships/slide" Target="slide111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Lnk1" Type="http://schemas.openxmlformats.org/officeDocument/2006/relationships/slide" Target="slide124.xml"/><Relationship Id="rIdLnk2" Type="http://schemas.openxmlformats.org/officeDocument/2006/relationships/slide" Target="slide124.xml"/><Relationship Id="rIdLnk3" Type="http://schemas.openxmlformats.org/officeDocument/2006/relationships/slide" Target="slide123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Lnk1" Type="http://schemas.openxmlformats.org/officeDocument/2006/relationships/slide" Target="slide122.xml"/><Relationship Id="rIdLnk2" Type="http://schemas.openxmlformats.org/officeDocument/2006/relationships/slide" Target="slide122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Snd1" Type="http://schemas.openxmlformats.org/officeDocument/2006/relationships/audio" Target="../media/level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19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19000" dirty="0"/>
          </a:p>
        </p:txBody>
      </p:sp>
      <p:sp>
        <p:nvSpPr>
          <p:cNvPr id="15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Game progress"/>
          <p:cNvSpPr/>
          <p:nvPr/>
        </p:nvSpPr>
        <p:spPr>
          <a:xfrm>
            <a:off x="7534656" y="4846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8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0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3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Game marker"/>
          <p:cNvSpPr/>
          <p:nvPr/>
        </p:nvSpPr>
        <p:spPr>
          <a:xfrm>
            <a:off x="740664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طَأَ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534656" y="4846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740664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طَبَ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484605" y="4846320"/>
            <a:ext cx="196355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735658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طَتَ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419153" y="4846320"/>
            <a:ext cx="261807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729113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طَثَ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353701" y="4846320"/>
            <a:ext cx="327259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722568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طَجَ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288249" y="4846320"/>
            <a:ext cx="392711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716023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طَحَ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222797" y="4846320"/>
            <a:ext cx="458163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709478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طَخَ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157346" y="4846320"/>
            <a:ext cx="523614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702933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3D5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0" name="LINK11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خَطَ</a:t>
            </a:r>
            <a:endParaRPr lang="ar-SA" sz="6400" dirty="0"/>
          </a:p>
        </p:txBody>
      </p:sp>
      <p:sp>
        <p:nvSpPr>
          <p:cNvPr id="21" name="LINK10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طَخَ</a:t>
            </a:r>
            <a:endParaRPr lang="ar-SA" sz="6400" dirty="0"/>
          </a:p>
        </p:txBody>
      </p:sp>
      <p:sp>
        <p:nvSpPr>
          <p:cNvPr id="22" name="LINK11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طَجَ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7157346" y="4846320"/>
            <a:ext cx="523614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702933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طَخَ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7157346" y="4846320"/>
            <a:ext cx="523614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Game marker"/>
          <p:cNvSpPr/>
          <p:nvPr/>
        </p:nvSpPr>
        <p:spPr>
          <a:xfrm>
            <a:off x="702933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9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9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طَدَ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091894" y="4846320"/>
            <a:ext cx="589066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696387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طَذَ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026442" y="4846320"/>
            <a:ext cx="654518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689842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طَرَ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960990" y="4846320"/>
            <a:ext cx="719970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683297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طَزَ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895539" y="4846320"/>
            <a:ext cx="785421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676752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طَسَ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830087" y="4846320"/>
            <a:ext cx="850873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670207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طَشَ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764635" y="4846320"/>
            <a:ext cx="916325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663661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طَصَ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699183" y="4846320"/>
            <a:ext cx="981777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657116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طَضَ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633731" y="4846320"/>
            <a:ext cx="1047229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650571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3D5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0" name="LINK22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ضَطَ</a:t>
            </a:r>
            <a:endParaRPr lang="ar-SA" sz="6400" dirty="0"/>
          </a:p>
        </p:txBody>
      </p:sp>
      <p:sp>
        <p:nvSpPr>
          <p:cNvPr id="21" name="LINK22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ظَضَ</a:t>
            </a:r>
            <a:endParaRPr lang="ar-SA" sz="6400" dirty="0"/>
          </a:p>
        </p:txBody>
      </p:sp>
      <p:sp>
        <p:nvSpPr>
          <p:cNvPr id="22" name="LINK21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طَضَ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6633731" y="4846320"/>
            <a:ext cx="1047229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650571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طَضَ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6633731" y="4846320"/>
            <a:ext cx="1047229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Game marker"/>
          <p:cNvSpPr/>
          <p:nvPr/>
        </p:nvSpPr>
        <p:spPr>
          <a:xfrm>
            <a:off x="650571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20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20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أَطَبَ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568280" y="4846320"/>
            <a:ext cx="1112680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Game marker"/>
          <p:cNvSpPr/>
          <p:nvPr/>
        </p:nvSpPr>
        <p:spPr>
          <a:xfrm>
            <a:off x="644026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بَطَتَ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502828" y="4846320"/>
            <a:ext cx="1178132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Game marker"/>
          <p:cNvSpPr/>
          <p:nvPr/>
        </p:nvSpPr>
        <p:spPr>
          <a:xfrm>
            <a:off x="637481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تَطَثَ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437376" y="4846320"/>
            <a:ext cx="1243584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Game marker"/>
          <p:cNvSpPr/>
          <p:nvPr/>
        </p:nvSpPr>
        <p:spPr>
          <a:xfrm>
            <a:off x="630936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ثَطَجَ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371924" y="4846320"/>
            <a:ext cx="1309036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Game marker"/>
          <p:cNvSpPr/>
          <p:nvPr/>
        </p:nvSpPr>
        <p:spPr>
          <a:xfrm>
            <a:off x="624390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جَطَحَ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306472" y="4846320"/>
            <a:ext cx="1374488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Game marker"/>
          <p:cNvSpPr/>
          <p:nvPr/>
        </p:nvSpPr>
        <p:spPr>
          <a:xfrm>
            <a:off x="617845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حَطَخَ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241021" y="4846320"/>
            <a:ext cx="1439939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Game marker"/>
          <p:cNvSpPr/>
          <p:nvPr/>
        </p:nvSpPr>
        <p:spPr>
          <a:xfrm>
            <a:off x="611300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خَطَدَ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175569" y="4846320"/>
            <a:ext cx="1505391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Game marker"/>
          <p:cNvSpPr/>
          <p:nvPr/>
        </p:nvSpPr>
        <p:spPr>
          <a:xfrm>
            <a:off x="604755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دَطَذَ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110117" y="4846320"/>
            <a:ext cx="1570843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Game marker"/>
          <p:cNvSpPr/>
          <p:nvPr/>
        </p:nvSpPr>
        <p:spPr>
          <a:xfrm>
            <a:off x="598210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Question panel"/>
          <p:cNvSpPr/>
          <p:nvPr/>
        </p:nvSpPr>
        <p:spPr>
          <a:xfrm>
            <a:off x="594360" y="86868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6" name="Question mark"/>
          <p:cNvSpPr txBox="1"/>
          <p:nvPr/>
        </p:nvSpPr>
        <p:spPr>
          <a:xfrm>
            <a:off x="594360" y="86868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3D5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7" name="Letter 1"/>
          <p:cNvSpPr txBox="1"/>
          <p:nvPr/>
        </p:nvSpPr>
        <p:spPr>
          <a:xfrm>
            <a:off x="726948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18" name="Plus 1"/>
          <p:cNvSpPr/>
          <p:nvPr/>
        </p:nvSpPr>
        <p:spPr>
          <a:xfrm>
            <a:off x="6844284" y="160934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Letter 2"/>
          <p:cNvSpPr txBox="1"/>
          <p:nvPr/>
        </p:nvSpPr>
        <p:spPr>
          <a:xfrm>
            <a:off x="548640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0" name="Plus 2"/>
          <p:cNvSpPr/>
          <p:nvPr/>
        </p:nvSpPr>
        <p:spPr>
          <a:xfrm>
            <a:off x="5061204" y="160934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1" name="Letter 3"/>
          <p:cNvSpPr txBox="1"/>
          <p:nvPr/>
        </p:nvSpPr>
        <p:spPr>
          <a:xfrm>
            <a:off x="370332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2" name="Arrow"/>
          <p:cNvSpPr/>
          <p:nvPr/>
        </p:nvSpPr>
        <p:spPr>
          <a:xfrm>
            <a:off x="3040380" y="152704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3" name="LINK32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دَطَذَ</a:t>
            </a:r>
            <a:endParaRPr lang="ar-SA" sz="5400" dirty="0"/>
          </a:p>
        </p:txBody>
      </p:sp>
      <p:sp>
        <p:nvSpPr>
          <p:cNvPr id="24" name="LINK33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ذَطَدَ</a:t>
            </a:r>
            <a:endParaRPr lang="ar-SA" sz="5400" dirty="0"/>
          </a:p>
        </p:txBody>
      </p:sp>
      <p:sp>
        <p:nvSpPr>
          <p:cNvPr id="25" name="LINK33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ذَطَذَ</a:t>
            </a:r>
            <a:endParaRPr lang="ar-SA" sz="54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110117" y="4846320"/>
            <a:ext cx="1570843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Game marker"/>
          <p:cNvSpPr/>
          <p:nvPr/>
        </p:nvSpPr>
        <p:spPr>
          <a:xfrm>
            <a:off x="598210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دَطَذَ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6110117" y="4846320"/>
            <a:ext cx="1570843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Game marker"/>
          <p:cNvSpPr/>
          <p:nvPr/>
        </p:nvSpPr>
        <p:spPr>
          <a:xfrm>
            <a:off x="598210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31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31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350 confetti 1"/>
          <p:cNvSpPr/>
          <p:nvPr/>
        </p:nvSpPr>
        <p:spPr>
          <a:xfrm rot="2400000">
            <a:off x="5619303" y="4553922"/>
            <a:ext cx="301278" cy="301278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3" name="G0385 confetti 2"/>
          <p:cNvSpPr/>
          <p:nvPr/>
        </p:nvSpPr>
        <p:spPr>
          <a:xfrm rot="2940000">
            <a:off x="1667282" y="4059228"/>
            <a:ext cx="306873" cy="306873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4" name="G0420 confetti 3"/>
          <p:cNvSpPr/>
          <p:nvPr/>
        </p:nvSpPr>
        <p:spPr>
          <a:xfrm rot="660000">
            <a:off x="6538455" y="1665269"/>
            <a:ext cx="324298" cy="324298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5" name="G0455 confetti 4"/>
          <p:cNvSpPr/>
          <p:nvPr/>
        </p:nvSpPr>
        <p:spPr>
          <a:xfrm rot="3000000">
            <a:off x="1978867" y="3639635"/>
            <a:ext cx="339871" cy="339871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6" name="G0490 confetti 5"/>
          <p:cNvSpPr/>
          <p:nvPr/>
        </p:nvSpPr>
        <p:spPr>
          <a:xfrm rot="1260000">
            <a:off x="1139875" y="2247467"/>
            <a:ext cx="311713" cy="311713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G0525 confetti 6"/>
          <p:cNvSpPr/>
          <p:nvPr/>
        </p:nvSpPr>
        <p:spPr>
          <a:xfrm rot="3120000">
            <a:off x="2583712" y="1799198"/>
            <a:ext cx="349410" cy="349410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8" name="G0560 confetti 7"/>
          <p:cNvSpPr/>
          <p:nvPr/>
        </p:nvSpPr>
        <p:spPr>
          <a:xfrm rot="1140000">
            <a:off x="7228567" y="940997"/>
            <a:ext cx="196439" cy="19643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G0595 confetti 8"/>
          <p:cNvSpPr/>
          <p:nvPr/>
        </p:nvSpPr>
        <p:spPr>
          <a:xfrm rot="780000">
            <a:off x="8545944" y="2234945"/>
            <a:ext cx="316174" cy="316174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0" name="G0630 confetti 9"/>
          <p:cNvSpPr/>
          <p:nvPr/>
        </p:nvSpPr>
        <p:spPr>
          <a:xfrm rot="3000000">
            <a:off x="7221936" y="1534153"/>
            <a:ext cx="272377" cy="272377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1" name="G0665 confetti 10"/>
          <p:cNvSpPr/>
          <p:nvPr/>
        </p:nvSpPr>
        <p:spPr>
          <a:xfrm rot="60000">
            <a:off x="3777383" y="4326648"/>
            <a:ext cx="251201" cy="251201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2" name="G0700 confetti 11"/>
          <p:cNvSpPr/>
          <p:nvPr/>
        </p:nvSpPr>
        <p:spPr>
          <a:xfrm>
            <a:off x="2347747" y="766210"/>
            <a:ext cx="298744" cy="298744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23" name="G0735 confetti 12"/>
          <p:cNvSpPr/>
          <p:nvPr/>
        </p:nvSpPr>
        <p:spPr>
          <a:xfrm rot="780000">
            <a:off x="2643393" y="1414344"/>
            <a:ext cx="248639" cy="248639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0770 confetti 13"/>
          <p:cNvSpPr/>
          <p:nvPr/>
        </p:nvSpPr>
        <p:spPr>
          <a:xfrm rot="3000000">
            <a:off x="7087581" y="2286911"/>
            <a:ext cx="272869" cy="27286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G0805 confetti 14"/>
          <p:cNvSpPr/>
          <p:nvPr/>
        </p:nvSpPr>
        <p:spPr>
          <a:xfrm rot="1800000">
            <a:off x="361717" y="2614780"/>
            <a:ext cx="254852" cy="25485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0840 confetti 15"/>
          <p:cNvSpPr/>
          <p:nvPr/>
        </p:nvSpPr>
        <p:spPr>
          <a:xfrm rot="1860000">
            <a:off x="4377758" y="4371079"/>
            <a:ext cx="205135" cy="205135"/>
          </a:xfrm>
          <a:prstGeom prst="rec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7" name="G0875 confetti 16"/>
          <p:cNvSpPr/>
          <p:nvPr/>
        </p:nvSpPr>
        <p:spPr>
          <a:xfrm rot="2280000">
            <a:off x="7972525" y="2858292"/>
            <a:ext cx="167446" cy="167446"/>
          </a:xfrm>
          <a:prstGeom prst="hear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8" name="G0910 confetti 17"/>
          <p:cNvSpPr/>
          <p:nvPr/>
        </p:nvSpPr>
        <p:spPr>
          <a:xfrm rot="2820000">
            <a:off x="7099354" y="3191929"/>
            <a:ext cx="221458" cy="221458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9" name="G0945 confetti 18"/>
          <p:cNvSpPr/>
          <p:nvPr/>
        </p:nvSpPr>
        <p:spPr>
          <a:xfrm rot="2040000">
            <a:off x="8738756" y="2345981"/>
            <a:ext cx="202874" cy="202874"/>
          </a:xfrm>
          <a:prstGeom prst="star5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0" name="G0980 confetti 19"/>
          <p:cNvSpPr/>
          <p:nvPr/>
        </p:nvSpPr>
        <p:spPr>
          <a:xfrm rot="840000">
            <a:off x="924041" y="4283189"/>
            <a:ext cx="182185" cy="182185"/>
          </a:xfrm>
          <a:prstGeom prst="rec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G1015 confetti 20"/>
          <p:cNvSpPr/>
          <p:nvPr/>
        </p:nvSpPr>
        <p:spPr>
          <a:xfrm rot="1500000">
            <a:off x="2200418" y="3714599"/>
            <a:ext cx="246864" cy="246864"/>
          </a:xfrm>
          <a:prstGeom prst="hear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2" name="G1050 confetti 21"/>
          <p:cNvSpPr/>
          <p:nvPr/>
        </p:nvSpPr>
        <p:spPr>
          <a:xfrm rot="2940000">
            <a:off x="259805" y="1598376"/>
            <a:ext cx="307096" cy="3070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1085 confetti 22"/>
          <p:cNvSpPr/>
          <p:nvPr/>
        </p:nvSpPr>
        <p:spPr>
          <a:xfrm rot="3060000">
            <a:off x="7009777" y="4560170"/>
            <a:ext cx="283592" cy="283592"/>
          </a:xfrm>
          <a:prstGeom prst="star5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34" name="G1120 confetti 23"/>
          <p:cNvSpPr/>
          <p:nvPr/>
        </p:nvSpPr>
        <p:spPr>
          <a:xfrm rot="1860000">
            <a:off x="2824194" y="207871"/>
            <a:ext cx="215726" cy="215726"/>
          </a:xfrm>
          <a:prstGeom prst="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35" name="G1155 confetti 24"/>
          <p:cNvSpPr/>
          <p:nvPr/>
        </p:nvSpPr>
        <p:spPr>
          <a:xfrm rot="1920000">
            <a:off x="2293933" y="1636753"/>
            <a:ext cx="188479" cy="188479"/>
          </a:xfrm>
          <a:prstGeom prst="hear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36" name="G1190 confetti 25"/>
          <p:cNvSpPr/>
          <p:nvPr/>
        </p:nvSpPr>
        <p:spPr>
          <a:xfrm rot="2940000">
            <a:off x="8516698" y="3257876"/>
            <a:ext cx="268822" cy="26882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7" name="G1225 confetti 26"/>
          <p:cNvSpPr/>
          <p:nvPr/>
        </p:nvSpPr>
        <p:spPr>
          <a:xfrm rot="1680000">
            <a:off x="7059322" y="1586615"/>
            <a:ext cx="260685" cy="260685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8" name="G0000 medal ribbon left"/>
          <p:cNvSpPr/>
          <p:nvPr/>
        </p:nvSpPr>
        <p:spPr>
          <a:xfrm rot="11400000">
            <a:off x="3566160" y="3154680"/>
            <a:ext cx="822960" cy="11430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G0000 medal ribbon right"/>
          <p:cNvSpPr/>
          <p:nvPr/>
        </p:nvSpPr>
        <p:spPr>
          <a:xfrm rot="10200000">
            <a:off x="4754880" y="3154680"/>
            <a:ext cx="822960" cy="11430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G0000 medal"/>
          <p:cNvSpPr/>
          <p:nvPr/>
        </p:nvSpPr>
        <p:spPr>
          <a:xfrm>
            <a:off x="3108960" y="640080"/>
            <a:ext cx="2926080" cy="292608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  <a:prstDash val="solid"/>
          </a:ln>
        </p:spPr>
      </p:sp>
      <p:sp>
        <p:nvSpPr>
          <p:cNvPr id="41" name="G0000 medal inner"/>
          <p:cNvSpPr/>
          <p:nvPr/>
        </p:nvSpPr>
        <p:spPr>
          <a:xfrm>
            <a:off x="3474720" y="1005840"/>
            <a:ext cx="2194560" cy="219456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  <a:prstDash val="solid"/>
          </a:ln>
        </p:spPr>
      </p:sp>
      <p:sp>
        <p:nvSpPr>
          <p:cNvPr id="42" name="G0000 medal star"/>
          <p:cNvSpPr/>
          <p:nvPr/>
        </p:nvSpPr>
        <p:spPr>
          <a:xfrm>
            <a:off x="3749040" y="1280160"/>
            <a:ext cx="1645920" cy="16459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43" name="NOHIDE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ذَطَرَ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044665" y="4846320"/>
            <a:ext cx="1636295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Game marker"/>
          <p:cNvSpPr/>
          <p:nvPr/>
        </p:nvSpPr>
        <p:spPr>
          <a:xfrm>
            <a:off x="591664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رَطَزَ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979213" y="4846320"/>
            <a:ext cx="1701747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Game marker"/>
          <p:cNvSpPr/>
          <p:nvPr/>
        </p:nvSpPr>
        <p:spPr>
          <a:xfrm>
            <a:off x="585119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زَطَسَ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913762" y="4846320"/>
            <a:ext cx="1767198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Game marker"/>
          <p:cNvSpPr/>
          <p:nvPr/>
        </p:nvSpPr>
        <p:spPr>
          <a:xfrm>
            <a:off x="578574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سَطَشَ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848310" y="4846320"/>
            <a:ext cx="1832650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Game marker"/>
          <p:cNvSpPr/>
          <p:nvPr/>
        </p:nvSpPr>
        <p:spPr>
          <a:xfrm>
            <a:off x="572029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شَطَصَ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782858" y="4846320"/>
            <a:ext cx="1898102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Game marker"/>
          <p:cNvSpPr/>
          <p:nvPr/>
        </p:nvSpPr>
        <p:spPr>
          <a:xfrm>
            <a:off x="565484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صَطَضَ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717406" y="4846320"/>
            <a:ext cx="1963554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Game marker"/>
          <p:cNvSpPr/>
          <p:nvPr/>
        </p:nvSpPr>
        <p:spPr>
          <a:xfrm>
            <a:off x="558939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ضَطَأَ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651955" y="4846320"/>
            <a:ext cx="2029005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Game marker"/>
          <p:cNvSpPr/>
          <p:nvPr/>
        </p:nvSpPr>
        <p:spPr>
          <a:xfrm>
            <a:off x="552393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أَطَ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586503" y="4846320"/>
            <a:ext cx="2094457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545848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3D5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0" name="LINK45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طَأَ</a:t>
            </a:r>
            <a:endParaRPr lang="ar-SA" sz="6400" dirty="0"/>
          </a:p>
        </p:txBody>
      </p:sp>
      <p:sp>
        <p:nvSpPr>
          <p:cNvPr id="21" name="LINK44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أَطَ</a:t>
            </a:r>
            <a:endParaRPr lang="ar-SA" sz="6400" dirty="0"/>
          </a:p>
        </p:txBody>
      </p:sp>
      <p:sp>
        <p:nvSpPr>
          <p:cNvPr id="22" name="LINK45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بَطَ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5586503" y="4846320"/>
            <a:ext cx="2094457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545848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أَطَ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5586503" y="4846320"/>
            <a:ext cx="2094457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Game marker"/>
          <p:cNvSpPr/>
          <p:nvPr/>
        </p:nvSpPr>
        <p:spPr>
          <a:xfrm>
            <a:off x="545848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43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43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بَطَ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521051" y="4846320"/>
            <a:ext cx="2159909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539303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تَطَ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455599" y="4846320"/>
            <a:ext cx="2225361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532758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ثَطَ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390147" y="4846320"/>
            <a:ext cx="2290813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526213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جَطَ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324696" y="4846320"/>
            <a:ext cx="2356264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519668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حَطَ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259244" y="4846320"/>
            <a:ext cx="2421716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513122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خَطَ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193792" y="4846320"/>
            <a:ext cx="2487168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506577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دَطَ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128340" y="4846320"/>
            <a:ext cx="2552620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500032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ذَطَ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062888" y="4846320"/>
            <a:ext cx="2618072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493487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3D5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0" name="LINK56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طَذَ</a:t>
            </a:r>
            <a:endParaRPr lang="ar-SA" sz="6400" dirty="0"/>
          </a:p>
        </p:txBody>
      </p:sp>
      <p:sp>
        <p:nvSpPr>
          <p:cNvPr id="21" name="LINK56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ذَظَ</a:t>
            </a:r>
            <a:endParaRPr lang="ar-SA" sz="6400" dirty="0"/>
          </a:p>
        </p:txBody>
      </p:sp>
      <p:sp>
        <p:nvSpPr>
          <p:cNvPr id="22" name="LINK55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ذَطَ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5062888" y="4846320"/>
            <a:ext cx="2618072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493487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ذَطَ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5062888" y="4846320"/>
            <a:ext cx="2618072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Game marker"/>
          <p:cNvSpPr/>
          <p:nvPr/>
        </p:nvSpPr>
        <p:spPr>
          <a:xfrm>
            <a:off x="493487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54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54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رَطَ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997437" y="4846320"/>
            <a:ext cx="2683523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486942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زَطَ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931985" y="4846320"/>
            <a:ext cx="2748975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480396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سَطَ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866533" y="4846320"/>
            <a:ext cx="2814427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473851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شَطَ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801081" y="4846320"/>
            <a:ext cx="2879879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467306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صَطَ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735629" y="4846320"/>
            <a:ext cx="2945331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460761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ضَطَ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670178" y="4846320"/>
            <a:ext cx="3010782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454216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19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19000" dirty="0"/>
          </a:p>
        </p:txBody>
      </p:sp>
      <p:sp>
        <p:nvSpPr>
          <p:cNvPr id="15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Game progress"/>
          <p:cNvSpPr/>
          <p:nvPr/>
        </p:nvSpPr>
        <p:spPr>
          <a:xfrm>
            <a:off x="4604726" y="4846320"/>
            <a:ext cx="3076234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8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0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3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Game marker"/>
          <p:cNvSpPr/>
          <p:nvPr/>
        </p:nvSpPr>
        <p:spPr>
          <a:xfrm>
            <a:off x="447671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ظَأَ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539274" y="4846320"/>
            <a:ext cx="3141686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441125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3D5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0" name="LINK66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ظَأَ</a:t>
            </a:r>
            <a:endParaRPr lang="ar-SA" sz="6400" dirty="0"/>
          </a:p>
        </p:txBody>
      </p:sp>
      <p:sp>
        <p:nvSpPr>
          <p:cNvPr id="21" name="LINK67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أَظَ</a:t>
            </a:r>
            <a:endParaRPr lang="ar-SA" sz="6400" dirty="0"/>
          </a:p>
        </p:txBody>
      </p:sp>
      <p:sp>
        <p:nvSpPr>
          <p:cNvPr id="22" name="LINK67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طَأَ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4539274" y="4846320"/>
            <a:ext cx="3141686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441125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ظَأَ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4539274" y="4846320"/>
            <a:ext cx="3141686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Game marker"/>
          <p:cNvSpPr/>
          <p:nvPr/>
        </p:nvSpPr>
        <p:spPr>
          <a:xfrm>
            <a:off x="441125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7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65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65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350 confetti 1"/>
          <p:cNvSpPr/>
          <p:nvPr/>
        </p:nvSpPr>
        <p:spPr>
          <a:xfrm>
            <a:off x="1350696" y="4076901"/>
            <a:ext cx="233962" cy="233962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3" name="G0385 confetti 2"/>
          <p:cNvSpPr/>
          <p:nvPr/>
        </p:nvSpPr>
        <p:spPr>
          <a:xfrm rot="420000">
            <a:off x="1015147" y="757259"/>
            <a:ext cx="189080" cy="189080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4" name="G0420 confetti 3"/>
          <p:cNvSpPr/>
          <p:nvPr/>
        </p:nvSpPr>
        <p:spPr>
          <a:xfrm rot="1260000">
            <a:off x="6800945" y="3300867"/>
            <a:ext cx="305931" cy="305931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5" name="G0455 confetti 4"/>
          <p:cNvSpPr/>
          <p:nvPr/>
        </p:nvSpPr>
        <p:spPr>
          <a:xfrm rot="1080000">
            <a:off x="2062307" y="2250225"/>
            <a:ext cx="350649" cy="350649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6" name="G0490 confetti 5"/>
          <p:cNvSpPr/>
          <p:nvPr/>
        </p:nvSpPr>
        <p:spPr>
          <a:xfrm rot="3540000">
            <a:off x="1002185" y="4071851"/>
            <a:ext cx="236177" cy="236177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G0525 confetti 6"/>
          <p:cNvSpPr/>
          <p:nvPr/>
        </p:nvSpPr>
        <p:spPr>
          <a:xfrm rot="3480000">
            <a:off x="2117446" y="1278126"/>
            <a:ext cx="281656" cy="281656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8" name="G0560 confetti 7"/>
          <p:cNvSpPr/>
          <p:nvPr/>
        </p:nvSpPr>
        <p:spPr>
          <a:xfrm rot="2940000">
            <a:off x="2362136" y="3396372"/>
            <a:ext cx="225957" cy="22595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G0595 confetti 8"/>
          <p:cNvSpPr/>
          <p:nvPr/>
        </p:nvSpPr>
        <p:spPr>
          <a:xfrm rot="1860000">
            <a:off x="2653168" y="2484406"/>
            <a:ext cx="310932" cy="310932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0" name="G0630 confetti 9"/>
          <p:cNvSpPr/>
          <p:nvPr/>
        </p:nvSpPr>
        <p:spPr>
          <a:xfrm rot="60000">
            <a:off x="2518144" y="781191"/>
            <a:ext cx="319375" cy="319375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1" name="G0665 confetti 10"/>
          <p:cNvSpPr/>
          <p:nvPr/>
        </p:nvSpPr>
        <p:spPr>
          <a:xfrm rot="1260000">
            <a:off x="1298010" y="2349916"/>
            <a:ext cx="257740" cy="257740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2" name="G0700 confetti 11"/>
          <p:cNvSpPr/>
          <p:nvPr/>
        </p:nvSpPr>
        <p:spPr>
          <a:xfrm rot="1440000">
            <a:off x="8202175" y="4269627"/>
            <a:ext cx="288281" cy="288281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23" name="G0735 confetti 12"/>
          <p:cNvSpPr/>
          <p:nvPr/>
        </p:nvSpPr>
        <p:spPr>
          <a:xfrm rot="1440000">
            <a:off x="7793038" y="1368271"/>
            <a:ext cx="173173" cy="173173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0770 confetti 13"/>
          <p:cNvSpPr/>
          <p:nvPr/>
        </p:nvSpPr>
        <p:spPr>
          <a:xfrm rot="1320000">
            <a:off x="8569592" y="323895"/>
            <a:ext cx="248191" cy="248191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G0805 confetti 14"/>
          <p:cNvSpPr/>
          <p:nvPr/>
        </p:nvSpPr>
        <p:spPr>
          <a:xfrm rot="3420000">
            <a:off x="1657247" y="4124637"/>
            <a:ext cx="223904" cy="2239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0840 confetti 15"/>
          <p:cNvSpPr/>
          <p:nvPr/>
        </p:nvSpPr>
        <p:spPr>
          <a:xfrm rot="1680000">
            <a:off x="6351346" y="4532035"/>
            <a:ext cx="322259" cy="322259"/>
          </a:xfrm>
          <a:prstGeom prst="rec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7" name="G0875 confetti 16"/>
          <p:cNvSpPr/>
          <p:nvPr/>
        </p:nvSpPr>
        <p:spPr>
          <a:xfrm rot="2220000">
            <a:off x="2824085" y="3620646"/>
            <a:ext cx="284979" cy="284979"/>
          </a:xfrm>
          <a:prstGeom prst="hear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8" name="G0910 confetti 17"/>
          <p:cNvSpPr/>
          <p:nvPr/>
        </p:nvSpPr>
        <p:spPr>
          <a:xfrm rot="2340000">
            <a:off x="8007470" y="3453605"/>
            <a:ext cx="169649" cy="169649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9" name="G0945 confetti 18"/>
          <p:cNvSpPr/>
          <p:nvPr/>
        </p:nvSpPr>
        <p:spPr>
          <a:xfrm rot="3420000">
            <a:off x="2659403" y="3792366"/>
            <a:ext cx="311336" cy="311336"/>
          </a:xfrm>
          <a:prstGeom prst="star5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0" name="G0980 confetti 19"/>
          <p:cNvSpPr/>
          <p:nvPr/>
        </p:nvSpPr>
        <p:spPr>
          <a:xfrm rot="3240000">
            <a:off x="1918403" y="724110"/>
            <a:ext cx="209748" cy="209748"/>
          </a:xfrm>
          <a:prstGeom prst="rec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G1015 confetti 20"/>
          <p:cNvSpPr/>
          <p:nvPr/>
        </p:nvSpPr>
        <p:spPr>
          <a:xfrm rot="3060000">
            <a:off x="7049099" y="1365067"/>
            <a:ext cx="229607" cy="229607"/>
          </a:xfrm>
          <a:prstGeom prst="hear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2" name="G1050 confetti 21"/>
          <p:cNvSpPr/>
          <p:nvPr/>
        </p:nvSpPr>
        <p:spPr>
          <a:xfrm rot="660000">
            <a:off x="6849351" y="3243047"/>
            <a:ext cx="306092" cy="3060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1085 confetti 22"/>
          <p:cNvSpPr/>
          <p:nvPr/>
        </p:nvSpPr>
        <p:spPr>
          <a:xfrm rot="780000">
            <a:off x="7314819" y="3795987"/>
            <a:ext cx="318502" cy="318502"/>
          </a:xfrm>
          <a:prstGeom prst="star5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34" name="G1120 confetti 23"/>
          <p:cNvSpPr/>
          <p:nvPr/>
        </p:nvSpPr>
        <p:spPr>
          <a:xfrm rot="1200000">
            <a:off x="1508096" y="556492"/>
            <a:ext cx="213828" cy="213828"/>
          </a:xfrm>
          <a:prstGeom prst="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35" name="G1155 confetti 24"/>
          <p:cNvSpPr/>
          <p:nvPr/>
        </p:nvSpPr>
        <p:spPr>
          <a:xfrm rot="3240000">
            <a:off x="720912" y="1612567"/>
            <a:ext cx="290354" cy="290354"/>
          </a:xfrm>
          <a:prstGeom prst="hear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36" name="G1190 confetti 25"/>
          <p:cNvSpPr/>
          <p:nvPr/>
        </p:nvSpPr>
        <p:spPr>
          <a:xfrm rot="2760000">
            <a:off x="1787711" y="366804"/>
            <a:ext cx="215331" cy="215331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7" name="G1225 confetti 26"/>
          <p:cNvSpPr/>
          <p:nvPr/>
        </p:nvSpPr>
        <p:spPr>
          <a:xfrm rot="2220000">
            <a:off x="7139178" y="2101617"/>
            <a:ext cx="293238" cy="29323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8" name="G0000 medal ribbon left"/>
          <p:cNvSpPr/>
          <p:nvPr/>
        </p:nvSpPr>
        <p:spPr>
          <a:xfrm rot="11400000">
            <a:off x="3566160" y="3154680"/>
            <a:ext cx="822960" cy="11430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G0000 medal ribbon right"/>
          <p:cNvSpPr/>
          <p:nvPr/>
        </p:nvSpPr>
        <p:spPr>
          <a:xfrm rot="10200000">
            <a:off x="4754880" y="3154680"/>
            <a:ext cx="822960" cy="11430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G0000 medal"/>
          <p:cNvSpPr/>
          <p:nvPr/>
        </p:nvSpPr>
        <p:spPr>
          <a:xfrm>
            <a:off x="3108960" y="640080"/>
            <a:ext cx="2926080" cy="292608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  <a:prstDash val="solid"/>
          </a:ln>
        </p:spPr>
      </p:sp>
      <p:sp>
        <p:nvSpPr>
          <p:cNvPr id="41" name="G0000 medal inner"/>
          <p:cNvSpPr/>
          <p:nvPr/>
        </p:nvSpPr>
        <p:spPr>
          <a:xfrm>
            <a:off x="3474720" y="1005840"/>
            <a:ext cx="2194560" cy="219456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  <a:prstDash val="solid"/>
          </a:ln>
        </p:spPr>
      </p:sp>
      <p:sp>
        <p:nvSpPr>
          <p:cNvPr id="42" name="G0000 medal star"/>
          <p:cNvSpPr/>
          <p:nvPr/>
        </p:nvSpPr>
        <p:spPr>
          <a:xfrm>
            <a:off x="3749040" y="1280160"/>
            <a:ext cx="1645920" cy="16459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43" name="NOHIDE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ظَبَ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473822" y="4846320"/>
            <a:ext cx="3207138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434580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ظَتَ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408371" y="4846320"/>
            <a:ext cx="3272589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428035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ظَثَ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342919" y="4846320"/>
            <a:ext cx="3338041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421490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ظَجَ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277467" y="4846320"/>
            <a:ext cx="3403493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414945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ظَحَ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212015" y="4846320"/>
            <a:ext cx="3468945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408399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ظَخَ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146563" y="4846320"/>
            <a:ext cx="3534397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401854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ظَدَ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081112" y="4846320"/>
            <a:ext cx="3599848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395309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ظَذَ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015660" y="4846320"/>
            <a:ext cx="3665300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388764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3D5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0" name="LINK79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ذَظَ</a:t>
            </a:r>
            <a:endParaRPr lang="ar-SA" sz="6400" dirty="0"/>
          </a:p>
        </p:txBody>
      </p:sp>
      <p:sp>
        <p:nvSpPr>
          <p:cNvPr id="21" name="LINK78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ظَذَ</a:t>
            </a:r>
            <a:endParaRPr lang="ar-SA" sz="6400" dirty="0"/>
          </a:p>
        </p:txBody>
      </p:sp>
      <p:sp>
        <p:nvSpPr>
          <p:cNvPr id="22" name="LINK79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ظَدَ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4015660" y="4846320"/>
            <a:ext cx="3665300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388764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ظَذَ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4015660" y="4846320"/>
            <a:ext cx="3665300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Game marker"/>
          <p:cNvSpPr/>
          <p:nvPr/>
        </p:nvSpPr>
        <p:spPr>
          <a:xfrm>
            <a:off x="388764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9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77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77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ظَرَ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950208" y="4846320"/>
            <a:ext cx="3730752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382219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ظَزَ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884756" y="4846320"/>
            <a:ext cx="3796204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375674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ظَسَ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819304" y="4846320"/>
            <a:ext cx="3861656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369128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ظَشَ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753853" y="4846320"/>
            <a:ext cx="3927107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362583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ظَصَ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688401" y="4846320"/>
            <a:ext cx="3992559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356038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ظَضَ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622949" y="4846320"/>
            <a:ext cx="4058011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349493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ظَطَ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557497" y="4846320"/>
            <a:ext cx="4123463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342948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أَظَبَ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492045" y="4846320"/>
            <a:ext cx="4188915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Game marker"/>
          <p:cNvSpPr/>
          <p:nvPr/>
        </p:nvSpPr>
        <p:spPr>
          <a:xfrm>
            <a:off x="336402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Question panel"/>
          <p:cNvSpPr/>
          <p:nvPr/>
        </p:nvSpPr>
        <p:spPr>
          <a:xfrm>
            <a:off x="594360" y="86868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6" name="Question mark"/>
          <p:cNvSpPr txBox="1"/>
          <p:nvPr/>
        </p:nvSpPr>
        <p:spPr>
          <a:xfrm>
            <a:off x="594360" y="86868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3D5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7" name="Letter 1"/>
          <p:cNvSpPr txBox="1"/>
          <p:nvPr/>
        </p:nvSpPr>
        <p:spPr>
          <a:xfrm>
            <a:off x="726948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18" name="Plus 1"/>
          <p:cNvSpPr/>
          <p:nvPr/>
        </p:nvSpPr>
        <p:spPr>
          <a:xfrm>
            <a:off x="6844284" y="160934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Letter 2"/>
          <p:cNvSpPr txBox="1"/>
          <p:nvPr/>
        </p:nvSpPr>
        <p:spPr>
          <a:xfrm>
            <a:off x="548640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0" name="Plus 2"/>
          <p:cNvSpPr/>
          <p:nvPr/>
        </p:nvSpPr>
        <p:spPr>
          <a:xfrm>
            <a:off x="5061204" y="160934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1" name="Letter 3"/>
          <p:cNvSpPr txBox="1"/>
          <p:nvPr/>
        </p:nvSpPr>
        <p:spPr>
          <a:xfrm>
            <a:off x="370332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2" name="Arrow"/>
          <p:cNvSpPr/>
          <p:nvPr/>
        </p:nvSpPr>
        <p:spPr>
          <a:xfrm>
            <a:off x="3040380" y="152704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3" name="LINK90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بَظَأَ</a:t>
            </a:r>
            <a:endParaRPr lang="ar-SA" sz="5400" dirty="0"/>
          </a:p>
        </p:txBody>
      </p:sp>
      <p:sp>
        <p:nvSpPr>
          <p:cNvPr id="24" name="LINK90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أَظَتَ</a:t>
            </a:r>
            <a:endParaRPr lang="ar-SA" sz="5400" dirty="0"/>
          </a:p>
        </p:txBody>
      </p:sp>
      <p:sp>
        <p:nvSpPr>
          <p:cNvPr id="25" name="LINK89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أَظَبَ</a:t>
            </a:r>
            <a:endParaRPr lang="ar-SA" sz="54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492045" y="4846320"/>
            <a:ext cx="4188915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Game marker"/>
          <p:cNvSpPr/>
          <p:nvPr/>
        </p:nvSpPr>
        <p:spPr>
          <a:xfrm>
            <a:off x="336402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أَظَبَ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3492045" y="4846320"/>
            <a:ext cx="4188915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Game marker"/>
          <p:cNvSpPr/>
          <p:nvPr/>
        </p:nvSpPr>
        <p:spPr>
          <a:xfrm>
            <a:off x="336402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90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88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88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بَظَتَ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426594" y="4846320"/>
            <a:ext cx="4254366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Game marker"/>
          <p:cNvSpPr/>
          <p:nvPr/>
        </p:nvSpPr>
        <p:spPr>
          <a:xfrm>
            <a:off x="329857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تَظَثَ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361142" y="4846320"/>
            <a:ext cx="4319818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Game marker"/>
          <p:cNvSpPr/>
          <p:nvPr/>
        </p:nvSpPr>
        <p:spPr>
          <a:xfrm>
            <a:off x="323312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ثَظَجَ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295690" y="4846320"/>
            <a:ext cx="4385270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Game marker"/>
          <p:cNvSpPr/>
          <p:nvPr/>
        </p:nvSpPr>
        <p:spPr>
          <a:xfrm>
            <a:off x="316767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جَظَحَ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230238" y="4846320"/>
            <a:ext cx="4450722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Game marker"/>
          <p:cNvSpPr/>
          <p:nvPr/>
        </p:nvSpPr>
        <p:spPr>
          <a:xfrm>
            <a:off x="310222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حَظَخَ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164787" y="4846320"/>
            <a:ext cx="4516173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Game marker"/>
          <p:cNvSpPr/>
          <p:nvPr/>
        </p:nvSpPr>
        <p:spPr>
          <a:xfrm>
            <a:off x="303677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خَظَدَ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099335" y="4846320"/>
            <a:ext cx="4581625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Game marker"/>
          <p:cNvSpPr/>
          <p:nvPr/>
        </p:nvSpPr>
        <p:spPr>
          <a:xfrm>
            <a:off x="297131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دَظَذَ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033883" y="4846320"/>
            <a:ext cx="4647077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Game marker"/>
          <p:cNvSpPr/>
          <p:nvPr/>
        </p:nvSpPr>
        <p:spPr>
          <a:xfrm>
            <a:off x="290586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ذَظَرَ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968431" y="4846320"/>
            <a:ext cx="4712529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Game marker"/>
          <p:cNvSpPr/>
          <p:nvPr/>
        </p:nvSpPr>
        <p:spPr>
          <a:xfrm>
            <a:off x="284041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Question panel"/>
          <p:cNvSpPr/>
          <p:nvPr/>
        </p:nvSpPr>
        <p:spPr>
          <a:xfrm>
            <a:off x="594360" y="86868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6" name="Question mark"/>
          <p:cNvSpPr txBox="1"/>
          <p:nvPr/>
        </p:nvSpPr>
        <p:spPr>
          <a:xfrm>
            <a:off x="594360" y="86868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3D5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7" name="Letter 1"/>
          <p:cNvSpPr txBox="1"/>
          <p:nvPr/>
        </p:nvSpPr>
        <p:spPr>
          <a:xfrm>
            <a:off x="726948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18" name="Plus 1"/>
          <p:cNvSpPr/>
          <p:nvPr/>
        </p:nvSpPr>
        <p:spPr>
          <a:xfrm>
            <a:off x="6844284" y="160934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Letter 2"/>
          <p:cNvSpPr txBox="1"/>
          <p:nvPr/>
        </p:nvSpPr>
        <p:spPr>
          <a:xfrm>
            <a:off x="548640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0" name="Plus 2"/>
          <p:cNvSpPr/>
          <p:nvPr/>
        </p:nvSpPr>
        <p:spPr>
          <a:xfrm>
            <a:off x="5061204" y="160934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1" name="Letter 3"/>
          <p:cNvSpPr txBox="1"/>
          <p:nvPr/>
        </p:nvSpPr>
        <p:spPr>
          <a:xfrm>
            <a:off x="370332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2" name="Arrow"/>
          <p:cNvSpPr/>
          <p:nvPr/>
        </p:nvSpPr>
        <p:spPr>
          <a:xfrm>
            <a:off x="3040380" y="152704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3" name="LINK100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ذَظَرَ</a:t>
            </a:r>
            <a:endParaRPr lang="ar-SA" sz="5400" dirty="0"/>
          </a:p>
        </p:txBody>
      </p:sp>
      <p:sp>
        <p:nvSpPr>
          <p:cNvPr id="24" name="LINK101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رَظَذَ</a:t>
            </a:r>
            <a:endParaRPr lang="ar-SA" sz="5400" dirty="0"/>
          </a:p>
        </p:txBody>
      </p:sp>
      <p:sp>
        <p:nvSpPr>
          <p:cNvPr id="25" name="LINK101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دَظَرَ</a:t>
            </a:r>
            <a:endParaRPr lang="ar-SA" sz="54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968431" y="4846320"/>
            <a:ext cx="4712529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Game marker"/>
          <p:cNvSpPr/>
          <p:nvPr/>
        </p:nvSpPr>
        <p:spPr>
          <a:xfrm>
            <a:off x="284041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ذَظَرَ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2968431" y="4846320"/>
            <a:ext cx="4712529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Game marker"/>
          <p:cNvSpPr/>
          <p:nvPr/>
        </p:nvSpPr>
        <p:spPr>
          <a:xfrm>
            <a:off x="284041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0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99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99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350 confetti 1"/>
          <p:cNvSpPr/>
          <p:nvPr/>
        </p:nvSpPr>
        <p:spPr>
          <a:xfrm rot="3540000">
            <a:off x="6849595" y="2039861"/>
            <a:ext cx="173373" cy="173373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3" name="G0385 confetti 2"/>
          <p:cNvSpPr/>
          <p:nvPr/>
        </p:nvSpPr>
        <p:spPr>
          <a:xfrm rot="660000">
            <a:off x="7026649" y="3691848"/>
            <a:ext cx="211788" cy="211788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4" name="G0420 confetti 3"/>
          <p:cNvSpPr/>
          <p:nvPr/>
        </p:nvSpPr>
        <p:spPr>
          <a:xfrm rot="2460000">
            <a:off x="8531370" y="3142517"/>
            <a:ext cx="260516" cy="260516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5" name="G0455 confetti 4"/>
          <p:cNvSpPr/>
          <p:nvPr/>
        </p:nvSpPr>
        <p:spPr>
          <a:xfrm rot="540000">
            <a:off x="2653537" y="1328361"/>
            <a:ext cx="174420" cy="174420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6" name="G0490 confetti 5"/>
          <p:cNvSpPr/>
          <p:nvPr/>
        </p:nvSpPr>
        <p:spPr>
          <a:xfrm>
            <a:off x="7517703" y="2353607"/>
            <a:ext cx="230170" cy="230170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G0525 confetti 6"/>
          <p:cNvSpPr/>
          <p:nvPr/>
        </p:nvSpPr>
        <p:spPr>
          <a:xfrm rot="2100000">
            <a:off x="1060841" y="4487427"/>
            <a:ext cx="326270" cy="326270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8" name="G0560 confetti 7"/>
          <p:cNvSpPr/>
          <p:nvPr/>
        </p:nvSpPr>
        <p:spPr>
          <a:xfrm rot="2940000">
            <a:off x="8578540" y="3662394"/>
            <a:ext cx="309690" cy="30969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G0595 confetti 8"/>
          <p:cNvSpPr/>
          <p:nvPr/>
        </p:nvSpPr>
        <p:spPr>
          <a:xfrm rot="480000">
            <a:off x="8630281" y="3027527"/>
            <a:ext cx="299322" cy="299322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0" name="G0630 confetti 9"/>
          <p:cNvSpPr/>
          <p:nvPr/>
        </p:nvSpPr>
        <p:spPr>
          <a:xfrm rot="1740000">
            <a:off x="7008487" y="1744311"/>
            <a:ext cx="298820" cy="298820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1" name="G0665 confetti 10"/>
          <p:cNvSpPr/>
          <p:nvPr/>
        </p:nvSpPr>
        <p:spPr>
          <a:xfrm rot="2400000">
            <a:off x="7973219" y="2220479"/>
            <a:ext cx="171127" cy="171127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2" name="G0700 confetti 11"/>
          <p:cNvSpPr/>
          <p:nvPr/>
        </p:nvSpPr>
        <p:spPr>
          <a:xfrm rot="1440000">
            <a:off x="1209644" y="855969"/>
            <a:ext cx="364335" cy="364335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23" name="G0735 confetti 12"/>
          <p:cNvSpPr/>
          <p:nvPr/>
        </p:nvSpPr>
        <p:spPr>
          <a:xfrm rot="3480000">
            <a:off x="8132123" y="2109061"/>
            <a:ext cx="291285" cy="291285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0770 confetti 13"/>
          <p:cNvSpPr/>
          <p:nvPr/>
        </p:nvSpPr>
        <p:spPr>
          <a:xfrm rot="780000">
            <a:off x="6954836" y="3592554"/>
            <a:ext cx="241022" cy="241022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G0805 confetti 14"/>
          <p:cNvSpPr/>
          <p:nvPr/>
        </p:nvSpPr>
        <p:spPr>
          <a:xfrm rot="3000000">
            <a:off x="6412577" y="433770"/>
            <a:ext cx="169794" cy="16979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0840 confetti 15"/>
          <p:cNvSpPr/>
          <p:nvPr/>
        </p:nvSpPr>
        <p:spPr>
          <a:xfrm rot="2040000">
            <a:off x="1485986" y="556075"/>
            <a:ext cx="283391" cy="283391"/>
          </a:xfrm>
          <a:prstGeom prst="rec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7" name="G0875 confetti 16"/>
          <p:cNvSpPr/>
          <p:nvPr/>
        </p:nvSpPr>
        <p:spPr>
          <a:xfrm rot="600000">
            <a:off x="2566129" y="1329153"/>
            <a:ext cx="183077" cy="183077"/>
          </a:xfrm>
          <a:prstGeom prst="hear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8" name="G0910 confetti 17"/>
          <p:cNvSpPr/>
          <p:nvPr/>
        </p:nvSpPr>
        <p:spPr>
          <a:xfrm rot="360000">
            <a:off x="1090525" y="1427171"/>
            <a:ext cx="334467" cy="334467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9" name="G0945 confetti 18"/>
          <p:cNvSpPr/>
          <p:nvPr/>
        </p:nvSpPr>
        <p:spPr>
          <a:xfrm rot="1440000">
            <a:off x="643564" y="3275773"/>
            <a:ext cx="301211" cy="301211"/>
          </a:xfrm>
          <a:prstGeom prst="star5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0" name="G0980 confetti 19"/>
          <p:cNvSpPr/>
          <p:nvPr/>
        </p:nvSpPr>
        <p:spPr>
          <a:xfrm rot="2460000">
            <a:off x="296269" y="778936"/>
            <a:ext cx="204659" cy="204659"/>
          </a:xfrm>
          <a:prstGeom prst="rec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G1015 confetti 20"/>
          <p:cNvSpPr/>
          <p:nvPr/>
        </p:nvSpPr>
        <p:spPr>
          <a:xfrm rot="1680000">
            <a:off x="7231115" y="3052845"/>
            <a:ext cx="208175" cy="208175"/>
          </a:xfrm>
          <a:prstGeom prst="hear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2" name="G1050 confetti 21"/>
          <p:cNvSpPr/>
          <p:nvPr/>
        </p:nvSpPr>
        <p:spPr>
          <a:xfrm rot="960000">
            <a:off x="2166289" y="3579861"/>
            <a:ext cx="167954" cy="16795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1085 confetti 22"/>
          <p:cNvSpPr/>
          <p:nvPr/>
        </p:nvSpPr>
        <p:spPr>
          <a:xfrm rot="240000">
            <a:off x="846719" y="379714"/>
            <a:ext cx="345615" cy="345615"/>
          </a:xfrm>
          <a:prstGeom prst="star5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34" name="G1120 confetti 23"/>
          <p:cNvSpPr/>
          <p:nvPr/>
        </p:nvSpPr>
        <p:spPr>
          <a:xfrm rot="780000">
            <a:off x="7100540" y="1012723"/>
            <a:ext cx="177235" cy="177235"/>
          </a:xfrm>
          <a:prstGeom prst="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35" name="G1155 confetti 24"/>
          <p:cNvSpPr/>
          <p:nvPr/>
        </p:nvSpPr>
        <p:spPr>
          <a:xfrm rot="3420000">
            <a:off x="8101355" y="3619677"/>
            <a:ext cx="235691" cy="235691"/>
          </a:xfrm>
          <a:prstGeom prst="hear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36" name="G1190 confetti 25"/>
          <p:cNvSpPr/>
          <p:nvPr/>
        </p:nvSpPr>
        <p:spPr>
          <a:xfrm rot="2280000">
            <a:off x="2766234" y="583890"/>
            <a:ext cx="236766" cy="236766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7" name="G1225 confetti 26"/>
          <p:cNvSpPr/>
          <p:nvPr/>
        </p:nvSpPr>
        <p:spPr>
          <a:xfrm rot="1680000">
            <a:off x="6688612" y="4002630"/>
            <a:ext cx="237493" cy="237493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8" name="G0000 medal ribbon left"/>
          <p:cNvSpPr/>
          <p:nvPr/>
        </p:nvSpPr>
        <p:spPr>
          <a:xfrm rot="11400000">
            <a:off x="3566160" y="3154680"/>
            <a:ext cx="822960" cy="11430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G0000 medal ribbon right"/>
          <p:cNvSpPr/>
          <p:nvPr/>
        </p:nvSpPr>
        <p:spPr>
          <a:xfrm rot="10200000">
            <a:off x="4754880" y="3154680"/>
            <a:ext cx="822960" cy="11430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G0000 medal"/>
          <p:cNvSpPr/>
          <p:nvPr/>
        </p:nvSpPr>
        <p:spPr>
          <a:xfrm>
            <a:off x="3108960" y="640080"/>
            <a:ext cx="2926080" cy="292608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  <a:prstDash val="solid"/>
          </a:ln>
        </p:spPr>
      </p:sp>
      <p:sp>
        <p:nvSpPr>
          <p:cNvPr id="41" name="G0000 medal inner"/>
          <p:cNvSpPr/>
          <p:nvPr/>
        </p:nvSpPr>
        <p:spPr>
          <a:xfrm>
            <a:off x="3474720" y="1005840"/>
            <a:ext cx="2194560" cy="219456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  <a:prstDash val="solid"/>
          </a:ln>
        </p:spPr>
      </p:sp>
      <p:sp>
        <p:nvSpPr>
          <p:cNvPr id="42" name="G0000 medal star"/>
          <p:cNvSpPr/>
          <p:nvPr/>
        </p:nvSpPr>
        <p:spPr>
          <a:xfrm>
            <a:off x="3749040" y="1280160"/>
            <a:ext cx="1645920" cy="16459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43" name="NOHIDE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رَظَزَ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902979" y="4846320"/>
            <a:ext cx="4777981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Game marker"/>
          <p:cNvSpPr/>
          <p:nvPr/>
        </p:nvSpPr>
        <p:spPr>
          <a:xfrm>
            <a:off x="277496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زَظَسَ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837528" y="4846320"/>
            <a:ext cx="4843432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Game marker"/>
          <p:cNvSpPr/>
          <p:nvPr/>
        </p:nvSpPr>
        <p:spPr>
          <a:xfrm>
            <a:off x="270951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سَظَشَ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772076" y="4846320"/>
            <a:ext cx="4908884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Game marker"/>
          <p:cNvSpPr/>
          <p:nvPr/>
        </p:nvSpPr>
        <p:spPr>
          <a:xfrm>
            <a:off x="264406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شَظَصَ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706624" y="4846320"/>
            <a:ext cx="4974336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Game marker"/>
          <p:cNvSpPr/>
          <p:nvPr/>
        </p:nvSpPr>
        <p:spPr>
          <a:xfrm>
            <a:off x="257860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صَظَضَ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641172" y="4846320"/>
            <a:ext cx="5039788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Game marker"/>
          <p:cNvSpPr/>
          <p:nvPr/>
        </p:nvSpPr>
        <p:spPr>
          <a:xfrm>
            <a:off x="251315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ضَظَطَ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575720" y="4846320"/>
            <a:ext cx="5105240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Game marker"/>
          <p:cNvSpPr/>
          <p:nvPr/>
        </p:nvSpPr>
        <p:spPr>
          <a:xfrm>
            <a:off x="244770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طَظَأَ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510269" y="4846320"/>
            <a:ext cx="5170691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Game marker"/>
          <p:cNvSpPr/>
          <p:nvPr/>
        </p:nvSpPr>
        <p:spPr>
          <a:xfrm>
            <a:off x="238225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أَظَ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444817" y="4846320"/>
            <a:ext cx="5236143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231680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3D5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0" name="LINK113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ظَأَ</a:t>
            </a:r>
            <a:endParaRPr lang="ar-SA" sz="6400" dirty="0"/>
          </a:p>
        </p:txBody>
      </p:sp>
      <p:sp>
        <p:nvSpPr>
          <p:cNvPr id="21" name="LINK112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أَظَ</a:t>
            </a:r>
            <a:endParaRPr lang="ar-SA" sz="6400" dirty="0"/>
          </a:p>
        </p:txBody>
      </p:sp>
      <p:sp>
        <p:nvSpPr>
          <p:cNvPr id="22" name="LINK113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بَظَ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2444817" y="4846320"/>
            <a:ext cx="5236143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231680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أَظَ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2444817" y="4846320"/>
            <a:ext cx="5236143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Game marker"/>
          <p:cNvSpPr/>
          <p:nvPr/>
        </p:nvSpPr>
        <p:spPr>
          <a:xfrm>
            <a:off x="231680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1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111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111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بَظَ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379365" y="4846320"/>
            <a:ext cx="5301595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225134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تَظَ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313913" y="4846320"/>
            <a:ext cx="5367047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218589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ثَظَ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248461" y="4846320"/>
            <a:ext cx="5432499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212044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جَظَ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183010" y="4846320"/>
            <a:ext cx="5497950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205499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حَظَ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117558" y="4846320"/>
            <a:ext cx="5563402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198954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خَظَ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052106" y="4846320"/>
            <a:ext cx="5628854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192409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دَظَ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986654" y="4846320"/>
            <a:ext cx="5694306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185863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ذَظَ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921203" y="4846320"/>
            <a:ext cx="5759757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179318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3D5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0" name="LINK124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ظَذَ</a:t>
            </a:r>
            <a:endParaRPr lang="ar-SA" sz="6400" dirty="0"/>
          </a:p>
        </p:txBody>
      </p:sp>
      <p:sp>
        <p:nvSpPr>
          <p:cNvPr id="21" name="LINK124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ذَطَ</a:t>
            </a:r>
            <a:endParaRPr lang="ar-SA" sz="6400" dirty="0"/>
          </a:p>
        </p:txBody>
      </p:sp>
      <p:sp>
        <p:nvSpPr>
          <p:cNvPr id="22" name="LINK123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ذَظَ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1921203" y="4846320"/>
            <a:ext cx="5759757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179318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ذَظَ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1921203" y="4846320"/>
            <a:ext cx="5759757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Game marker"/>
          <p:cNvSpPr/>
          <p:nvPr/>
        </p:nvSpPr>
        <p:spPr>
          <a:xfrm>
            <a:off x="179318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2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122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122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رَظَ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855751" y="4846320"/>
            <a:ext cx="5825209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172773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زَظَ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790299" y="4846320"/>
            <a:ext cx="5890661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166228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سَظَ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724847" y="4846320"/>
            <a:ext cx="5956113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159683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شَظَ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659395" y="4846320"/>
            <a:ext cx="6021565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153137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صَظَ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593944" y="4846320"/>
            <a:ext cx="6087016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146592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ضَظَ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528492" y="4846320"/>
            <a:ext cx="6152468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140047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طَظَ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933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5697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0461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5224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4752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9516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4280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9044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18571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133502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5AF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350 confetti 1"/>
          <p:cNvSpPr/>
          <p:nvPr/>
        </p:nvSpPr>
        <p:spPr>
          <a:xfrm rot="1680000">
            <a:off x="1411468" y="2567004"/>
            <a:ext cx="228147" cy="228147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3" name="G0385 confetti 2"/>
          <p:cNvSpPr/>
          <p:nvPr/>
        </p:nvSpPr>
        <p:spPr>
          <a:xfrm rot="2940000">
            <a:off x="7107409" y="2308033"/>
            <a:ext cx="245783" cy="245783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4" name="G0420 confetti 3"/>
          <p:cNvSpPr/>
          <p:nvPr/>
        </p:nvSpPr>
        <p:spPr>
          <a:xfrm rot="1500000">
            <a:off x="8458877" y="2319343"/>
            <a:ext cx="242760" cy="242760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5" name="G0455 confetti 4"/>
          <p:cNvSpPr/>
          <p:nvPr/>
        </p:nvSpPr>
        <p:spPr>
          <a:xfrm rot="3420000">
            <a:off x="7246794" y="2633771"/>
            <a:ext cx="349033" cy="349033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6" name="G0490 confetti 5"/>
          <p:cNvSpPr/>
          <p:nvPr/>
        </p:nvSpPr>
        <p:spPr>
          <a:xfrm rot="2520000">
            <a:off x="8452942" y="728859"/>
            <a:ext cx="284361" cy="284361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G0525 confetti 6"/>
          <p:cNvSpPr/>
          <p:nvPr/>
        </p:nvSpPr>
        <p:spPr>
          <a:xfrm rot="3000000">
            <a:off x="2693722" y="2235746"/>
            <a:ext cx="191570" cy="191570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8" name="G0560 confetti 7"/>
          <p:cNvSpPr/>
          <p:nvPr/>
        </p:nvSpPr>
        <p:spPr>
          <a:xfrm rot="2940000">
            <a:off x="2547020" y="481815"/>
            <a:ext cx="193305" cy="1933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G0595 confetti 8"/>
          <p:cNvSpPr/>
          <p:nvPr/>
        </p:nvSpPr>
        <p:spPr>
          <a:xfrm rot="1020000">
            <a:off x="1625794" y="213942"/>
            <a:ext cx="316086" cy="316086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0" name="G0630 confetti 9"/>
          <p:cNvSpPr/>
          <p:nvPr/>
        </p:nvSpPr>
        <p:spPr>
          <a:xfrm rot="1320000">
            <a:off x="7900954" y="1123323"/>
            <a:ext cx="357530" cy="357530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1" name="G0665 confetti 10"/>
          <p:cNvSpPr/>
          <p:nvPr/>
        </p:nvSpPr>
        <p:spPr>
          <a:xfrm rot="1380000">
            <a:off x="2095976" y="2067948"/>
            <a:ext cx="206046" cy="206046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2" name="G0700 confetti 11"/>
          <p:cNvSpPr/>
          <p:nvPr/>
        </p:nvSpPr>
        <p:spPr>
          <a:xfrm rot="2340000">
            <a:off x="6356898" y="2272821"/>
            <a:ext cx="313693" cy="313693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23" name="G0735 confetti 12"/>
          <p:cNvSpPr/>
          <p:nvPr/>
        </p:nvSpPr>
        <p:spPr>
          <a:xfrm rot="300000">
            <a:off x="6732452" y="1575414"/>
            <a:ext cx="313560" cy="313560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0770 confetti 13"/>
          <p:cNvSpPr/>
          <p:nvPr/>
        </p:nvSpPr>
        <p:spPr>
          <a:xfrm rot="2940000">
            <a:off x="8430045" y="2428180"/>
            <a:ext cx="325465" cy="325465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G0805 confetti 14"/>
          <p:cNvSpPr/>
          <p:nvPr/>
        </p:nvSpPr>
        <p:spPr>
          <a:xfrm rot="1320000">
            <a:off x="8268994" y="875349"/>
            <a:ext cx="165766" cy="16576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0840 confetti 15"/>
          <p:cNvSpPr/>
          <p:nvPr/>
        </p:nvSpPr>
        <p:spPr>
          <a:xfrm rot="60000">
            <a:off x="4771784" y="206630"/>
            <a:ext cx="333645" cy="333645"/>
          </a:xfrm>
          <a:prstGeom prst="rec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7" name="G0875 confetti 16"/>
          <p:cNvSpPr/>
          <p:nvPr/>
        </p:nvSpPr>
        <p:spPr>
          <a:xfrm rot="3480000">
            <a:off x="787490" y="781033"/>
            <a:ext cx="230366" cy="230366"/>
          </a:xfrm>
          <a:prstGeom prst="hear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8" name="G0910 confetti 17"/>
          <p:cNvSpPr/>
          <p:nvPr/>
        </p:nvSpPr>
        <p:spPr>
          <a:xfrm rot="1560000">
            <a:off x="816630" y="3603367"/>
            <a:ext cx="254570" cy="25457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9" name="G0945 confetti 18"/>
          <p:cNvSpPr/>
          <p:nvPr/>
        </p:nvSpPr>
        <p:spPr>
          <a:xfrm rot="1080000">
            <a:off x="2816858" y="3665513"/>
            <a:ext cx="347655" cy="347655"/>
          </a:xfrm>
          <a:prstGeom prst="star5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0" name="G0980 confetti 19"/>
          <p:cNvSpPr/>
          <p:nvPr/>
        </p:nvSpPr>
        <p:spPr>
          <a:xfrm rot="2040000">
            <a:off x="7455581" y="1178230"/>
            <a:ext cx="201064" cy="201064"/>
          </a:xfrm>
          <a:prstGeom prst="rec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G1015 confetti 20"/>
          <p:cNvSpPr/>
          <p:nvPr/>
        </p:nvSpPr>
        <p:spPr>
          <a:xfrm rot="3000000">
            <a:off x="7084862" y="3842602"/>
            <a:ext cx="291928" cy="291928"/>
          </a:xfrm>
          <a:prstGeom prst="hear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2" name="G1050 confetti 21"/>
          <p:cNvSpPr/>
          <p:nvPr/>
        </p:nvSpPr>
        <p:spPr>
          <a:xfrm rot="2340000">
            <a:off x="1458289" y="3746212"/>
            <a:ext cx="185723" cy="18572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1085 confetti 22"/>
          <p:cNvSpPr/>
          <p:nvPr/>
        </p:nvSpPr>
        <p:spPr>
          <a:xfrm rot="1440000">
            <a:off x="6968902" y="766459"/>
            <a:ext cx="279125" cy="279125"/>
          </a:xfrm>
          <a:prstGeom prst="star5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34" name="G1120 confetti 23"/>
          <p:cNvSpPr/>
          <p:nvPr/>
        </p:nvSpPr>
        <p:spPr>
          <a:xfrm rot="3060000">
            <a:off x="7823440" y="2867836"/>
            <a:ext cx="208533" cy="208533"/>
          </a:xfrm>
          <a:prstGeom prst="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35" name="G1155 confetti 24"/>
          <p:cNvSpPr/>
          <p:nvPr/>
        </p:nvSpPr>
        <p:spPr>
          <a:xfrm rot="3060000">
            <a:off x="2625328" y="4145800"/>
            <a:ext cx="298384" cy="298384"/>
          </a:xfrm>
          <a:prstGeom prst="hear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36" name="G1190 confetti 25"/>
          <p:cNvSpPr/>
          <p:nvPr/>
        </p:nvSpPr>
        <p:spPr>
          <a:xfrm rot="3540000">
            <a:off x="6565579" y="273424"/>
            <a:ext cx="343743" cy="343743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7" name="G1225 confetti 26"/>
          <p:cNvSpPr/>
          <p:nvPr/>
        </p:nvSpPr>
        <p:spPr>
          <a:xfrm rot="540000">
            <a:off x="6746417" y="1481246"/>
            <a:ext cx="198095" cy="198095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8" name="G1260 confetti 27"/>
          <p:cNvSpPr/>
          <p:nvPr/>
        </p:nvSpPr>
        <p:spPr>
          <a:xfrm rot="1260000">
            <a:off x="1870995" y="1715729"/>
            <a:ext cx="345031" cy="345031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9" name="G1295 confetti 28"/>
          <p:cNvSpPr/>
          <p:nvPr/>
        </p:nvSpPr>
        <p:spPr>
          <a:xfrm rot="1500000">
            <a:off x="2585010" y="2945052"/>
            <a:ext cx="284471" cy="284471"/>
          </a:xfrm>
          <a:prstGeom prst="hear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G1330 confetti 29"/>
          <p:cNvSpPr/>
          <p:nvPr/>
        </p:nvSpPr>
        <p:spPr>
          <a:xfrm rot="2580000">
            <a:off x="2515734" y="1311422"/>
            <a:ext cx="352940" cy="352940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41" name="G1365 confetti 30"/>
          <p:cNvSpPr/>
          <p:nvPr/>
        </p:nvSpPr>
        <p:spPr>
          <a:xfrm rot="3540000">
            <a:off x="264027" y="1535451"/>
            <a:ext cx="264722" cy="26472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42" name="G1400 confetti 31"/>
          <p:cNvSpPr/>
          <p:nvPr/>
        </p:nvSpPr>
        <p:spPr>
          <a:xfrm rot="2400000">
            <a:off x="7881063" y="3767769"/>
            <a:ext cx="199373" cy="199373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43" name="G1435 confetti 32"/>
          <p:cNvSpPr/>
          <p:nvPr/>
        </p:nvSpPr>
        <p:spPr>
          <a:xfrm>
            <a:off x="8683685" y="4422875"/>
            <a:ext cx="350630" cy="350630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44" name="G1470 confetti 33"/>
          <p:cNvSpPr/>
          <p:nvPr/>
        </p:nvSpPr>
        <p:spPr>
          <a:xfrm rot="2820000">
            <a:off x="8429873" y="725202"/>
            <a:ext cx="297409" cy="297409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45" name="G1505 confetti 34"/>
          <p:cNvSpPr/>
          <p:nvPr/>
        </p:nvSpPr>
        <p:spPr>
          <a:xfrm rot="1020000">
            <a:off x="7775483" y="3058539"/>
            <a:ext cx="236006" cy="236006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46" name="G1540 confetti 35"/>
          <p:cNvSpPr/>
          <p:nvPr/>
        </p:nvSpPr>
        <p:spPr>
          <a:xfrm rot="2580000">
            <a:off x="8474915" y="2970897"/>
            <a:ext cx="306778" cy="3067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G1575 confetti 36"/>
          <p:cNvSpPr/>
          <p:nvPr/>
        </p:nvSpPr>
        <p:spPr>
          <a:xfrm rot="3420000">
            <a:off x="1936439" y="1697437"/>
            <a:ext cx="305467" cy="305467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48" name="G1610 confetti 37"/>
          <p:cNvSpPr/>
          <p:nvPr/>
        </p:nvSpPr>
        <p:spPr>
          <a:xfrm rot="540000">
            <a:off x="7906247" y="3407303"/>
            <a:ext cx="269438" cy="26943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49" name="G1645 confetti 38"/>
          <p:cNvSpPr/>
          <p:nvPr/>
        </p:nvSpPr>
        <p:spPr>
          <a:xfrm rot="1740000">
            <a:off x="8615434" y="2977972"/>
            <a:ext cx="257713" cy="257713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50" name="G1680 confetti 39"/>
          <p:cNvSpPr/>
          <p:nvPr/>
        </p:nvSpPr>
        <p:spPr>
          <a:xfrm rot="3240000">
            <a:off x="1352324" y="3143914"/>
            <a:ext cx="347793" cy="347793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51" name="G1715 confetti 40"/>
          <p:cNvSpPr/>
          <p:nvPr/>
        </p:nvSpPr>
        <p:spPr>
          <a:xfrm rot="180000">
            <a:off x="2373482" y="3609704"/>
            <a:ext cx="315292" cy="315292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52" name="G0000 medal ribbon left"/>
          <p:cNvSpPr/>
          <p:nvPr/>
        </p:nvSpPr>
        <p:spPr>
          <a:xfrm rot="11400000">
            <a:off x="3566160" y="3154680"/>
            <a:ext cx="822960" cy="11430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3" name="G0000 medal ribbon right"/>
          <p:cNvSpPr/>
          <p:nvPr/>
        </p:nvSpPr>
        <p:spPr>
          <a:xfrm rot="10200000">
            <a:off x="4754880" y="3154680"/>
            <a:ext cx="822960" cy="11430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4" name="G0000 medal"/>
          <p:cNvSpPr/>
          <p:nvPr/>
        </p:nvSpPr>
        <p:spPr>
          <a:xfrm>
            <a:off x="3108960" y="640080"/>
            <a:ext cx="2926080" cy="292608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  <a:prstDash val="solid"/>
          </a:ln>
        </p:spPr>
      </p:sp>
      <p:sp>
        <p:nvSpPr>
          <p:cNvPr id="55" name="G0000 medal inner"/>
          <p:cNvSpPr/>
          <p:nvPr/>
        </p:nvSpPr>
        <p:spPr>
          <a:xfrm>
            <a:off x="3474720" y="1005840"/>
            <a:ext cx="2194560" cy="219456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  <a:prstDash val="solid"/>
          </a:ln>
        </p:spPr>
      </p:sp>
      <p:sp>
        <p:nvSpPr>
          <p:cNvPr id="56" name="G0000 medal star"/>
          <p:cNvSpPr/>
          <p:nvPr/>
        </p:nvSpPr>
        <p:spPr>
          <a:xfrm>
            <a:off x="3749040" y="1280160"/>
            <a:ext cx="1645920" cy="16459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57" name="NOHIDE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295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1365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435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1505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1575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1715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3" grpId="0" animBg="1"/>
      <p:bldP spid="54" grpId="0" animBg="1"/>
      <p:bldP spid="55" grpId="0" animBg="1"/>
      <p:bldP spid="56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132</Slides>
  <Notes>132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132</vt:i4>
      </vt:variant>
    </vt:vector>
  </HeadingPairs>
  <TitlesOfParts>
    <vt:vector size="1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game 09-ta-dha</dc:title>
  <dc:subject>PptxGenJS Presentation</dc:subject>
  <dc:creator>PptxGenJS</dc:creator>
  <cp:lastModifiedBy>PptxGenJS</cp:lastModifiedBy>
  <cp:revision>1</cp:revision>
  <dcterms:created xsi:type="dcterms:W3CDTF">2026-10-10T23:17:16Z</dcterms:created>
  <dcterms:modified xsi:type="dcterms:W3CDTF">2026-10-10T23:17:16Z</dcterms:modified>
</cp:coreProperties>
</file>