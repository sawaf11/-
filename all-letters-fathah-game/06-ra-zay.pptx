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70183" y="4846320"/>
            <a:ext cx="21077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342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64795" y="4846320"/>
            <a:ext cx="31616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2367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59406" y="4846320"/>
            <a:ext cx="42155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131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4018" y="4846320"/>
            <a:ext cx="52694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70260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48629" y="4846320"/>
            <a:ext cx="63233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9206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43241" y="4846320"/>
            <a:ext cx="73771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8152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37852" y="4846320"/>
            <a:ext cx="84310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709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837852" y="4846320"/>
            <a:ext cx="84310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6709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837852" y="4846320"/>
            <a:ext cx="84310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6709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32464" y="4846320"/>
            <a:ext cx="94849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6044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27075" y="4846320"/>
            <a:ext cx="105388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64990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21687" y="4846320"/>
            <a:ext cx="115927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3936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16298" y="4846320"/>
            <a:ext cx="126466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2882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10910" y="4846320"/>
            <a:ext cx="1370050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1828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05521" y="4846320"/>
            <a:ext cx="147543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0775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00133" y="4846320"/>
            <a:ext cx="158082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9721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94744" y="4846320"/>
            <a:ext cx="168621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8667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خَرَحَ</a:t>
            </a:r>
            <a:endParaRPr lang="ar-SA" sz="5400" dirty="0"/>
          </a:p>
        </p:txBody>
      </p:sp>
      <p:sp>
        <p:nvSpPr>
          <p:cNvPr id="24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حَرَجَ</a:t>
            </a:r>
            <a:endParaRPr lang="ar-SA" sz="5400" dirty="0"/>
          </a:p>
        </p:txBody>
      </p:sp>
      <p:sp>
        <p:nvSpPr>
          <p:cNvPr id="25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94744" y="4846320"/>
            <a:ext cx="168621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8667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994744" y="4846320"/>
            <a:ext cx="168621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8667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89356" y="4846320"/>
            <a:ext cx="179160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7613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83967" y="4846320"/>
            <a:ext cx="189699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6559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78579" y="4846320"/>
            <a:ext cx="200238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5505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73191" y="4846320"/>
            <a:ext cx="210776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4451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67802" y="4846320"/>
            <a:ext cx="221315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3397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62414" y="4846320"/>
            <a:ext cx="231854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2343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57025" y="4846320"/>
            <a:ext cx="242393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1290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51637" y="4846320"/>
            <a:ext cx="252932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50236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رَجَ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151637" y="4846320"/>
            <a:ext cx="252932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50236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151637" y="4846320"/>
            <a:ext cx="252932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50236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46248" y="4846320"/>
            <a:ext cx="263471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9182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40860" y="4846320"/>
            <a:ext cx="2740100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8128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35471" y="4846320"/>
            <a:ext cx="284548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7074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30083" y="4846320"/>
            <a:ext cx="295087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6020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24694" y="4846320"/>
            <a:ext cx="305626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44966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19306" y="4846320"/>
            <a:ext cx="316165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3912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13917" y="4846320"/>
            <a:ext cx="326704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2859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08529" y="4846320"/>
            <a:ext cx="337243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1805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endParaRPr lang="ar-SA" sz="6400" dirty="0"/>
          </a:p>
        </p:txBody>
      </p:sp>
      <p:sp>
        <p:nvSpPr>
          <p:cNvPr id="21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6400" dirty="0"/>
          </a:p>
        </p:txBody>
      </p:sp>
      <p:sp>
        <p:nvSpPr>
          <p:cNvPr id="22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رَتَ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308529" y="4846320"/>
            <a:ext cx="337243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41805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308529" y="4846320"/>
            <a:ext cx="337243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41805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03140" y="4846320"/>
            <a:ext cx="3477820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40751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97752" y="4846320"/>
            <a:ext cx="358320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9697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92363" y="4846320"/>
            <a:ext cx="368859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8643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86975" y="4846320"/>
            <a:ext cx="379398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7589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81586" y="4846320"/>
            <a:ext cx="389937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6535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76198" y="4846320"/>
            <a:ext cx="400476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5481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70809" y="4846320"/>
            <a:ext cx="411015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34427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65421" y="4846320"/>
            <a:ext cx="421553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3374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بَزَأَ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أَزَتَ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65421" y="4846320"/>
            <a:ext cx="421553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3374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65421" y="4846320"/>
            <a:ext cx="421553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33374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60033" y="4846320"/>
            <a:ext cx="432092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2320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54644" y="4846320"/>
            <a:ext cx="442631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1266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49256" y="4846320"/>
            <a:ext cx="453170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0212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43867" y="4846320"/>
            <a:ext cx="463709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9158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38479" y="4846320"/>
            <a:ext cx="474248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8104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33090" y="4846320"/>
            <a:ext cx="4847870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7050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27702" y="4846320"/>
            <a:ext cx="495325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5996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22313" y="4846320"/>
            <a:ext cx="505864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4942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5400" dirty="0"/>
          </a:p>
        </p:txBody>
      </p:sp>
      <p:sp>
        <p:nvSpPr>
          <p:cNvPr id="24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رَزَذَ</a:t>
            </a:r>
            <a:endParaRPr lang="ar-SA" sz="5400" dirty="0"/>
          </a:p>
        </p:txBody>
      </p:sp>
      <p:sp>
        <p:nvSpPr>
          <p:cNvPr id="25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22313" y="4846320"/>
            <a:ext cx="505864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4942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622313" y="4846320"/>
            <a:ext cx="5058647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24942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16925" y="4846320"/>
            <a:ext cx="516403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3889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11536" y="4846320"/>
            <a:ext cx="5269424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2835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06148" y="4846320"/>
            <a:ext cx="537481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1781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00759" y="4846320"/>
            <a:ext cx="5480201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20727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95371" y="4846320"/>
            <a:ext cx="5585589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967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9982" y="4846320"/>
            <a:ext cx="5690978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8619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84594" y="4846320"/>
            <a:ext cx="5796366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7565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79205" y="4846320"/>
            <a:ext cx="590175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6511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A4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زَخَ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779205" y="4846320"/>
            <a:ext cx="590175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ame marker"/>
          <p:cNvSpPr/>
          <p:nvPr/>
        </p:nvSpPr>
        <p:spPr>
          <a:xfrm>
            <a:off x="16511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779205" y="4846320"/>
            <a:ext cx="5901755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marker"/>
          <p:cNvSpPr/>
          <p:nvPr/>
        </p:nvSpPr>
        <p:spPr>
          <a:xfrm>
            <a:off x="16511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73817" y="4846320"/>
            <a:ext cx="6007143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545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68428" y="4846320"/>
            <a:ext cx="6112532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4404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773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93073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0876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424452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34014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25583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171519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31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A4FD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411468" y="2567004"/>
            <a:ext cx="228147" cy="228147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2940000">
            <a:off x="7107409" y="2308033"/>
            <a:ext cx="245783" cy="245783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1500000">
            <a:off x="8458877" y="2319343"/>
            <a:ext cx="242760" cy="24276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420000">
            <a:off x="7246794" y="2633771"/>
            <a:ext cx="349033" cy="34903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520000">
            <a:off x="8452942" y="728859"/>
            <a:ext cx="284361" cy="28436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3000000">
            <a:off x="2693722" y="2235746"/>
            <a:ext cx="191570" cy="1915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2547020" y="481815"/>
            <a:ext cx="193305" cy="1933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1625794" y="213942"/>
            <a:ext cx="316086" cy="31608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320000">
            <a:off x="7900954" y="1123323"/>
            <a:ext cx="357530" cy="3575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380000">
            <a:off x="2095976" y="2067948"/>
            <a:ext cx="206046" cy="20604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340000">
            <a:off x="6356898" y="2272821"/>
            <a:ext cx="313693" cy="313693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">
            <a:off x="6732452" y="1575414"/>
            <a:ext cx="313560" cy="31356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2940000">
            <a:off x="8430045" y="2428180"/>
            <a:ext cx="325465" cy="32546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8268994" y="875349"/>
            <a:ext cx="165766" cy="16576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06-ra-zay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