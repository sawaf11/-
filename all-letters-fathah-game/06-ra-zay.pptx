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Finished! Give the child a big cheer.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0.xml"/><Relationship Id="rIdLnk3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Lnk1" Type="http://schemas.openxmlformats.org/officeDocument/2006/relationships/slide" Target="slide32.xml"/><Relationship Id="rIdLnk2" Type="http://schemas.openxmlformats.org/officeDocument/2006/relationships/slide" Target="slide33.xml"/><Relationship Id="rIdLnk3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level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Lnk1" Type="http://schemas.openxmlformats.org/officeDocument/2006/relationships/slide" Target="slide45.xml"/><Relationship Id="rIdLnk2" Type="http://schemas.openxmlformats.org/officeDocument/2006/relationships/slide" Target="slide44.xml"/><Relationship Id="rIdLnk3" Type="http://schemas.openxmlformats.org/officeDocument/2006/relationships/slide" Target="slide4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Lnk1" Type="http://schemas.openxmlformats.org/officeDocument/2006/relationships/slide" Target="slide54.xml"/><Relationship Id="rIdLnk2" Type="http://schemas.openxmlformats.org/officeDocument/2006/relationships/slide" Target="slide54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Lnk1" Type="http://schemas.openxmlformats.org/officeDocument/2006/relationships/slide" Target="slide66.xml"/><Relationship Id="rIdLnk2" Type="http://schemas.openxmlformats.org/officeDocument/2006/relationships/slide" Target="slide67.xml"/><Relationship Id="rIdLnk3" Type="http://schemas.openxmlformats.org/officeDocument/2006/relationships/slide" Target="slide6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Lnk1" Type="http://schemas.openxmlformats.org/officeDocument/2006/relationships/slide" Target="slide65.xml"/><Relationship Id="rIdLnk2" Type="http://schemas.openxmlformats.org/officeDocument/2006/relationships/slide" Target="slide6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level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Lnk1" Type="http://schemas.openxmlformats.org/officeDocument/2006/relationships/slide" Target="slide79.xml"/><Relationship Id="rIdLnk2" Type="http://schemas.openxmlformats.org/officeDocument/2006/relationships/slide" Target="slide78.xml"/><Relationship Id="rIdLnk3" Type="http://schemas.openxmlformats.org/officeDocument/2006/relationships/slide" Target="slide79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Lnk1" Type="http://schemas.openxmlformats.org/officeDocument/2006/relationships/slide" Target="slide77.xml"/><Relationship Id="rIdLnk2" Type="http://schemas.openxmlformats.org/officeDocument/2006/relationships/slide" Target="slide77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level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70183" y="4846320"/>
            <a:ext cx="210777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73421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64795" y="4846320"/>
            <a:ext cx="316165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72367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59406" y="4846320"/>
            <a:ext cx="421554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71313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54018" y="4846320"/>
            <a:ext cx="526942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702600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48629" y="4846320"/>
            <a:ext cx="632331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69206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43241" y="4846320"/>
            <a:ext cx="737719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681522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37852" y="4846320"/>
            <a:ext cx="843108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670983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A4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0" name="LINK1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endParaRPr lang="ar-SA" sz="6400" dirty="0"/>
          </a:p>
        </p:txBody>
      </p:sp>
      <p:sp>
        <p:nvSpPr>
          <p:cNvPr id="21" name="LINK1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رَخَ</a:t>
            </a:r>
            <a:endParaRPr lang="ar-SA" sz="6400" dirty="0"/>
          </a:p>
        </p:txBody>
      </p:sp>
      <p:sp>
        <p:nvSpPr>
          <p:cNvPr id="22" name="LINK1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837852" y="4846320"/>
            <a:ext cx="843108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70983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837852" y="4846320"/>
            <a:ext cx="843108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670983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32464" y="4846320"/>
            <a:ext cx="948496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660444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27075" y="4846320"/>
            <a:ext cx="1053885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649905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521687" y="4846320"/>
            <a:ext cx="1159273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63936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416298" y="4846320"/>
            <a:ext cx="1264662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62882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310910" y="4846320"/>
            <a:ext cx="1370050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618289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205521" y="4846320"/>
            <a:ext cx="1475439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60775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100133" y="4846320"/>
            <a:ext cx="1580827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97211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994744" y="4846320"/>
            <a:ext cx="1686216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86672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A4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3" name="LINK2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خَرَحَ</a:t>
            </a:r>
            <a:endParaRPr lang="ar-SA" sz="5400" dirty="0"/>
          </a:p>
        </p:txBody>
      </p:sp>
      <p:sp>
        <p:nvSpPr>
          <p:cNvPr id="24" name="LINK2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حَرَجَ</a:t>
            </a:r>
            <a:endParaRPr lang="ar-SA" sz="5400" dirty="0"/>
          </a:p>
        </p:txBody>
      </p:sp>
      <p:sp>
        <p:nvSpPr>
          <p:cNvPr id="25" name="LINK2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حَرَخَ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994744" y="4846320"/>
            <a:ext cx="1686216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86672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994744" y="4846320"/>
            <a:ext cx="1686216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586672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889356" y="4846320"/>
            <a:ext cx="1791604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7613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783967" y="4846320"/>
            <a:ext cx="1896993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65595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678579" y="4846320"/>
            <a:ext cx="2002381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555056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73191" y="4846320"/>
            <a:ext cx="2107769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544517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467802" y="4846320"/>
            <a:ext cx="2213158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53397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362414" y="4846320"/>
            <a:ext cx="2318546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523439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257025" y="4846320"/>
            <a:ext cx="2423935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512900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151637" y="4846320"/>
            <a:ext cx="2529323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50236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A4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0" name="LINK3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6400" dirty="0"/>
          </a:p>
        </p:txBody>
      </p:sp>
      <p:sp>
        <p:nvSpPr>
          <p:cNvPr id="21" name="LINK33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</a:t>
            </a:r>
            <a:endParaRPr lang="ar-SA" sz="6400" dirty="0"/>
          </a:p>
        </p:txBody>
      </p:sp>
      <p:sp>
        <p:nvSpPr>
          <p:cNvPr id="22" name="LINK3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151637" y="4846320"/>
            <a:ext cx="2529323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0236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151637" y="4846320"/>
            <a:ext cx="2529323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502362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3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3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400000">
            <a:off x="5619303" y="4553922"/>
            <a:ext cx="301278" cy="30127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1667282" y="4059228"/>
            <a:ext cx="306873" cy="30687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660000">
            <a:off x="6538455" y="1665269"/>
            <a:ext cx="324298" cy="32429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978867" y="3639635"/>
            <a:ext cx="339871" cy="339871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1260000">
            <a:off x="1139875" y="2247467"/>
            <a:ext cx="311713" cy="31171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120000">
            <a:off x="2583712" y="1799198"/>
            <a:ext cx="349410" cy="34941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140000">
            <a:off x="7228567" y="940997"/>
            <a:ext cx="196439" cy="1964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780000">
            <a:off x="8545944" y="2234945"/>
            <a:ext cx="316174" cy="316174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000000">
            <a:off x="7221936" y="1534153"/>
            <a:ext cx="272377" cy="272377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">
            <a:off x="3777383" y="4326648"/>
            <a:ext cx="251201" cy="251201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>
            <a:off x="2347747" y="766210"/>
            <a:ext cx="298744" cy="298744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780000">
            <a:off x="2643393" y="1414344"/>
            <a:ext cx="248639" cy="24863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7087581" y="2286911"/>
            <a:ext cx="272869" cy="27286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0">
            <a:off x="361717" y="2614780"/>
            <a:ext cx="254852" cy="25485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860000">
            <a:off x="4377758" y="4371079"/>
            <a:ext cx="205135" cy="20513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80000">
            <a:off x="7972525" y="2858292"/>
            <a:ext cx="167446" cy="16744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820000">
            <a:off x="7099354" y="3191929"/>
            <a:ext cx="221458" cy="221458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040000">
            <a:off x="8738756" y="2345981"/>
            <a:ext cx="202874" cy="202874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840000">
            <a:off x="924041" y="4283189"/>
            <a:ext cx="182185" cy="182185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500000">
            <a:off x="2200418" y="3714599"/>
            <a:ext cx="246864" cy="24686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940000">
            <a:off x="259805" y="1598376"/>
            <a:ext cx="307096" cy="307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3060000">
            <a:off x="7009777" y="4560170"/>
            <a:ext cx="283592" cy="2835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860000">
            <a:off x="2824194" y="207871"/>
            <a:ext cx="215726" cy="2157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920000">
            <a:off x="2293933" y="1636753"/>
            <a:ext cx="188479" cy="188479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940000">
            <a:off x="8516698" y="3257876"/>
            <a:ext cx="268822" cy="26882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7059322" y="1586615"/>
            <a:ext cx="260685" cy="26068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046248" y="4846320"/>
            <a:ext cx="2634712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491823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940860" y="4846320"/>
            <a:ext cx="2740100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48128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835471" y="4846320"/>
            <a:ext cx="2845489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47074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730083" y="4846320"/>
            <a:ext cx="2950877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46020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4624694" y="4846320"/>
            <a:ext cx="3056266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Game marker"/>
          <p:cNvSpPr/>
          <p:nvPr/>
        </p:nvSpPr>
        <p:spPr>
          <a:xfrm>
            <a:off x="449667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519306" y="4846320"/>
            <a:ext cx="3161654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43912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413917" y="4846320"/>
            <a:ext cx="3267043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42859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308529" y="4846320"/>
            <a:ext cx="3372431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41805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A4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0" name="LINK45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endParaRPr lang="ar-SA" sz="6400" dirty="0"/>
          </a:p>
        </p:txBody>
      </p:sp>
      <p:sp>
        <p:nvSpPr>
          <p:cNvPr id="21" name="LINK4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زَتَ</a:t>
            </a:r>
            <a:endParaRPr lang="ar-SA" sz="6400" dirty="0"/>
          </a:p>
        </p:txBody>
      </p:sp>
      <p:sp>
        <p:nvSpPr>
          <p:cNvPr id="22" name="LINK4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رَتَ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4308529" y="4846320"/>
            <a:ext cx="3372431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1805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زَتَ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308529" y="4846320"/>
            <a:ext cx="3372431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41805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4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4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203140" y="4846320"/>
            <a:ext cx="3477820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40751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097752" y="4846320"/>
            <a:ext cx="3583208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396973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992363" y="4846320"/>
            <a:ext cx="3688597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386434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886975" y="4846320"/>
            <a:ext cx="3793985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375895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781586" y="4846320"/>
            <a:ext cx="3899374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36535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676198" y="4846320"/>
            <a:ext cx="4004762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35481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570809" y="4846320"/>
            <a:ext cx="4110151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344279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65421" y="4846320"/>
            <a:ext cx="4215539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3374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A4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3" name="LINK5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بَزَأَ</a:t>
            </a:r>
            <a:endParaRPr lang="ar-SA" sz="5400" dirty="0"/>
          </a:p>
        </p:txBody>
      </p:sp>
      <p:sp>
        <p:nvSpPr>
          <p:cNvPr id="24" name="LINK5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أَزَتَ</a:t>
            </a:r>
            <a:endParaRPr lang="ar-SA" sz="5400" dirty="0"/>
          </a:p>
        </p:txBody>
      </p:sp>
      <p:sp>
        <p:nvSpPr>
          <p:cNvPr id="25" name="LINK5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أَزَبَ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65421" y="4846320"/>
            <a:ext cx="4215539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3374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أَزَبَ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465421" y="4846320"/>
            <a:ext cx="4215539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33374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54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54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360033" y="4846320"/>
            <a:ext cx="4320927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23201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254644" y="4846320"/>
            <a:ext cx="4426316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12662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149256" y="4846320"/>
            <a:ext cx="4531704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30212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043867" y="4846320"/>
            <a:ext cx="4637093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291585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938479" y="4846320"/>
            <a:ext cx="4742481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281046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833090" y="4846320"/>
            <a:ext cx="4847870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270507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727702" y="4846320"/>
            <a:ext cx="4953258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25996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622313" y="4846320"/>
            <a:ext cx="5058647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24942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A4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3" name="LINK6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ذَزَرَ</a:t>
            </a:r>
            <a:endParaRPr lang="ar-SA" sz="5400" dirty="0"/>
          </a:p>
        </p:txBody>
      </p:sp>
      <p:sp>
        <p:nvSpPr>
          <p:cNvPr id="24" name="LINK67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رَزَذَ</a:t>
            </a:r>
            <a:endParaRPr lang="ar-SA" sz="5400" dirty="0"/>
          </a:p>
        </p:txBody>
      </p:sp>
      <p:sp>
        <p:nvSpPr>
          <p:cNvPr id="25" name="LINK6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دَزَرَ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622313" y="4846320"/>
            <a:ext cx="5058647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24942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ذَزَرَ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622313" y="4846320"/>
            <a:ext cx="5058647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24942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6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6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>
            <a:off x="1350696" y="4076901"/>
            <a:ext cx="233962" cy="23396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420000">
            <a:off x="1015147" y="757259"/>
            <a:ext cx="189080" cy="189080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260000">
            <a:off x="6800945" y="3300867"/>
            <a:ext cx="305931" cy="30593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1080000">
            <a:off x="2062307" y="2250225"/>
            <a:ext cx="350649" cy="350649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3540000">
            <a:off x="1002185" y="4071851"/>
            <a:ext cx="236177" cy="236177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480000">
            <a:off x="2117446" y="1278126"/>
            <a:ext cx="281656" cy="28165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362136" y="3396372"/>
            <a:ext cx="225957" cy="22595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860000">
            <a:off x="2653168" y="2484406"/>
            <a:ext cx="310932" cy="31093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60000">
            <a:off x="2518144" y="781191"/>
            <a:ext cx="319375" cy="319375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260000">
            <a:off x="1298010" y="2349916"/>
            <a:ext cx="257740" cy="25774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8202175" y="4269627"/>
            <a:ext cx="288281" cy="288281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440000">
            <a:off x="7793038" y="1368271"/>
            <a:ext cx="173173" cy="17317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1320000">
            <a:off x="8569592" y="323895"/>
            <a:ext cx="248191" cy="248191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420000">
            <a:off x="1657247" y="4124637"/>
            <a:ext cx="223904" cy="2239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680000">
            <a:off x="6351346" y="4532035"/>
            <a:ext cx="322259" cy="322259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20000">
            <a:off x="2824085" y="3620646"/>
            <a:ext cx="284979" cy="284979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340000">
            <a:off x="8007470" y="3453605"/>
            <a:ext cx="169649" cy="169649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3420000">
            <a:off x="2659403" y="3792366"/>
            <a:ext cx="311336" cy="311336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3240000">
            <a:off x="1918403" y="724110"/>
            <a:ext cx="209748" cy="209748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60000">
            <a:off x="7049099" y="1365067"/>
            <a:ext cx="229607" cy="229607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660000">
            <a:off x="6849351" y="3243047"/>
            <a:ext cx="306092" cy="3060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780000">
            <a:off x="7314819" y="3795987"/>
            <a:ext cx="318502" cy="31850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200000">
            <a:off x="1508096" y="556492"/>
            <a:ext cx="213828" cy="213828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240000">
            <a:off x="720912" y="1612567"/>
            <a:ext cx="290354" cy="29035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760000">
            <a:off x="1787711" y="366804"/>
            <a:ext cx="215331" cy="21533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220000">
            <a:off x="7139178" y="2101617"/>
            <a:ext cx="293238" cy="29323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16925" y="4846320"/>
            <a:ext cx="5164035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Game marker"/>
          <p:cNvSpPr/>
          <p:nvPr/>
        </p:nvSpPr>
        <p:spPr>
          <a:xfrm>
            <a:off x="238890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411536" y="4846320"/>
            <a:ext cx="5269424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22835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06148" y="4846320"/>
            <a:ext cx="5374812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217813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00759" y="4846320"/>
            <a:ext cx="5480201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207274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95371" y="4846320"/>
            <a:ext cx="5585589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19673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89982" y="4846320"/>
            <a:ext cx="5690978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186196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84594" y="4846320"/>
            <a:ext cx="5796366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175657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79205" y="4846320"/>
            <a:ext cx="5901755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16511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A4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0" name="LINK79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زَخَ</a:t>
            </a:r>
            <a:endParaRPr lang="ar-SA" sz="6400" dirty="0"/>
          </a:p>
        </p:txBody>
      </p:sp>
      <p:sp>
        <p:nvSpPr>
          <p:cNvPr id="21" name="LINK78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endParaRPr lang="ar-SA" sz="6400" dirty="0"/>
          </a:p>
        </p:txBody>
      </p:sp>
      <p:sp>
        <p:nvSpPr>
          <p:cNvPr id="22" name="LINK7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1779205" y="4846320"/>
            <a:ext cx="5901755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6511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1779205" y="4846320"/>
            <a:ext cx="5901755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16511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77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77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73817" y="4846320"/>
            <a:ext cx="6007143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15458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68428" y="4846320"/>
            <a:ext cx="6112532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144041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77384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593073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08762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24452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4014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255830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171519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3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Game marker"/>
          <p:cNvSpPr/>
          <p:nvPr/>
        </p:nvSpPr>
        <p:spPr>
          <a:xfrm>
            <a:off x="13350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A4FD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3540000">
            <a:off x="6849595" y="2039861"/>
            <a:ext cx="173373" cy="173373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660000">
            <a:off x="7026649" y="3691848"/>
            <a:ext cx="211788" cy="211788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460000">
            <a:off x="8531370" y="3142517"/>
            <a:ext cx="260516" cy="260516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540000">
            <a:off x="2653537" y="1328361"/>
            <a:ext cx="174420" cy="17442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>
            <a:off x="7517703" y="2353607"/>
            <a:ext cx="230170" cy="23017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2100000">
            <a:off x="1060841" y="4487427"/>
            <a:ext cx="326270" cy="3262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8578540" y="3662394"/>
            <a:ext cx="309690" cy="3096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480000">
            <a:off x="8630281" y="3027527"/>
            <a:ext cx="299322" cy="29932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740000">
            <a:off x="7008487" y="1744311"/>
            <a:ext cx="298820" cy="29882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2400000">
            <a:off x="7973219" y="2220479"/>
            <a:ext cx="171127" cy="17112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1209644" y="855969"/>
            <a:ext cx="364335" cy="36433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480000">
            <a:off x="8132123" y="2109061"/>
            <a:ext cx="291285" cy="291285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780000">
            <a:off x="6954836" y="3592554"/>
            <a:ext cx="241022" cy="241022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000000">
            <a:off x="6412577" y="433770"/>
            <a:ext cx="169794" cy="16979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2040000">
            <a:off x="1485986" y="556075"/>
            <a:ext cx="283391" cy="283391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600000">
            <a:off x="2566129" y="1329153"/>
            <a:ext cx="183077" cy="183077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360000">
            <a:off x="1090525" y="1427171"/>
            <a:ext cx="334467" cy="334467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440000">
            <a:off x="643564" y="3275773"/>
            <a:ext cx="301211" cy="301211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460000">
            <a:off x="296269" y="778936"/>
            <a:ext cx="204659" cy="204659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680000">
            <a:off x="7231115" y="3052845"/>
            <a:ext cx="208175" cy="208175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960000">
            <a:off x="2166289" y="3579861"/>
            <a:ext cx="167954" cy="16795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240000">
            <a:off x="846719" y="379714"/>
            <a:ext cx="345615" cy="34561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780000">
            <a:off x="7100540" y="1012723"/>
            <a:ext cx="177235" cy="177235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420000">
            <a:off x="8101355" y="3619677"/>
            <a:ext cx="235691" cy="235691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280000">
            <a:off x="2766234" y="583890"/>
            <a:ext cx="236766" cy="236766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6688612" y="4002630"/>
            <a:ext cx="237493" cy="237493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1260 confetti 27"/>
          <p:cNvSpPr/>
          <p:nvPr/>
        </p:nvSpPr>
        <p:spPr>
          <a:xfrm rot="1680000">
            <a:off x="1411468" y="2567004"/>
            <a:ext cx="228147" cy="228147"/>
          </a:xfrm>
          <a:prstGeom prst="rec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9" name="G1295 confetti 28"/>
          <p:cNvSpPr/>
          <p:nvPr/>
        </p:nvSpPr>
        <p:spPr>
          <a:xfrm rot="2940000">
            <a:off x="7107409" y="2308033"/>
            <a:ext cx="245783" cy="245783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1330 confetti 29"/>
          <p:cNvSpPr/>
          <p:nvPr/>
        </p:nvSpPr>
        <p:spPr>
          <a:xfrm rot="1500000">
            <a:off x="8458877" y="2319343"/>
            <a:ext cx="242760" cy="242760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1" name="G1365 confetti 30"/>
          <p:cNvSpPr/>
          <p:nvPr/>
        </p:nvSpPr>
        <p:spPr>
          <a:xfrm rot="3420000">
            <a:off x="7246794" y="2633771"/>
            <a:ext cx="349033" cy="34903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G1400 confetti 31"/>
          <p:cNvSpPr/>
          <p:nvPr/>
        </p:nvSpPr>
        <p:spPr>
          <a:xfrm rot="2520000">
            <a:off x="8452942" y="728859"/>
            <a:ext cx="284361" cy="28436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43" name="G1435 confetti 32"/>
          <p:cNvSpPr/>
          <p:nvPr/>
        </p:nvSpPr>
        <p:spPr>
          <a:xfrm rot="3000000">
            <a:off x="2693722" y="2235746"/>
            <a:ext cx="191570" cy="19157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44" name="G1470 confetti 33"/>
          <p:cNvSpPr/>
          <p:nvPr/>
        </p:nvSpPr>
        <p:spPr>
          <a:xfrm rot="2940000">
            <a:off x="2547020" y="481815"/>
            <a:ext cx="193305" cy="193305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5" name="G1505 confetti 34"/>
          <p:cNvSpPr/>
          <p:nvPr/>
        </p:nvSpPr>
        <p:spPr>
          <a:xfrm rot="1020000">
            <a:off x="1625794" y="213942"/>
            <a:ext cx="316086" cy="31608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6" name="G1540 confetti 35"/>
          <p:cNvSpPr/>
          <p:nvPr/>
        </p:nvSpPr>
        <p:spPr>
          <a:xfrm rot="1320000">
            <a:off x="7900954" y="1123323"/>
            <a:ext cx="357530" cy="35753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G1575 confetti 36"/>
          <p:cNvSpPr/>
          <p:nvPr/>
        </p:nvSpPr>
        <p:spPr>
          <a:xfrm rot="1380000">
            <a:off x="2095976" y="2067948"/>
            <a:ext cx="206046" cy="20604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8" name="G1610 confetti 37"/>
          <p:cNvSpPr/>
          <p:nvPr/>
        </p:nvSpPr>
        <p:spPr>
          <a:xfrm rot="2340000">
            <a:off x="6356898" y="2272821"/>
            <a:ext cx="313693" cy="313693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9" name="G1645 confetti 38"/>
          <p:cNvSpPr/>
          <p:nvPr/>
        </p:nvSpPr>
        <p:spPr>
          <a:xfrm rot="300000">
            <a:off x="6732452" y="1575414"/>
            <a:ext cx="313560" cy="31356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50" name="G1680 confetti 39"/>
          <p:cNvSpPr/>
          <p:nvPr/>
        </p:nvSpPr>
        <p:spPr>
          <a:xfrm rot="2940000">
            <a:off x="8430045" y="2428180"/>
            <a:ext cx="325465" cy="32546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51" name="G1715 confetti 40"/>
          <p:cNvSpPr/>
          <p:nvPr/>
        </p:nvSpPr>
        <p:spPr>
          <a:xfrm rot="1320000">
            <a:off x="8268994" y="875349"/>
            <a:ext cx="165766" cy="165766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52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5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56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7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71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4" grpId="0" animBg="1"/>
      <p:bldP spid="55" grpId="0" animBg="1"/>
      <p:bldP spid="5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 06-ra-zay</dc:title>
  <dc:subject>PptxGenJS Presentation</dc:subject>
  <dc:creator>PptxGenJS</dc:creator>
  <cp:lastModifiedBy>PptxGenJS</cp:lastModifiedBy>
  <cp:revision>1</cp:revision>
  <dcterms:created xsi:type="dcterms:W3CDTF">2026-10-10T23:17:16Z</dcterms:created>
  <dcterms:modified xsi:type="dcterms:W3CDTF">2026-10-10T23:17:16Z</dcterms:modified>
</cp:coreProperties>
</file>