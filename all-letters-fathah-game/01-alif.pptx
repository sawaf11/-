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398327" y="4846320"/>
            <a:ext cx="282633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Game marker"/>
          <p:cNvSpPr/>
          <p:nvPr/>
        </p:nvSpPr>
        <p:spPr>
          <a:xfrm>
            <a:off x="72703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15695" y="4846320"/>
            <a:ext cx="565265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69876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33062" y="4846320"/>
            <a:ext cx="847898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67050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550429" y="4846320"/>
            <a:ext cx="1130531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64224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267796" y="4846320"/>
            <a:ext cx="1413164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613978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985164" y="4846320"/>
            <a:ext cx="1695796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58571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702531" y="4846320"/>
            <a:ext cx="1978429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55745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19898" y="4846320"/>
            <a:ext cx="2261062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52918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8E5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419898" y="4846320"/>
            <a:ext cx="2261062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52918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419898" y="4846320"/>
            <a:ext cx="2261062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Game marker"/>
          <p:cNvSpPr/>
          <p:nvPr/>
        </p:nvSpPr>
        <p:spPr>
          <a:xfrm>
            <a:off x="52918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137265" y="4846320"/>
            <a:ext cx="2543695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50092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854633" y="4846320"/>
            <a:ext cx="2826327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472661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572000" y="4846320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44439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289367" y="4846320"/>
            <a:ext cx="3391593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41613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006735" y="4846320"/>
            <a:ext cx="3674225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38787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724102" y="4846320"/>
            <a:ext cx="3956858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35960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41469" y="4846320"/>
            <a:ext cx="4239491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33134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158836" y="4846320"/>
            <a:ext cx="4522124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30308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8E5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0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endParaRPr lang="ar-SA" sz="6400" dirty="0"/>
          </a:p>
        </p:txBody>
      </p:sp>
      <p:sp>
        <p:nvSpPr>
          <p:cNvPr id="21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</a:t>
            </a:r>
            <a:endParaRPr lang="ar-SA" sz="6400" dirty="0"/>
          </a:p>
        </p:txBody>
      </p:sp>
      <p:sp>
        <p:nvSpPr>
          <p:cNvPr id="22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3158836" y="4846320"/>
            <a:ext cx="4522124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30308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158836" y="4846320"/>
            <a:ext cx="4522124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Game marker"/>
          <p:cNvSpPr/>
          <p:nvPr/>
        </p:nvSpPr>
        <p:spPr>
          <a:xfrm>
            <a:off x="30308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876204" y="4846320"/>
            <a:ext cx="4804756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274818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593571" y="4846320"/>
            <a:ext cx="5087389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24655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10938" y="4846320"/>
            <a:ext cx="5370022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218292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28305" y="4846320"/>
            <a:ext cx="5652655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19002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45673" y="4846320"/>
            <a:ext cx="5935287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16176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8E5B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>
            <a:off x="1350696" y="4076901"/>
            <a:ext cx="233962" cy="233962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420000">
            <a:off x="1015147" y="757259"/>
            <a:ext cx="189080" cy="189080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1260000">
            <a:off x="6800945" y="3300867"/>
            <a:ext cx="305931" cy="305931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1080000">
            <a:off x="2062307" y="2250225"/>
            <a:ext cx="350649" cy="350649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3540000">
            <a:off x="1002185" y="4071851"/>
            <a:ext cx="236177" cy="236177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 rot="3480000">
            <a:off x="2117446" y="1278126"/>
            <a:ext cx="281656" cy="281656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2940000">
            <a:off x="2362136" y="3396372"/>
            <a:ext cx="225957" cy="22595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1860000">
            <a:off x="2653168" y="2484406"/>
            <a:ext cx="310932" cy="310932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60000">
            <a:off x="2518144" y="781191"/>
            <a:ext cx="319375" cy="3193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1260000">
            <a:off x="1298010" y="2349916"/>
            <a:ext cx="257740" cy="257740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1440000">
            <a:off x="8202175" y="4269627"/>
            <a:ext cx="288281" cy="288281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1440000">
            <a:off x="7793038" y="1368271"/>
            <a:ext cx="173173" cy="173173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1320000">
            <a:off x="8569592" y="323895"/>
            <a:ext cx="248191" cy="24819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3420000">
            <a:off x="1657247" y="4124637"/>
            <a:ext cx="223904" cy="223904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01-alif</dc:title>
  <dc:subject>PptxGenJS Presentation</dc:subject>
  <dc:creator>PptxGenJS</dc:creator>
  <cp:lastModifiedBy>PptxGenJS</cp:lastModifiedBy>
  <cp:revision>1</cp:revision>
  <dcterms:created xsi:type="dcterms:W3CDTF">2026-10-10T23:17:15Z</dcterms:created>
  <dcterms:modified xsi:type="dcterms:W3CDTF">2026-10-10T23:17:15Z</dcterms:modified>
</cp:coreProperties>
</file>