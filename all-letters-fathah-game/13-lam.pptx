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notesMaster" Target="notesMasters/notesMaster1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95350" y="4846320"/>
            <a:ext cx="18561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3673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02546" y="4846320"/>
            <a:ext cx="27841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2745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09741" y="4846320"/>
            <a:ext cx="37121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1817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16936" y="4846320"/>
            <a:ext cx="4640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0889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24131" y="4846320"/>
            <a:ext cx="55682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9961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31327" y="4846320"/>
            <a:ext cx="64963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9033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38522" y="4846320"/>
            <a:ext cx="74243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8105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938522" y="4846320"/>
            <a:ext cx="74243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8105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938522" y="4846320"/>
            <a:ext cx="74243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8105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45717" y="4846320"/>
            <a:ext cx="83524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7177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52912" y="4846320"/>
            <a:ext cx="92804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6248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60107" y="4846320"/>
            <a:ext cx="102085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5320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567303" y="4846320"/>
            <a:ext cx="111365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4392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474498" y="4846320"/>
            <a:ext cx="120646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3464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381693" y="4846320"/>
            <a:ext cx="129926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2536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288888" y="4846320"/>
            <a:ext cx="139207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1608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96084" y="4846320"/>
            <a:ext cx="148487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0680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196084" y="4846320"/>
            <a:ext cx="148487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0680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196084" y="4846320"/>
            <a:ext cx="148487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0680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03279" y="4846320"/>
            <a:ext cx="157768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9752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010474" y="4846320"/>
            <a:ext cx="167048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8824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17669" y="4846320"/>
            <a:ext cx="176329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7896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824864" y="4846320"/>
            <a:ext cx="185609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6968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32060" y="4846320"/>
            <a:ext cx="194890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6040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39255" y="4846320"/>
            <a:ext cx="204170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5112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46450" y="4846320"/>
            <a:ext cx="213451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4184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453645" y="4846320"/>
            <a:ext cx="222731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3256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أَلَبَ</a:t>
            </a:r>
            <a:endParaRPr lang="ar-SA" sz="5400" dirty="0"/>
          </a:p>
        </p:txBody>
      </p:sp>
      <p:sp>
        <p:nvSpPr>
          <p:cNvPr id="24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بَلَأَ</a:t>
            </a:r>
            <a:endParaRPr lang="ar-SA" sz="5400" dirty="0"/>
          </a:p>
        </p:txBody>
      </p:sp>
      <p:sp>
        <p:nvSpPr>
          <p:cNvPr id="25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453645" y="4846320"/>
            <a:ext cx="222731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3256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453645" y="4846320"/>
            <a:ext cx="222731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53256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60841" y="4846320"/>
            <a:ext cx="232011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2328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268036" y="4846320"/>
            <a:ext cx="24129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1400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75231" y="4846320"/>
            <a:ext cx="250572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0472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082426" y="4846320"/>
            <a:ext cx="259853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9544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989621" y="4846320"/>
            <a:ext cx="26913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8616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96817" y="4846320"/>
            <a:ext cx="278414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768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04012" y="4846320"/>
            <a:ext cx="287694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6759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11207" y="4846320"/>
            <a:ext cx="296975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831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رَلَذَ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ذَلَرَ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ذَمَرَ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11207" y="4846320"/>
            <a:ext cx="296975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831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711207" y="4846320"/>
            <a:ext cx="296975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45831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18402" y="4846320"/>
            <a:ext cx="306255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4903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25598" y="4846320"/>
            <a:ext cx="315536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3975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32793" y="4846320"/>
            <a:ext cx="324816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3047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39988" y="4846320"/>
            <a:ext cx="334097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2119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47183" y="4846320"/>
            <a:ext cx="34337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1191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54379" y="4846320"/>
            <a:ext cx="352658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0263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061574" y="4846320"/>
            <a:ext cx="361938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9335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68769" y="4846320"/>
            <a:ext cx="371219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8407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عَلَظَ</a:t>
            </a:r>
            <a:endParaRPr lang="ar-SA" sz="5400" dirty="0"/>
          </a:p>
        </p:txBody>
      </p:sp>
      <p:sp>
        <p:nvSpPr>
          <p:cNvPr id="24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ظَلَغَ</a:t>
            </a:r>
            <a:endParaRPr lang="ar-SA" sz="5400" dirty="0"/>
          </a:p>
        </p:txBody>
      </p:sp>
      <p:sp>
        <p:nvSpPr>
          <p:cNvPr id="25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ظَلَعَ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68769" y="4846320"/>
            <a:ext cx="371219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8407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ظَلَعَ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968769" y="4846320"/>
            <a:ext cx="371219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8407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875964" y="4846320"/>
            <a:ext cx="380499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7479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83159" y="4846320"/>
            <a:ext cx="389780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6551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فَلَقَ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690355" y="4846320"/>
            <a:ext cx="399060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5623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قَلَكَ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97550" y="4846320"/>
            <a:ext cx="408341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4695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4745" y="4846320"/>
            <a:ext cx="417621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3767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411940" y="4846320"/>
            <a:ext cx="426902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2839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319136" y="4846320"/>
            <a:ext cx="43618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1911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226331" y="4846320"/>
            <a:ext cx="445462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0983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لَتَ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226331" y="4846320"/>
            <a:ext cx="445462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0983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226331" y="4846320"/>
            <a:ext cx="445462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0983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33526" y="4846320"/>
            <a:ext cx="454743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0055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40721" y="4846320"/>
            <a:ext cx="46402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9127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947916" y="4846320"/>
            <a:ext cx="473304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8199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55112" y="4846320"/>
            <a:ext cx="482584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7270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62307" y="4846320"/>
            <a:ext cx="491865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6342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669502" y="4846320"/>
            <a:ext cx="501145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5414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576697" y="4846320"/>
            <a:ext cx="510426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4486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83893" y="4846320"/>
            <a:ext cx="519706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3558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لَزَ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483893" y="4846320"/>
            <a:ext cx="519706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3558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483893" y="4846320"/>
            <a:ext cx="519706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23558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91088" y="4846320"/>
            <a:ext cx="528987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2630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98283" y="4846320"/>
            <a:ext cx="53826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1702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05478" y="4846320"/>
            <a:ext cx="547548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0774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12673" y="4846320"/>
            <a:ext cx="556828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9846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19869" y="4846320"/>
            <a:ext cx="566109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8918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27064" y="4846320"/>
            <a:ext cx="575389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7990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34259" y="4846320"/>
            <a:ext cx="584670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7062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41454" y="4846320"/>
            <a:ext cx="593950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6134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741454" y="4846320"/>
            <a:ext cx="593950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6134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741454" y="4846320"/>
            <a:ext cx="593950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16134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48650" y="4846320"/>
            <a:ext cx="603231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5206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55845" y="4846320"/>
            <a:ext cx="612511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4278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7451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320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8963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471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9047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16232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41988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6774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411468" y="2567004"/>
            <a:ext cx="228147" cy="22814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2940000">
            <a:off x="7107409" y="2308033"/>
            <a:ext cx="245783" cy="245783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500000">
            <a:off x="8458877" y="2319343"/>
            <a:ext cx="242760" cy="24276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420000">
            <a:off x="7246794" y="2633771"/>
            <a:ext cx="349033" cy="34903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520000">
            <a:off x="8452942" y="728859"/>
            <a:ext cx="284361" cy="28436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000000">
            <a:off x="2693722" y="2235746"/>
            <a:ext cx="191570" cy="1915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547020" y="481815"/>
            <a:ext cx="193305" cy="1933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1625794" y="213942"/>
            <a:ext cx="316086" cy="31608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320000">
            <a:off x="7900954" y="1123323"/>
            <a:ext cx="357530" cy="3575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380000">
            <a:off x="2095976" y="2067948"/>
            <a:ext cx="206046" cy="20604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340000">
            <a:off x="6356898" y="2272821"/>
            <a:ext cx="313693" cy="31369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">
            <a:off x="6732452" y="1575414"/>
            <a:ext cx="313560" cy="31356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2940000">
            <a:off x="8430045" y="2428180"/>
            <a:ext cx="325465" cy="32546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8268994" y="875349"/>
            <a:ext cx="165766" cy="16576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94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13-lam</dc:title>
  <dc:subject>PptxGenJS Presentation</dc:subject>
  <dc:creator>PptxGenJS</dc:creator>
  <cp:lastModifiedBy>PptxGenJS</cp:lastModifiedBy>
  <cp:revision>1</cp:revision>
  <dcterms:created xsi:type="dcterms:W3CDTF">2026-10-10T23:17:17Z</dcterms:created>
  <dcterms:modified xsi:type="dcterms:W3CDTF">2026-10-10T23:17:17Z</dcterms:modified>
</cp:coreProperties>
</file>