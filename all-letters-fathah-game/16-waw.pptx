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notesMaster" Target="notesMasters/notesMaster1.xml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Lnk1" Type="http://schemas.openxmlformats.org/officeDocument/2006/relationships/slide" Target="slide100.xml"/><Relationship Id="rIdLnk2" Type="http://schemas.openxmlformats.org/officeDocument/2006/relationships/slide" Target="slide101.xml"/><Relationship Id="rIdLnk3" Type="http://schemas.openxmlformats.org/officeDocument/2006/relationships/slide" Target="slide10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Lnk1" Type="http://schemas.openxmlformats.org/officeDocument/2006/relationships/slide" Target="slide99.xml"/><Relationship Id="rIdLnk2" Type="http://schemas.openxmlformats.org/officeDocument/2006/relationships/slide" Target="slide9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level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23544" y="4846320"/>
            <a:ext cx="15741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3955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44836" y="4846320"/>
            <a:ext cx="2361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316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66129" y="4846320"/>
            <a:ext cx="31483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2381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87421" y="4846320"/>
            <a:ext cx="39353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1594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08713" y="4846320"/>
            <a:ext cx="47224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0806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30005" y="4846320"/>
            <a:ext cx="55095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0019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51297" y="4846320"/>
            <a:ext cx="62966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9232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7051297" y="4846320"/>
            <a:ext cx="62966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9232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7051297" y="4846320"/>
            <a:ext cx="62966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69232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72589" y="4846320"/>
            <a:ext cx="70837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8445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93882" y="4846320"/>
            <a:ext cx="78707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7658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15174" y="4846320"/>
            <a:ext cx="86578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6871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36466" y="4846320"/>
            <a:ext cx="94449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60845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57758" y="4846320"/>
            <a:ext cx="102320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5297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579050" y="4846320"/>
            <a:ext cx="110191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4510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500342" y="4846320"/>
            <a:ext cx="118061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3723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421634" y="4846320"/>
            <a:ext cx="125932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2936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يَضَ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421634" y="4846320"/>
            <a:ext cx="125932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2936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421634" y="4846320"/>
            <a:ext cx="125932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62936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342927" y="4846320"/>
            <a:ext cx="133803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2149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264219" y="4846320"/>
            <a:ext cx="141674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13620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185511" y="4846320"/>
            <a:ext cx="14954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0574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106803" y="4846320"/>
            <a:ext cx="157415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9787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028095" y="4846320"/>
            <a:ext cx="165286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9000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949387" y="4846320"/>
            <a:ext cx="173157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8213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870679" y="4846320"/>
            <a:ext cx="181028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7426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91972" y="4846320"/>
            <a:ext cx="188898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6639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endParaRPr lang="ar-SA" sz="6400" dirty="0"/>
          </a:p>
        </p:txBody>
      </p:sp>
      <p:sp>
        <p:nvSpPr>
          <p:cNvPr id="21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</a:t>
            </a:r>
            <a:endParaRPr lang="ar-SA" sz="6400" dirty="0"/>
          </a:p>
        </p:txBody>
      </p:sp>
      <p:sp>
        <p:nvSpPr>
          <p:cNvPr id="22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791972" y="4846320"/>
            <a:ext cx="188898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56639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791972" y="4846320"/>
            <a:ext cx="188898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56639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13264" y="4846320"/>
            <a:ext cx="196769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5852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634556" y="4846320"/>
            <a:ext cx="204640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5065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55848" y="4846320"/>
            <a:ext cx="212511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4278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477140" y="4846320"/>
            <a:ext cx="220382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3491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398432" y="4846320"/>
            <a:ext cx="228252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27041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319725" y="4846320"/>
            <a:ext cx="236123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1917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241017" y="4846320"/>
            <a:ext cx="243994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1130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162309" y="4846320"/>
            <a:ext cx="251865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0342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حَوَجَ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جَوَحَ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جَيَحَ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162309" y="4846320"/>
            <a:ext cx="251865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0342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جَوَحَ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162309" y="4846320"/>
            <a:ext cx="251865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50342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083601" y="4846320"/>
            <a:ext cx="259735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95558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004893" y="4846320"/>
            <a:ext cx="267606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8768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926185" y="4846320"/>
            <a:ext cx="275477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7981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847477" y="4846320"/>
            <a:ext cx="283348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71946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768770" y="4846320"/>
            <a:ext cx="291219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64075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690062" y="4846320"/>
            <a:ext cx="299089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5620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611354" y="4846320"/>
            <a:ext cx="306960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4833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532646" y="4846320"/>
            <a:ext cx="314831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4046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صَوَشَ</a:t>
            </a:r>
            <a:endParaRPr lang="ar-SA" sz="5400" dirty="0"/>
          </a:p>
        </p:txBody>
      </p:sp>
      <p:sp>
        <p:nvSpPr>
          <p:cNvPr id="24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شَوَضَ</a:t>
            </a:r>
            <a:endParaRPr lang="ar-SA" sz="5400" dirty="0"/>
          </a:p>
        </p:txBody>
      </p:sp>
      <p:sp>
        <p:nvSpPr>
          <p:cNvPr id="25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شَوَصَ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532646" y="4846320"/>
            <a:ext cx="314831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4046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شَوَصَ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532646" y="4846320"/>
            <a:ext cx="314831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44046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453938" y="4846320"/>
            <a:ext cx="322702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3259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375230" y="4846320"/>
            <a:ext cx="330573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2472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296523" y="4846320"/>
            <a:ext cx="338443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1685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ظَوَعَ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217815" y="4846320"/>
            <a:ext cx="346314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0897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عَوَغَ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139107" y="4846320"/>
            <a:ext cx="354185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0110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غَوَفَ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060399" y="4846320"/>
            <a:ext cx="362056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9323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فَوَقَ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981691" y="4846320"/>
            <a:ext cx="369926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8536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قَوَكَ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902983" y="4846320"/>
            <a:ext cx="377797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7749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قَوَكَ</a:t>
            </a:r>
            <a:endParaRPr lang="ar-SA" sz="5400" dirty="0"/>
          </a:p>
        </p:txBody>
      </p:sp>
      <p:sp>
        <p:nvSpPr>
          <p:cNvPr id="24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كَوَقَ</a:t>
            </a:r>
            <a:endParaRPr lang="ar-SA" sz="5400" dirty="0"/>
          </a:p>
        </p:txBody>
      </p:sp>
      <p:sp>
        <p:nvSpPr>
          <p:cNvPr id="25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فَوَكَ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902983" y="4846320"/>
            <a:ext cx="377797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7749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قَوَكَ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902983" y="4846320"/>
            <a:ext cx="377797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37749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كَوَلَ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824275" y="4846320"/>
            <a:ext cx="385668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6962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لَوَمَ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745568" y="4846320"/>
            <a:ext cx="393539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61755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مَوَنَ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666860" y="4846320"/>
            <a:ext cx="401410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5388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نَوَهَ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88152" y="4846320"/>
            <a:ext cx="409280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4601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09444" y="4846320"/>
            <a:ext cx="417151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3814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430736" y="4846320"/>
            <a:ext cx="42502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3027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352028" y="4846320"/>
            <a:ext cx="432893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2240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273321" y="4846320"/>
            <a:ext cx="440763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1453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</a:t>
            </a:r>
            <a:endParaRPr lang="ar-SA" sz="6400" dirty="0"/>
          </a:p>
        </p:txBody>
      </p:sp>
      <p:sp>
        <p:nvSpPr>
          <p:cNvPr id="21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</a:t>
            </a:r>
            <a:endParaRPr lang="ar-SA" sz="6400" dirty="0"/>
          </a:p>
        </p:txBody>
      </p:sp>
      <p:sp>
        <p:nvSpPr>
          <p:cNvPr id="22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273321" y="4846320"/>
            <a:ext cx="440763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31453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273321" y="4846320"/>
            <a:ext cx="440763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31453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194613" y="4846320"/>
            <a:ext cx="448634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0665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115905" y="4846320"/>
            <a:ext cx="456505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9878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037197" y="4846320"/>
            <a:ext cx="464376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9091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958489" y="4846320"/>
            <a:ext cx="472247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8304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879781" y="4846320"/>
            <a:ext cx="480117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75176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801073" y="4846320"/>
            <a:ext cx="487988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6730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722366" y="4846320"/>
            <a:ext cx="495859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59435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643658" y="4846320"/>
            <a:ext cx="503730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5156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</a:t>
            </a:r>
            <a:endParaRPr lang="ar-SA" sz="6400" dirty="0"/>
          </a:p>
        </p:txBody>
      </p:sp>
      <p:sp>
        <p:nvSpPr>
          <p:cNvPr id="21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</a:t>
            </a:r>
            <a:endParaRPr lang="ar-SA" sz="6400" dirty="0"/>
          </a:p>
        </p:txBody>
      </p:sp>
      <p:sp>
        <p:nvSpPr>
          <p:cNvPr id="22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643658" y="4846320"/>
            <a:ext cx="503730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25156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643658" y="4846320"/>
            <a:ext cx="503730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25156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564950" y="4846320"/>
            <a:ext cx="511601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4369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86242" y="4846320"/>
            <a:ext cx="519471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3582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07534" y="4846320"/>
            <a:ext cx="527342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2795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28826" y="4846320"/>
            <a:ext cx="535213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2008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50118" y="4846320"/>
            <a:ext cx="543084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12210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71411" y="4846320"/>
            <a:ext cx="55095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0433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92703" y="4846320"/>
            <a:ext cx="558825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9646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13995" y="4846320"/>
            <a:ext cx="566696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8859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10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</a:t>
            </a:r>
            <a:endParaRPr lang="ar-SA" sz="6400" dirty="0"/>
          </a:p>
        </p:txBody>
      </p:sp>
      <p:sp>
        <p:nvSpPr>
          <p:cNvPr id="21" name="LINK101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وَغَ</a:t>
            </a:r>
            <a:endParaRPr lang="ar-SA" sz="6400" dirty="0"/>
          </a:p>
        </p:txBody>
      </p:sp>
      <p:sp>
        <p:nvSpPr>
          <p:cNvPr id="22" name="LINK10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013995" y="4846320"/>
            <a:ext cx="566696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8859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013995" y="4846320"/>
            <a:ext cx="566696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18859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35287" y="4846320"/>
            <a:ext cx="574567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8072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56579" y="4846320"/>
            <a:ext cx="582438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7285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77871" y="4846320"/>
            <a:ext cx="590308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6498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99164" y="4846320"/>
            <a:ext cx="598179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5711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20456" y="4846320"/>
            <a:ext cx="606050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4924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41748" y="4846320"/>
            <a:ext cx="613921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4137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8728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5762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7279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09830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46863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8389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2093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57965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94998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1680000">
            <a:off x="1411468" y="2567004"/>
            <a:ext cx="228147" cy="228147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7107409" y="2308033"/>
            <a:ext cx="245783" cy="24578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500000">
            <a:off x="8458877" y="2319343"/>
            <a:ext cx="242760" cy="24276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420000">
            <a:off x="7246794" y="2633771"/>
            <a:ext cx="349033" cy="349033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2520000">
            <a:off x="8452942" y="728859"/>
            <a:ext cx="284361" cy="284361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000000">
            <a:off x="2693722" y="2235746"/>
            <a:ext cx="191570" cy="1915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547020" y="481815"/>
            <a:ext cx="193305" cy="19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020000">
            <a:off x="1625794" y="213942"/>
            <a:ext cx="316086" cy="31608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320000">
            <a:off x="7900954" y="1123323"/>
            <a:ext cx="357530" cy="35753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380000">
            <a:off x="2095976" y="2067948"/>
            <a:ext cx="206046" cy="206046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2340000">
            <a:off x="6356898" y="2272821"/>
            <a:ext cx="313693" cy="3136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00000">
            <a:off x="6732452" y="1575414"/>
            <a:ext cx="313560" cy="313560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2940000">
            <a:off x="8430045" y="2428180"/>
            <a:ext cx="325465" cy="325465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320000">
            <a:off x="8268994" y="875349"/>
            <a:ext cx="165766" cy="16576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60000">
            <a:off x="4771784" y="206630"/>
            <a:ext cx="333645" cy="33364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3480000">
            <a:off x="787490" y="781033"/>
            <a:ext cx="230366" cy="23036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560000">
            <a:off x="816630" y="3603367"/>
            <a:ext cx="254570" cy="25457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080000">
            <a:off x="2816858" y="3665513"/>
            <a:ext cx="347655" cy="347655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040000">
            <a:off x="7455581" y="1178230"/>
            <a:ext cx="201064" cy="201064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00000">
            <a:off x="7084862" y="3842602"/>
            <a:ext cx="291928" cy="291928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340000">
            <a:off x="1458289" y="3746212"/>
            <a:ext cx="185723" cy="1857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1440000">
            <a:off x="6968902" y="766459"/>
            <a:ext cx="279125" cy="27912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3060000">
            <a:off x="7823440" y="2867836"/>
            <a:ext cx="208533" cy="208533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060000">
            <a:off x="2625328" y="4145800"/>
            <a:ext cx="298384" cy="29838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3540000">
            <a:off x="6565579" y="273424"/>
            <a:ext cx="343743" cy="343743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540000">
            <a:off x="6746417" y="1481246"/>
            <a:ext cx="198095" cy="19809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260000">
            <a:off x="1870995" y="1715729"/>
            <a:ext cx="345031" cy="345031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1500000">
            <a:off x="2585010" y="2945052"/>
            <a:ext cx="284471" cy="284471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2580000">
            <a:off x="2515734" y="1311422"/>
            <a:ext cx="352940" cy="35294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540000">
            <a:off x="264027" y="1535451"/>
            <a:ext cx="264722" cy="26472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400000">
            <a:off x="7881063" y="3767769"/>
            <a:ext cx="199373" cy="199373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>
            <a:off x="8683685" y="4422875"/>
            <a:ext cx="350630" cy="35063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820000">
            <a:off x="8429873" y="725202"/>
            <a:ext cx="297409" cy="297409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7775483" y="3058539"/>
            <a:ext cx="236006" cy="23600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2580000">
            <a:off x="8474915" y="2970897"/>
            <a:ext cx="306778" cy="3067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3420000">
            <a:off x="1936439" y="1697437"/>
            <a:ext cx="305467" cy="305467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540000">
            <a:off x="7906247" y="3407303"/>
            <a:ext cx="269438" cy="26943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1740000">
            <a:off x="8615434" y="2977972"/>
            <a:ext cx="257713" cy="257713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3240000">
            <a:off x="1352324" y="3143914"/>
            <a:ext cx="347793" cy="3477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80000">
            <a:off x="2373482" y="3609704"/>
            <a:ext cx="315292" cy="315292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110</Slides>
  <Notes>110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16-waw</dc:title>
  <dc:subject>PptxGenJS Presentation</dc:subject>
  <dc:creator>PptxGenJS</dc:creator>
  <cp:lastModifiedBy>PptxGenJS</cp:lastModifiedBy>
  <cp:revision>1</cp:revision>
  <dcterms:created xsi:type="dcterms:W3CDTF">2026-10-10T23:17:17Z</dcterms:created>
  <dcterms:modified xsi:type="dcterms:W3CDTF">2026-10-10T23:17:17Z</dcterms:modified>
</cp:coreProperties>
</file>