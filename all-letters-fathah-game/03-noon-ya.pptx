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notesMaster" Target="notesMasters/notesMaster1.xml"/><Relationship Id="rId222" Type="http://schemas.openxmlformats.org/officeDocument/2006/relationships/presProps" Target="presProps.xml"/><Relationship Id="rId223" Type="http://schemas.openxmlformats.org/officeDocument/2006/relationships/viewProps" Target="viewProps.xml"/><Relationship Id="rId224" Type="http://schemas.openxmlformats.org/officeDocument/2006/relationships/theme" Target="theme/theme1.xml"/><Relationship Id="rId2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Lnk1" Type="http://schemas.openxmlformats.org/officeDocument/2006/relationships/slide" Target="slide66.xml"/><Relationship Id="rIdLnk2" Type="http://schemas.openxmlformats.org/officeDocument/2006/relationships/slide" Target="slide67.xml"/><Relationship Id="rIdLnk3" Type="http://schemas.openxmlformats.org/officeDocument/2006/relationships/slide" Target="slide6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Lnk1" Type="http://schemas.openxmlformats.org/officeDocument/2006/relationships/slide" Target="slide65.xml"/><Relationship Id="rIdLnk2" Type="http://schemas.openxmlformats.org/officeDocument/2006/relationships/slide" Target="slide6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level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Lnk1" Type="http://schemas.openxmlformats.org/officeDocument/2006/relationships/slide" Target="slide79.xml"/><Relationship Id="rIdLnk2" Type="http://schemas.openxmlformats.org/officeDocument/2006/relationships/slide" Target="slide78.xml"/><Relationship Id="rIdLnk3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Lnk1" Type="http://schemas.openxmlformats.org/officeDocument/2006/relationships/slide" Target="slide77.xml"/><Relationship Id="rIdLnk2" Type="http://schemas.openxmlformats.org/officeDocument/2006/relationships/slide" Target="slide7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Lnk1" Type="http://schemas.openxmlformats.org/officeDocument/2006/relationships/slide" Target="slide90.xml"/><Relationship Id="rIdLnk2" Type="http://schemas.openxmlformats.org/officeDocument/2006/relationships/slide" Target="slide90.xml"/><Relationship Id="rIdLnk3" Type="http://schemas.openxmlformats.org/officeDocument/2006/relationships/slide" Target="slide89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Lnk1" Type="http://schemas.openxmlformats.org/officeDocument/2006/relationships/slide" Target="slide88.xml"/><Relationship Id="rIdLnk2" Type="http://schemas.openxmlformats.org/officeDocument/2006/relationships/slide" Target="slide88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Lnk1" Type="http://schemas.openxmlformats.org/officeDocument/2006/relationships/slide" Target="slide100.xml"/><Relationship Id="rIdLnk2" Type="http://schemas.openxmlformats.org/officeDocument/2006/relationships/slide" Target="slide101.xml"/><Relationship Id="rIdLnk3" Type="http://schemas.openxmlformats.org/officeDocument/2006/relationships/slide" Target="slide10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Lnk1" Type="http://schemas.openxmlformats.org/officeDocument/2006/relationships/slide" Target="slide99.xml"/><Relationship Id="rIdLnk2" Type="http://schemas.openxmlformats.org/officeDocument/2006/relationships/slide" Target="slide9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Snd1" Type="http://schemas.openxmlformats.org/officeDocument/2006/relationships/audio" Target="../media/level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Lnk1" Type="http://schemas.openxmlformats.org/officeDocument/2006/relationships/slide" Target="slide113.xml"/><Relationship Id="rIdLnk2" Type="http://schemas.openxmlformats.org/officeDocument/2006/relationships/slide" Target="slide112.xml"/><Relationship Id="rIdLnk3" Type="http://schemas.openxmlformats.org/officeDocument/2006/relationships/slide" Target="slide113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Lnk1" Type="http://schemas.openxmlformats.org/officeDocument/2006/relationships/slide" Target="slide111.xml"/><Relationship Id="rIdLnk2" Type="http://schemas.openxmlformats.org/officeDocument/2006/relationships/slide" Target="slide11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Lnk1" Type="http://schemas.openxmlformats.org/officeDocument/2006/relationships/slide" Target="slide124.xml"/><Relationship Id="rIdLnk2" Type="http://schemas.openxmlformats.org/officeDocument/2006/relationships/slide" Target="slide124.xml"/><Relationship Id="rIdLnk3" Type="http://schemas.openxmlformats.org/officeDocument/2006/relationships/slide" Target="slide123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Lnk1" Type="http://schemas.openxmlformats.org/officeDocument/2006/relationships/slide" Target="slide122.xml"/><Relationship Id="rIdLnk2" Type="http://schemas.openxmlformats.org/officeDocument/2006/relationships/slide" Target="slide122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Lnk1" Type="http://schemas.openxmlformats.org/officeDocument/2006/relationships/slide" Target="slide134.xml"/><Relationship Id="rIdLnk2" Type="http://schemas.openxmlformats.org/officeDocument/2006/relationships/slide" Target="slide135.xml"/><Relationship Id="rIdLnk3" Type="http://schemas.openxmlformats.org/officeDocument/2006/relationships/slide" Target="slide13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Lnk1" Type="http://schemas.openxmlformats.org/officeDocument/2006/relationships/slide" Target="slide133.xml"/><Relationship Id="rIdLnk2" Type="http://schemas.openxmlformats.org/officeDocument/2006/relationships/slide" Target="slide13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Snd1" Type="http://schemas.openxmlformats.org/officeDocument/2006/relationships/audio" Target="../media/level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Lnk1" Type="http://schemas.openxmlformats.org/officeDocument/2006/relationships/slide" Target="slide147.xml"/><Relationship Id="rIdLnk2" Type="http://schemas.openxmlformats.org/officeDocument/2006/relationships/slide" Target="slide146.xml"/><Relationship Id="rIdLnk3" Type="http://schemas.openxmlformats.org/officeDocument/2006/relationships/slide" Target="slide147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Lnk1" Type="http://schemas.openxmlformats.org/officeDocument/2006/relationships/slide" Target="slide145.xml"/><Relationship Id="rIdLnk2" Type="http://schemas.openxmlformats.org/officeDocument/2006/relationships/slide" Target="slide145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Lnk1" Type="http://schemas.openxmlformats.org/officeDocument/2006/relationships/slide" Target="slide158.xml"/><Relationship Id="rIdLnk2" Type="http://schemas.openxmlformats.org/officeDocument/2006/relationships/slide" Target="slide158.xml"/><Relationship Id="rIdLnk3" Type="http://schemas.openxmlformats.org/officeDocument/2006/relationships/slide" Target="slide15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Lnk1" Type="http://schemas.openxmlformats.org/officeDocument/2006/relationships/slide" Target="slide156.xml"/><Relationship Id="rIdLnk2" Type="http://schemas.openxmlformats.org/officeDocument/2006/relationships/slide" Target="slide156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Lnk1" Type="http://schemas.openxmlformats.org/officeDocument/2006/relationships/slide" Target="slide168.xml"/><Relationship Id="rIdLnk2" Type="http://schemas.openxmlformats.org/officeDocument/2006/relationships/slide" Target="slide169.xml"/><Relationship Id="rIdLnk3" Type="http://schemas.openxmlformats.org/officeDocument/2006/relationships/slide" Target="slide169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Lnk1" Type="http://schemas.openxmlformats.org/officeDocument/2006/relationships/slide" Target="slide167.xml"/><Relationship Id="rIdLnk2" Type="http://schemas.openxmlformats.org/officeDocument/2006/relationships/slide" Target="slide167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Snd1" Type="http://schemas.openxmlformats.org/officeDocument/2006/relationships/audio" Target="../media/level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Lnk1" Type="http://schemas.openxmlformats.org/officeDocument/2006/relationships/slide" Target="slide181.xml"/><Relationship Id="rIdLnk2" Type="http://schemas.openxmlformats.org/officeDocument/2006/relationships/slide" Target="slide180.xml"/><Relationship Id="rIdLnk3" Type="http://schemas.openxmlformats.org/officeDocument/2006/relationships/slide" Target="slide181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Lnk1" Type="http://schemas.openxmlformats.org/officeDocument/2006/relationships/slide" Target="slide179.xml"/><Relationship Id="rIdLnk2" Type="http://schemas.openxmlformats.org/officeDocument/2006/relationships/slide" Target="slide17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Lnk1" Type="http://schemas.openxmlformats.org/officeDocument/2006/relationships/slide" Target="slide192.xml"/><Relationship Id="rIdLnk2" Type="http://schemas.openxmlformats.org/officeDocument/2006/relationships/slide" Target="slide192.xml"/><Relationship Id="rIdLnk3" Type="http://schemas.openxmlformats.org/officeDocument/2006/relationships/slide" Target="slide191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Lnk1" Type="http://schemas.openxmlformats.org/officeDocument/2006/relationships/slide" Target="slide190.xml"/><Relationship Id="rIdLnk2" Type="http://schemas.openxmlformats.org/officeDocument/2006/relationships/slide" Target="slide19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Lnk1" Type="http://schemas.openxmlformats.org/officeDocument/2006/relationships/slide" Target="slide202.xml"/><Relationship Id="rIdLnk2" Type="http://schemas.openxmlformats.org/officeDocument/2006/relationships/slide" Target="slide203.xml"/><Relationship Id="rIdLnk3" Type="http://schemas.openxmlformats.org/officeDocument/2006/relationships/slide" Target="slide203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Lnk1" Type="http://schemas.openxmlformats.org/officeDocument/2006/relationships/slide" Target="slide201.xml"/><Relationship Id="rIdLnk2" Type="http://schemas.openxmlformats.org/officeDocument/2006/relationships/slide" Target="slide20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Snd1" Type="http://schemas.openxmlformats.org/officeDocument/2006/relationships/audio" Target="../media/level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Lnk1" Type="http://schemas.openxmlformats.org/officeDocument/2006/relationships/slide" Target="slide215.xml"/><Relationship Id="rIdLnk2" Type="http://schemas.openxmlformats.org/officeDocument/2006/relationships/slide" Target="slide214.xml"/><Relationship Id="rIdLnk3" Type="http://schemas.openxmlformats.org/officeDocument/2006/relationships/slide" Target="slide215.xml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Lnk1" Type="http://schemas.openxmlformats.org/officeDocument/2006/relationships/slide" Target="slide213.xml"/><Relationship Id="rIdLnk2" Type="http://schemas.openxmlformats.org/officeDocument/2006/relationships/slide" Target="slide21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520498" y="4846320"/>
            <a:ext cx="16046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3924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80382" y="4846320"/>
            <a:ext cx="20057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3523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40266" y="4846320"/>
            <a:ext cx="24069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31225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00151" y="4846320"/>
            <a:ext cx="28080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2721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60035" y="4846320"/>
            <a:ext cx="32092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2320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360035" y="4846320"/>
            <a:ext cx="32092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72320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360035" y="4846320"/>
            <a:ext cx="32092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72320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319919" y="4846320"/>
            <a:ext cx="36104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19190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79804" y="4846320"/>
            <a:ext cx="40115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1517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39688" y="4846320"/>
            <a:ext cx="44127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11167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99573" y="4846320"/>
            <a:ext cx="48138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0715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9457" y="4846320"/>
            <a:ext cx="52150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70314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19341" y="4846320"/>
            <a:ext cx="56161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99132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79226" y="4846320"/>
            <a:ext cx="60173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9512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39110" y="4846320"/>
            <a:ext cx="64185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9110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7039110" y="4846320"/>
            <a:ext cx="64185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69110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7039110" y="4846320"/>
            <a:ext cx="64185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9110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98995" y="4846320"/>
            <a:ext cx="68196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8709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58879" y="4846320"/>
            <a:ext cx="72208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8308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918763" y="4846320"/>
            <a:ext cx="76219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7907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78648" y="4846320"/>
            <a:ext cx="80231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7506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38532" y="4846320"/>
            <a:ext cx="84242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71051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98417" y="4846320"/>
            <a:ext cx="88254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6704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58301" y="4846320"/>
            <a:ext cx="92265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6302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18185" y="4846320"/>
            <a:ext cx="96277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5901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718185" y="4846320"/>
            <a:ext cx="96277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65901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718185" y="4846320"/>
            <a:ext cx="96277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59016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78070" y="4846320"/>
            <a:ext cx="100289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65500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637954" y="4846320"/>
            <a:ext cx="104300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5099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97838" y="4846320"/>
            <a:ext cx="108312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46982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57723" y="4846320"/>
            <a:ext cx="112323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4297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517607" y="4846320"/>
            <a:ext cx="116335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38959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77492" y="4846320"/>
            <a:ext cx="120346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3494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37376" y="4846320"/>
            <a:ext cx="124358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3093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97260" y="4846320"/>
            <a:ext cx="128370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2692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دَنَخَ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خَنَدَ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خَيَدَ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97260" y="4846320"/>
            <a:ext cx="128370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2692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خَنَدَ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397260" y="4846320"/>
            <a:ext cx="128370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62692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57145" y="4846320"/>
            <a:ext cx="132381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2291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17029" y="4846320"/>
            <a:ext cx="136393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1890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76914" y="4846320"/>
            <a:ext cx="140404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1488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36798" y="4846320"/>
            <a:ext cx="144416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1087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96682" y="4846320"/>
            <a:ext cx="148427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06866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56567" y="4846320"/>
            <a:ext cx="152439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60285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116451" y="4846320"/>
            <a:ext cx="156450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9884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76335" y="4846320"/>
            <a:ext cx="160462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9483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طَنَضَ</a:t>
            </a:r>
            <a:endParaRPr lang="ar-SA" sz="5400" dirty="0"/>
          </a:p>
        </p:txBody>
      </p:sp>
      <p:sp>
        <p:nvSpPr>
          <p:cNvPr id="24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ضَنَظَ</a:t>
            </a:r>
            <a:endParaRPr lang="ar-SA" sz="5400" dirty="0"/>
          </a:p>
        </p:txBody>
      </p:sp>
      <p:sp>
        <p:nvSpPr>
          <p:cNvPr id="25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ضَنَطَ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76335" y="4846320"/>
            <a:ext cx="160462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9483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ضَنَطَ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076335" y="4846320"/>
            <a:ext cx="160462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94831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36220" y="4846320"/>
            <a:ext cx="164474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9082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96104" y="4846320"/>
            <a:ext cx="168485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86808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55989" y="4846320"/>
            <a:ext cx="172497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8279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15873" y="4846320"/>
            <a:ext cx="176508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7878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فَنَقَ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75757" y="4846320"/>
            <a:ext cx="180520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74774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قَنَكَ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35642" y="4846320"/>
            <a:ext cx="184531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7076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كَنَلَ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95526" y="4846320"/>
            <a:ext cx="188543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66751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لَنَمَ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55411" y="4846320"/>
            <a:ext cx="19255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6273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6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لَنَمَ</a:t>
            </a:r>
            <a:endParaRPr lang="ar-SA" sz="5400" dirty="0"/>
          </a:p>
        </p:txBody>
      </p:sp>
      <p:sp>
        <p:nvSpPr>
          <p:cNvPr id="24" name="LINK67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مَنَلَ</a:t>
            </a:r>
            <a:endParaRPr lang="ar-SA" sz="5400" dirty="0"/>
          </a:p>
        </p:txBody>
      </p:sp>
      <p:sp>
        <p:nvSpPr>
          <p:cNvPr id="25" name="LINK6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مَنَمَ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55411" y="4846320"/>
            <a:ext cx="19255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6273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لَنَمَ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755411" y="4846320"/>
            <a:ext cx="19255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6273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6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6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715295" y="4846320"/>
            <a:ext cx="196566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55872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75179" y="4846320"/>
            <a:ext cx="200578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5471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635064" y="4846320"/>
            <a:ext cx="204589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5070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94948" y="4846320"/>
            <a:ext cx="208601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4669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54833" y="4846320"/>
            <a:ext cx="212612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4268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14717" y="4846320"/>
            <a:ext cx="216624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3867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74601" y="4846320"/>
            <a:ext cx="220635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34658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34486" y="4846320"/>
            <a:ext cx="22464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3064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79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نَخَ</a:t>
            </a:r>
            <a:endParaRPr lang="ar-SA" sz="6400" dirty="0"/>
          </a:p>
        </p:txBody>
      </p:sp>
      <p:sp>
        <p:nvSpPr>
          <p:cNvPr id="21" name="LINK7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endParaRPr lang="ar-SA" sz="6400" dirty="0"/>
          </a:p>
        </p:txBody>
      </p:sp>
      <p:sp>
        <p:nvSpPr>
          <p:cNvPr id="22" name="LINK7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434486" y="4846320"/>
            <a:ext cx="22464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53064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خَنَ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434486" y="4846320"/>
            <a:ext cx="22464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53064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7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7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94370" y="4846320"/>
            <a:ext cx="228659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2663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54254" y="4846320"/>
            <a:ext cx="232670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22623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314139" y="4846320"/>
            <a:ext cx="236682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1861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74023" y="4846320"/>
            <a:ext cx="240693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14600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33908" y="4846320"/>
            <a:ext cx="244705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10589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93792" y="4846320"/>
            <a:ext cx="248716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0657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53676" y="4846320"/>
            <a:ext cx="252728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502566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13561" y="4846320"/>
            <a:ext cx="256739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9855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9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نَضَ</a:t>
            </a:r>
            <a:endParaRPr lang="ar-SA" sz="6400" dirty="0"/>
          </a:p>
        </p:txBody>
      </p:sp>
      <p:sp>
        <p:nvSpPr>
          <p:cNvPr id="21" name="LINK9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صَنَ</a:t>
            </a:r>
            <a:endParaRPr lang="ar-SA" sz="6400" dirty="0"/>
          </a:p>
        </p:txBody>
      </p:sp>
      <p:sp>
        <p:nvSpPr>
          <p:cNvPr id="22" name="LINK8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113561" y="4846320"/>
            <a:ext cx="256739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49855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ضَنَ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113561" y="4846320"/>
            <a:ext cx="256739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9855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88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88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73445" y="4846320"/>
            <a:ext cx="260751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94542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33330" y="4846320"/>
            <a:ext cx="264763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9053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93214" y="4846320"/>
            <a:ext cx="268774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8651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53098" y="4846320"/>
            <a:ext cx="272786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8250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12983" y="4846320"/>
            <a:ext cx="27679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7849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72867" y="4846320"/>
            <a:ext cx="280809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7448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832751" y="4846320"/>
            <a:ext cx="284820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70473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92636" y="4846320"/>
            <a:ext cx="28883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6646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00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endParaRPr lang="ar-SA" sz="6400" dirty="0"/>
          </a:p>
        </p:txBody>
      </p:sp>
      <p:sp>
        <p:nvSpPr>
          <p:cNvPr id="21" name="LINK101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نَلَ</a:t>
            </a:r>
            <a:endParaRPr lang="ar-SA" sz="6400" dirty="0"/>
          </a:p>
        </p:txBody>
      </p:sp>
      <p:sp>
        <p:nvSpPr>
          <p:cNvPr id="22" name="LINK10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792636" y="4846320"/>
            <a:ext cx="28883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46646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792636" y="4846320"/>
            <a:ext cx="28883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6646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540000">
            <a:off x="6849595" y="2039861"/>
            <a:ext cx="173373" cy="173373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660000">
            <a:off x="7026649" y="3691848"/>
            <a:ext cx="211788" cy="211788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460000">
            <a:off x="8531370" y="3142517"/>
            <a:ext cx="260516" cy="260516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540000">
            <a:off x="2653537" y="1328361"/>
            <a:ext cx="174420" cy="17442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>
            <a:off x="7517703" y="2353607"/>
            <a:ext cx="230170" cy="23017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100000">
            <a:off x="1060841" y="4487427"/>
            <a:ext cx="326270" cy="3262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8578540" y="3662394"/>
            <a:ext cx="309690" cy="3096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480000">
            <a:off x="8630281" y="3027527"/>
            <a:ext cx="299322" cy="29932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740000">
            <a:off x="7008487" y="1744311"/>
            <a:ext cx="298820" cy="29882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2400000">
            <a:off x="7973219" y="2220479"/>
            <a:ext cx="171127" cy="17112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1209644" y="855969"/>
            <a:ext cx="364335" cy="364335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480000">
            <a:off x="8132123" y="2109061"/>
            <a:ext cx="291285" cy="291285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780000">
            <a:off x="6954836" y="3592554"/>
            <a:ext cx="241022" cy="24102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00000">
            <a:off x="6412577" y="433770"/>
            <a:ext cx="169794" cy="16979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040000">
            <a:off x="1485986" y="556075"/>
            <a:ext cx="283391" cy="283391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0">
            <a:off x="2566129" y="1329153"/>
            <a:ext cx="183077" cy="183077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360000">
            <a:off x="1090525" y="1427171"/>
            <a:ext cx="334467" cy="334467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440000">
            <a:off x="643564" y="3275773"/>
            <a:ext cx="301211" cy="30121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460000">
            <a:off x="296269" y="778936"/>
            <a:ext cx="204659" cy="204659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680000">
            <a:off x="7231115" y="3052845"/>
            <a:ext cx="208175" cy="208175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960000">
            <a:off x="2166289" y="3579861"/>
            <a:ext cx="167954" cy="16795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40000">
            <a:off x="846719" y="379714"/>
            <a:ext cx="345615" cy="34561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780000">
            <a:off x="7100540" y="1012723"/>
            <a:ext cx="177235" cy="177235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20000">
            <a:off x="8101355" y="3619677"/>
            <a:ext cx="235691" cy="23569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280000">
            <a:off x="2766234" y="583890"/>
            <a:ext cx="236766" cy="236766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6688612" y="4002630"/>
            <a:ext cx="237493" cy="237493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52520" y="4846320"/>
            <a:ext cx="292844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62450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712405" y="4846320"/>
            <a:ext cx="296855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Game marker"/>
          <p:cNvSpPr/>
          <p:nvPr/>
        </p:nvSpPr>
        <p:spPr>
          <a:xfrm>
            <a:off x="45843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672289" y="4846320"/>
            <a:ext cx="300867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5442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632173" y="4846320"/>
            <a:ext cx="304878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50415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92058" y="4846320"/>
            <a:ext cx="308890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4640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51942" y="4846320"/>
            <a:ext cx="312901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42392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11827" y="4846320"/>
            <a:ext cx="316913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3838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71711" y="4846320"/>
            <a:ext cx="32092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3436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13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endParaRPr lang="ar-SA" sz="6400" dirty="0"/>
          </a:p>
        </p:txBody>
      </p:sp>
      <p:sp>
        <p:nvSpPr>
          <p:cNvPr id="21" name="LINK11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يَحَ</a:t>
            </a:r>
            <a:endParaRPr lang="ar-SA" sz="6400" dirty="0"/>
          </a:p>
        </p:txBody>
      </p:sp>
      <p:sp>
        <p:nvSpPr>
          <p:cNvPr id="22" name="LINK11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نَحَ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471711" y="4846320"/>
            <a:ext cx="32092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43436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يَحَ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471711" y="4846320"/>
            <a:ext cx="32092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3436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1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1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431595" y="4846320"/>
            <a:ext cx="324936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30357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91480" y="4846320"/>
            <a:ext cx="328948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2634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51364" y="4846320"/>
            <a:ext cx="332959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22334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يَرَ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11249" y="4846320"/>
            <a:ext cx="336971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1832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يَزَ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71133" y="4846320"/>
            <a:ext cx="340982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1431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يَسَ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31017" y="4846320"/>
            <a:ext cx="344994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1030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يَشَ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90902" y="4846320"/>
            <a:ext cx="349005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0628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50786" y="4846320"/>
            <a:ext cx="35301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40227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24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endParaRPr lang="ar-SA" sz="6400" dirty="0"/>
          </a:p>
        </p:txBody>
      </p:sp>
      <p:sp>
        <p:nvSpPr>
          <p:cNvPr id="21" name="LINK12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6400" dirty="0"/>
          </a:p>
        </p:txBody>
      </p:sp>
      <p:sp>
        <p:nvSpPr>
          <p:cNvPr id="22" name="LINK12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150786" y="4846320"/>
            <a:ext cx="35301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40227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يَصَ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150786" y="4846320"/>
            <a:ext cx="35301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40227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22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22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يَضَ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10670" y="4846320"/>
            <a:ext cx="357029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98265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70555" y="4846320"/>
            <a:ext cx="361040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9425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يَظَ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030439" y="4846320"/>
            <a:ext cx="365052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90242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يَعَ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90324" y="4846320"/>
            <a:ext cx="369063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8623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يَغَ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50208" y="4846320"/>
            <a:ext cx="373075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82219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يَفَ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10092" y="4846320"/>
            <a:ext cx="377086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78207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يَقَ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69977" y="4846320"/>
            <a:ext cx="381098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7419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29861" y="4846320"/>
            <a:ext cx="385109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7018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34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6400" dirty="0"/>
          </a:p>
        </p:txBody>
      </p:sp>
      <p:sp>
        <p:nvSpPr>
          <p:cNvPr id="21" name="LINK135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endParaRPr lang="ar-SA" sz="6400" dirty="0"/>
          </a:p>
        </p:txBody>
      </p:sp>
      <p:sp>
        <p:nvSpPr>
          <p:cNvPr id="22" name="LINK13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نَكَ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3829861" y="4846320"/>
            <a:ext cx="385109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37018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يَكَ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829861" y="4846320"/>
            <a:ext cx="385109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70184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3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3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680000">
            <a:off x="1411468" y="2567004"/>
            <a:ext cx="228147" cy="228147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7107409" y="2308033"/>
            <a:ext cx="245783" cy="2457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500000">
            <a:off x="8458877" y="2319343"/>
            <a:ext cx="242760" cy="24276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420000">
            <a:off x="7246794" y="2633771"/>
            <a:ext cx="349033" cy="349033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520000">
            <a:off x="8452942" y="728859"/>
            <a:ext cx="284361" cy="284361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000000">
            <a:off x="2693722" y="2235746"/>
            <a:ext cx="191570" cy="19157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547020" y="481815"/>
            <a:ext cx="193305" cy="19330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1625794" y="213942"/>
            <a:ext cx="316086" cy="31608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1320000">
            <a:off x="7900954" y="1123323"/>
            <a:ext cx="357530" cy="35753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380000">
            <a:off x="2095976" y="2067948"/>
            <a:ext cx="206046" cy="206046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2340000">
            <a:off x="6356898" y="2272821"/>
            <a:ext cx="313693" cy="31369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00000">
            <a:off x="6732452" y="1575414"/>
            <a:ext cx="313560" cy="313560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2940000">
            <a:off x="8430045" y="2428180"/>
            <a:ext cx="325465" cy="325465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320000">
            <a:off x="8268994" y="875349"/>
            <a:ext cx="165766" cy="16576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60000">
            <a:off x="4771784" y="206630"/>
            <a:ext cx="333645" cy="33364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80000">
            <a:off x="787490" y="781033"/>
            <a:ext cx="230366" cy="23036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560000">
            <a:off x="816630" y="3603367"/>
            <a:ext cx="254570" cy="25457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080000">
            <a:off x="2816858" y="3665513"/>
            <a:ext cx="347655" cy="347655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040000">
            <a:off x="7455581" y="1178230"/>
            <a:ext cx="201064" cy="201064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00000">
            <a:off x="7084862" y="3842602"/>
            <a:ext cx="291928" cy="291928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340000">
            <a:off x="1458289" y="3746212"/>
            <a:ext cx="185723" cy="185723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440000">
            <a:off x="6968902" y="766459"/>
            <a:ext cx="279125" cy="279125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060000">
            <a:off x="7823440" y="2867836"/>
            <a:ext cx="208533" cy="208533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060000">
            <a:off x="2625328" y="4145800"/>
            <a:ext cx="298384" cy="29838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3540000">
            <a:off x="6565579" y="273424"/>
            <a:ext cx="343743" cy="343743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540000">
            <a:off x="6746417" y="1481246"/>
            <a:ext cx="198095" cy="19809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يَلَ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89746" y="4846320"/>
            <a:ext cx="389121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6617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49630" y="4846320"/>
            <a:ext cx="393133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6216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يَنَ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09514" y="4846320"/>
            <a:ext cx="397144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5814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يَهَ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69399" y="4846320"/>
            <a:ext cx="401156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5413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يَوَ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629283" y="4846320"/>
            <a:ext cx="40516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35012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89167" y="4846320"/>
            <a:ext cx="409179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4611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49052" y="4846320"/>
            <a:ext cx="413190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4210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8936" y="4846320"/>
            <a:ext cx="41720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3809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147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ثَيَتَ</a:t>
            </a:r>
            <a:endParaRPr lang="ar-SA" sz="5400" dirty="0"/>
          </a:p>
        </p:txBody>
      </p:sp>
      <p:sp>
        <p:nvSpPr>
          <p:cNvPr id="24" name="LINK14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تَيَثَ</a:t>
            </a:r>
            <a:endParaRPr lang="ar-SA" sz="5400" dirty="0"/>
          </a:p>
        </p:txBody>
      </p:sp>
      <p:sp>
        <p:nvSpPr>
          <p:cNvPr id="25" name="LINK14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تَنَثَ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508936" y="4846320"/>
            <a:ext cx="41720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3809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تَيَثَ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508936" y="4846320"/>
            <a:ext cx="417202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3809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4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45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45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68821" y="4846320"/>
            <a:ext cx="42121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3408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28705" y="4846320"/>
            <a:ext cx="425225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3006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88589" y="4846320"/>
            <a:ext cx="429237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26057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48474" y="4846320"/>
            <a:ext cx="433248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2204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دَيَذَ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08358" y="4846320"/>
            <a:ext cx="437260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18034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ذَيَرَ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68243" y="4846320"/>
            <a:ext cx="441271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1402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رَيَزَ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228127" y="4846320"/>
            <a:ext cx="445283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1001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زَيَسَ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88011" y="4846320"/>
            <a:ext cx="44929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0599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158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سَيَزَ</a:t>
            </a:r>
            <a:endParaRPr lang="ar-SA" sz="5400" dirty="0"/>
          </a:p>
        </p:txBody>
      </p:sp>
      <p:sp>
        <p:nvSpPr>
          <p:cNvPr id="24" name="LINK158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زَيَشَ</a:t>
            </a:r>
            <a:endParaRPr lang="ar-SA" sz="5400" dirty="0"/>
          </a:p>
        </p:txBody>
      </p:sp>
      <p:sp>
        <p:nvSpPr>
          <p:cNvPr id="25" name="LINK157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زَيَسَ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88011" y="4846320"/>
            <a:ext cx="44929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0599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زَيَسَ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188011" y="4846320"/>
            <a:ext cx="449294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305999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56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56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سَيَشَ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47896" y="4846320"/>
            <a:ext cx="453306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30198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شَيَصَ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07780" y="4846320"/>
            <a:ext cx="457318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97976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صَيَضَ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67665" y="4846320"/>
            <a:ext cx="461329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9396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ضَيَطَ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27549" y="4846320"/>
            <a:ext cx="465341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8995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طَيَظَ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87433" y="4846320"/>
            <a:ext cx="469352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8594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ظَيَعَ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47318" y="4846320"/>
            <a:ext cx="473364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8193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عَيَغَ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07202" y="4846320"/>
            <a:ext cx="477375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7791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غَيَفَ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67086" y="4846320"/>
            <a:ext cx="48138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7390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168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غَيَفَ</a:t>
            </a:r>
            <a:endParaRPr lang="ar-SA" sz="5400" dirty="0"/>
          </a:p>
        </p:txBody>
      </p:sp>
      <p:sp>
        <p:nvSpPr>
          <p:cNvPr id="24" name="LINK169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فَيَغَ</a:t>
            </a:r>
            <a:endParaRPr lang="ar-SA" sz="5400" dirty="0"/>
          </a:p>
        </p:txBody>
      </p:sp>
      <p:sp>
        <p:nvSpPr>
          <p:cNvPr id="25" name="LINK169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عَيَفَ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67086" y="4846320"/>
            <a:ext cx="48138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7390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غَيَفَ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867086" y="4846320"/>
            <a:ext cx="481387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7390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67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67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1260000">
            <a:off x="1870995" y="1715729"/>
            <a:ext cx="345031" cy="345031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1500000">
            <a:off x="2585010" y="2945052"/>
            <a:ext cx="284471" cy="284471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2580000">
            <a:off x="2515734" y="1311422"/>
            <a:ext cx="352940" cy="35294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540000">
            <a:off x="264027" y="1535451"/>
            <a:ext cx="264722" cy="264722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2400000">
            <a:off x="7881063" y="3767769"/>
            <a:ext cx="199373" cy="19937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>
            <a:off x="8683685" y="4422875"/>
            <a:ext cx="350630" cy="35063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820000">
            <a:off x="8429873" y="725202"/>
            <a:ext cx="297409" cy="29740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020000">
            <a:off x="7775483" y="3058539"/>
            <a:ext cx="236006" cy="236006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2580000">
            <a:off x="8474915" y="2970897"/>
            <a:ext cx="306778" cy="306778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3420000">
            <a:off x="1936439" y="1697437"/>
            <a:ext cx="305467" cy="30546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540000">
            <a:off x="7906247" y="3407303"/>
            <a:ext cx="269438" cy="269438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740000">
            <a:off x="8615434" y="2977972"/>
            <a:ext cx="257713" cy="25771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240000">
            <a:off x="1352324" y="3143914"/>
            <a:ext cx="347793" cy="347793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">
            <a:off x="2373482" y="3609704"/>
            <a:ext cx="315292" cy="3152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500000">
            <a:off x="2526818" y="2730074"/>
            <a:ext cx="286156" cy="286156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1260000">
            <a:off x="945131" y="2486963"/>
            <a:ext cx="252812" cy="252812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80000">
            <a:off x="1987438" y="2509679"/>
            <a:ext cx="350592" cy="350592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700000">
            <a:off x="1104555" y="2994466"/>
            <a:ext cx="353063" cy="353063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1380000">
            <a:off x="6895534" y="1591610"/>
            <a:ext cx="233543" cy="233543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840000">
            <a:off x="7404480" y="687111"/>
            <a:ext cx="350324" cy="35032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760000">
            <a:off x="7804894" y="3438037"/>
            <a:ext cx="274217" cy="2742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1320000">
            <a:off x="4815884" y="4425264"/>
            <a:ext cx="342453" cy="342453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480000">
            <a:off x="2236299" y="552687"/>
            <a:ext cx="180259" cy="180259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320000">
            <a:off x="6986531" y="1478454"/>
            <a:ext cx="309690" cy="309690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780000">
            <a:off x="6505185" y="2789724"/>
            <a:ext cx="354541" cy="35454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580000">
            <a:off x="2106835" y="298531"/>
            <a:ext cx="359650" cy="359650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فَيَقَ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826971" y="4846320"/>
            <a:ext cx="485398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6989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قَيَكَ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86855" y="4846320"/>
            <a:ext cx="489410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65883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كَيَلَ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46740" y="4846320"/>
            <a:ext cx="493422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6187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لَيَمَ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06624" y="4846320"/>
            <a:ext cx="497433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57860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مَيَنَ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66508" y="4846320"/>
            <a:ext cx="501445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53849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نَيَهَ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26393" y="4846320"/>
            <a:ext cx="505456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49837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هَيَوَ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86277" y="4846320"/>
            <a:ext cx="509468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45826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46162" y="4846320"/>
            <a:ext cx="513479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4181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LINK18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أَيَوَ</a:t>
            </a:r>
            <a:endParaRPr lang="ar-SA" sz="5400" dirty="0"/>
          </a:p>
        </p:txBody>
      </p:sp>
      <p:sp>
        <p:nvSpPr>
          <p:cNvPr id="24" name="LINK18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وَيَأَ</a:t>
            </a:r>
            <a:endParaRPr lang="ar-SA" sz="5400" dirty="0"/>
          </a:p>
        </p:txBody>
      </p:sp>
      <p:sp>
        <p:nvSpPr>
          <p:cNvPr id="25" name="LINK18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وَنَأَ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46162" y="4846320"/>
            <a:ext cx="513479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5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6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7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Game marker"/>
          <p:cNvSpPr/>
          <p:nvPr/>
        </p:nvSpPr>
        <p:spPr>
          <a:xfrm>
            <a:off x="24181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وَيَأَ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546162" y="4846320"/>
            <a:ext cx="513479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41814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8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7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7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506046" y="4846320"/>
            <a:ext cx="517491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37803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65930" y="4846320"/>
            <a:ext cx="521503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33791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425815" y="4846320"/>
            <a:ext cx="525514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29779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85699" y="4846320"/>
            <a:ext cx="529526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25768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45583" y="4846320"/>
            <a:ext cx="533537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2175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05468" y="4846320"/>
            <a:ext cx="537549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17745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65352" y="4846320"/>
            <a:ext cx="541560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1373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25237" y="4846320"/>
            <a:ext cx="545572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0972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19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يَدَ</a:t>
            </a:r>
            <a:endParaRPr lang="ar-SA" sz="6400" dirty="0"/>
          </a:p>
        </p:txBody>
      </p:sp>
      <p:sp>
        <p:nvSpPr>
          <p:cNvPr id="21" name="LINK19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</a:t>
            </a:r>
            <a:endParaRPr lang="ar-SA" sz="6400" dirty="0"/>
          </a:p>
        </p:txBody>
      </p:sp>
      <p:sp>
        <p:nvSpPr>
          <p:cNvPr id="22" name="LINK19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225237" y="4846320"/>
            <a:ext cx="545572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20972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دَيَ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225237" y="4846320"/>
            <a:ext cx="545572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20972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19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19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85121" y="4846320"/>
            <a:ext cx="549583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0571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45005" y="4846320"/>
            <a:ext cx="553595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201698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04890" y="4846320"/>
            <a:ext cx="557607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9768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64774" y="4846320"/>
            <a:ext cx="561618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93675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024659" y="4846320"/>
            <a:ext cx="565630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89664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84543" y="4846320"/>
            <a:ext cx="5696417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85652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44427" y="4846320"/>
            <a:ext cx="573653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81641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04312" y="4846320"/>
            <a:ext cx="577664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7762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20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endParaRPr lang="ar-SA" sz="6400" dirty="0"/>
          </a:p>
        </p:txBody>
      </p:sp>
      <p:sp>
        <p:nvSpPr>
          <p:cNvPr id="21" name="LINK20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يَطَ</a:t>
            </a:r>
            <a:endParaRPr lang="ar-SA" sz="6400" dirty="0"/>
          </a:p>
        </p:txBody>
      </p:sp>
      <p:sp>
        <p:nvSpPr>
          <p:cNvPr id="22" name="LINK20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904312" y="4846320"/>
            <a:ext cx="577664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17762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طَيَ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904312" y="4846320"/>
            <a:ext cx="577664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77629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0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3000000">
            <a:off x="7022149" y="1994757"/>
            <a:ext cx="348364" cy="348364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3180000">
            <a:off x="7716909" y="3382983"/>
            <a:ext cx="270726" cy="270726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680000">
            <a:off x="7845359" y="232581"/>
            <a:ext cx="164992" cy="164992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145001" y="3685687"/>
            <a:ext cx="220056" cy="220056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540000">
            <a:off x="1128875" y="2488142"/>
            <a:ext cx="243228" cy="243228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900000">
            <a:off x="405665" y="1163909"/>
            <a:ext cx="261667" cy="261667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740000">
            <a:off x="2363716" y="2778102"/>
            <a:ext cx="284350" cy="2843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540000">
            <a:off x="2719669" y="2774750"/>
            <a:ext cx="342350" cy="342350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240000">
            <a:off x="1070060" y="2469946"/>
            <a:ext cx="171480" cy="171480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3120000">
            <a:off x="841701" y="1401576"/>
            <a:ext cx="176355" cy="176355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80000">
            <a:off x="288308" y="1590066"/>
            <a:ext cx="301173" cy="30117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360000">
            <a:off x="1654456" y="3215975"/>
            <a:ext cx="344887" cy="344887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405225" y="2760985"/>
            <a:ext cx="266763" cy="266763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200000">
            <a:off x="6434403" y="776664"/>
            <a:ext cx="174409" cy="174409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580000">
            <a:off x="7421020" y="970562"/>
            <a:ext cx="278709" cy="27870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60000">
            <a:off x="6582224" y="4068204"/>
            <a:ext cx="268949" cy="26894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720000">
            <a:off x="304278" y="642246"/>
            <a:ext cx="259644" cy="259644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180000">
            <a:off x="6469446" y="185875"/>
            <a:ext cx="167031" cy="16703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2640000">
            <a:off x="910681" y="2698973"/>
            <a:ext cx="251241" cy="251241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840000">
            <a:off x="7501278" y="2365654"/>
            <a:ext cx="301551" cy="301551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1080000">
            <a:off x="781399" y="3412621"/>
            <a:ext cx="199226" cy="19922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960000">
            <a:off x="1136056" y="3685060"/>
            <a:ext cx="348492" cy="3484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3180000">
            <a:off x="810614" y="291467"/>
            <a:ext cx="224426" cy="2244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380000">
            <a:off x="7432645" y="1954753"/>
            <a:ext cx="356281" cy="356281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120000">
            <a:off x="1428707" y="2088464"/>
            <a:ext cx="259017" cy="259017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380000">
            <a:off x="2344309" y="2645777"/>
            <a:ext cx="361339" cy="361339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64196" y="4846320"/>
            <a:ext cx="581676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73618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24081" y="4846320"/>
            <a:ext cx="585687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69606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83965" y="4846320"/>
            <a:ext cx="5896995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65594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43849" y="4846320"/>
            <a:ext cx="5937111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61583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03734" y="4846320"/>
            <a:ext cx="5977226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57571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63618" y="4846320"/>
            <a:ext cx="6017342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53560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623502" y="4846320"/>
            <a:ext cx="6057458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4954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83387" y="4846320"/>
            <a:ext cx="609757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4553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7DF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LINK21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يَمَ</a:t>
            </a:r>
            <a:endParaRPr lang="ar-SA" sz="6400" dirty="0"/>
          </a:p>
        </p:txBody>
      </p:sp>
      <p:sp>
        <p:nvSpPr>
          <p:cNvPr id="21" name="LINK21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endParaRPr lang="ar-SA" sz="6400" dirty="0"/>
          </a:p>
        </p:txBody>
      </p:sp>
      <p:sp>
        <p:nvSpPr>
          <p:cNvPr id="22" name="LINK21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مَنَ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1583387" y="4846320"/>
            <a:ext cx="609757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Game marker"/>
          <p:cNvSpPr/>
          <p:nvPr/>
        </p:nvSpPr>
        <p:spPr>
          <a:xfrm>
            <a:off x="14553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مَيَ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1583387" y="4846320"/>
            <a:ext cx="6097573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Game marker"/>
          <p:cNvSpPr/>
          <p:nvPr/>
        </p:nvSpPr>
        <p:spPr>
          <a:xfrm>
            <a:off x="14553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15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1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1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43271" y="4846320"/>
            <a:ext cx="6137689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4152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03156" y="4846320"/>
            <a:ext cx="6177804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3751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72960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697510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665417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6333252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6012327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29" name="Game milestone 6"/>
          <p:cNvSpPr/>
          <p:nvPr/>
        </p:nvSpPr>
        <p:spPr>
          <a:xfrm>
            <a:off x="56914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0" name="Game milestone 7"/>
          <p:cNvSpPr/>
          <p:nvPr/>
        </p:nvSpPr>
        <p:spPr>
          <a:xfrm>
            <a:off x="53704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1" name="Game milestone 8"/>
          <p:cNvSpPr/>
          <p:nvPr/>
        </p:nvSpPr>
        <p:spPr>
          <a:xfrm>
            <a:off x="50495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2" name="Game milestone 9"/>
          <p:cNvSpPr/>
          <p:nvPr/>
        </p:nvSpPr>
        <p:spPr>
          <a:xfrm>
            <a:off x="47286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3" name="Game milestone 10"/>
          <p:cNvSpPr/>
          <p:nvPr/>
        </p:nvSpPr>
        <p:spPr>
          <a:xfrm>
            <a:off x="44077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4" name="Game milestone 11"/>
          <p:cNvSpPr/>
          <p:nvPr/>
        </p:nvSpPr>
        <p:spPr>
          <a:xfrm>
            <a:off x="40867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5" name="Game milestone 12"/>
          <p:cNvSpPr/>
          <p:nvPr/>
        </p:nvSpPr>
        <p:spPr>
          <a:xfrm>
            <a:off x="376585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6" name="Game milestone 13"/>
          <p:cNvSpPr/>
          <p:nvPr/>
        </p:nvSpPr>
        <p:spPr>
          <a:xfrm>
            <a:off x="344492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7" name="Game milestone 14"/>
          <p:cNvSpPr/>
          <p:nvPr/>
        </p:nvSpPr>
        <p:spPr>
          <a:xfrm>
            <a:off x="312400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8" name="Game milestone 15"/>
          <p:cNvSpPr/>
          <p:nvPr/>
        </p:nvSpPr>
        <p:spPr>
          <a:xfrm>
            <a:off x="2803078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39" name="Game milestone 16"/>
          <p:cNvSpPr/>
          <p:nvPr/>
        </p:nvSpPr>
        <p:spPr>
          <a:xfrm>
            <a:off x="248215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0" name="Game milestone 17"/>
          <p:cNvSpPr/>
          <p:nvPr/>
        </p:nvSpPr>
        <p:spPr>
          <a:xfrm>
            <a:off x="216122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1" name="Game milestone 18"/>
          <p:cNvSpPr/>
          <p:nvPr/>
        </p:nvSpPr>
        <p:spPr>
          <a:xfrm>
            <a:off x="184030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2" name="Game milestone 19"/>
          <p:cNvSpPr/>
          <p:nvPr/>
        </p:nvSpPr>
        <p:spPr>
          <a:xfrm>
            <a:off x="1519379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4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7DF9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3B2E7E"/>
          </a:solidFill>
          <a:ln w="12700">
            <a:solidFill>
              <a:srgbClr val="3B2E7E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5A3FA0"/>
          </a:solidFill>
          <a:ln w="12700">
            <a:solidFill>
              <a:srgbClr val="5A3FA0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C63C9"/>
          </a:solidFill>
          <a:ln w="12700">
            <a:solidFill>
              <a:srgbClr val="6C63C9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4E4AA8"/>
          </a:solidFill>
          <a:ln w="12700">
            <a:solidFill>
              <a:srgbClr val="4E4AA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100000">
            <a:off x="2683246" y="3465740"/>
            <a:ext cx="206098" cy="20609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720000">
            <a:off x="1852383" y="3097361"/>
            <a:ext cx="336883" cy="33688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080000">
            <a:off x="1683426" y="370939"/>
            <a:ext cx="256759" cy="256759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140000">
            <a:off x="8220089" y="3649987"/>
            <a:ext cx="349775" cy="349775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420000">
            <a:off x="1866410" y="832205"/>
            <a:ext cx="320105" cy="320105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2340000">
            <a:off x="7406258" y="3012824"/>
            <a:ext cx="210596" cy="21059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880000">
            <a:off x="6081221" y="269167"/>
            <a:ext cx="283765" cy="28376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540000">
            <a:off x="8158893" y="1438636"/>
            <a:ext cx="224977" cy="224977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2700000">
            <a:off x="510258" y="3596367"/>
            <a:ext cx="189511" cy="189511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0">
            <a:off x="367094" y="685231"/>
            <a:ext cx="200487" cy="200487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200000">
            <a:off x="1185028" y="2509796"/>
            <a:ext cx="247362" cy="247362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2100000">
            <a:off x="6632791" y="1407555"/>
            <a:ext cx="297516" cy="297516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800000">
            <a:off x="1759095" y="512106"/>
            <a:ext cx="219759" cy="21975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060000">
            <a:off x="832313" y="4049272"/>
            <a:ext cx="210625" cy="210625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2340000">
            <a:off x="316004" y="378245"/>
            <a:ext cx="344458" cy="344458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3420000">
            <a:off x="8743254" y="3610582"/>
            <a:ext cx="359868" cy="359868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180000">
            <a:off x="6566052" y="3617866"/>
            <a:ext cx="322781" cy="322781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220000">
            <a:off x="8289965" y="824029"/>
            <a:ext cx="278761" cy="278761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1140000">
            <a:off x="6290149" y="4298999"/>
            <a:ext cx="344246" cy="344246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660000">
            <a:off x="8472859" y="3706777"/>
            <a:ext cx="247137" cy="24713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3480000">
            <a:off x="571430" y="3523227"/>
            <a:ext cx="206615" cy="20661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2880000">
            <a:off x="8408894" y="2933343"/>
            <a:ext cx="178361" cy="178361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2280000">
            <a:off x="8252290" y="611116"/>
            <a:ext cx="272849" cy="272849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480000">
            <a:off x="1137683" y="341268"/>
            <a:ext cx="206772" cy="206772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400000">
            <a:off x="1823724" y="2938622"/>
            <a:ext cx="270064" cy="270064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80000">
            <a:off x="6408947" y="3085388"/>
            <a:ext cx="176892" cy="176892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1680000">
            <a:off x="1935548" y="1802072"/>
            <a:ext cx="330452" cy="330452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1980000">
            <a:off x="416196" y="2832892"/>
            <a:ext cx="166311" cy="166311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840000">
            <a:off x="8034797" y="3892408"/>
            <a:ext cx="262890" cy="262890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3360000">
            <a:off x="8122793" y="1720789"/>
            <a:ext cx="206709" cy="206709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 rot="1560000">
            <a:off x="7279977" y="2879551"/>
            <a:ext cx="323082" cy="323082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1320000">
            <a:off x="2405052" y="1448462"/>
            <a:ext cx="186587" cy="186587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>
            <a:off x="7946828" y="2413571"/>
            <a:ext cx="210246" cy="210246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3000000">
            <a:off x="8188558" y="1640607"/>
            <a:ext cx="170530" cy="17053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920000">
            <a:off x="8039011" y="2099524"/>
            <a:ext cx="187787" cy="18778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1440000">
            <a:off x="7947558" y="2760644"/>
            <a:ext cx="306827" cy="306827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2220000">
            <a:off x="1730411" y="3941732"/>
            <a:ext cx="255919" cy="255919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000000">
            <a:off x="1110855" y="585611"/>
            <a:ext cx="212968" cy="212968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1380000">
            <a:off x="469454" y="4245323"/>
            <a:ext cx="252573" cy="252573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1320000">
            <a:off x="207640" y="2468625"/>
            <a:ext cx="181457" cy="181457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219</Slides>
  <Notes>219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219</vt:i4>
      </vt:variant>
    </vt:vector>
  </HeadingPairs>
  <TitlesOfParts>
    <vt:vector size="2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03-noon-ya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