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notesMaster" Target="notesMasters/notesMaster1.xml"/><Relationship Id="rId120" Type="http://schemas.openxmlformats.org/officeDocument/2006/relationships/presProps" Target="presProps.xml"/><Relationship Id="rId121" Type="http://schemas.openxmlformats.org/officeDocument/2006/relationships/viewProps" Target="viewProps.xml"/><Relationship Id="rId122" Type="http://schemas.openxmlformats.org/officeDocument/2006/relationships/theme" Target="theme/theme1.xml"/><Relationship Id="rId1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Finished! Give the child a big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0.xml"/><Relationship Id="rIdLnk3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nk1" Type="http://schemas.openxmlformats.org/officeDocument/2006/relationships/slide" Target="slide32.xml"/><Relationship Id="rIdLnk2" Type="http://schemas.openxmlformats.org/officeDocument/2006/relationships/slide" Target="slide33.xml"/><Relationship Id="rIdLnk3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level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Lnk1" Type="http://schemas.openxmlformats.org/officeDocument/2006/relationships/slide" Target="slide45.xml"/><Relationship Id="rIdLnk2" Type="http://schemas.openxmlformats.org/officeDocument/2006/relationships/slide" Target="slide44.xml"/><Relationship Id="rIdLnk3" Type="http://schemas.openxmlformats.org/officeDocument/2006/relationships/slide" Target="slide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Lnk1" Type="http://schemas.openxmlformats.org/officeDocument/2006/relationships/slide" Target="slide43.xml"/><Relationship Id="rIdLnk2" Type="http://schemas.openxmlformats.org/officeDocument/2006/relationships/slide" Target="slide4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Lnk1" Type="http://schemas.openxmlformats.org/officeDocument/2006/relationships/slide" Target="slide56.xml"/><Relationship Id="rIdLnk2" Type="http://schemas.openxmlformats.org/officeDocument/2006/relationships/slide" Target="slide56.xml"/><Relationship Id="rIdLnk3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Lnk1" Type="http://schemas.openxmlformats.org/officeDocument/2006/relationships/slide" Target="slide54.xml"/><Relationship Id="rIdLnk2" Type="http://schemas.openxmlformats.org/officeDocument/2006/relationships/slide" Target="slide54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Lnk1" Type="http://schemas.openxmlformats.org/officeDocument/2006/relationships/slide" Target="slide66.xml"/><Relationship Id="rIdLnk2" Type="http://schemas.openxmlformats.org/officeDocument/2006/relationships/slide" Target="slide67.xml"/><Relationship Id="rIdLnk3" Type="http://schemas.openxmlformats.org/officeDocument/2006/relationships/slide" Target="slide6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Lnk1" Type="http://schemas.openxmlformats.org/officeDocument/2006/relationships/slide" Target="slide65.xml"/><Relationship Id="rIdLnk2" Type="http://schemas.openxmlformats.org/officeDocument/2006/relationships/slide" Target="slide65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level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Lnk1" Type="http://schemas.openxmlformats.org/officeDocument/2006/relationships/slide" Target="slide79.xml"/><Relationship Id="rIdLnk2" Type="http://schemas.openxmlformats.org/officeDocument/2006/relationships/slide" Target="slide78.xml"/><Relationship Id="rIdLnk3" Type="http://schemas.openxmlformats.org/officeDocument/2006/relationships/slide" Target="slide7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Lnk1" Type="http://schemas.openxmlformats.org/officeDocument/2006/relationships/slide" Target="slide77.xml"/><Relationship Id="rIdLnk2" Type="http://schemas.openxmlformats.org/officeDocument/2006/relationships/slide" Target="slide77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Lnk1" Type="http://schemas.openxmlformats.org/officeDocument/2006/relationships/slide" Target="slide90.xml"/><Relationship Id="rIdLnk2" Type="http://schemas.openxmlformats.org/officeDocument/2006/relationships/slide" Target="slide90.xml"/><Relationship Id="rIdLnk3" Type="http://schemas.openxmlformats.org/officeDocument/2006/relationships/slide" Target="slide8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Lnk1" Type="http://schemas.openxmlformats.org/officeDocument/2006/relationships/slide" Target="slide88.xml"/><Relationship Id="rIdLnk2" Type="http://schemas.openxmlformats.org/officeDocument/2006/relationships/slide" Target="slide88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Lnk1" Type="http://schemas.openxmlformats.org/officeDocument/2006/relationships/slide" Target="slide100.xml"/><Relationship Id="rIdLnk2" Type="http://schemas.openxmlformats.org/officeDocument/2006/relationships/slide" Target="slide101.xml"/><Relationship Id="rIdLnk3" Type="http://schemas.openxmlformats.org/officeDocument/2006/relationships/slide" Target="slide10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Lnk1" Type="http://schemas.openxmlformats.org/officeDocument/2006/relationships/slide" Target="slide99.xml"/><Relationship Id="rIdLnk2" Type="http://schemas.openxmlformats.org/officeDocument/2006/relationships/slide" Target="slide9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level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Lnk1" Type="http://schemas.openxmlformats.org/officeDocument/2006/relationships/slide" Target="slide113.xml"/><Relationship Id="rIdLnk2" Type="http://schemas.openxmlformats.org/officeDocument/2006/relationships/slide" Target="slide112.xml"/><Relationship Id="rIdLnk3" Type="http://schemas.openxmlformats.org/officeDocument/2006/relationships/slide" Target="slide11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Lnk1" Type="http://schemas.openxmlformats.org/officeDocument/2006/relationships/slide" Target="slide111.xml"/><Relationship Id="rIdLnk2" Type="http://schemas.openxmlformats.org/officeDocument/2006/relationships/slide" Target="slide11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level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531131" y="4846320"/>
            <a:ext cx="149829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74031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56216" y="4846320"/>
            <a:ext cx="224744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732820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81301" y="4846320"/>
            <a:ext cx="299659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725328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06387" y="4846320"/>
            <a:ext cx="374573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717837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31472" y="4846320"/>
            <a:ext cx="449488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710345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56557" y="4846320"/>
            <a:ext cx="524403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702854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81642" y="4846320"/>
            <a:ext cx="599318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695362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B3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LINK11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</a:t>
            </a:r>
            <a:endParaRPr lang="ar-SA" sz="6400" dirty="0"/>
          </a:p>
        </p:txBody>
      </p:sp>
      <p:sp>
        <p:nvSpPr>
          <p:cNvPr id="21" name="LINK1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صَخَ</a:t>
            </a:r>
            <a:endParaRPr lang="ar-SA" sz="6400" dirty="0"/>
          </a:p>
        </p:txBody>
      </p:sp>
      <p:sp>
        <p:nvSpPr>
          <p:cNvPr id="22" name="LINK1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صَجَ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7081642" y="4846320"/>
            <a:ext cx="599318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695362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7081642" y="4846320"/>
            <a:ext cx="599318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695362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06728" y="4846320"/>
            <a:ext cx="674232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687871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931813" y="4846320"/>
            <a:ext cx="749147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68037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56898" y="4846320"/>
            <a:ext cx="824062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67288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81984" y="4846320"/>
            <a:ext cx="898976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665396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07069" y="4846320"/>
            <a:ext cx="973891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65790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632154" y="4846320"/>
            <a:ext cx="1048806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65041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557240" y="4846320"/>
            <a:ext cx="1123720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4292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482325" y="4846320"/>
            <a:ext cx="1198635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35430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B3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3" name="LINK2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تَصَبَ</a:t>
            </a:r>
            <a:endParaRPr lang="ar-SA" sz="5400" dirty="0"/>
          </a:p>
        </p:txBody>
      </p:sp>
      <p:sp>
        <p:nvSpPr>
          <p:cNvPr id="24" name="LINK2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بَصَثَ</a:t>
            </a:r>
            <a:endParaRPr lang="ar-SA" sz="5400" dirty="0"/>
          </a:p>
        </p:txBody>
      </p:sp>
      <p:sp>
        <p:nvSpPr>
          <p:cNvPr id="25" name="LINK2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بَصَتَ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482325" y="4846320"/>
            <a:ext cx="1198635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35430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بَصَتَ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482325" y="4846320"/>
            <a:ext cx="1198635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635430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0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0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407410" y="4846320"/>
            <a:ext cx="1273550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27939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332495" y="4846320"/>
            <a:ext cx="1348465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2044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257581" y="4846320"/>
            <a:ext cx="1423379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12956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182666" y="4846320"/>
            <a:ext cx="1498294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05465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107751" y="4846320"/>
            <a:ext cx="1573209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9797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032837" y="4846320"/>
            <a:ext cx="1648123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9048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957922" y="4846320"/>
            <a:ext cx="1723038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82990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رَصَزَ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883007" y="4846320"/>
            <a:ext cx="1797953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75499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B3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3" name="LINK3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رَصَزَ</a:t>
            </a:r>
            <a:endParaRPr lang="ar-SA" sz="5400" dirty="0"/>
          </a:p>
        </p:txBody>
      </p:sp>
      <p:sp>
        <p:nvSpPr>
          <p:cNvPr id="24" name="LINK33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زَصَرَ</a:t>
            </a:r>
            <a:endParaRPr lang="ar-SA" sz="5400" dirty="0"/>
          </a:p>
        </p:txBody>
      </p:sp>
      <p:sp>
        <p:nvSpPr>
          <p:cNvPr id="25" name="LINK3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زَصَزَ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883007" y="4846320"/>
            <a:ext cx="1797953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75499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رَصَزَ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883007" y="4846320"/>
            <a:ext cx="1797953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575499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3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3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2400000">
            <a:off x="5619303" y="4553922"/>
            <a:ext cx="301278" cy="30127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1667282" y="4059228"/>
            <a:ext cx="306873" cy="30687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660000">
            <a:off x="6538455" y="1665269"/>
            <a:ext cx="324298" cy="32429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000000">
            <a:off x="1978867" y="3639635"/>
            <a:ext cx="339871" cy="339871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1260000">
            <a:off x="1139875" y="2247467"/>
            <a:ext cx="311713" cy="31171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120000">
            <a:off x="2583712" y="1799198"/>
            <a:ext cx="349410" cy="34941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1140000">
            <a:off x="7228567" y="940997"/>
            <a:ext cx="196439" cy="19643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780000">
            <a:off x="8545944" y="2234945"/>
            <a:ext cx="316174" cy="316174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3000000">
            <a:off x="7221936" y="1534153"/>
            <a:ext cx="272377" cy="272377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60000">
            <a:off x="3777383" y="4326648"/>
            <a:ext cx="251201" cy="251201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>
            <a:off x="2347747" y="766210"/>
            <a:ext cx="298744" cy="298744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780000">
            <a:off x="2643393" y="1414344"/>
            <a:ext cx="248639" cy="24863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000000">
            <a:off x="7087581" y="2286911"/>
            <a:ext cx="272869" cy="27286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0">
            <a:off x="361717" y="2614780"/>
            <a:ext cx="254852" cy="25485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860000">
            <a:off x="4377758" y="4371079"/>
            <a:ext cx="205135" cy="20513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80000">
            <a:off x="7972525" y="2858292"/>
            <a:ext cx="167446" cy="16744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820000">
            <a:off x="7099354" y="3191929"/>
            <a:ext cx="221458" cy="221458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040000">
            <a:off x="8738756" y="2345981"/>
            <a:ext cx="202874" cy="202874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840000">
            <a:off x="924041" y="4283189"/>
            <a:ext cx="182185" cy="182185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500000">
            <a:off x="2200418" y="3714599"/>
            <a:ext cx="246864" cy="24686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940000">
            <a:off x="259805" y="1598376"/>
            <a:ext cx="307096" cy="307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3060000">
            <a:off x="7009777" y="4560170"/>
            <a:ext cx="283592" cy="28359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860000">
            <a:off x="2824194" y="207871"/>
            <a:ext cx="215726" cy="215726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920000">
            <a:off x="2293933" y="1636753"/>
            <a:ext cx="188479" cy="188479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940000">
            <a:off x="8516698" y="3257876"/>
            <a:ext cx="268822" cy="26882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7059322" y="1586615"/>
            <a:ext cx="260685" cy="26068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زَصَسَ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808093" y="4846320"/>
            <a:ext cx="1872867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68007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سَصَشَ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733178" y="4846320"/>
            <a:ext cx="1947782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60516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658263" y="4846320"/>
            <a:ext cx="2022697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53024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83348" y="4846320"/>
            <a:ext cx="2097612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545533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08434" y="4846320"/>
            <a:ext cx="2172526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538041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433519" y="4846320"/>
            <a:ext cx="2247441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530550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358604" y="4846320"/>
            <a:ext cx="2322356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523058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283690" y="4846320"/>
            <a:ext cx="2397270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515567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B3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LINK45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صَجَ</a:t>
            </a:r>
            <a:endParaRPr lang="ar-SA" sz="6400" dirty="0"/>
          </a:p>
        </p:txBody>
      </p:sp>
      <p:sp>
        <p:nvSpPr>
          <p:cNvPr id="21" name="LINK4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</a:t>
            </a:r>
            <a:endParaRPr lang="ar-SA" sz="6400" dirty="0"/>
          </a:p>
        </p:txBody>
      </p:sp>
      <p:sp>
        <p:nvSpPr>
          <p:cNvPr id="22" name="LINK4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5283690" y="4846320"/>
            <a:ext cx="2397270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515567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283690" y="4846320"/>
            <a:ext cx="2397270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515567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4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4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208775" y="4846320"/>
            <a:ext cx="2472185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508075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133860" y="4846320"/>
            <a:ext cx="2547100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50058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058946" y="4846320"/>
            <a:ext cx="2622014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49309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984031" y="4846320"/>
            <a:ext cx="2696929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48560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909116" y="4846320"/>
            <a:ext cx="2771844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478110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834201" y="4846320"/>
            <a:ext cx="2846759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470618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759287" y="4846320"/>
            <a:ext cx="2921673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463127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684372" y="4846320"/>
            <a:ext cx="2996588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455635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B3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LINK5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صَشَ</a:t>
            </a:r>
            <a:endParaRPr lang="ar-SA" sz="6400" dirty="0"/>
          </a:p>
        </p:txBody>
      </p:sp>
      <p:sp>
        <p:nvSpPr>
          <p:cNvPr id="21" name="LINK5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</a:t>
            </a:r>
            <a:endParaRPr lang="ar-SA" sz="6400" dirty="0"/>
          </a:p>
        </p:txBody>
      </p:sp>
      <p:sp>
        <p:nvSpPr>
          <p:cNvPr id="22" name="LINK5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4684372" y="4846320"/>
            <a:ext cx="2996588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455635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684372" y="4846320"/>
            <a:ext cx="2996588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455635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54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54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4609457" y="4846320"/>
            <a:ext cx="3071503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me marker"/>
          <p:cNvSpPr/>
          <p:nvPr/>
        </p:nvSpPr>
        <p:spPr>
          <a:xfrm>
            <a:off x="448144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534543" y="4846320"/>
            <a:ext cx="3146417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440652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459628" y="4846320"/>
            <a:ext cx="3221332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433161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384713" y="4846320"/>
            <a:ext cx="3296247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42566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309799" y="4846320"/>
            <a:ext cx="3371161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418178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234884" y="4846320"/>
            <a:ext cx="3446076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410686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159969" y="4846320"/>
            <a:ext cx="3520991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40319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085054" y="4846320"/>
            <a:ext cx="3595906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39570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B3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LINK6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ضَخَ</a:t>
            </a:r>
            <a:endParaRPr lang="ar-SA" sz="6400" dirty="0"/>
          </a:p>
        </p:txBody>
      </p:sp>
      <p:sp>
        <p:nvSpPr>
          <p:cNvPr id="21" name="LINK67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</a:t>
            </a:r>
            <a:endParaRPr lang="ar-SA" sz="6400" dirty="0"/>
          </a:p>
        </p:txBody>
      </p:sp>
      <p:sp>
        <p:nvSpPr>
          <p:cNvPr id="22" name="LINK6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صَخَ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4085054" y="4846320"/>
            <a:ext cx="3595906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39570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085054" y="4846320"/>
            <a:ext cx="3595906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39570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65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65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>
            <a:off x="1350696" y="4076901"/>
            <a:ext cx="233962" cy="233962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420000">
            <a:off x="1015147" y="757259"/>
            <a:ext cx="189080" cy="189080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260000">
            <a:off x="6800945" y="3300867"/>
            <a:ext cx="305931" cy="30593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1080000">
            <a:off x="2062307" y="2250225"/>
            <a:ext cx="350649" cy="350649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3540000">
            <a:off x="1002185" y="4071851"/>
            <a:ext cx="236177" cy="236177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480000">
            <a:off x="2117446" y="1278126"/>
            <a:ext cx="281656" cy="28165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362136" y="3396372"/>
            <a:ext cx="225957" cy="22595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860000">
            <a:off x="2653168" y="2484406"/>
            <a:ext cx="310932" cy="31093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60000">
            <a:off x="2518144" y="781191"/>
            <a:ext cx="319375" cy="319375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260000">
            <a:off x="1298010" y="2349916"/>
            <a:ext cx="257740" cy="25774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8202175" y="4269627"/>
            <a:ext cx="288281" cy="288281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440000">
            <a:off x="7793038" y="1368271"/>
            <a:ext cx="173173" cy="17317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1320000">
            <a:off x="8569592" y="323895"/>
            <a:ext cx="248191" cy="248191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420000">
            <a:off x="1657247" y="4124637"/>
            <a:ext cx="223904" cy="2239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680000">
            <a:off x="6351346" y="4532035"/>
            <a:ext cx="322259" cy="322259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20000">
            <a:off x="2824085" y="3620646"/>
            <a:ext cx="284979" cy="284979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340000">
            <a:off x="8007470" y="3453605"/>
            <a:ext cx="169649" cy="169649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3420000">
            <a:off x="2659403" y="3792366"/>
            <a:ext cx="311336" cy="311336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3240000">
            <a:off x="1918403" y="724110"/>
            <a:ext cx="209748" cy="209748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60000">
            <a:off x="7049099" y="1365067"/>
            <a:ext cx="229607" cy="229607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660000">
            <a:off x="6849351" y="3243047"/>
            <a:ext cx="306092" cy="3060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780000">
            <a:off x="7314819" y="3795987"/>
            <a:ext cx="318502" cy="31850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200000">
            <a:off x="1508096" y="556492"/>
            <a:ext cx="213828" cy="213828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240000">
            <a:off x="720912" y="1612567"/>
            <a:ext cx="290354" cy="29035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760000">
            <a:off x="1787711" y="366804"/>
            <a:ext cx="215331" cy="21533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220000">
            <a:off x="7139178" y="2101617"/>
            <a:ext cx="293238" cy="29323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010140" y="4846320"/>
            <a:ext cx="3670820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38821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935225" y="4846320"/>
            <a:ext cx="3745735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380720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860310" y="4846320"/>
            <a:ext cx="3820650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373229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785396" y="4846320"/>
            <a:ext cx="3895564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365738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710481" y="4846320"/>
            <a:ext cx="3970479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358246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635566" y="4846320"/>
            <a:ext cx="4045394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350755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560652" y="4846320"/>
            <a:ext cx="4120308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343263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85737" y="4846320"/>
            <a:ext cx="4195223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3577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B3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3" name="LINK79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بَضَأَ</a:t>
            </a:r>
            <a:endParaRPr lang="ar-SA" sz="5400" dirty="0"/>
          </a:p>
        </p:txBody>
      </p:sp>
      <p:sp>
        <p:nvSpPr>
          <p:cNvPr id="24" name="LINK78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أَضَبَ</a:t>
            </a:r>
            <a:endParaRPr lang="ar-SA" sz="5400" dirty="0"/>
          </a:p>
        </p:txBody>
      </p:sp>
      <p:sp>
        <p:nvSpPr>
          <p:cNvPr id="25" name="LINK7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أَصَبَ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85737" y="4846320"/>
            <a:ext cx="4195223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3577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أَضَبَ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485737" y="4846320"/>
            <a:ext cx="4195223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33577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77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77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10822" y="4846320"/>
            <a:ext cx="4270138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28280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335907" y="4846320"/>
            <a:ext cx="4345053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20789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260993" y="4846320"/>
            <a:ext cx="4419967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13297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186078" y="4846320"/>
            <a:ext cx="4494882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05806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111163" y="4846320"/>
            <a:ext cx="4569797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98314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036249" y="4846320"/>
            <a:ext cx="4644711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9082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961334" y="4846320"/>
            <a:ext cx="4719626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83331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886419" y="4846320"/>
            <a:ext cx="4794541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75840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B3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3" name="LINK9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رَضَذَ</a:t>
            </a:r>
            <a:endParaRPr lang="ar-SA" sz="5400" dirty="0"/>
          </a:p>
        </p:txBody>
      </p:sp>
      <p:sp>
        <p:nvSpPr>
          <p:cNvPr id="24" name="LINK9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ذَضَزَ</a:t>
            </a:r>
            <a:endParaRPr lang="ar-SA" sz="5400" dirty="0"/>
          </a:p>
        </p:txBody>
      </p:sp>
      <p:sp>
        <p:nvSpPr>
          <p:cNvPr id="25" name="LINK8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ذَضَرَ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886419" y="4846320"/>
            <a:ext cx="4794541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75840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ذَضَرَ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886419" y="4846320"/>
            <a:ext cx="4794541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275840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88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88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رَضَزَ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811505" y="4846320"/>
            <a:ext cx="4869455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6834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زَضَسَ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736590" y="4846320"/>
            <a:ext cx="4944370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60857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سَضَشَ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661675" y="4846320"/>
            <a:ext cx="5019285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53365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شَضَصَ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586760" y="4846320"/>
            <a:ext cx="5094200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4587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511846" y="4846320"/>
            <a:ext cx="5169114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3838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436931" y="4846320"/>
            <a:ext cx="5244029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230891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62016" y="4846320"/>
            <a:ext cx="5318944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223400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87102" y="4846320"/>
            <a:ext cx="5393858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21590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B3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LINK10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</a:t>
            </a:r>
            <a:endParaRPr lang="ar-SA" sz="6400" dirty="0"/>
          </a:p>
        </p:txBody>
      </p:sp>
      <p:sp>
        <p:nvSpPr>
          <p:cNvPr id="21" name="LINK101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ضَتَ</a:t>
            </a:r>
            <a:endParaRPr lang="ar-SA" sz="6400" dirty="0"/>
          </a:p>
        </p:txBody>
      </p:sp>
      <p:sp>
        <p:nvSpPr>
          <p:cNvPr id="22" name="LINK10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2287102" y="4846320"/>
            <a:ext cx="5393858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21590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287102" y="4846320"/>
            <a:ext cx="5393858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21590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3540000">
            <a:off x="6849595" y="2039861"/>
            <a:ext cx="173373" cy="173373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660000">
            <a:off x="7026649" y="3691848"/>
            <a:ext cx="211788" cy="211788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2460000">
            <a:off x="8531370" y="3142517"/>
            <a:ext cx="260516" cy="260516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540000">
            <a:off x="2653537" y="1328361"/>
            <a:ext cx="174420" cy="17442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>
            <a:off x="7517703" y="2353607"/>
            <a:ext cx="230170" cy="23017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2100000">
            <a:off x="1060841" y="4487427"/>
            <a:ext cx="326270" cy="3262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8578540" y="3662394"/>
            <a:ext cx="309690" cy="3096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480000">
            <a:off x="8630281" y="3027527"/>
            <a:ext cx="299322" cy="29932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740000">
            <a:off x="7008487" y="1744311"/>
            <a:ext cx="298820" cy="29882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2400000">
            <a:off x="7973219" y="2220479"/>
            <a:ext cx="171127" cy="17112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1209644" y="855969"/>
            <a:ext cx="364335" cy="36433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480000">
            <a:off x="8132123" y="2109061"/>
            <a:ext cx="291285" cy="291285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780000">
            <a:off x="6954836" y="3592554"/>
            <a:ext cx="241022" cy="24102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000000">
            <a:off x="6412577" y="433770"/>
            <a:ext cx="169794" cy="16979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2040000">
            <a:off x="1485986" y="556075"/>
            <a:ext cx="283391" cy="283391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600000">
            <a:off x="2566129" y="1329153"/>
            <a:ext cx="183077" cy="183077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360000">
            <a:off x="1090525" y="1427171"/>
            <a:ext cx="334467" cy="334467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440000">
            <a:off x="643564" y="3275773"/>
            <a:ext cx="301211" cy="301211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460000">
            <a:off x="296269" y="778936"/>
            <a:ext cx="204659" cy="204659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680000">
            <a:off x="7231115" y="3052845"/>
            <a:ext cx="208175" cy="208175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960000">
            <a:off x="2166289" y="3579861"/>
            <a:ext cx="167954" cy="1679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240000">
            <a:off x="846719" y="379714"/>
            <a:ext cx="345615" cy="34561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780000">
            <a:off x="7100540" y="1012723"/>
            <a:ext cx="177235" cy="177235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420000">
            <a:off x="8101355" y="3619677"/>
            <a:ext cx="235691" cy="235691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280000">
            <a:off x="2766234" y="583890"/>
            <a:ext cx="236766" cy="236766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6688612" y="4002630"/>
            <a:ext cx="237493" cy="237493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12187" y="4846320"/>
            <a:ext cx="5468773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208417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37272" y="4846320"/>
            <a:ext cx="5543688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200925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62358" y="4846320"/>
            <a:ext cx="5618602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193434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87443" y="4846320"/>
            <a:ext cx="5693517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185942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12528" y="4846320"/>
            <a:ext cx="5768432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178451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37613" y="4846320"/>
            <a:ext cx="5843347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17095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62699" y="4846320"/>
            <a:ext cx="5918261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163468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87784" y="4846320"/>
            <a:ext cx="5993176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155976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5B3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LINK113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ضَزَ</a:t>
            </a:r>
            <a:endParaRPr lang="ar-SA" sz="6400" dirty="0"/>
          </a:p>
        </p:txBody>
      </p:sp>
      <p:sp>
        <p:nvSpPr>
          <p:cNvPr id="21" name="LINK11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</a:t>
            </a:r>
            <a:endParaRPr lang="ar-SA" sz="6400" dirty="0"/>
          </a:p>
        </p:txBody>
      </p:sp>
      <p:sp>
        <p:nvSpPr>
          <p:cNvPr id="22" name="LINK11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1687784" y="4846320"/>
            <a:ext cx="5993176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5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Game marker"/>
          <p:cNvSpPr/>
          <p:nvPr/>
        </p:nvSpPr>
        <p:spPr>
          <a:xfrm>
            <a:off x="155976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1687784" y="4846320"/>
            <a:ext cx="5993176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155976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1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1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12869" y="4846320"/>
            <a:ext cx="6068091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148485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37955" y="4846320"/>
            <a:ext cx="6143005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140993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01763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41831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581899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521968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462036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402104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34217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2822411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222309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1623776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3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Game marker"/>
          <p:cNvSpPr/>
          <p:nvPr/>
        </p:nvSpPr>
        <p:spPr>
          <a:xfrm>
            <a:off x="13350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5B3FD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1680000">
            <a:off x="1411468" y="2567004"/>
            <a:ext cx="228147" cy="228147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7107409" y="2308033"/>
            <a:ext cx="245783" cy="24578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500000">
            <a:off x="8458877" y="2319343"/>
            <a:ext cx="242760" cy="242760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420000">
            <a:off x="7246794" y="2633771"/>
            <a:ext cx="349033" cy="349033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2520000">
            <a:off x="8452942" y="728859"/>
            <a:ext cx="284361" cy="284361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000000">
            <a:off x="2693722" y="2235746"/>
            <a:ext cx="191570" cy="1915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547020" y="481815"/>
            <a:ext cx="193305" cy="19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020000">
            <a:off x="1625794" y="213942"/>
            <a:ext cx="316086" cy="316086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320000">
            <a:off x="7900954" y="1123323"/>
            <a:ext cx="357530" cy="35753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380000">
            <a:off x="2095976" y="2067948"/>
            <a:ext cx="206046" cy="206046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2340000">
            <a:off x="6356898" y="2272821"/>
            <a:ext cx="313693" cy="313693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00000">
            <a:off x="6732452" y="1575414"/>
            <a:ext cx="313560" cy="313560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2940000">
            <a:off x="8430045" y="2428180"/>
            <a:ext cx="325465" cy="325465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320000">
            <a:off x="8268994" y="875349"/>
            <a:ext cx="165766" cy="16576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60000">
            <a:off x="4771784" y="206630"/>
            <a:ext cx="333645" cy="33364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3480000">
            <a:off x="787490" y="781033"/>
            <a:ext cx="230366" cy="23036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1560000">
            <a:off x="816630" y="3603367"/>
            <a:ext cx="254570" cy="25457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080000">
            <a:off x="2816858" y="3665513"/>
            <a:ext cx="347655" cy="347655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040000">
            <a:off x="7455581" y="1178230"/>
            <a:ext cx="201064" cy="201064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00000">
            <a:off x="7084862" y="3842602"/>
            <a:ext cx="291928" cy="291928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340000">
            <a:off x="1458289" y="3746212"/>
            <a:ext cx="185723" cy="1857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1440000">
            <a:off x="6968902" y="766459"/>
            <a:ext cx="279125" cy="27912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3060000">
            <a:off x="7823440" y="2867836"/>
            <a:ext cx="208533" cy="208533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060000">
            <a:off x="2625328" y="4145800"/>
            <a:ext cx="298384" cy="29838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3540000">
            <a:off x="6565579" y="273424"/>
            <a:ext cx="343743" cy="343743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540000">
            <a:off x="6746417" y="1481246"/>
            <a:ext cx="198095" cy="19809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1260 confetti 27"/>
          <p:cNvSpPr/>
          <p:nvPr/>
        </p:nvSpPr>
        <p:spPr>
          <a:xfrm rot="1260000">
            <a:off x="1870995" y="1715729"/>
            <a:ext cx="345031" cy="345031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G1295 confetti 28"/>
          <p:cNvSpPr/>
          <p:nvPr/>
        </p:nvSpPr>
        <p:spPr>
          <a:xfrm rot="1500000">
            <a:off x="2585010" y="2945052"/>
            <a:ext cx="284471" cy="284471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1330 confetti 29"/>
          <p:cNvSpPr/>
          <p:nvPr/>
        </p:nvSpPr>
        <p:spPr>
          <a:xfrm rot="2580000">
            <a:off x="2515734" y="1311422"/>
            <a:ext cx="352940" cy="352940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1" name="G1365 confetti 30"/>
          <p:cNvSpPr/>
          <p:nvPr/>
        </p:nvSpPr>
        <p:spPr>
          <a:xfrm rot="3540000">
            <a:off x="264027" y="1535451"/>
            <a:ext cx="264722" cy="26472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2" name="G1400 confetti 31"/>
          <p:cNvSpPr/>
          <p:nvPr/>
        </p:nvSpPr>
        <p:spPr>
          <a:xfrm rot="2400000">
            <a:off x="7881063" y="3767769"/>
            <a:ext cx="199373" cy="199373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43" name="G1435 confetti 32"/>
          <p:cNvSpPr/>
          <p:nvPr/>
        </p:nvSpPr>
        <p:spPr>
          <a:xfrm>
            <a:off x="8683685" y="4422875"/>
            <a:ext cx="350630" cy="35063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44" name="G1470 confetti 33"/>
          <p:cNvSpPr/>
          <p:nvPr/>
        </p:nvSpPr>
        <p:spPr>
          <a:xfrm rot="2820000">
            <a:off x="8429873" y="725202"/>
            <a:ext cx="297409" cy="297409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5" name="G1505 confetti 34"/>
          <p:cNvSpPr/>
          <p:nvPr/>
        </p:nvSpPr>
        <p:spPr>
          <a:xfrm rot="1020000">
            <a:off x="7775483" y="3058539"/>
            <a:ext cx="236006" cy="23600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6" name="G1540 confetti 35"/>
          <p:cNvSpPr/>
          <p:nvPr/>
        </p:nvSpPr>
        <p:spPr>
          <a:xfrm rot="2580000">
            <a:off x="8474915" y="2970897"/>
            <a:ext cx="306778" cy="3067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G1575 confetti 36"/>
          <p:cNvSpPr/>
          <p:nvPr/>
        </p:nvSpPr>
        <p:spPr>
          <a:xfrm rot="3420000">
            <a:off x="1936439" y="1697437"/>
            <a:ext cx="305467" cy="305467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8" name="G1610 confetti 37"/>
          <p:cNvSpPr/>
          <p:nvPr/>
        </p:nvSpPr>
        <p:spPr>
          <a:xfrm rot="540000">
            <a:off x="7906247" y="3407303"/>
            <a:ext cx="269438" cy="26943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9" name="G1645 confetti 38"/>
          <p:cNvSpPr/>
          <p:nvPr/>
        </p:nvSpPr>
        <p:spPr>
          <a:xfrm rot="1740000">
            <a:off x="8615434" y="2977972"/>
            <a:ext cx="257713" cy="257713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50" name="G1680 confetti 39"/>
          <p:cNvSpPr/>
          <p:nvPr/>
        </p:nvSpPr>
        <p:spPr>
          <a:xfrm rot="3240000">
            <a:off x="1352324" y="3143914"/>
            <a:ext cx="347793" cy="347793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51" name="G1715 confetti 40"/>
          <p:cNvSpPr/>
          <p:nvPr/>
        </p:nvSpPr>
        <p:spPr>
          <a:xfrm rot="180000">
            <a:off x="2373482" y="3609704"/>
            <a:ext cx="315292" cy="315292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52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55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56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7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117</Slides>
  <Notes>117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 08-sad-dad</dc:title>
  <dc:subject>PptxGenJS Presentation</dc:subject>
  <dc:creator>PptxGenJS</dc:creator>
  <cp:lastModifiedBy>PptxGenJS</cp:lastModifiedBy>
  <cp:revision>1</cp:revision>
  <dcterms:created xsi:type="dcterms:W3CDTF">2026-10-10T23:17:16Z</dcterms:created>
  <dcterms:modified xsi:type="dcterms:W3CDTF">2026-10-10T23:17:16Z</dcterms:modified>
</cp:coreProperties>
</file>