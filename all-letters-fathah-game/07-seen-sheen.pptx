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05807" y="4846320"/>
            <a:ext cx="175153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3777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18231" y="4846320"/>
            <a:ext cx="262729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2902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30655" y="4846320"/>
            <a:ext cx="35030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2026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43078" y="4846320"/>
            <a:ext cx="437882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1150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55502" y="4846320"/>
            <a:ext cx="525458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70274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67926" y="4846320"/>
            <a:ext cx="61303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9399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80349" y="4846320"/>
            <a:ext cx="70061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8523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B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980349" y="4846320"/>
            <a:ext cx="70061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8523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980349" y="4846320"/>
            <a:ext cx="70061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8523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92773" y="4846320"/>
            <a:ext cx="788187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7647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05197" y="4846320"/>
            <a:ext cx="875763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6771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17620" y="4846320"/>
            <a:ext cx="963340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5896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30044" y="4846320"/>
            <a:ext cx="1050916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5020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42468" y="4846320"/>
            <a:ext cx="1138492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41445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54891" y="4846320"/>
            <a:ext cx="1226069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3268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67315" y="4846320"/>
            <a:ext cx="131364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2392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79739" y="4846320"/>
            <a:ext cx="140122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1517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B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جَسَثَ</a:t>
            </a:r>
            <a:endParaRPr lang="ar-SA" sz="5400" dirty="0"/>
          </a:p>
        </p:txBody>
      </p:sp>
      <p:sp>
        <p:nvSpPr>
          <p:cNvPr id="24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ثَسَحَ</a:t>
            </a:r>
            <a:endParaRPr lang="ar-SA" sz="5400" dirty="0"/>
          </a:p>
        </p:txBody>
      </p:sp>
      <p:sp>
        <p:nvSpPr>
          <p:cNvPr id="25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ثَسَجَ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79739" y="4846320"/>
            <a:ext cx="140122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1517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ثَسَجَ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279739" y="4846320"/>
            <a:ext cx="140122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61517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92162" y="4846320"/>
            <a:ext cx="1488798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60641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04586" y="4846320"/>
            <a:ext cx="157637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9765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17010" y="4846320"/>
            <a:ext cx="1663950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8889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29433" y="4846320"/>
            <a:ext cx="1751527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8014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41857" y="4846320"/>
            <a:ext cx="1839103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7138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54281" y="4846320"/>
            <a:ext cx="1926679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62626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666704" y="4846320"/>
            <a:ext cx="2014256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55386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79128" y="4846320"/>
            <a:ext cx="2101832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4511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B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</a:t>
            </a:r>
            <a:endParaRPr lang="ar-SA" sz="6400" dirty="0"/>
          </a:p>
        </p:txBody>
      </p:sp>
      <p:sp>
        <p:nvSpPr>
          <p:cNvPr id="21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</a:t>
            </a:r>
            <a:endParaRPr lang="ar-SA" sz="6400" dirty="0"/>
          </a:p>
        </p:txBody>
      </p:sp>
      <p:sp>
        <p:nvSpPr>
          <p:cNvPr id="22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579128" y="4846320"/>
            <a:ext cx="2101832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4511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579128" y="4846320"/>
            <a:ext cx="2101832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54511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91552" y="4846320"/>
            <a:ext cx="2189408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3635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03975" y="4846320"/>
            <a:ext cx="227698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2759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16399" y="4846320"/>
            <a:ext cx="236456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1883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28823" y="4846320"/>
            <a:ext cx="2452137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1008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41246" y="4846320"/>
            <a:ext cx="253971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0132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53670" y="4846320"/>
            <a:ext cx="2627290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92565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66094" y="4846320"/>
            <a:ext cx="2714866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8380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78517" y="4846320"/>
            <a:ext cx="2802443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7505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B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سَذَ</a:t>
            </a:r>
            <a:endParaRPr lang="ar-SA" sz="6400" dirty="0"/>
          </a:p>
        </p:txBody>
      </p:sp>
      <p:sp>
        <p:nvSpPr>
          <p:cNvPr id="21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</a:t>
            </a:r>
            <a:endParaRPr lang="ar-SA" sz="6400" dirty="0"/>
          </a:p>
        </p:txBody>
      </p:sp>
      <p:sp>
        <p:nvSpPr>
          <p:cNvPr id="22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878517" y="4846320"/>
            <a:ext cx="2802443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47505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878517" y="4846320"/>
            <a:ext cx="2802443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47505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90941" y="4846320"/>
            <a:ext cx="2890019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6629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03365" y="4846320"/>
            <a:ext cx="297759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5753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4615788" y="4846320"/>
            <a:ext cx="3065172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ame marker"/>
          <p:cNvSpPr/>
          <p:nvPr/>
        </p:nvSpPr>
        <p:spPr>
          <a:xfrm>
            <a:off x="44877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28212" y="4846320"/>
            <a:ext cx="3152748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4001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40635" y="4846320"/>
            <a:ext cx="324032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3126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53059" y="4846320"/>
            <a:ext cx="332790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22504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65483" y="4846320"/>
            <a:ext cx="3415477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1374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77906" y="4846320"/>
            <a:ext cx="350305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0498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B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</a:t>
            </a:r>
            <a:endParaRPr lang="ar-SA" sz="6400" dirty="0"/>
          </a:p>
        </p:txBody>
      </p:sp>
      <p:sp>
        <p:nvSpPr>
          <p:cNvPr id="21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شَحَ</a:t>
            </a:r>
            <a:endParaRPr lang="ar-SA" sz="6400" dirty="0"/>
          </a:p>
        </p:txBody>
      </p:sp>
      <p:sp>
        <p:nvSpPr>
          <p:cNvPr id="22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177906" y="4846320"/>
            <a:ext cx="350305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40498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177906" y="4846320"/>
            <a:ext cx="350305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40498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90330" y="4846320"/>
            <a:ext cx="3590630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9623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02754" y="4846320"/>
            <a:ext cx="3678206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8747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15177" y="4846320"/>
            <a:ext cx="3765783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7871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27601" y="4846320"/>
            <a:ext cx="3853359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6995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40025" y="4846320"/>
            <a:ext cx="394093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6120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52448" y="4846320"/>
            <a:ext cx="4028512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5244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564872" y="4846320"/>
            <a:ext cx="4116088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34368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77296" y="4846320"/>
            <a:ext cx="420366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3492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B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أَشَبَ</a:t>
            </a:r>
            <a:endParaRPr lang="ar-SA" sz="5400" dirty="0"/>
          </a:p>
        </p:txBody>
      </p:sp>
      <p:sp>
        <p:nvSpPr>
          <p:cNvPr id="24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بَشَأَ</a:t>
            </a:r>
            <a:endParaRPr lang="ar-SA" sz="5400" dirty="0"/>
          </a:p>
        </p:txBody>
      </p:sp>
      <p:sp>
        <p:nvSpPr>
          <p:cNvPr id="25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بَشَبَ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77296" y="4846320"/>
            <a:ext cx="420366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3492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أَشَبَ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477296" y="4846320"/>
            <a:ext cx="420366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33492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89719" y="4846320"/>
            <a:ext cx="429124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2617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02143" y="4846320"/>
            <a:ext cx="4378817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1741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14567" y="4846320"/>
            <a:ext cx="4466393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30865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26990" y="4846320"/>
            <a:ext cx="4553970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9989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39414" y="4846320"/>
            <a:ext cx="4641546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9113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51838" y="4846320"/>
            <a:ext cx="4729122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8238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64261" y="4846320"/>
            <a:ext cx="4816699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7362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76685" y="4846320"/>
            <a:ext cx="490427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6486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B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رَشَذَ</a:t>
            </a:r>
            <a:endParaRPr lang="ar-SA" sz="5400" dirty="0"/>
          </a:p>
        </p:txBody>
      </p:sp>
      <p:sp>
        <p:nvSpPr>
          <p:cNvPr id="24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ذَشَرَ</a:t>
            </a:r>
            <a:endParaRPr lang="ar-SA" sz="5400" dirty="0"/>
          </a:p>
        </p:txBody>
      </p:sp>
      <p:sp>
        <p:nvSpPr>
          <p:cNvPr id="25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ذَسَرَ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76685" y="4846320"/>
            <a:ext cx="490427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6486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ذَشَرَ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776685" y="4846320"/>
            <a:ext cx="490427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26486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89109" y="4846320"/>
            <a:ext cx="499185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5610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01532" y="4846320"/>
            <a:ext cx="5079428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47351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13956" y="4846320"/>
            <a:ext cx="516700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23859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26380" y="4846320"/>
            <a:ext cx="5254580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2983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38803" y="4846320"/>
            <a:ext cx="5342157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2107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51227" y="4846320"/>
            <a:ext cx="5429733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1232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63651" y="4846320"/>
            <a:ext cx="5517309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20356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76074" y="4846320"/>
            <a:ext cx="5604886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9480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2B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076074" y="4846320"/>
            <a:ext cx="5604886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9480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076074" y="4846320"/>
            <a:ext cx="5604886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19480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88498" y="4846320"/>
            <a:ext cx="5692462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8604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00922" y="4846320"/>
            <a:ext cx="5780038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7729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13345" y="4846320"/>
            <a:ext cx="5867615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6853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25769" y="4846320"/>
            <a:ext cx="5955191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5977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38193" y="4846320"/>
            <a:ext cx="6042767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5101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50616" y="4846320"/>
            <a:ext cx="6130344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4226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1634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21573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51512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8145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1138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41328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27126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01206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2B7A7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680000">
            <a:off x="1411468" y="2567004"/>
            <a:ext cx="228147" cy="22814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2940000">
            <a:off x="7107409" y="2308033"/>
            <a:ext cx="245783" cy="245783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500000">
            <a:off x="8458877" y="2319343"/>
            <a:ext cx="242760" cy="24276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420000">
            <a:off x="7246794" y="2633771"/>
            <a:ext cx="349033" cy="34903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520000">
            <a:off x="8452942" y="728859"/>
            <a:ext cx="284361" cy="28436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3000000">
            <a:off x="2693722" y="2235746"/>
            <a:ext cx="191570" cy="19157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940000">
            <a:off x="2547020" y="481815"/>
            <a:ext cx="193305" cy="193305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1625794" y="213942"/>
            <a:ext cx="316086" cy="31608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1320000">
            <a:off x="7900954" y="1123323"/>
            <a:ext cx="357530" cy="3575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1380000">
            <a:off x="2095976" y="2067948"/>
            <a:ext cx="206046" cy="20604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2340000">
            <a:off x="6356898" y="2272821"/>
            <a:ext cx="313693" cy="313693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00000">
            <a:off x="6732452" y="1575414"/>
            <a:ext cx="313560" cy="31356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2940000">
            <a:off x="8430045" y="2428180"/>
            <a:ext cx="325465" cy="32546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320000">
            <a:off x="8268994" y="875349"/>
            <a:ext cx="165766" cy="165766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07-seen-sheen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