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up! Celebrate before the next set of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TIME: ask the child to read the equation, then tap the answer they think is right. Right answer = celebration slide. Wrong answer = a hidden try-again slide (only reachable by tapping a wrong answer); tap the green button to try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Hidden try-again slide: only shown after a wrong answer. Tap the green button to go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Finished! Give the child a big cheer.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0.xml"/><Relationship Id="rIdLnk3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Lnk1" Type="http://schemas.openxmlformats.org/officeDocument/2006/relationships/slide" Target="slide32.xml"/><Relationship Id="rIdLnk2" Type="http://schemas.openxmlformats.org/officeDocument/2006/relationships/slide" Target="slide33.xml"/><Relationship Id="rIdLnk3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level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Lnk1" Type="http://schemas.openxmlformats.org/officeDocument/2006/relationships/slide" Target="slide45.xml"/><Relationship Id="rIdLnk2" Type="http://schemas.openxmlformats.org/officeDocument/2006/relationships/slide" Target="slide44.xml"/><Relationship Id="rIdLnk3" Type="http://schemas.openxmlformats.org/officeDocument/2006/relationships/slide" Target="slide4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Lnk1" Type="http://schemas.openxmlformats.org/officeDocument/2006/relationships/slide" Target="slide43.xml"/><Relationship Id="rIdLnk2" Type="http://schemas.openxmlformats.org/officeDocument/2006/relationships/slide" Target="slide43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Lnk1" Type="http://schemas.openxmlformats.org/officeDocument/2006/relationships/slide" Target="slide56.xml"/><Relationship Id="rIdLnk2" Type="http://schemas.openxmlformats.org/officeDocument/2006/relationships/slide" Target="slide56.xml"/><Relationship Id="rIdLnk3" Type="http://schemas.openxmlformats.org/officeDocument/2006/relationships/slide" Target="slide5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Lnk1" Type="http://schemas.openxmlformats.org/officeDocument/2006/relationships/slide" Target="slide54.xml"/><Relationship Id="rIdLnk2" Type="http://schemas.openxmlformats.org/officeDocument/2006/relationships/slide" Target="slide54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Lnk1" Type="http://schemas.openxmlformats.org/officeDocument/2006/relationships/slide" Target="slide66.xml"/><Relationship Id="rIdLnk2" Type="http://schemas.openxmlformats.org/officeDocument/2006/relationships/slide" Target="slide67.xml"/><Relationship Id="rIdLnk3" Type="http://schemas.openxmlformats.org/officeDocument/2006/relationships/slide" Target="slide6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Lnk1" Type="http://schemas.openxmlformats.org/officeDocument/2006/relationships/slide" Target="slide65.xml"/><Relationship Id="rIdLnk2" Type="http://schemas.openxmlformats.org/officeDocument/2006/relationships/slide" Target="slide65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level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Lnk1" Type="http://schemas.openxmlformats.org/officeDocument/2006/relationships/slide" Target="slide79.xml"/><Relationship Id="rIdLnk2" Type="http://schemas.openxmlformats.org/officeDocument/2006/relationships/slide" Target="slide78.xml"/><Relationship Id="rIdLnk3" Type="http://schemas.openxmlformats.org/officeDocument/2006/relationships/slide" Target="slide79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Lnk1" Type="http://schemas.openxmlformats.org/officeDocument/2006/relationships/slide" Target="slide77.xml"/><Relationship Id="rIdLnk2" Type="http://schemas.openxmlformats.org/officeDocument/2006/relationships/slide" Target="slide77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Lnk1" Type="http://schemas.openxmlformats.org/officeDocument/2006/relationships/slide" Target="slide90.xml"/><Relationship Id="rIdLnk2" Type="http://schemas.openxmlformats.org/officeDocument/2006/relationships/slide" Target="slide90.xml"/><Relationship Id="rIdLnk3" Type="http://schemas.openxmlformats.org/officeDocument/2006/relationships/slide" Target="slide89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win.wav"/><Relationship Id="rIdSnd2" Type="http://schemas.openxmlformats.org/officeDocument/2006/relationships/audio" Target="../media/bell1.wav"/><Relationship Id="rIdSnd3" Type="http://schemas.openxmlformats.org/officeDocument/2006/relationships/audio" Target="../media/bell2.wav"/><Relationship Id="rIdSnd4" Type="http://schemas.openxmlformats.org/officeDocument/2006/relationships/audio" Target="../media/bell3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Lnk1" Type="http://schemas.openxmlformats.org/officeDocument/2006/relationships/slide" Target="slide88.xml"/><Relationship Id="rIdLnk2" Type="http://schemas.openxmlformats.org/officeDocument/2006/relationships/slide" Target="slide88.xml"/><Relationship Id="rIdSnd1" Type="http://schemas.openxmlformats.org/officeDocument/2006/relationships/audio" Target="../media/oops.wav"/><Relationship Id="rIdSnd2" Type="http://schemas.openxmlformats.org/officeDocument/2006/relationships/audio" Target="../media/pluck1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level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7534656" y="48463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74066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505807" y="4846320"/>
            <a:ext cx="17515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37779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418231" y="4846320"/>
            <a:ext cx="262729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29021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330655" y="4846320"/>
            <a:ext cx="35030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20263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243078" y="4846320"/>
            <a:ext cx="43788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11506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155502" y="4846320"/>
            <a:ext cx="525458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702748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7067926" y="4846320"/>
            <a:ext cx="61303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93991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980349" y="4846320"/>
            <a:ext cx="70061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8523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LINK11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6400" dirty="0"/>
          </a:p>
        </p:txBody>
      </p:sp>
      <p:sp>
        <p:nvSpPr>
          <p:cNvPr id="21" name="LINK1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6400" dirty="0"/>
          </a:p>
        </p:txBody>
      </p:sp>
      <p:sp>
        <p:nvSpPr>
          <p:cNvPr id="22" name="LINK1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6980349" y="4846320"/>
            <a:ext cx="70061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68523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980349" y="4846320"/>
            <a:ext cx="70061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85233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9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9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92773" y="4846320"/>
            <a:ext cx="788187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76475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805197" y="4846320"/>
            <a:ext cx="87576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67718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717620" y="4846320"/>
            <a:ext cx="963340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58960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6630044" y="4846320"/>
            <a:ext cx="105091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650202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542468" y="4846320"/>
            <a:ext cx="113849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41445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454891" y="4846320"/>
            <a:ext cx="1226069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32687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367315" y="4846320"/>
            <a:ext cx="131364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23929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79739" y="4846320"/>
            <a:ext cx="140122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1517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LINK2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جَسَثَ</a:t>
            </a:r>
            <a:endParaRPr lang="ar-SA" sz="5400" dirty="0"/>
          </a:p>
        </p:txBody>
      </p:sp>
      <p:sp>
        <p:nvSpPr>
          <p:cNvPr id="24" name="LINK22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ثَسَحَ</a:t>
            </a:r>
            <a:endParaRPr lang="ar-SA" sz="5400" dirty="0"/>
          </a:p>
        </p:txBody>
      </p:sp>
      <p:sp>
        <p:nvSpPr>
          <p:cNvPr id="25" name="LINK21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279739" y="4846320"/>
            <a:ext cx="140122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1517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6279739" y="4846320"/>
            <a:ext cx="140122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615172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20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20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92162" y="4846320"/>
            <a:ext cx="1488798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606414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104586" y="4846320"/>
            <a:ext cx="157637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97657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6017010" y="4846320"/>
            <a:ext cx="1663950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88899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929433" y="4846320"/>
            <a:ext cx="1751527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80141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841857" y="4846320"/>
            <a:ext cx="183910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71384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754281" y="4846320"/>
            <a:ext cx="1926679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62626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5666704" y="4846320"/>
            <a:ext cx="201425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553868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579128" y="4846320"/>
            <a:ext cx="210183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4511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LINK32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6400" dirty="0"/>
          </a:p>
        </p:txBody>
      </p:sp>
      <p:sp>
        <p:nvSpPr>
          <p:cNvPr id="21" name="LINK33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6400" dirty="0"/>
          </a:p>
        </p:txBody>
      </p:sp>
      <p:sp>
        <p:nvSpPr>
          <p:cNvPr id="22" name="LINK33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5579128" y="4846320"/>
            <a:ext cx="210183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54511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5579128" y="4846320"/>
            <a:ext cx="210183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545111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31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31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2400000">
            <a:off x="5619303" y="4553922"/>
            <a:ext cx="301278" cy="301278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2940000">
            <a:off x="1667282" y="4059228"/>
            <a:ext cx="306873" cy="30687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660000">
            <a:off x="6538455" y="1665269"/>
            <a:ext cx="324298" cy="324298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3000000">
            <a:off x="1978867" y="3639635"/>
            <a:ext cx="339871" cy="339871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1260000">
            <a:off x="1139875" y="2247467"/>
            <a:ext cx="311713" cy="311713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120000">
            <a:off x="2583712" y="1799198"/>
            <a:ext cx="349410" cy="34941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1140000">
            <a:off x="7228567" y="940997"/>
            <a:ext cx="196439" cy="19643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780000">
            <a:off x="8545944" y="2234945"/>
            <a:ext cx="316174" cy="316174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3000000">
            <a:off x="7221936" y="1534153"/>
            <a:ext cx="272377" cy="272377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60000">
            <a:off x="3777383" y="4326648"/>
            <a:ext cx="251201" cy="251201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>
            <a:off x="2347747" y="766210"/>
            <a:ext cx="298744" cy="298744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780000">
            <a:off x="2643393" y="1414344"/>
            <a:ext cx="248639" cy="248639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3000000">
            <a:off x="7087581" y="2286911"/>
            <a:ext cx="272869" cy="272869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1800000">
            <a:off x="361717" y="2614780"/>
            <a:ext cx="254852" cy="25485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860000">
            <a:off x="4377758" y="4371079"/>
            <a:ext cx="205135" cy="205135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80000">
            <a:off x="7972525" y="2858292"/>
            <a:ext cx="167446" cy="167446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820000">
            <a:off x="7099354" y="3191929"/>
            <a:ext cx="221458" cy="221458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2040000">
            <a:off x="8738756" y="2345981"/>
            <a:ext cx="202874" cy="202874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840000">
            <a:off x="924041" y="4283189"/>
            <a:ext cx="182185" cy="182185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500000">
            <a:off x="2200418" y="3714599"/>
            <a:ext cx="246864" cy="246864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2940000">
            <a:off x="259805" y="1598376"/>
            <a:ext cx="307096" cy="307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3060000">
            <a:off x="7009777" y="4560170"/>
            <a:ext cx="283592" cy="28359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860000">
            <a:off x="2824194" y="207871"/>
            <a:ext cx="215726" cy="215726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1920000">
            <a:off x="2293933" y="1636753"/>
            <a:ext cx="188479" cy="188479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940000">
            <a:off x="8516698" y="3257876"/>
            <a:ext cx="268822" cy="268822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7059322" y="1586615"/>
            <a:ext cx="260685" cy="260685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91552" y="4846320"/>
            <a:ext cx="2189408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36353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403975" y="4846320"/>
            <a:ext cx="227698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27595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316399" y="4846320"/>
            <a:ext cx="236456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18838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228823" y="4846320"/>
            <a:ext cx="2452137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10080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141246" y="4846320"/>
            <a:ext cx="253971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501323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5053670" y="4846320"/>
            <a:ext cx="2627290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92565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966094" y="4846320"/>
            <a:ext cx="271486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83807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878517" y="4846320"/>
            <a:ext cx="280244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7505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LINK45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6400" dirty="0"/>
          </a:p>
        </p:txBody>
      </p:sp>
      <p:sp>
        <p:nvSpPr>
          <p:cNvPr id="21" name="LINK44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6400" dirty="0"/>
          </a:p>
        </p:txBody>
      </p:sp>
      <p:sp>
        <p:nvSpPr>
          <p:cNvPr id="22" name="LINK4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878517" y="4846320"/>
            <a:ext cx="280244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47505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878517" y="4846320"/>
            <a:ext cx="280244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475050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43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43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90941" y="4846320"/>
            <a:ext cx="2890019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66292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703365" y="4846320"/>
            <a:ext cx="297759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57534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9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9000" dirty="0"/>
          </a:p>
        </p:txBody>
      </p:sp>
      <p:sp>
        <p:nvSpPr>
          <p:cNvPr id="15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Game progress"/>
          <p:cNvSpPr/>
          <p:nvPr/>
        </p:nvSpPr>
        <p:spPr>
          <a:xfrm>
            <a:off x="4615788" y="4846320"/>
            <a:ext cx="306517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8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ame marker"/>
          <p:cNvSpPr/>
          <p:nvPr/>
        </p:nvSpPr>
        <p:spPr>
          <a:xfrm>
            <a:off x="448777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528212" y="4846320"/>
            <a:ext cx="3152748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40019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440635" y="4846320"/>
            <a:ext cx="324032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31261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353059" y="4846320"/>
            <a:ext cx="332790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22504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265483" y="4846320"/>
            <a:ext cx="3415477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13746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177906" y="4846320"/>
            <a:ext cx="350305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40498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LINK5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6400" dirty="0"/>
          </a:p>
        </p:txBody>
      </p:sp>
      <p:sp>
        <p:nvSpPr>
          <p:cNvPr id="21" name="LINK56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6400" dirty="0"/>
          </a:p>
        </p:txBody>
      </p:sp>
      <p:sp>
        <p:nvSpPr>
          <p:cNvPr id="22" name="LINK55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4177906" y="4846320"/>
            <a:ext cx="350305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40498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4177906" y="4846320"/>
            <a:ext cx="350305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404989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54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54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90330" y="4846320"/>
            <a:ext cx="3590630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96231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4002754" y="4846320"/>
            <a:ext cx="367820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87473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915177" y="4846320"/>
            <a:ext cx="376578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78716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827601" y="4846320"/>
            <a:ext cx="3853359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69958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740025" y="4846320"/>
            <a:ext cx="394093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61200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652448" y="4846320"/>
            <a:ext cx="402851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52443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3564872" y="4846320"/>
            <a:ext cx="4116088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343685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77296" y="4846320"/>
            <a:ext cx="420366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3492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LINK66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5400" dirty="0"/>
          </a:p>
        </p:txBody>
      </p:sp>
      <p:sp>
        <p:nvSpPr>
          <p:cNvPr id="24" name="LINK67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بَشَأَ</a:t>
            </a:r>
            <a:endParaRPr lang="ar-SA" sz="5400" dirty="0"/>
          </a:p>
        </p:txBody>
      </p:sp>
      <p:sp>
        <p:nvSpPr>
          <p:cNvPr id="25" name="LINK67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بَشَبَ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477296" y="4846320"/>
            <a:ext cx="420366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3492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3477296" y="4846320"/>
            <a:ext cx="420366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334928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65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65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>
            <a:off x="1350696" y="4076901"/>
            <a:ext cx="233962" cy="233962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420000">
            <a:off x="1015147" y="757259"/>
            <a:ext cx="189080" cy="189080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1260000">
            <a:off x="6800945" y="3300867"/>
            <a:ext cx="305931" cy="30593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1080000">
            <a:off x="2062307" y="2250225"/>
            <a:ext cx="350649" cy="350649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 rot="3540000">
            <a:off x="1002185" y="4071851"/>
            <a:ext cx="236177" cy="236177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3480000">
            <a:off x="2117446" y="1278126"/>
            <a:ext cx="281656" cy="28165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2362136" y="3396372"/>
            <a:ext cx="225957" cy="22595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1860000">
            <a:off x="2653168" y="2484406"/>
            <a:ext cx="310932" cy="31093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60000">
            <a:off x="2518144" y="781191"/>
            <a:ext cx="319375" cy="319375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1260000">
            <a:off x="1298010" y="2349916"/>
            <a:ext cx="257740" cy="25774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8202175" y="4269627"/>
            <a:ext cx="288281" cy="288281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1440000">
            <a:off x="7793038" y="1368271"/>
            <a:ext cx="173173" cy="173173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1320000">
            <a:off x="8569592" y="323895"/>
            <a:ext cx="248191" cy="248191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420000">
            <a:off x="1657247" y="4124637"/>
            <a:ext cx="223904" cy="22390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1680000">
            <a:off x="6351346" y="4532035"/>
            <a:ext cx="322259" cy="322259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2220000">
            <a:off x="2824085" y="3620646"/>
            <a:ext cx="284979" cy="284979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2340000">
            <a:off x="8007470" y="3453605"/>
            <a:ext cx="169649" cy="169649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3420000">
            <a:off x="2659403" y="3792366"/>
            <a:ext cx="311336" cy="311336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3240000">
            <a:off x="1918403" y="724110"/>
            <a:ext cx="209748" cy="209748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3060000">
            <a:off x="7049099" y="1365067"/>
            <a:ext cx="229607" cy="229607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660000">
            <a:off x="6849351" y="3243047"/>
            <a:ext cx="306092" cy="3060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780000">
            <a:off x="7314819" y="3795987"/>
            <a:ext cx="318502" cy="318502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1200000">
            <a:off x="1508096" y="556492"/>
            <a:ext cx="213828" cy="213828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240000">
            <a:off x="720912" y="1612567"/>
            <a:ext cx="290354" cy="290354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760000">
            <a:off x="1787711" y="366804"/>
            <a:ext cx="215331" cy="215331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2220000">
            <a:off x="7139178" y="2101617"/>
            <a:ext cx="293238" cy="29323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41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42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43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89719" y="4846320"/>
            <a:ext cx="429124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26170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302143" y="4846320"/>
            <a:ext cx="4378817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17412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214567" y="4846320"/>
            <a:ext cx="446639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308655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126990" y="4846320"/>
            <a:ext cx="4553970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99897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3039414" y="4846320"/>
            <a:ext cx="464154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91139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951838" y="4846320"/>
            <a:ext cx="472912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82382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864261" y="4846320"/>
            <a:ext cx="4816699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73624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76685" y="4846320"/>
            <a:ext cx="490427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6486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14300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Question panel"/>
          <p:cNvSpPr/>
          <p:nvPr/>
        </p:nvSpPr>
        <p:spPr>
          <a:xfrm>
            <a:off x="594360" y="86868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6" name="Question mark"/>
          <p:cNvSpPr txBox="1"/>
          <p:nvPr/>
        </p:nvSpPr>
        <p:spPr>
          <a:xfrm>
            <a:off x="594360" y="86868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7" name="Letter 1"/>
          <p:cNvSpPr txBox="1"/>
          <p:nvPr/>
        </p:nvSpPr>
        <p:spPr>
          <a:xfrm>
            <a:off x="726948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8" name="Plus 1"/>
          <p:cNvSpPr/>
          <p:nvPr/>
        </p:nvSpPr>
        <p:spPr>
          <a:xfrm>
            <a:off x="6844284" y="160934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Letter 2"/>
          <p:cNvSpPr txBox="1"/>
          <p:nvPr/>
        </p:nvSpPr>
        <p:spPr>
          <a:xfrm>
            <a:off x="548640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0" name="Plus 2"/>
          <p:cNvSpPr/>
          <p:nvPr/>
        </p:nvSpPr>
        <p:spPr>
          <a:xfrm>
            <a:off x="5061204" y="160934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1" name="Letter 3"/>
          <p:cNvSpPr txBox="1"/>
          <p:nvPr/>
        </p:nvSpPr>
        <p:spPr>
          <a:xfrm>
            <a:off x="3703320" y="11430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2" name="Arrow"/>
          <p:cNvSpPr/>
          <p:nvPr/>
        </p:nvSpPr>
        <p:spPr>
          <a:xfrm>
            <a:off x="3040380" y="152704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LINK79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رَشَذَ</a:t>
            </a:r>
            <a:endParaRPr lang="ar-SA" sz="5400" dirty="0"/>
          </a:p>
        </p:txBody>
      </p:sp>
      <p:sp>
        <p:nvSpPr>
          <p:cNvPr id="24" name="LINK78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5400" dirty="0"/>
          </a:p>
        </p:txBody>
      </p:sp>
      <p:sp>
        <p:nvSpPr>
          <p:cNvPr id="25" name="LINK7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54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776685" y="4846320"/>
            <a:ext cx="490427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6486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776685" y="4846320"/>
            <a:ext cx="490427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264866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77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77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89109" y="4846320"/>
            <a:ext cx="499185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56109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601532" y="4846320"/>
            <a:ext cx="5079428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47351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7200" dirty="0"/>
          </a:p>
        </p:txBody>
      </p:sp>
      <p:sp>
        <p:nvSpPr>
          <p:cNvPr id="26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Game progress"/>
          <p:cNvSpPr/>
          <p:nvPr/>
        </p:nvSpPr>
        <p:spPr>
          <a:xfrm>
            <a:off x="2513956" y="4846320"/>
            <a:ext cx="516700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4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5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6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Game marker"/>
          <p:cNvSpPr/>
          <p:nvPr/>
        </p:nvSpPr>
        <p:spPr>
          <a:xfrm>
            <a:off x="238594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426380" y="4846320"/>
            <a:ext cx="5254580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29836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338803" y="4846320"/>
            <a:ext cx="5342157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21078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251227" y="4846320"/>
            <a:ext cx="5429733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123211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163651" y="4846320"/>
            <a:ext cx="5517309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2035635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2076074" y="4846320"/>
            <a:ext cx="560488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9480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91440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Question panel"/>
          <p:cNvSpPr/>
          <p:nvPr/>
        </p:nvSpPr>
        <p:spPr>
          <a:xfrm>
            <a:off x="685800" y="77724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dash"/>
          </a:ln>
        </p:spPr>
      </p:sp>
      <p:sp>
        <p:nvSpPr>
          <p:cNvPr id="15" name="Question mark"/>
          <p:cNvSpPr txBox="1"/>
          <p:nvPr/>
        </p:nvSpPr>
        <p:spPr>
          <a:xfrm>
            <a:off x="68580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2B7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؟</a:t>
            </a:r>
            <a:endParaRPr lang="ar-SA" sz="11000" dirty="0"/>
          </a:p>
        </p:txBody>
      </p:sp>
      <p:sp>
        <p:nvSpPr>
          <p:cNvPr id="16" name="Letter 1"/>
          <p:cNvSpPr txBox="1"/>
          <p:nvPr/>
        </p:nvSpPr>
        <p:spPr>
          <a:xfrm>
            <a:off x="672084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Plus 1"/>
          <p:cNvSpPr/>
          <p:nvPr/>
        </p:nvSpPr>
        <p:spPr>
          <a:xfrm>
            <a:off x="6195060" y="157734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Letter 2"/>
          <p:cNvSpPr txBox="1"/>
          <p:nvPr/>
        </p:nvSpPr>
        <p:spPr>
          <a:xfrm>
            <a:off x="4343400" y="9144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Arrow"/>
          <p:cNvSpPr/>
          <p:nvPr/>
        </p:nvSpPr>
        <p:spPr>
          <a:xfrm>
            <a:off x="3566160" y="152704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LINK90 answer 1">
            <a:hlinkClick r:id="rIdLnk1" action="ppaction://hlinksldjump"/>
          </p:cNvPr>
          <p:cNvSpPr/>
          <p:nvPr/>
        </p:nvSpPr>
        <p:spPr>
          <a:xfrm>
            <a:off x="5829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E8604C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6400" dirty="0"/>
          </a:p>
        </p:txBody>
      </p:sp>
      <p:sp>
        <p:nvSpPr>
          <p:cNvPr id="21" name="LINK90 answer 2">
            <a:hlinkClick r:id="rIdLnk2" action="ppaction://hlinksldjump"/>
          </p:cNvPr>
          <p:cNvSpPr/>
          <p:nvPr/>
        </p:nvSpPr>
        <p:spPr>
          <a:xfrm>
            <a:off x="3543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3A8FD9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6400" dirty="0"/>
          </a:p>
        </p:txBody>
      </p:sp>
      <p:sp>
        <p:nvSpPr>
          <p:cNvPr id="22" name="LINK89 answer 3">
            <a:hlinkClick r:id="rIdLnk3" action="ppaction://hlinksldjump"/>
          </p:cNvPr>
          <p:cNvSpPr/>
          <p:nvPr/>
        </p:nvSpPr>
        <p:spPr>
          <a:xfrm>
            <a:off x="1257300" y="3246120"/>
            <a:ext cx="2057400" cy="1143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76200">
            <a:solidFill>
              <a:srgbClr val="2FB57A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6400" dirty="0"/>
          </a:p>
        </p:txBody>
      </p:sp>
      <p:sp>
        <p:nvSpPr>
          <p:cNvPr id="23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Game progress"/>
          <p:cNvSpPr/>
          <p:nvPr/>
        </p:nvSpPr>
        <p:spPr>
          <a:xfrm>
            <a:off x="2076074" y="4846320"/>
            <a:ext cx="560488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3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Game marker"/>
          <p:cNvSpPr/>
          <p:nvPr/>
        </p:nvSpPr>
        <p:spPr>
          <a:xfrm>
            <a:off x="19480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500 star1"/>
          <p:cNvSpPr/>
          <p:nvPr/>
        </p:nvSpPr>
        <p:spPr>
          <a:xfrm>
            <a:off x="306324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G0780 star2"/>
          <p:cNvSpPr/>
          <p:nvPr/>
        </p:nvSpPr>
        <p:spPr>
          <a:xfrm>
            <a:off x="411480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G1060 star3"/>
          <p:cNvSpPr/>
          <p:nvPr/>
        </p:nvSpPr>
        <p:spPr>
          <a:xfrm>
            <a:off x="5166360" y="274320"/>
            <a:ext cx="822960" cy="822960"/>
          </a:xfrm>
          <a:prstGeom prst="star5">
            <a:avLst/>
          </a:prstGeom>
          <a:solidFill>
            <a:srgbClr val="FFC9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G0000 face"/>
          <p:cNvSpPr/>
          <p:nvPr/>
        </p:nvSpPr>
        <p:spPr>
          <a:xfrm>
            <a:off x="3657600" y="1188720"/>
            <a:ext cx="1828800" cy="1828800"/>
          </a:xfrm>
          <a:prstGeom prst="smileyFace">
            <a:avLst/>
          </a:prstGeom>
          <a:solidFill>
            <a:srgbClr val="7BE495"/>
          </a:solidFill>
          <a:ln w="50800">
            <a:solidFill>
              <a:srgbClr val="FFFFFF"/>
            </a:solidFill>
            <a:prstDash val="solid"/>
          </a:ln>
        </p:spPr>
      </p:sp>
      <p:sp>
        <p:nvSpPr>
          <p:cNvPr id="16" name="G1500 panel"/>
          <p:cNvSpPr/>
          <p:nvPr/>
        </p:nvSpPr>
        <p:spPr>
          <a:xfrm>
            <a:off x="2377440" y="3246120"/>
            <a:ext cx="4389120" cy="1188720"/>
          </a:xfrm>
          <a:prstGeom prst="roundRect">
            <a:avLst>
              <a:gd name="adj" fmla="val 23077"/>
            </a:avLst>
          </a:prstGeom>
          <a:solidFill>
            <a:srgbClr val="FFFBE3"/>
          </a:solidFill>
          <a:ln w="76200">
            <a:solidFill>
              <a:srgbClr val="F2B13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8000" dirty="0"/>
          </a:p>
        </p:txBody>
      </p:sp>
      <p:sp>
        <p:nvSpPr>
          <p:cNvPr id="17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Game progress"/>
          <p:cNvSpPr/>
          <p:nvPr/>
        </p:nvSpPr>
        <p:spPr>
          <a:xfrm>
            <a:off x="2076074" y="4846320"/>
            <a:ext cx="5604886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0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3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Game marker"/>
          <p:cNvSpPr/>
          <p:nvPr/>
        </p:nvSpPr>
        <p:spPr>
          <a:xfrm>
            <a:off x="1948058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2" grpId="0" animBg="1"/>
      <p:bldP spid="13" grpId="0" animBg="1"/>
      <p:bldP spid="14" grpId="0" animBg="1"/>
      <p:bldP spid="1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000 oops"/>
          <p:cNvSpPr/>
          <p:nvPr/>
        </p:nvSpPr>
        <p:spPr>
          <a:xfrm>
            <a:off x="3474720" y="457200"/>
            <a:ext cx="2194560" cy="2194560"/>
          </a:xfrm>
          <a:prstGeom prst="mathMultiply">
            <a:avLst/>
          </a:prstGeom>
          <a:solidFill>
            <a:srgbClr val="E8453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G0700 LINK88 retry button">
            <a:hlinkClick r:id="rIdLnk1" action="ppaction://hlinksldjump"/>
          </p:cNvPr>
          <p:cNvSpPr/>
          <p:nvPr/>
        </p:nvSpPr>
        <p:spPr>
          <a:xfrm>
            <a:off x="3108960" y="3017520"/>
            <a:ext cx="2926080" cy="1371600"/>
          </a:xfrm>
          <a:prstGeom prst="roundRect">
            <a:avLst>
              <a:gd name="adj" fmla="val 20000"/>
            </a:avLst>
          </a:prstGeom>
          <a:solidFill>
            <a:srgbClr val="2FB57A"/>
          </a:solidFill>
          <a:ln w="63500">
            <a:solidFill>
              <a:srgbClr val="FFFFFF"/>
            </a:solidFill>
            <a:prstDash val="solid"/>
          </a:ln>
        </p:spPr>
      </p:sp>
      <p:sp>
        <p:nvSpPr>
          <p:cNvPr id="14" name="G0700 LINK88 retry icon">
            <a:hlinkClick r:id="rIdLnk2" action="ppaction://hlinksldjump"/>
          </p:cNvPr>
          <p:cNvSpPr/>
          <p:nvPr/>
        </p:nvSpPr>
        <p:spPr>
          <a:xfrm>
            <a:off x="4023360" y="3200400"/>
            <a:ext cx="1097280" cy="1005840"/>
          </a:xfrm>
          <a:prstGeom prst="circular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HIDDEN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oops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88498" y="4846320"/>
            <a:ext cx="5692462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860482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900922" y="4846320"/>
            <a:ext cx="5780038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772906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813345" y="4846320"/>
            <a:ext cx="5867615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685329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725769" y="4846320"/>
            <a:ext cx="5955191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597753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638193" y="4846320"/>
            <a:ext cx="6042767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510177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550616" y="4846320"/>
            <a:ext cx="6130344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422600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600" dirty="0"/>
          </a:p>
        </p:txBody>
      </p:sp>
      <p:sp>
        <p:nvSpPr>
          <p:cNvPr id="22" name="Game track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7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Game progress"/>
          <p:cNvSpPr/>
          <p:nvPr/>
        </p:nvSpPr>
        <p:spPr>
          <a:xfrm>
            <a:off x="1463040" y="4846320"/>
            <a:ext cx="6217920" cy="146304"/>
          </a:xfrm>
          <a:prstGeom prst="roundRect">
            <a:avLst>
              <a:gd name="adj" fmla="val 50000"/>
            </a:avLst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4" name="Game milestone 1"/>
          <p:cNvSpPr/>
          <p:nvPr/>
        </p:nvSpPr>
        <p:spPr>
          <a:xfrm>
            <a:off x="691634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5" name="Game milestone 2"/>
          <p:cNvSpPr/>
          <p:nvPr/>
        </p:nvSpPr>
        <p:spPr>
          <a:xfrm>
            <a:off x="6215731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Game milestone 3"/>
          <p:cNvSpPr/>
          <p:nvPr/>
        </p:nvSpPr>
        <p:spPr>
          <a:xfrm>
            <a:off x="5515120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7" name="Game milestone 4"/>
          <p:cNvSpPr/>
          <p:nvPr/>
        </p:nvSpPr>
        <p:spPr>
          <a:xfrm>
            <a:off x="4814509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8" name="Game milestone 5"/>
          <p:cNvSpPr/>
          <p:nvPr/>
        </p:nvSpPr>
        <p:spPr>
          <a:xfrm>
            <a:off x="411389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9" name="Game milestone 6"/>
          <p:cNvSpPr/>
          <p:nvPr/>
        </p:nvSpPr>
        <p:spPr>
          <a:xfrm>
            <a:off x="3413288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0" name="Game milestone 7"/>
          <p:cNvSpPr/>
          <p:nvPr/>
        </p:nvSpPr>
        <p:spPr>
          <a:xfrm>
            <a:off x="2712677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1" name="Game milestone 8"/>
          <p:cNvSpPr/>
          <p:nvPr/>
        </p:nvSpPr>
        <p:spPr>
          <a:xfrm>
            <a:off x="2012066" y="4855464"/>
            <a:ext cx="128016" cy="128016"/>
          </a:xfrm>
          <a:prstGeom prst="ellipse">
            <a:avLst/>
          </a:prstGeom>
          <a:solidFill>
            <a:srgbClr val="FFC93C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32" name="Game goal star"/>
          <p:cNvSpPr/>
          <p:nvPr/>
        </p:nvSpPr>
        <p:spPr>
          <a:xfrm>
            <a:off x="1261872" y="4754880"/>
            <a:ext cx="329184" cy="329184"/>
          </a:xfrm>
          <a:prstGeom prst="star5">
            <a:avLst/>
          </a:prstGeom>
          <a:solidFill>
            <a:srgbClr val="FFC9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ame marker"/>
          <p:cNvSpPr/>
          <p:nvPr/>
        </p:nvSpPr>
        <p:spPr>
          <a:xfrm>
            <a:off x="1335024" y="4754880"/>
            <a:ext cx="329184" cy="329184"/>
          </a:xfrm>
          <a:prstGeom prst="smileyFace">
            <a:avLst/>
          </a:prstGeom>
          <a:solidFill>
            <a:srgbClr val="FFFFFF"/>
          </a:solidFill>
          <a:ln w="19050">
            <a:solidFill>
              <a:srgbClr val="2B7A7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G0350 confetti 1"/>
          <p:cNvSpPr/>
          <p:nvPr/>
        </p:nvSpPr>
        <p:spPr>
          <a:xfrm rot="3540000">
            <a:off x="6849595" y="2039861"/>
            <a:ext cx="173373" cy="173373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3" name="G0385 confetti 2"/>
          <p:cNvSpPr/>
          <p:nvPr/>
        </p:nvSpPr>
        <p:spPr>
          <a:xfrm rot="660000">
            <a:off x="7026649" y="3691848"/>
            <a:ext cx="211788" cy="211788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4" name="G0420 confetti 3"/>
          <p:cNvSpPr/>
          <p:nvPr/>
        </p:nvSpPr>
        <p:spPr>
          <a:xfrm rot="2460000">
            <a:off x="8531370" y="3142517"/>
            <a:ext cx="260516" cy="260516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15" name="G0455 confetti 4"/>
          <p:cNvSpPr/>
          <p:nvPr/>
        </p:nvSpPr>
        <p:spPr>
          <a:xfrm rot="540000">
            <a:off x="2653537" y="1328361"/>
            <a:ext cx="174420" cy="17442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16" name="G0490 confetti 5"/>
          <p:cNvSpPr/>
          <p:nvPr/>
        </p:nvSpPr>
        <p:spPr>
          <a:xfrm>
            <a:off x="7517703" y="2353607"/>
            <a:ext cx="230170" cy="230170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G0525 confetti 6"/>
          <p:cNvSpPr/>
          <p:nvPr/>
        </p:nvSpPr>
        <p:spPr>
          <a:xfrm rot="2100000">
            <a:off x="1060841" y="4487427"/>
            <a:ext cx="326270" cy="326270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8" name="G0560 confetti 7"/>
          <p:cNvSpPr/>
          <p:nvPr/>
        </p:nvSpPr>
        <p:spPr>
          <a:xfrm rot="2940000">
            <a:off x="8578540" y="3662394"/>
            <a:ext cx="309690" cy="3096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G0595 confetti 8"/>
          <p:cNvSpPr/>
          <p:nvPr/>
        </p:nvSpPr>
        <p:spPr>
          <a:xfrm rot="480000">
            <a:off x="8630281" y="3027527"/>
            <a:ext cx="299322" cy="299322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0" name="G0630 confetti 9"/>
          <p:cNvSpPr/>
          <p:nvPr/>
        </p:nvSpPr>
        <p:spPr>
          <a:xfrm rot="1740000">
            <a:off x="7008487" y="1744311"/>
            <a:ext cx="298820" cy="298820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1" name="G0665 confetti 10"/>
          <p:cNvSpPr/>
          <p:nvPr/>
        </p:nvSpPr>
        <p:spPr>
          <a:xfrm rot="2400000">
            <a:off x="7973219" y="2220479"/>
            <a:ext cx="171127" cy="171127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2" name="G0700 confetti 11"/>
          <p:cNvSpPr/>
          <p:nvPr/>
        </p:nvSpPr>
        <p:spPr>
          <a:xfrm rot="1440000">
            <a:off x="1209644" y="855969"/>
            <a:ext cx="364335" cy="36433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23" name="G0735 confetti 12"/>
          <p:cNvSpPr/>
          <p:nvPr/>
        </p:nvSpPr>
        <p:spPr>
          <a:xfrm rot="3480000">
            <a:off x="8132123" y="2109061"/>
            <a:ext cx="291285" cy="291285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4" name="G0770 confetti 13"/>
          <p:cNvSpPr/>
          <p:nvPr/>
        </p:nvSpPr>
        <p:spPr>
          <a:xfrm rot="780000">
            <a:off x="6954836" y="3592554"/>
            <a:ext cx="241022" cy="241022"/>
          </a:xfrm>
          <a:prstGeom prst="ellipse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25" name="G0805 confetti 14"/>
          <p:cNvSpPr/>
          <p:nvPr/>
        </p:nvSpPr>
        <p:spPr>
          <a:xfrm rot="3000000">
            <a:off x="6412577" y="433770"/>
            <a:ext cx="169794" cy="169794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G0840 confetti 15"/>
          <p:cNvSpPr/>
          <p:nvPr/>
        </p:nvSpPr>
        <p:spPr>
          <a:xfrm rot="2040000">
            <a:off x="1485986" y="556075"/>
            <a:ext cx="283391" cy="283391"/>
          </a:xfrm>
          <a:prstGeom prst="rec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27" name="G0875 confetti 16"/>
          <p:cNvSpPr/>
          <p:nvPr/>
        </p:nvSpPr>
        <p:spPr>
          <a:xfrm rot="600000">
            <a:off x="2566129" y="1329153"/>
            <a:ext cx="183077" cy="183077"/>
          </a:xfrm>
          <a:prstGeom prst="hear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28" name="G0910 confetti 17"/>
          <p:cNvSpPr/>
          <p:nvPr/>
        </p:nvSpPr>
        <p:spPr>
          <a:xfrm rot="360000">
            <a:off x="1090525" y="1427171"/>
            <a:ext cx="334467" cy="334467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9" name="G0945 confetti 18"/>
          <p:cNvSpPr/>
          <p:nvPr/>
        </p:nvSpPr>
        <p:spPr>
          <a:xfrm rot="1440000">
            <a:off x="643564" y="3275773"/>
            <a:ext cx="301211" cy="301211"/>
          </a:xfrm>
          <a:prstGeom prst="star5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0" name="G0980 confetti 19"/>
          <p:cNvSpPr/>
          <p:nvPr/>
        </p:nvSpPr>
        <p:spPr>
          <a:xfrm rot="2460000">
            <a:off x="296269" y="778936"/>
            <a:ext cx="204659" cy="204659"/>
          </a:xfrm>
          <a:prstGeom prst="rec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G1015 confetti 20"/>
          <p:cNvSpPr/>
          <p:nvPr/>
        </p:nvSpPr>
        <p:spPr>
          <a:xfrm rot="1680000">
            <a:off x="7231115" y="3052845"/>
            <a:ext cx="208175" cy="208175"/>
          </a:xfrm>
          <a:prstGeom prst="hear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2" name="G1050 confetti 21"/>
          <p:cNvSpPr/>
          <p:nvPr/>
        </p:nvSpPr>
        <p:spPr>
          <a:xfrm rot="960000">
            <a:off x="2166289" y="3579861"/>
            <a:ext cx="167954" cy="16795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G1085 confetti 22"/>
          <p:cNvSpPr/>
          <p:nvPr/>
        </p:nvSpPr>
        <p:spPr>
          <a:xfrm rot="240000">
            <a:off x="846719" y="379714"/>
            <a:ext cx="345615" cy="345615"/>
          </a:xfrm>
          <a:prstGeom prst="star5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34" name="G1120 confetti 23"/>
          <p:cNvSpPr/>
          <p:nvPr/>
        </p:nvSpPr>
        <p:spPr>
          <a:xfrm rot="780000">
            <a:off x="7100540" y="1012723"/>
            <a:ext cx="177235" cy="177235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35" name="G1155 confetti 24"/>
          <p:cNvSpPr/>
          <p:nvPr/>
        </p:nvSpPr>
        <p:spPr>
          <a:xfrm rot="3420000">
            <a:off x="8101355" y="3619677"/>
            <a:ext cx="235691" cy="235691"/>
          </a:xfrm>
          <a:prstGeom prst="hear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36" name="G1190 confetti 25"/>
          <p:cNvSpPr/>
          <p:nvPr/>
        </p:nvSpPr>
        <p:spPr>
          <a:xfrm rot="2280000">
            <a:off x="2766234" y="583890"/>
            <a:ext cx="236766" cy="236766"/>
          </a:xfrm>
          <a:prstGeom prst="ellipse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37" name="G1225 confetti 26"/>
          <p:cNvSpPr/>
          <p:nvPr/>
        </p:nvSpPr>
        <p:spPr>
          <a:xfrm rot="1680000">
            <a:off x="6688612" y="4002630"/>
            <a:ext cx="237493" cy="237493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8" name="G1260 confetti 27"/>
          <p:cNvSpPr/>
          <p:nvPr/>
        </p:nvSpPr>
        <p:spPr>
          <a:xfrm rot="1680000">
            <a:off x="1411468" y="2567004"/>
            <a:ext cx="228147" cy="228147"/>
          </a:xfrm>
          <a:prstGeom prst="rect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39" name="G1295 confetti 28"/>
          <p:cNvSpPr/>
          <p:nvPr/>
        </p:nvSpPr>
        <p:spPr>
          <a:xfrm rot="2940000">
            <a:off x="7107409" y="2308033"/>
            <a:ext cx="245783" cy="245783"/>
          </a:xfrm>
          <a:prstGeom prst="hear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G1330 confetti 29"/>
          <p:cNvSpPr/>
          <p:nvPr/>
        </p:nvSpPr>
        <p:spPr>
          <a:xfrm rot="1500000">
            <a:off x="8458877" y="2319343"/>
            <a:ext cx="242760" cy="242760"/>
          </a:xfrm>
          <a:prstGeom prst="ellipse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1" name="G1365 confetti 30"/>
          <p:cNvSpPr/>
          <p:nvPr/>
        </p:nvSpPr>
        <p:spPr>
          <a:xfrm rot="3420000">
            <a:off x="7246794" y="2633771"/>
            <a:ext cx="349033" cy="349033"/>
          </a:xfrm>
          <a:prstGeom prst="star5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G1400 confetti 31"/>
          <p:cNvSpPr/>
          <p:nvPr/>
        </p:nvSpPr>
        <p:spPr>
          <a:xfrm rot="2520000">
            <a:off x="8452942" y="728859"/>
            <a:ext cx="284361" cy="284361"/>
          </a:xfrm>
          <a:prstGeom prst="rect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43" name="G1435 confetti 32"/>
          <p:cNvSpPr/>
          <p:nvPr/>
        </p:nvSpPr>
        <p:spPr>
          <a:xfrm rot="3000000">
            <a:off x="2693722" y="2235746"/>
            <a:ext cx="191570" cy="191570"/>
          </a:xfrm>
          <a:prstGeom prst="hear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44" name="G1470 confetti 33"/>
          <p:cNvSpPr/>
          <p:nvPr/>
        </p:nvSpPr>
        <p:spPr>
          <a:xfrm rot="2940000">
            <a:off x="2547020" y="481815"/>
            <a:ext cx="193305" cy="193305"/>
          </a:xfrm>
          <a:prstGeom prst="ellipse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45" name="G1505 confetti 34"/>
          <p:cNvSpPr/>
          <p:nvPr/>
        </p:nvSpPr>
        <p:spPr>
          <a:xfrm rot="1020000">
            <a:off x="1625794" y="213942"/>
            <a:ext cx="316086" cy="316086"/>
          </a:xfrm>
          <a:prstGeom prst="star5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6" name="G1540 confetti 35"/>
          <p:cNvSpPr/>
          <p:nvPr/>
        </p:nvSpPr>
        <p:spPr>
          <a:xfrm rot="1320000">
            <a:off x="7900954" y="1123323"/>
            <a:ext cx="357530" cy="35753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G1575 confetti 36"/>
          <p:cNvSpPr/>
          <p:nvPr/>
        </p:nvSpPr>
        <p:spPr>
          <a:xfrm rot="1380000">
            <a:off x="2095976" y="2067948"/>
            <a:ext cx="206046" cy="206046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48" name="G1610 confetti 37"/>
          <p:cNvSpPr/>
          <p:nvPr/>
        </p:nvSpPr>
        <p:spPr>
          <a:xfrm rot="2340000">
            <a:off x="6356898" y="2272821"/>
            <a:ext cx="313693" cy="313693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9" name="G1645 confetti 38"/>
          <p:cNvSpPr/>
          <p:nvPr/>
        </p:nvSpPr>
        <p:spPr>
          <a:xfrm rot="300000">
            <a:off x="6732452" y="1575414"/>
            <a:ext cx="313560" cy="313560"/>
          </a:xfrm>
          <a:prstGeom prst="star5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50" name="G1680 confetti 39"/>
          <p:cNvSpPr/>
          <p:nvPr/>
        </p:nvSpPr>
        <p:spPr>
          <a:xfrm rot="2940000">
            <a:off x="8430045" y="2428180"/>
            <a:ext cx="325465" cy="325465"/>
          </a:xfrm>
          <a:prstGeom prst="rect">
            <a:avLst/>
          </a:prstGeom>
          <a:solidFill>
            <a:srgbClr val="2FB57A"/>
          </a:solidFill>
          <a:ln w="12700">
            <a:solidFill>
              <a:srgbClr val="2FB57A"/>
            </a:solidFill>
            <a:prstDash val="solid"/>
          </a:ln>
        </p:spPr>
      </p:sp>
      <p:sp>
        <p:nvSpPr>
          <p:cNvPr id="51" name="G1715 confetti 40"/>
          <p:cNvSpPr/>
          <p:nvPr/>
        </p:nvSpPr>
        <p:spPr>
          <a:xfrm rot="1320000">
            <a:off x="8268994" y="875349"/>
            <a:ext cx="165766" cy="165766"/>
          </a:xfrm>
          <a:prstGeom prst="heart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52" name="G0000 medal ribbon left"/>
          <p:cNvSpPr/>
          <p:nvPr/>
        </p:nvSpPr>
        <p:spPr>
          <a:xfrm rot="11400000">
            <a:off x="3566160" y="3154680"/>
            <a:ext cx="822960" cy="1143000"/>
          </a:xfrm>
          <a:prstGeom prst="triangle">
            <a:avLst/>
          </a:prstGeom>
          <a:solidFill>
            <a:srgbClr val="E845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G0000 medal ribbon right"/>
          <p:cNvSpPr/>
          <p:nvPr/>
        </p:nvSpPr>
        <p:spPr>
          <a:xfrm rot="10200000">
            <a:off x="4754880" y="3154680"/>
            <a:ext cx="822960" cy="1143000"/>
          </a:xfrm>
          <a:prstGeom prst="triangle">
            <a:avLst/>
          </a:prstGeom>
          <a:solidFill>
            <a:srgbClr val="3A8FD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G0000 medal"/>
          <p:cNvSpPr/>
          <p:nvPr/>
        </p:nvSpPr>
        <p:spPr>
          <a:xfrm>
            <a:off x="3108960" y="640080"/>
            <a:ext cx="2926080" cy="2926080"/>
          </a:xfrm>
          <a:prstGeom prst="ellipse">
            <a:avLst/>
          </a:prstGeom>
          <a:solidFill>
            <a:srgbClr val="FFC93C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5" name="G0000 medal inner"/>
          <p:cNvSpPr/>
          <p:nvPr/>
        </p:nvSpPr>
        <p:spPr>
          <a:xfrm>
            <a:off x="3474720" y="1005840"/>
            <a:ext cx="2194560" cy="2194560"/>
          </a:xfrm>
          <a:prstGeom prst="ellipse">
            <a:avLst/>
          </a:prstGeom>
          <a:solidFill>
            <a:srgbClr val="FFE48A"/>
          </a:solidFill>
          <a:ln w="50800">
            <a:solidFill>
              <a:srgbClr val="F2B134"/>
            </a:solidFill>
            <a:prstDash val="solid"/>
          </a:ln>
        </p:spPr>
      </p:sp>
      <p:sp>
        <p:nvSpPr>
          <p:cNvPr id="56" name="G0000 medal star"/>
          <p:cNvSpPr/>
          <p:nvPr/>
        </p:nvSpPr>
        <p:spPr>
          <a:xfrm>
            <a:off x="3749040" y="1280160"/>
            <a:ext cx="1645920" cy="1645920"/>
          </a:xfrm>
          <a:prstGeom prst="star5">
            <a:avLst/>
          </a:prstGeom>
          <a:solidFill>
            <a:srgbClr val="FFFFFF"/>
          </a:solidFill>
          <a:ln w="38100">
            <a:solidFill>
              <a:srgbClr val="F2B134"/>
            </a:solidFill>
            <a:prstDash val="solid"/>
          </a:ln>
        </p:spPr>
      </p:sp>
      <p:sp>
        <p:nvSpPr>
          <p:cNvPr id="57" name="NOHIDE marker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level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5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7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45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1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85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55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25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65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50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61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1715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3" grpId="0" animBg="1"/>
      <p:bldP spid="54" grpId="0" animBg="1"/>
      <p:bldP spid="55" grpId="0" animBg="1"/>
      <p:bldP spid="5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 07-seen-sheen</dc:title>
  <dc:subject>PptxGenJS Presentation</dc:subject>
  <dc:creator>PptxGenJS</dc:creator>
  <cp:lastModifiedBy>PptxGenJS</cp:lastModifiedBy>
  <cp:revision>1</cp:revision>
  <dcterms:created xsi:type="dcterms:W3CDTF">2026-10-10T23:17:16Z</dcterms:created>
  <dcterms:modified xsi:type="dcterms:W3CDTF">2026-10-10T23:17:16Z</dcterms:modified>
</cp:coreProperties>
</file>