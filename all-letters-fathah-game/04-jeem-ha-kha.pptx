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</p:sldIdLst>
  <p:notesMasterIdLst>
    <p:notesMasterId r:id="rId9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notesMaster" Target="notesMasters/notesMaster1.xml"/><Relationship Id="rId96" Type="http://schemas.openxmlformats.org/officeDocument/2006/relationships/presProps" Target="presProps.xml"/><Relationship Id="rId97" Type="http://schemas.openxmlformats.org/officeDocument/2006/relationships/viewProps" Target="viewProps.xml"/><Relationship Id="rId98" Type="http://schemas.openxmlformats.org/officeDocument/2006/relationships/theme" Target="theme/theme1.xml"/><Relationship Id="rId9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92538" y="4846320"/>
            <a:ext cx="18842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3645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98327" y="4846320"/>
            <a:ext cx="28263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703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04116" y="4846320"/>
            <a:ext cx="37684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761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09905" y="4846320"/>
            <a:ext cx="47105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818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15695" y="4846320"/>
            <a:ext cx="56526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876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21484" y="4846320"/>
            <a:ext cx="65947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8934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27273" y="4846320"/>
            <a:ext cx="75368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7992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833062" y="4846320"/>
            <a:ext cx="84789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7050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738851" y="4846320"/>
            <a:ext cx="94210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6108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644640" y="4846320"/>
            <a:ext cx="103632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5166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50429" y="4846320"/>
            <a:ext cx="113053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4224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56218" y="4846320"/>
            <a:ext cx="122474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32820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62007" y="4846320"/>
            <a:ext cx="131895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2339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67796" y="4846320"/>
            <a:ext cx="141316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1397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173585" y="4846320"/>
            <a:ext cx="150737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0455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079375" y="4846320"/>
            <a:ext cx="160158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9513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85164" y="4846320"/>
            <a:ext cx="169579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8571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890953" y="4846320"/>
            <a:ext cx="179000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76293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96742" y="4846320"/>
            <a:ext cx="188421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66872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02531" y="4846320"/>
            <a:ext cx="197842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5745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608320" y="4846320"/>
            <a:ext cx="207264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4803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5514109" y="4846320"/>
            <a:ext cx="216685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53860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25687" y="4846320"/>
            <a:ext cx="235527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9767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31476" y="4846320"/>
            <a:ext cx="244948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0346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37265" y="4846320"/>
            <a:ext cx="254369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009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43055" y="4846320"/>
            <a:ext cx="263790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9150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48844" y="4846320"/>
            <a:ext cx="273211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8208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54633" y="4846320"/>
            <a:ext cx="282632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7266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760422" y="4846320"/>
            <a:ext cx="292053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6324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تَحَبَ</a:t>
            </a:r>
            <a:endParaRPr lang="ar-SA" sz="5400" dirty="0"/>
          </a:p>
        </p:txBody>
      </p:sp>
      <p:sp>
        <p:nvSpPr>
          <p:cNvPr id="24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5400" dirty="0"/>
          </a:p>
        </p:txBody>
      </p:sp>
      <p:sp>
        <p:nvSpPr>
          <p:cNvPr id="25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666211" y="4846320"/>
            <a:ext cx="301474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53819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477789" y="4846320"/>
            <a:ext cx="320317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34977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383578" y="4846320"/>
            <a:ext cx="329738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2555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89367" y="4846320"/>
            <a:ext cx="339159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1613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195156" y="4846320"/>
            <a:ext cx="348580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40671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00945" y="4846320"/>
            <a:ext cx="358001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9729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06735" y="4846320"/>
            <a:ext cx="367422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8787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912524" y="4846320"/>
            <a:ext cx="376843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78450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18313" y="4846320"/>
            <a:ext cx="386264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69029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24102" y="4846320"/>
            <a:ext cx="395685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596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29891" y="4846320"/>
            <a:ext cx="405106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501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35680" y="4846320"/>
            <a:ext cx="414528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4076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3441469" y="4846320"/>
            <a:ext cx="423949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33134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347258" y="4846320"/>
            <a:ext cx="433370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21924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253047" y="4846320"/>
            <a:ext cx="442791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12503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6400" dirty="0"/>
          </a:p>
        </p:txBody>
      </p:sp>
      <p:sp>
        <p:nvSpPr>
          <p:cNvPr id="21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6400" dirty="0"/>
          </a:p>
        </p:txBody>
      </p:sp>
      <p:sp>
        <p:nvSpPr>
          <p:cNvPr id="22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064625" y="4846320"/>
            <a:ext cx="461633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9366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970415" y="4846320"/>
            <a:ext cx="471054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8423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76204" y="4846320"/>
            <a:ext cx="480475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7481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781993" y="4846320"/>
            <a:ext cx="489896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6539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87782" y="4846320"/>
            <a:ext cx="499317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55976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93571" y="4846320"/>
            <a:ext cx="508738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4655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99360" y="4846320"/>
            <a:ext cx="518160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37134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جَخَثَ</a:t>
            </a:r>
            <a:endParaRPr lang="ar-SA" sz="5400" dirty="0"/>
          </a:p>
        </p:txBody>
      </p:sp>
      <p:sp>
        <p:nvSpPr>
          <p:cNvPr id="24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5400" dirty="0"/>
          </a:p>
        </p:txBody>
      </p:sp>
      <p:sp>
        <p:nvSpPr>
          <p:cNvPr id="25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ثَجَجَ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405149" y="4846320"/>
            <a:ext cx="5275811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22771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310938" y="4846320"/>
            <a:ext cx="5370022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1829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216727" y="4846320"/>
            <a:ext cx="5464233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0887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122516" y="4846320"/>
            <a:ext cx="5558444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19945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28305" y="4846320"/>
            <a:ext cx="565265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002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34095" y="4846320"/>
            <a:ext cx="5746865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8060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39884" y="4846320"/>
            <a:ext cx="5841076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1186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45673" y="4846320"/>
            <a:ext cx="5935287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176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A7F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1651462" y="4846320"/>
            <a:ext cx="6029498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15234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57251" y="4846320"/>
            <a:ext cx="6123709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4292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863265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1095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602203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384851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3411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1587454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A7F62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93</Slides>
  <Notes>93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04-jeem-ha-kha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