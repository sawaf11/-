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</p:sldIdLst>
  <p:notesMasterIdLst>
    <p:notesMasterId r:id="rId10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notesMaster" Target="notesMasters/notesMaster1.xml"/><Relationship Id="rId110" Type="http://schemas.openxmlformats.org/officeDocument/2006/relationships/presProps" Target="presProps.xml"/><Relationship Id="rId111" Type="http://schemas.openxmlformats.org/officeDocument/2006/relationships/viewProps" Target="viewProps.xml"/><Relationship Id="rId112" Type="http://schemas.openxmlformats.org/officeDocument/2006/relationships/theme" Target="theme/theme1.xml"/><Relationship Id="rId1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Lnk1" Type="http://schemas.openxmlformats.org/officeDocument/2006/relationships/slide" Target="slide32.xml"/><Relationship Id="rIdLnk2" Type="http://schemas.openxmlformats.org/officeDocument/2006/relationships/slide" Target="slide33.xml"/><Relationship Id="rIdLnk3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level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Lnk1" Type="http://schemas.openxmlformats.org/officeDocument/2006/relationships/slide" Target="slide45.xml"/><Relationship Id="rIdLnk2" Type="http://schemas.openxmlformats.org/officeDocument/2006/relationships/slide" Target="slide44.xml"/><Relationship Id="rIdLnk3" Type="http://schemas.openxmlformats.org/officeDocument/2006/relationships/slide" Target="slide4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Lnk1" Type="http://schemas.openxmlformats.org/officeDocument/2006/relationships/slide" Target="slide66.xml"/><Relationship Id="rIdLnk2" Type="http://schemas.openxmlformats.org/officeDocument/2006/relationships/slide" Target="slide67.xml"/><Relationship Id="rIdLnk3" Type="http://schemas.openxmlformats.org/officeDocument/2006/relationships/slide" Target="slide6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Lnk1" Type="http://schemas.openxmlformats.org/officeDocument/2006/relationships/slide" Target="slide65.xml"/><Relationship Id="rIdLnk2" Type="http://schemas.openxmlformats.org/officeDocument/2006/relationships/slide" Target="slide6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level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Lnk1" Type="http://schemas.openxmlformats.org/officeDocument/2006/relationships/slide" Target="slide79.xml"/><Relationship Id="rIdLnk2" Type="http://schemas.openxmlformats.org/officeDocument/2006/relationships/slide" Target="slide78.xml"/><Relationship Id="rIdLnk3" Type="http://schemas.openxmlformats.org/officeDocument/2006/relationships/slide" Target="slide79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Lnk1" Type="http://schemas.openxmlformats.org/officeDocument/2006/relationships/slide" Target="slide77.xml"/><Relationship Id="rIdLnk2" Type="http://schemas.openxmlformats.org/officeDocument/2006/relationships/slide" Target="slide77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Lnk1" Type="http://schemas.openxmlformats.org/officeDocument/2006/relationships/slide" Target="slide90.xml"/><Relationship Id="rIdLnk2" Type="http://schemas.openxmlformats.org/officeDocument/2006/relationships/slide" Target="slide90.xml"/><Relationship Id="rIdLnk3" Type="http://schemas.openxmlformats.org/officeDocument/2006/relationships/slide" Target="slide89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Lnk1" Type="http://schemas.openxmlformats.org/officeDocument/2006/relationships/slide" Target="slide88.xml"/><Relationship Id="rIdLnk2" Type="http://schemas.openxmlformats.org/officeDocument/2006/relationships/slide" Target="slide88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Lnk1" Type="http://schemas.openxmlformats.org/officeDocument/2006/relationships/slide" Target="slide100.xml"/><Relationship Id="rIdLnk2" Type="http://schemas.openxmlformats.org/officeDocument/2006/relationships/slide" Target="slide101.xml"/><Relationship Id="rIdLnk3" Type="http://schemas.openxmlformats.org/officeDocument/2006/relationships/slide" Target="slide10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Lnk1" Type="http://schemas.openxmlformats.org/officeDocument/2006/relationships/slide" Target="slide99.xml"/><Relationship Id="rIdLnk2" Type="http://schemas.openxmlformats.org/officeDocument/2006/relationships/slide" Target="slide9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level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517331" y="4846320"/>
            <a:ext cx="163629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73893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35516" y="4846320"/>
            <a:ext cx="245444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730750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53701" y="4846320"/>
            <a:ext cx="327259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722568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71886" y="4846320"/>
            <a:ext cx="409074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71438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90072" y="4846320"/>
            <a:ext cx="490888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706205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08257" y="4846320"/>
            <a:ext cx="572703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9802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26442" y="4846320"/>
            <a:ext cx="654518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8984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B7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هَخَ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7026442" y="4846320"/>
            <a:ext cx="654518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68984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7026442" y="4846320"/>
            <a:ext cx="654518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68984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44627" y="4846320"/>
            <a:ext cx="736333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81661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62813" y="4846320"/>
            <a:ext cx="818147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7347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80998" y="4846320"/>
            <a:ext cx="899962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6529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99183" y="4846320"/>
            <a:ext cx="981777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5711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17368" y="4846320"/>
            <a:ext cx="1063592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48935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535554" y="4846320"/>
            <a:ext cx="1145406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4075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453739" y="4846320"/>
            <a:ext cx="1227221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32572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371924" y="4846320"/>
            <a:ext cx="1309036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2439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B7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endParaRPr lang="ar-SA" sz="6400" dirty="0"/>
          </a:p>
        </p:txBody>
      </p:sp>
      <p:sp>
        <p:nvSpPr>
          <p:cNvPr id="21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</a:t>
            </a:r>
            <a:endParaRPr lang="ar-SA" sz="6400" dirty="0"/>
          </a:p>
        </p:txBody>
      </p:sp>
      <p:sp>
        <p:nvSpPr>
          <p:cNvPr id="22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هَضَ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371924" y="4846320"/>
            <a:ext cx="1309036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62439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هَضَ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371924" y="4846320"/>
            <a:ext cx="1309036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62439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290109" y="4846320"/>
            <a:ext cx="1390851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16209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208295" y="4846320"/>
            <a:ext cx="1472665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0802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126480" y="4846320"/>
            <a:ext cx="1554480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9984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044665" y="4846320"/>
            <a:ext cx="1636295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9166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962851" y="4846320"/>
            <a:ext cx="1718109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8348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881036" y="4846320"/>
            <a:ext cx="1799924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7530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799221" y="4846320"/>
            <a:ext cx="1881739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6712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717406" y="4846320"/>
            <a:ext cx="1963554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5893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B7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LINK3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هَلَ</a:t>
            </a:r>
            <a:endParaRPr lang="ar-SA" sz="6400" dirty="0"/>
          </a:p>
        </p:txBody>
      </p:sp>
      <p:sp>
        <p:nvSpPr>
          <p:cNvPr id="21" name="LINK3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endParaRPr lang="ar-SA" sz="6400" dirty="0"/>
          </a:p>
        </p:txBody>
      </p:sp>
      <p:sp>
        <p:nvSpPr>
          <p:cNvPr id="22" name="LINK3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هَمَ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717406" y="4846320"/>
            <a:ext cx="1963554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55893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هَلَ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717406" y="4846320"/>
            <a:ext cx="1963554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55893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3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3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635592" y="4846320"/>
            <a:ext cx="2045368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50757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53777" y="4846320"/>
            <a:ext cx="2127183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42576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471962" y="4846320"/>
            <a:ext cx="2208998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3439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390147" y="4846320"/>
            <a:ext cx="2290813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26213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308333" y="4846320"/>
            <a:ext cx="2372627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18031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226518" y="4846320"/>
            <a:ext cx="2454442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09850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144703" y="4846320"/>
            <a:ext cx="2536257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0166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062888" y="4846320"/>
            <a:ext cx="2618072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93487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B7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3" name="LINK4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خَهَحَ</a:t>
            </a:r>
            <a:endParaRPr lang="ar-SA" sz="5400" dirty="0"/>
          </a:p>
        </p:txBody>
      </p:sp>
      <p:sp>
        <p:nvSpPr>
          <p:cNvPr id="24" name="LINK4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حَهَخَ</a:t>
            </a:r>
            <a:endParaRPr lang="ar-SA" sz="5400" dirty="0"/>
          </a:p>
        </p:txBody>
      </p:sp>
      <p:sp>
        <p:nvSpPr>
          <p:cNvPr id="25" name="LINK4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حَوَخَ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062888" y="4846320"/>
            <a:ext cx="2618072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93487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062888" y="4846320"/>
            <a:ext cx="2618072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493487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4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4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981074" y="4846320"/>
            <a:ext cx="2699886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8530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899259" y="4846320"/>
            <a:ext cx="2781701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77124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817444" y="4846320"/>
            <a:ext cx="2863516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68942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735629" y="4846320"/>
            <a:ext cx="2945331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6076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653815" y="4846320"/>
            <a:ext cx="3027145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52579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سَهَشَ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572000" y="4846320"/>
            <a:ext cx="3108960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4439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شَهَصَ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490185" y="4846320"/>
            <a:ext cx="3190775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3621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صَهَضَ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408371" y="4846320"/>
            <a:ext cx="3272589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2803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B7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3" name="LINK5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ضَهَصَ</a:t>
            </a:r>
            <a:endParaRPr lang="ar-SA" sz="5400" dirty="0"/>
          </a:p>
        </p:txBody>
      </p:sp>
      <p:sp>
        <p:nvSpPr>
          <p:cNvPr id="24" name="LINK5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صَهَصَ</a:t>
            </a:r>
            <a:endParaRPr lang="ar-SA" sz="5400" dirty="0"/>
          </a:p>
        </p:txBody>
      </p:sp>
      <p:sp>
        <p:nvSpPr>
          <p:cNvPr id="25" name="LINK5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صَهَضَ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408371" y="4846320"/>
            <a:ext cx="3272589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2803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صَهَضَ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408371" y="4846320"/>
            <a:ext cx="3272589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42803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54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54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ضَهَطَ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326556" y="4846320"/>
            <a:ext cx="3354404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1985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طَهَظَ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244741" y="4846320"/>
            <a:ext cx="3436219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11672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ظَهَعَ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162926" y="4846320"/>
            <a:ext cx="3518034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03491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عَهَغَ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081112" y="4846320"/>
            <a:ext cx="3599848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95309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غَهَفَ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999297" y="4846320"/>
            <a:ext cx="3681663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87128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فَهَقَ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917482" y="4846320"/>
            <a:ext cx="3763478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78946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قَهَكَ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835667" y="4846320"/>
            <a:ext cx="3845293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70765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كَهَلَ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753853" y="4846320"/>
            <a:ext cx="3927107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62583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B7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3" name="LINK6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كَهَلَ</a:t>
            </a:r>
            <a:endParaRPr lang="ar-SA" sz="5400" dirty="0"/>
          </a:p>
        </p:txBody>
      </p:sp>
      <p:sp>
        <p:nvSpPr>
          <p:cNvPr id="24" name="LINK67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لَهَكَ</a:t>
            </a:r>
            <a:endParaRPr lang="ar-SA" sz="5400" dirty="0"/>
          </a:p>
        </p:txBody>
      </p:sp>
      <p:sp>
        <p:nvSpPr>
          <p:cNvPr id="25" name="LINK6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لَهَلَ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753853" y="4846320"/>
            <a:ext cx="3927107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62583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كَهَلَ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753853" y="4846320"/>
            <a:ext cx="3927107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362583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6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6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>
            <a:off x="1350696" y="4076901"/>
            <a:ext cx="233962" cy="23396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420000">
            <a:off x="1015147" y="757259"/>
            <a:ext cx="189080" cy="18908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260000">
            <a:off x="6800945" y="3300867"/>
            <a:ext cx="305931" cy="30593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080000">
            <a:off x="2062307" y="2250225"/>
            <a:ext cx="350649" cy="350649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540000">
            <a:off x="1002185" y="4071851"/>
            <a:ext cx="236177" cy="23617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480000">
            <a:off x="2117446" y="1278126"/>
            <a:ext cx="281656" cy="28165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362136" y="3396372"/>
            <a:ext cx="225957" cy="22595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860000">
            <a:off x="2653168" y="2484406"/>
            <a:ext cx="310932" cy="31093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60000">
            <a:off x="2518144" y="781191"/>
            <a:ext cx="319375" cy="31937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260000">
            <a:off x="1298010" y="2349916"/>
            <a:ext cx="257740" cy="25774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8202175" y="4269627"/>
            <a:ext cx="288281" cy="28828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440000">
            <a:off x="7793038" y="1368271"/>
            <a:ext cx="173173" cy="17317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320000">
            <a:off x="8569592" y="323895"/>
            <a:ext cx="248191" cy="248191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420000">
            <a:off x="1657247" y="4124637"/>
            <a:ext cx="223904" cy="2239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680000">
            <a:off x="6351346" y="4532035"/>
            <a:ext cx="322259" cy="32225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20000">
            <a:off x="2824085" y="3620646"/>
            <a:ext cx="284979" cy="28497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340000">
            <a:off x="8007470" y="3453605"/>
            <a:ext cx="169649" cy="169649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3420000">
            <a:off x="2659403" y="3792366"/>
            <a:ext cx="311336" cy="311336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3240000">
            <a:off x="1918403" y="724110"/>
            <a:ext cx="209748" cy="209748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60000">
            <a:off x="7049099" y="1365067"/>
            <a:ext cx="229607" cy="22960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660000">
            <a:off x="6849351" y="3243047"/>
            <a:ext cx="306092" cy="3060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780000">
            <a:off x="7314819" y="3795987"/>
            <a:ext cx="318502" cy="31850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200000">
            <a:off x="1508096" y="556492"/>
            <a:ext cx="213828" cy="213828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240000">
            <a:off x="720912" y="1612567"/>
            <a:ext cx="290354" cy="29035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760000">
            <a:off x="1787711" y="366804"/>
            <a:ext cx="215331" cy="21533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20000">
            <a:off x="7139178" y="2101617"/>
            <a:ext cx="293238" cy="29323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لَهَمَ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672038" y="4846320"/>
            <a:ext cx="4008922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54402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مَهَنَ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590223" y="4846320"/>
            <a:ext cx="4090737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46220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508408" y="4846320"/>
            <a:ext cx="4172552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38039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426594" y="4846320"/>
            <a:ext cx="4254366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29857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344779" y="4846320"/>
            <a:ext cx="4336181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21676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262964" y="4846320"/>
            <a:ext cx="4417996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13494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181149" y="4846320"/>
            <a:ext cx="4499811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0531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099335" y="4846320"/>
            <a:ext cx="4581625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9713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B7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LINK79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</a:t>
            </a:r>
            <a:endParaRPr lang="ar-SA" sz="6400" dirty="0"/>
          </a:p>
        </p:txBody>
      </p:sp>
      <p:sp>
        <p:nvSpPr>
          <p:cNvPr id="21" name="LINK7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6400" dirty="0"/>
          </a:p>
        </p:txBody>
      </p:sp>
      <p:sp>
        <p:nvSpPr>
          <p:cNvPr id="22" name="LINK7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3099335" y="4846320"/>
            <a:ext cx="4581625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29713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099335" y="4846320"/>
            <a:ext cx="4581625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29713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77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77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017520" y="4846320"/>
            <a:ext cx="4663440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8895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935705" y="4846320"/>
            <a:ext cx="4745255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8076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853891" y="4846320"/>
            <a:ext cx="4827069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7258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772076" y="4846320"/>
            <a:ext cx="4908884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64406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690261" y="4846320"/>
            <a:ext cx="4990699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56224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608446" y="4846320"/>
            <a:ext cx="5072514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4804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526632" y="4846320"/>
            <a:ext cx="5154328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39861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444817" y="4846320"/>
            <a:ext cx="5236143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3168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B7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LINK9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هَشَ</a:t>
            </a:r>
            <a:endParaRPr lang="ar-SA" sz="6400" dirty="0"/>
          </a:p>
        </p:txBody>
      </p:sp>
      <p:sp>
        <p:nvSpPr>
          <p:cNvPr id="21" name="LINK9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endParaRPr lang="ar-SA" sz="6400" dirty="0"/>
          </a:p>
        </p:txBody>
      </p:sp>
      <p:sp>
        <p:nvSpPr>
          <p:cNvPr id="22" name="LINK8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2444817" y="4846320"/>
            <a:ext cx="5236143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23168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444817" y="4846320"/>
            <a:ext cx="5236143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23168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88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88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63002" y="4846320"/>
            <a:ext cx="5317958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2349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81187" y="4846320"/>
            <a:ext cx="5399773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1531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99373" y="4846320"/>
            <a:ext cx="5481587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0713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17558" y="4846320"/>
            <a:ext cx="5563402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98954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35743" y="4846320"/>
            <a:ext cx="5645217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90772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53928" y="4846320"/>
            <a:ext cx="5727032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82591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72114" y="4846320"/>
            <a:ext cx="5808846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74409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90299" y="4846320"/>
            <a:ext cx="5890661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66228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B7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LINK10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endParaRPr lang="ar-SA" sz="6400" dirty="0"/>
          </a:p>
        </p:txBody>
      </p:sp>
      <p:sp>
        <p:nvSpPr>
          <p:cNvPr id="21" name="LINK101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هَقَ</a:t>
            </a:r>
            <a:endParaRPr lang="ar-SA" sz="6400" dirty="0"/>
          </a:p>
        </p:txBody>
      </p:sp>
      <p:sp>
        <p:nvSpPr>
          <p:cNvPr id="22" name="LINK10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1790299" y="4846320"/>
            <a:ext cx="5890661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166228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1790299" y="4846320"/>
            <a:ext cx="5890661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166228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3540000">
            <a:off x="6849595" y="2039861"/>
            <a:ext cx="173373" cy="173373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660000">
            <a:off x="7026649" y="3691848"/>
            <a:ext cx="211788" cy="211788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460000">
            <a:off x="8531370" y="3142517"/>
            <a:ext cx="260516" cy="260516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540000">
            <a:off x="2653537" y="1328361"/>
            <a:ext cx="174420" cy="17442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>
            <a:off x="7517703" y="2353607"/>
            <a:ext cx="230170" cy="23017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2100000">
            <a:off x="1060841" y="4487427"/>
            <a:ext cx="326270" cy="3262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8578540" y="3662394"/>
            <a:ext cx="309690" cy="3096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480000">
            <a:off x="8630281" y="3027527"/>
            <a:ext cx="299322" cy="29932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740000">
            <a:off x="7008487" y="1744311"/>
            <a:ext cx="298820" cy="29882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2400000">
            <a:off x="7973219" y="2220479"/>
            <a:ext cx="171127" cy="17112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1209644" y="855969"/>
            <a:ext cx="364335" cy="36433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480000">
            <a:off x="8132123" y="2109061"/>
            <a:ext cx="291285" cy="291285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780000">
            <a:off x="6954836" y="3592554"/>
            <a:ext cx="241022" cy="241022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000000">
            <a:off x="6412577" y="433770"/>
            <a:ext cx="169794" cy="16979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040000">
            <a:off x="1485986" y="556075"/>
            <a:ext cx="283391" cy="283391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600000">
            <a:off x="2566129" y="1329153"/>
            <a:ext cx="183077" cy="183077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360000">
            <a:off x="1090525" y="1427171"/>
            <a:ext cx="334467" cy="334467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440000">
            <a:off x="643564" y="3275773"/>
            <a:ext cx="301211" cy="30121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460000">
            <a:off x="296269" y="778936"/>
            <a:ext cx="204659" cy="204659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680000">
            <a:off x="7231115" y="3052845"/>
            <a:ext cx="208175" cy="208175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960000">
            <a:off x="2166289" y="3579861"/>
            <a:ext cx="167954" cy="16795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240000">
            <a:off x="846719" y="379714"/>
            <a:ext cx="345615" cy="34561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780000">
            <a:off x="7100540" y="1012723"/>
            <a:ext cx="177235" cy="177235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420000">
            <a:off x="8101355" y="3619677"/>
            <a:ext cx="235691" cy="235691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280000">
            <a:off x="2766234" y="583890"/>
            <a:ext cx="236766" cy="236766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6688612" y="4002630"/>
            <a:ext cx="237493" cy="237493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08484" y="4846320"/>
            <a:ext cx="5972476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58046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26669" y="4846320"/>
            <a:ext cx="6054291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4986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44855" y="4846320"/>
            <a:ext cx="6136105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41683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6243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079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6533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99888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34436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68984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03532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3808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72629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1B7F5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1680000">
            <a:off x="1411468" y="2567004"/>
            <a:ext cx="228147" cy="228147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7107409" y="2308033"/>
            <a:ext cx="245783" cy="24578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500000">
            <a:off x="8458877" y="2319343"/>
            <a:ext cx="242760" cy="242760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420000">
            <a:off x="7246794" y="2633771"/>
            <a:ext cx="349033" cy="349033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2520000">
            <a:off x="8452942" y="728859"/>
            <a:ext cx="284361" cy="284361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000000">
            <a:off x="2693722" y="2235746"/>
            <a:ext cx="191570" cy="1915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547020" y="481815"/>
            <a:ext cx="193305" cy="19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020000">
            <a:off x="1625794" y="213942"/>
            <a:ext cx="316086" cy="31608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320000">
            <a:off x="7900954" y="1123323"/>
            <a:ext cx="357530" cy="35753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380000">
            <a:off x="2095976" y="2067948"/>
            <a:ext cx="206046" cy="206046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2340000">
            <a:off x="6356898" y="2272821"/>
            <a:ext cx="313693" cy="313693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00000">
            <a:off x="6732452" y="1575414"/>
            <a:ext cx="313560" cy="313560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2940000">
            <a:off x="8430045" y="2428180"/>
            <a:ext cx="325465" cy="325465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320000">
            <a:off x="8268994" y="875349"/>
            <a:ext cx="165766" cy="16576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60000">
            <a:off x="4771784" y="206630"/>
            <a:ext cx="333645" cy="33364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3480000">
            <a:off x="787490" y="781033"/>
            <a:ext cx="230366" cy="23036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1560000">
            <a:off x="816630" y="3603367"/>
            <a:ext cx="254570" cy="25457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080000">
            <a:off x="2816858" y="3665513"/>
            <a:ext cx="347655" cy="347655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040000">
            <a:off x="7455581" y="1178230"/>
            <a:ext cx="201064" cy="201064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00000">
            <a:off x="7084862" y="3842602"/>
            <a:ext cx="291928" cy="291928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340000">
            <a:off x="1458289" y="3746212"/>
            <a:ext cx="185723" cy="18572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1440000">
            <a:off x="6968902" y="766459"/>
            <a:ext cx="279125" cy="27912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3060000">
            <a:off x="7823440" y="2867836"/>
            <a:ext cx="208533" cy="208533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060000">
            <a:off x="2625328" y="4145800"/>
            <a:ext cx="298384" cy="29838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3540000">
            <a:off x="6565579" y="273424"/>
            <a:ext cx="343743" cy="343743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540000">
            <a:off x="6746417" y="1481246"/>
            <a:ext cx="198095" cy="19809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 rot="1260000">
            <a:off x="1870995" y="1715729"/>
            <a:ext cx="345031" cy="345031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1500000">
            <a:off x="2585010" y="2945052"/>
            <a:ext cx="284471" cy="284471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2580000">
            <a:off x="2515734" y="1311422"/>
            <a:ext cx="352940" cy="352940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3540000">
            <a:off x="264027" y="1535451"/>
            <a:ext cx="264722" cy="264722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 rot="2400000">
            <a:off x="7881063" y="3767769"/>
            <a:ext cx="199373" cy="199373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>
            <a:off x="8683685" y="4422875"/>
            <a:ext cx="350630" cy="35063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 rot="2820000">
            <a:off x="8429873" y="725202"/>
            <a:ext cx="297409" cy="297409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1020000">
            <a:off x="7775483" y="3058539"/>
            <a:ext cx="236006" cy="23600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2580000">
            <a:off x="8474915" y="2970897"/>
            <a:ext cx="306778" cy="30677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3420000">
            <a:off x="1936439" y="1697437"/>
            <a:ext cx="305467" cy="305467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540000">
            <a:off x="7906247" y="3407303"/>
            <a:ext cx="269438" cy="269438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1740000">
            <a:off x="8615434" y="2977972"/>
            <a:ext cx="257713" cy="257713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3240000">
            <a:off x="1352324" y="3143914"/>
            <a:ext cx="347793" cy="347793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180000">
            <a:off x="2373482" y="3609704"/>
            <a:ext cx="315292" cy="315292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107</Slides>
  <Notes>107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15-ha</dc:title>
  <dc:subject>PptxGenJS Presentation</dc:subject>
  <dc:creator>PptxGenJS</dc:creator>
  <cp:lastModifiedBy>PptxGenJS</cp:lastModifiedBy>
  <cp:revision>1</cp:revision>
  <dcterms:created xsi:type="dcterms:W3CDTF">2026-10-10T23:17:17Z</dcterms:created>
  <dcterms:modified xsi:type="dcterms:W3CDTF">2026-10-10T23:17:17Z</dcterms:modified>
</cp:coreProperties>
</file>