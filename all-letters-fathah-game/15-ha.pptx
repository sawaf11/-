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Lnk1" Type="http://schemas.openxmlformats.org/officeDocument/2006/relationships/slide" Target="slide100.xml"/><Relationship Id="rIdLnk2" Type="http://schemas.openxmlformats.org/officeDocument/2006/relationships/slide" Target="slide101.xml"/><Relationship Id="rIdLnk3" Type="http://schemas.openxmlformats.org/officeDocument/2006/relationships/slide" Target="slide10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Lnk1" Type="http://schemas.openxmlformats.org/officeDocument/2006/relationships/slide" Target="slide99.xml"/><Relationship Id="rIdLnk2" Type="http://schemas.openxmlformats.org/officeDocument/2006/relationships/slide" Target="slide9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level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17331" y="4846320"/>
            <a:ext cx="163629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3893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35516" y="4846320"/>
            <a:ext cx="24544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3075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53701" y="4846320"/>
            <a:ext cx="327259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22568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71886" y="4846320"/>
            <a:ext cx="40907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1438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90072" y="4846320"/>
            <a:ext cx="490888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70620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08257" y="4846320"/>
            <a:ext cx="572703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9802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26442" y="4846320"/>
            <a:ext cx="654518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8984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B7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7026442" y="4846320"/>
            <a:ext cx="654518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8984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7026442" y="4846320"/>
            <a:ext cx="654518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68984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44627" y="4846320"/>
            <a:ext cx="736333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8166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62813" y="4846320"/>
            <a:ext cx="818147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7347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80998" y="4846320"/>
            <a:ext cx="899962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6529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99183" y="4846320"/>
            <a:ext cx="981777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5711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17368" y="4846320"/>
            <a:ext cx="1063592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48935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535554" y="4846320"/>
            <a:ext cx="1145406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4075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453739" y="4846320"/>
            <a:ext cx="1227221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3257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371924" y="4846320"/>
            <a:ext cx="1309036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2439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B7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هَضَ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371924" y="4846320"/>
            <a:ext cx="1309036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2439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371924" y="4846320"/>
            <a:ext cx="1309036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62439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290109" y="4846320"/>
            <a:ext cx="1390851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1620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208295" y="4846320"/>
            <a:ext cx="1472665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0802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126480" y="4846320"/>
            <a:ext cx="1554480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9984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044665" y="4846320"/>
            <a:ext cx="1636295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9166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962851" y="4846320"/>
            <a:ext cx="1718109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8348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881036" y="4846320"/>
            <a:ext cx="179992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7530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99221" y="4846320"/>
            <a:ext cx="1881739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6712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717406" y="4846320"/>
            <a:ext cx="196355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5893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B7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هَلَ</a:t>
            </a:r>
            <a:endParaRPr lang="ar-SA" sz="6400" dirty="0"/>
          </a:p>
        </p:txBody>
      </p:sp>
      <p:sp>
        <p:nvSpPr>
          <p:cNvPr id="21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</a:t>
            </a:r>
            <a:endParaRPr lang="ar-SA" sz="6400" dirty="0"/>
          </a:p>
        </p:txBody>
      </p:sp>
      <p:sp>
        <p:nvSpPr>
          <p:cNvPr id="22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هَمَ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717406" y="4846320"/>
            <a:ext cx="196355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55893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هَلَ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717406" y="4846320"/>
            <a:ext cx="196355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55893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635592" y="4846320"/>
            <a:ext cx="2045368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50757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53777" y="4846320"/>
            <a:ext cx="2127183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42576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471962" y="4846320"/>
            <a:ext cx="2208998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3439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390147" y="4846320"/>
            <a:ext cx="2290813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26213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308333" y="4846320"/>
            <a:ext cx="2372627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1803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226518" y="4846320"/>
            <a:ext cx="2454442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09850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144703" y="4846320"/>
            <a:ext cx="2536257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501668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062888" y="4846320"/>
            <a:ext cx="2618072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9348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B7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خَهَحَ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حَهَخَ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حَوَخَ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062888" y="4846320"/>
            <a:ext cx="2618072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9348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062888" y="4846320"/>
            <a:ext cx="2618072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49348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981074" y="4846320"/>
            <a:ext cx="2699886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8530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899259" y="4846320"/>
            <a:ext cx="2781701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77124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817444" y="4846320"/>
            <a:ext cx="2863516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6894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735629" y="4846320"/>
            <a:ext cx="2945331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6076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653815" y="4846320"/>
            <a:ext cx="3027145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5257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572000" y="484632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44398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490185" y="4846320"/>
            <a:ext cx="3190775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3621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408371" y="4846320"/>
            <a:ext cx="3272589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2803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B7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ضَهَصَ</a:t>
            </a:r>
            <a:endParaRPr lang="ar-SA" sz="5400" dirty="0"/>
          </a:p>
        </p:txBody>
      </p:sp>
      <p:sp>
        <p:nvSpPr>
          <p:cNvPr id="24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صَهَصَ</a:t>
            </a:r>
            <a:endParaRPr lang="ar-SA" sz="5400" dirty="0"/>
          </a:p>
        </p:txBody>
      </p:sp>
      <p:sp>
        <p:nvSpPr>
          <p:cNvPr id="25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صَهَضَ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408371" y="4846320"/>
            <a:ext cx="3272589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2803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408371" y="4846320"/>
            <a:ext cx="3272589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42803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326556" y="4846320"/>
            <a:ext cx="335440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1985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244741" y="4846320"/>
            <a:ext cx="3436219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11672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ظَهَعَ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162926" y="4846320"/>
            <a:ext cx="351803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40349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عَهَغَ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4081112" y="4846320"/>
            <a:ext cx="3599848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95309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غَهَفَ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999297" y="4846320"/>
            <a:ext cx="3681663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87128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فَهَقَ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917482" y="4846320"/>
            <a:ext cx="3763478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7894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قَهَكَ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835667" y="4846320"/>
            <a:ext cx="3845293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7076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كَهَلَ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753853" y="4846320"/>
            <a:ext cx="3927107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62583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B7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كَهَلَ</a:t>
            </a:r>
            <a:endParaRPr lang="ar-SA" sz="5400" dirty="0"/>
          </a:p>
        </p:txBody>
      </p:sp>
      <p:sp>
        <p:nvSpPr>
          <p:cNvPr id="24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لَهَكَ</a:t>
            </a:r>
            <a:endParaRPr lang="ar-SA" sz="5400" dirty="0"/>
          </a:p>
        </p:txBody>
      </p:sp>
      <p:sp>
        <p:nvSpPr>
          <p:cNvPr id="25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لَهَلَ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753853" y="4846320"/>
            <a:ext cx="3927107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62583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كَهَلَ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753853" y="4846320"/>
            <a:ext cx="3927107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362583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لَهَمَ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672038" y="4846320"/>
            <a:ext cx="4008922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5440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مَهَنَ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90223" y="4846320"/>
            <a:ext cx="4090737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4622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08408" y="4846320"/>
            <a:ext cx="4172552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Game marker"/>
          <p:cNvSpPr/>
          <p:nvPr/>
        </p:nvSpPr>
        <p:spPr>
          <a:xfrm>
            <a:off x="338039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426594" y="4846320"/>
            <a:ext cx="4254366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2985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344779" y="4846320"/>
            <a:ext cx="4336181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2167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262964" y="4846320"/>
            <a:ext cx="4417996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1349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181149" y="4846320"/>
            <a:ext cx="4499811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0531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099335" y="4846320"/>
            <a:ext cx="4581625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9713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B7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هَجَ</a:t>
            </a:r>
            <a:endParaRPr lang="ar-SA" sz="6400" dirty="0"/>
          </a:p>
        </p:txBody>
      </p:sp>
      <p:sp>
        <p:nvSpPr>
          <p:cNvPr id="21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</a:t>
            </a:r>
            <a:endParaRPr lang="ar-SA" sz="6400" dirty="0"/>
          </a:p>
        </p:txBody>
      </p:sp>
      <p:sp>
        <p:nvSpPr>
          <p:cNvPr id="22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099335" y="4846320"/>
            <a:ext cx="4581625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29713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099335" y="4846320"/>
            <a:ext cx="4581625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29713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017520" y="4846320"/>
            <a:ext cx="4663440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8895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935705" y="4846320"/>
            <a:ext cx="4745255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8076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853891" y="4846320"/>
            <a:ext cx="4827069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7258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772076" y="4846320"/>
            <a:ext cx="490888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64406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690261" y="4846320"/>
            <a:ext cx="4990699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5622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608446" y="4846320"/>
            <a:ext cx="5072514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4804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526632" y="4846320"/>
            <a:ext cx="5154328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39861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44817" y="4846320"/>
            <a:ext cx="5236143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3168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B7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هَشَ</a:t>
            </a:r>
            <a:endParaRPr lang="ar-SA" sz="6400" dirty="0"/>
          </a:p>
        </p:txBody>
      </p:sp>
      <p:sp>
        <p:nvSpPr>
          <p:cNvPr id="21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سَهَ</a:t>
            </a:r>
            <a:endParaRPr lang="ar-SA" sz="6400" dirty="0"/>
          </a:p>
        </p:txBody>
      </p:sp>
      <p:sp>
        <p:nvSpPr>
          <p:cNvPr id="22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444817" y="4846320"/>
            <a:ext cx="5236143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23168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444817" y="4846320"/>
            <a:ext cx="5236143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23168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63002" y="4846320"/>
            <a:ext cx="5317958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2349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81187" y="4846320"/>
            <a:ext cx="5399773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1531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99373" y="4846320"/>
            <a:ext cx="5481587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0713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17558" y="4846320"/>
            <a:ext cx="5563402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9895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35743" y="4846320"/>
            <a:ext cx="5645217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9077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53928" y="4846320"/>
            <a:ext cx="5727032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8259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72114" y="4846320"/>
            <a:ext cx="5808846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7440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90299" y="4846320"/>
            <a:ext cx="5890661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6622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B7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LINK10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</a:t>
            </a:r>
            <a:endParaRPr lang="ar-SA" sz="6400" dirty="0"/>
          </a:p>
        </p:txBody>
      </p:sp>
      <p:sp>
        <p:nvSpPr>
          <p:cNvPr id="21" name="LINK101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هَقَ</a:t>
            </a:r>
            <a:endParaRPr lang="ar-SA" sz="6400" dirty="0"/>
          </a:p>
        </p:txBody>
      </p:sp>
      <p:sp>
        <p:nvSpPr>
          <p:cNvPr id="22" name="LINK10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790299" y="4846320"/>
            <a:ext cx="5890661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6622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790299" y="4846320"/>
            <a:ext cx="5890661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Game marker"/>
          <p:cNvSpPr/>
          <p:nvPr/>
        </p:nvSpPr>
        <p:spPr>
          <a:xfrm>
            <a:off x="16622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1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08484" y="4846320"/>
            <a:ext cx="5972476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5804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26669" y="4846320"/>
            <a:ext cx="6054291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4986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44855" y="4846320"/>
            <a:ext cx="6136105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4168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9624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30791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65339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998880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34436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368984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035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38080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172629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B7F5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4F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B5E48C"/>
          </a:solidFill>
          <a:ln w="12700">
            <a:solidFill>
              <a:srgbClr val="B5E48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99D98C"/>
          </a:solidFill>
          <a:ln w="12700">
            <a:solidFill>
              <a:srgbClr val="99D98C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1FFD9"/>
          </a:solidFill>
          <a:ln w="12700">
            <a:solidFill>
              <a:srgbClr val="F1FFD9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8DD"/>
          </a:solidFill>
          <a:ln w="12700">
            <a:solidFill>
              <a:srgbClr val="FFC8DD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2D2FF"/>
          </a:solidFill>
          <a:ln w="12700">
            <a:solidFill>
              <a:srgbClr val="A2D2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1680000">
            <a:off x="1411468" y="2567004"/>
            <a:ext cx="228147" cy="228147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7107409" y="2308033"/>
            <a:ext cx="245783" cy="24578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500000">
            <a:off x="8458877" y="2319343"/>
            <a:ext cx="242760" cy="24276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420000">
            <a:off x="7246794" y="2633771"/>
            <a:ext cx="349033" cy="349033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2520000">
            <a:off x="8452942" y="728859"/>
            <a:ext cx="284361" cy="284361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000000">
            <a:off x="2693722" y="2235746"/>
            <a:ext cx="191570" cy="1915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547020" y="481815"/>
            <a:ext cx="193305" cy="19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020000">
            <a:off x="1625794" y="213942"/>
            <a:ext cx="316086" cy="31608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320000">
            <a:off x="7900954" y="1123323"/>
            <a:ext cx="357530" cy="35753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380000">
            <a:off x="2095976" y="2067948"/>
            <a:ext cx="206046" cy="206046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2340000">
            <a:off x="6356898" y="2272821"/>
            <a:ext cx="313693" cy="3136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00000">
            <a:off x="6732452" y="1575414"/>
            <a:ext cx="313560" cy="313560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2940000">
            <a:off x="8430045" y="2428180"/>
            <a:ext cx="325465" cy="325465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320000">
            <a:off x="8268994" y="875349"/>
            <a:ext cx="165766" cy="16576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60000">
            <a:off x="4771784" y="206630"/>
            <a:ext cx="333645" cy="33364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3480000">
            <a:off x="787490" y="781033"/>
            <a:ext cx="230366" cy="23036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560000">
            <a:off x="816630" y="3603367"/>
            <a:ext cx="254570" cy="25457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080000">
            <a:off x="2816858" y="3665513"/>
            <a:ext cx="347655" cy="347655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040000">
            <a:off x="7455581" y="1178230"/>
            <a:ext cx="201064" cy="201064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00000">
            <a:off x="7084862" y="3842602"/>
            <a:ext cx="291928" cy="291928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340000">
            <a:off x="1458289" y="3746212"/>
            <a:ext cx="185723" cy="1857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1440000">
            <a:off x="6968902" y="766459"/>
            <a:ext cx="279125" cy="27912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3060000">
            <a:off x="7823440" y="2867836"/>
            <a:ext cx="208533" cy="208533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060000">
            <a:off x="2625328" y="4145800"/>
            <a:ext cx="298384" cy="29838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3540000">
            <a:off x="6565579" y="273424"/>
            <a:ext cx="343743" cy="343743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540000">
            <a:off x="6746417" y="1481246"/>
            <a:ext cx="198095" cy="19809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260000">
            <a:off x="1870995" y="1715729"/>
            <a:ext cx="345031" cy="345031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1500000">
            <a:off x="2585010" y="2945052"/>
            <a:ext cx="284471" cy="284471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2580000">
            <a:off x="2515734" y="1311422"/>
            <a:ext cx="352940" cy="35294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540000">
            <a:off x="264027" y="1535451"/>
            <a:ext cx="264722" cy="26472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400000">
            <a:off x="7881063" y="3767769"/>
            <a:ext cx="199373" cy="199373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>
            <a:off x="8683685" y="4422875"/>
            <a:ext cx="350630" cy="35063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820000">
            <a:off x="8429873" y="725202"/>
            <a:ext cx="297409" cy="297409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7775483" y="3058539"/>
            <a:ext cx="236006" cy="23600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2580000">
            <a:off x="8474915" y="2970897"/>
            <a:ext cx="306778" cy="3067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3420000">
            <a:off x="1936439" y="1697437"/>
            <a:ext cx="305467" cy="305467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540000">
            <a:off x="7906247" y="3407303"/>
            <a:ext cx="269438" cy="26943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1740000">
            <a:off x="8615434" y="2977972"/>
            <a:ext cx="257713" cy="257713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3240000">
            <a:off x="1352324" y="3143914"/>
            <a:ext cx="347793" cy="3477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80000">
            <a:off x="2373482" y="3609704"/>
            <a:ext cx="315292" cy="315292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15-ha</dc:title>
  <dc:subject>PptxGenJS Presentation</dc:subject>
  <dc:creator>PptxGenJS</dc:creator>
  <cp:lastModifiedBy>PptxGenJS</cp:lastModifiedBy>
  <cp:revision>1</cp:revision>
  <dcterms:created xsi:type="dcterms:W3CDTF">2026-10-10T23:17:17Z</dcterms:created>
  <dcterms:modified xsi:type="dcterms:W3CDTF">2026-10-10T23:17:17Z</dcterms:modified>
</cp:coreProperties>
</file>