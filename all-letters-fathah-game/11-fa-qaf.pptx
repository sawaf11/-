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notesMaster" Target="notesMasters/notes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heme" Target="theme/theme1.xml"/><Relationship Id="rId1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Lnk1" Type="http://schemas.openxmlformats.org/officeDocument/2006/relationships/slide" Target="slide113.xml"/><Relationship Id="rIdLnk2" Type="http://schemas.openxmlformats.org/officeDocument/2006/relationships/slide" Target="slide112.xml"/><Relationship Id="rIdLnk3" Type="http://schemas.openxmlformats.org/officeDocument/2006/relationships/slide" Target="slide1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Lnk1" Type="http://schemas.openxmlformats.org/officeDocument/2006/relationships/slide" Target="slide111.xml"/><Relationship Id="rIdLnk2" Type="http://schemas.openxmlformats.org/officeDocument/2006/relationships/slide" Target="slide11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Lnk1" Type="http://schemas.openxmlformats.org/officeDocument/2006/relationships/slide" Target="slide124.xml"/><Relationship Id="rIdLnk2" Type="http://schemas.openxmlformats.org/officeDocument/2006/relationships/slide" Target="slide124.xml"/><Relationship Id="rIdLnk3" Type="http://schemas.openxmlformats.org/officeDocument/2006/relationships/slide" Target="slide12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Lnk1" Type="http://schemas.openxmlformats.org/officeDocument/2006/relationships/slide" Target="slide122.xml"/><Relationship Id="rIdLnk2" Type="http://schemas.openxmlformats.org/officeDocument/2006/relationships/slide" Target="slide122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Lnk1" Type="http://schemas.openxmlformats.org/officeDocument/2006/relationships/slide" Target="slide134.xml"/><Relationship Id="rIdLnk2" Type="http://schemas.openxmlformats.org/officeDocument/2006/relationships/slide" Target="slide135.xml"/><Relationship Id="rIdLnk3" Type="http://schemas.openxmlformats.org/officeDocument/2006/relationships/slide" Target="slide13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Lnk1" Type="http://schemas.openxmlformats.org/officeDocument/2006/relationships/slide" Target="slide133.xml"/><Relationship Id="rIdLnk2" Type="http://schemas.openxmlformats.org/officeDocument/2006/relationships/slide" Target="slide13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level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Lnk1" Type="http://schemas.openxmlformats.org/officeDocument/2006/relationships/slide" Target="slide147.xml"/><Relationship Id="rIdLnk2" Type="http://schemas.openxmlformats.org/officeDocument/2006/relationships/slide" Target="slide146.xml"/><Relationship Id="rIdLnk3" Type="http://schemas.openxmlformats.org/officeDocument/2006/relationships/slide" Target="slide14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Lnk1" Type="http://schemas.openxmlformats.org/officeDocument/2006/relationships/slide" Target="slide145.xml"/><Relationship Id="rIdLnk2" Type="http://schemas.openxmlformats.org/officeDocument/2006/relationships/slide" Target="slide14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Lnk1" Type="http://schemas.openxmlformats.org/officeDocument/2006/relationships/slide" Target="slide158.xml"/><Relationship Id="rIdLnk2" Type="http://schemas.openxmlformats.org/officeDocument/2006/relationships/slide" Target="slide158.xml"/><Relationship Id="rIdLnk3" Type="http://schemas.openxmlformats.org/officeDocument/2006/relationships/slide" Target="slide15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Lnk1" Type="http://schemas.openxmlformats.org/officeDocument/2006/relationships/slide" Target="slide156.xml"/><Relationship Id="rIdLnk2" Type="http://schemas.openxmlformats.org/officeDocument/2006/relationships/slide" Target="slide156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24206" y="4846320"/>
            <a:ext cx="15675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3961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71954" y="4846320"/>
            <a:ext cx="20900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3439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19703" y="4846320"/>
            <a:ext cx="26125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2916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67451" y="4846320"/>
            <a:ext cx="31350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2394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15200" y="4846320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1871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62949" y="4846320"/>
            <a:ext cx="41801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1349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262949" y="4846320"/>
            <a:ext cx="41801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71349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262949" y="4846320"/>
            <a:ext cx="41801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1349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10697" y="4846320"/>
            <a:ext cx="47026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0826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8446" y="4846320"/>
            <a:ext cx="52251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0304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06194" y="4846320"/>
            <a:ext cx="57476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9781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53943" y="4846320"/>
            <a:ext cx="62701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9259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01691" y="4846320"/>
            <a:ext cx="67926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8736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49440" y="4846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8214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97189" y="4846320"/>
            <a:ext cx="78377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7691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44937" y="4846320"/>
            <a:ext cx="83602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7169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844937" y="4846320"/>
            <a:ext cx="83602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67169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844937" y="4846320"/>
            <a:ext cx="83602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7169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92686" y="4846320"/>
            <a:ext cx="88827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6646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40434" y="4846320"/>
            <a:ext cx="94052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6124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88183" y="4846320"/>
            <a:ext cx="99277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5601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35931" y="4846320"/>
            <a:ext cx="104502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5079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83680" y="4846320"/>
            <a:ext cx="109728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4556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31429" y="4846320"/>
            <a:ext cx="114953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4034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79177" y="4846320"/>
            <a:ext cx="120178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3511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26926" y="4846320"/>
            <a:ext cx="125403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2989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ثَفَجَ</a:t>
            </a:r>
            <a:endParaRPr lang="ar-SA" sz="5400" dirty="0"/>
          </a:p>
        </p:txBody>
      </p:sp>
      <p:sp>
        <p:nvSpPr>
          <p:cNvPr id="24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جَفَثَ</a:t>
            </a:r>
            <a:endParaRPr lang="ar-SA" sz="5400" dirty="0"/>
          </a:p>
        </p:txBody>
      </p:sp>
      <p:sp>
        <p:nvSpPr>
          <p:cNvPr id="25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بَفَجَ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26926" y="4846320"/>
            <a:ext cx="125403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2989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426926" y="4846320"/>
            <a:ext cx="125403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2989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74674" y="4846320"/>
            <a:ext cx="130628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2466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22423" y="4846320"/>
            <a:ext cx="135853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1944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70171" y="4846320"/>
            <a:ext cx="141078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1421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17920" y="4846320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0899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65669" y="4846320"/>
            <a:ext cx="151529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60376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13417" y="4846320"/>
            <a:ext cx="156754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9854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61166" y="4846320"/>
            <a:ext cx="161979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9331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08914" y="4846320"/>
            <a:ext cx="167204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8808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شَفَسَ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سَقَشَ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08914" y="4846320"/>
            <a:ext cx="167204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8808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008914" y="4846320"/>
            <a:ext cx="167204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8808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56663" y="4846320"/>
            <a:ext cx="172429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8286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04411" y="4846320"/>
            <a:ext cx="177654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7763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52160" y="4846320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7241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99909" y="4846320"/>
            <a:ext cx="188105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6718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47657" y="4846320"/>
            <a:ext cx="193330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6196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95406" y="4846320"/>
            <a:ext cx="198555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567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43154" y="4846320"/>
            <a:ext cx="203780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55151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90903" y="4846320"/>
            <a:ext cx="209005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4628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فَأَ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590903" y="4846320"/>
            <a:ext cx="209005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4628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590903" y="4846320"/>
            <a:ext cx="209005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4628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38651" y="4846320"/>
            <a:ext cx="214230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4106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86400" y="4846320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3583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34149" y="4846320"/>
            <a:ext cx="224681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306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81897" y="4846320"/>
            <a:ext cx="229906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2538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29646" y="4846320"/>
            <a:ext cx="235131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2016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77394" y="4846320"/>
            <a:ext cx="240356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1493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25143" y="4846320"/>
            <a:ext cx="245581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0971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72891" y="4846320"/>
            <a:ext cx="250806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044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172891" y="4846320"/>
            <a:ext cx="250806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5044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172891" y="4846320"/>
            <a:ext cx="250806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044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20640" y="48463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9926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68389" y="4846320"/>
            <a:ext cx="261257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9403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16137" y="4846320"/>
            <a:ext cx="266482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8881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63886" y="4846320"/>
            <a:ext cx="271707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8358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11634" y="4846320"/>
            <a:ext cx="276932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7836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59383" y="4846320"/>
            <a:ext cx="282157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7313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07131" y="4846320"/>
            <a:ext cx="287382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6791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54880" y="484632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6268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فَظَ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754880" y="484632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46268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754880" y="484632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46268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02629" y="4846320"/>
            <a:ext cx="297833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5746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650377" y="4846320"/>
            <a:ext cx="303058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5223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598126" y="4846320"/>
            <a:ext cx="308283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4701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45874" y="4846320"/>
            <a:ext cx="313508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4178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93623" y="4846320"/>
            <a:ext cx="318733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3656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41371" y="4846320"/>
            <a:ext cx="323958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313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89120" y="4846320"/>
            <a:ext cx="329184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2611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36869" y="4846320"/>
            <a:ext cx="334409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2088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336869" y="4846320"/>
            <a:ext cx="334409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42088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336869" y="4846320"/>
            <a:ext cx="334409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42088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84617" y="4846320"/>
            <a:ext cx="339634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1566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32366" y="4846320"/>
            <a:ext cx="344859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1043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80114" y="4846320"/>
            <a:ext cx="350084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0520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27863" y="4846320"/>
            <a:ext cx="355309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9998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75611" y="4846320"/>
            <a:ext cx="360534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9475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23360" y="4846320"/>
            <a:ext cx="365760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8953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71109" y="4846320"/>
            <a:ext cx="370985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8430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18857" y="4846320"/>
            <a:ext cx="376210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7908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6400" dirty="0"/>
          </a:p>
        </p:txBody>
      </p:sp>
      <p:sp>
        <p:nvSpPr>
          <p:cNvPr id="21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6400" dirty="0"/>
          </a:p>
        </p:txBody>
      </p:sp>
      <p:sp>
        <p:nvSpPr>
          <p:cNvPr id="22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918857" y="4846320"/>
            <a:ext cx="376210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37908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918857" y="4846320"/>
            <a:ext cx="376210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7908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66606" y="4846320"/>
            <a:ext cx="381435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7385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14354" y="4846320"/>
            <a:ext cx="386660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6863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62103" y="4846320"/>
            <a:ext cx="391885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6340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09851" y="4846320"/>
            <a:ext cx="397110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5818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57600" y="4846320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5295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05349" y="4846320"/>
            <a:ext cx="407561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4773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53097" y="4846320"/>
            <a:ext cx="412786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4250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0846" y="4846320"/>
            <a:ext cx="418011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3728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LINK113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بَقَأَ</a:t>
            </a:r>
            <a:endParaRPr lang="ar-SA" sz="5400" dirty="0"/>
          </a:p>
        </p:txBody>
      </p:sp>
      <p:sp>
        <p:nvSpPr>
          <p:cNvPr id="24" name="LINK11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أَقَبَ</a:t>
            </a:r>
            <a:endParaRPr lang="ar-SA" sz="5400" dirty="0"/>
          </a:p>
        </p:txBody>
      </p:sp>
      <p:sp>
        <p:nvSpPr>
          <p:cNvPr id="25" name="LINK11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0846" y="4846320"/>
            <a:ext cx="418011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3728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500846" y="4846320"/>
            <a:ext cx="418011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3728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1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1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48594" y="4846320"/>
            <a:ext cx="423236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3205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96343" y="4846320"/>
            <a:ext cx="428461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2683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44091" y="4846320"/>
            <a:ext cx="433686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2160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91840" y="4846320"/>
            <a:ext cx="438912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1638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39589" y="4846320"/>
            <a:ext cx="444137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1115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87337" y="4846320"/>
            <a:ext cx="449362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0593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35086" y="4846320"/>
            <a:ext cx="454587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30070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82834" y="4846320"/>
            <a:ext cx="459812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9548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LINK12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رَقَذَ</a:t>
            </a:r>
            <a:endParaRPr lang="ar-SA" sz="5400" dirty="0"/>
          </a:p>
        </p:txBody>
      </p:sp>
      <p:sp>
        <p:nvSpPr>
          <p:cNvPr id="24" name="LINK12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ذَقَزَ</a:t>
            </a:r>
            <a:endParaRPr lang="ar-SA" sz="5400" dirty="0"/>
          </a:p>
        </p:txBody>
      </p:sp>
      <p:sp>
        <p:nvSpPr>
          <p:cNvPr id="25" name="LINK12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82834" y="4846320"/>
            <a:ext cx="459812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9548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082834" y="4846320"/>
            <a:ext cx="459812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9548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22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22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30583" y="4846320"/>
            <a:ext cx="465037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9025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78331" y="4846320"/>
            <a:ext cx="470262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8503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26080" y="4846320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7980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73829" y="4846320"/>
            <a:ext cx="480713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7458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21577" y="4846320"/>
            <a:ext cx="485938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6935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69326" y="4846320"/>
            <a:ext cx="491163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6413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17074" y="4846320"/>
            <a:ext cx="496388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5890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64823" y="4846320"/>
            <a:ext cx="501613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5368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LINK13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ظَقَعَ</a:t>
            </a:r>
            <a:endParaRPr lang="ar-SA" sz="5400" dirty="0"/>
          </a:p>
        </p:txBody>
      </p:sp>
      <p:sp>
        <p:nvSpPr>
          <p:cNvPr id="24" name="LINK135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عَقَظَ</a:t>
            </a:r>
            <a:endParaRPr lang="ar-SA" sz="5400" dirty="0"/>
          </a:p>
        </p:txBody>
      </p:sp>
      <p:sp>
        <p:nvSpPr>
          <p:cNvPr id="25" name="LINK13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طَقَعَ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64823" y="4846320"/>
            <a:ext cx="501613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5368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664823" y="4846320"/>
            <a:ext cx="501613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5368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3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3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12571" y="4846320"/>
            <a:ext cx="506838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4845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60320" y="4846320"/>
            <a:ext cx="512064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4323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08069" y="4846320"/>
            <a:ext cx="517289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Game marker"/>
          <p:cNvSpPr/>
          <p:nvPr/>
        </p:nvSpPr>
        <p:spPr>
          <a:xfrm>
            <a:off x="23800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55817" y="4846320"/>
            <a:ext cx="522514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327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03566" y="4846320"/>
            <a:ext cx="527739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2755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51314" y="4846320"/>
            <a:ext cx="532964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2232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99063" y="4846320"/>
            <a:ext cx="538189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1710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46811" y="4846320"/>
            <a:ext cx="543414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1187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147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6400" dirty="0"/>
          </a:p>
        </p:txBody>
      </p:sp>
      <p:sp>
        <p:nvSpPr>
          <p:cNvPr id="21" name="LINK14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6400" dirty="0"/>
          </a:p>
        </p:txBody>
      </p:sp>
      <p:sp>
        <p:nvSpPr>
          <p:cNvPr id="22" name="LINK14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246811" y="4846320"/>
            <a:ext cx="543414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21187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246811" y="4846320"/>
            <a:ext cx="543414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1187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4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4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94560" y="4846320"/>
            <a:ext cx="548640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0665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42309" y="4846320"/>
            <a:ext cx="553865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0142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90057" y="4846320"/>
            <a:ext cx="559090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9620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37806" y="4846320"/>
            <a:ext cx="564315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9097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5554" y="4846320"/>
            <a:ext cx="569540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8575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33303" y="4846320"/>
            <a:ext cx="574765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8052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81051" y="4846320"/>
            <a:ext cx="579990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7530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28800" y="4846320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7007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LINK158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6400" dirty="0"/>
          </a:p>
        </p:txBody>
      </p:sp>
      <p:sp>
        <p:nvSpPr>
          <p:cNvPr id="21" name="LINK15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endParaRPr lang="ar-SA" sz="6400" dirty="0"/>
          </a:p>
        </p:txBody>
      </p:sp>
      <p:sp>
        <p:nvSpPr>
          <p:cNvPr id="22" name="LINK15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828800" y="4846320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ame marker"/>
          <p:cNvSpPr/>
          <p:nvPr/>
        </p:nvSpPr>
        <p:spPr>
          <a:xfrm>
            <a:off x="17007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828800" y="4846320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7007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56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56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76549" y="4846320"/>
            <a:ext cx="5904411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6485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24297" y="4846320"/>
            <a:ext cx="5956663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5962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72046" y="4846320"/>
            <a:ext cx="6008914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5440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19794" y="4846320"/>
            <a:ext cx="6061166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4917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67543" y="4846320"/>
            <a:ext cx="6113417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4395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15291" y="4846320"/>
            <a:ext cx="6165669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3872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989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7809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36291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94490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52689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1088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69087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42728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8548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34368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30188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60081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21828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176479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260000">
            <a:off x="1870995" y="1715729"/>
            <a:ext cx="345031" cy="345031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1500000">
            <a:off x="2585010" y="2945052"/>
            <a:ext cx="284471" cy="284471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580000">
            <a:off x="2515734" y="1311422"/>
            <a:ext cx="352940" cy="35294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540000">
            <a:off x="264027" y="1535451"/>
            <a:ext cx="264722" cy="264722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400000">
            <a:off x="7881063" y="3767769"/>
            <a:ext cx="199373" cy="19937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>
            <a:off x="8683685" y="4422875"/>
            <a:ext cx="350630" cy="35063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820000">
            <a:off x="8429873" y="725202"/>
            <a:ext cx="297409" cy="2974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7775483" y="3058539"/>
            <a:ext cx="236006" cy="23600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2580000">
            <a:off x="8474915" y="2970897"/>
            <a:ext cx="306778" cy="30677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3420000">
            <a:off x="1936439" y="1697437"/>
            <a:ext cx="305467" cy="30546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540000">
            <a:off x="7906247" y="3407303"/>
            <a:ext cx="269438" cy="269438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740000">
            <a:off x="8615434" y="2977972"/>
            <a:ext cx="257713" cy="25771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240000">
            <a:off x="1352324" y="3143914"/>
            <a:ext cx="347793" cy="347793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">
            <a:off x="2373482" y="3609704"/>
            <a:ext cx="315292" cy="3152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500000">
            <a:off x="2526818" y="2730074"/>
            <a:ext cx="286156" cy="286156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1260000">
            <a:off x="945131" y="2486963"/>
            <a:ext cx="252812" cy="252812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80000">
            <a:off x="1987438" y="2509679"/>
            <a:ext cx="350592" cy="35059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700000">
            <a:off x="1104555" y="2994466"/>
            <a:ext cx="353063" cy="353063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1380000">
            <a:off x="6895534" y="1591610"/>
            <a:ext cx="233543" cy="233543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840000">
            <a:off x="7404480" y="687111"/>
            <a:ext cx="350324" cy="35032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760000">
            <a:off x="7804894" y="3438037"/>
            <a:ext cx="274217" cy="2742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320000">
            <a:off x="4815884" y="4425264"/>
            <a:ext cx="342453" cy="342453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480000">
            <a:off x="2236299" y="552687"/>
            <a:ext cx="180259" cy="180259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320000">
            <a:off x="6986531" y="1478454"/>
            <a:ext cx="309690" cy="309690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780000">
            <a:off x="6505185" y="2789724"/>
            <a:ext cx="354541" cy="35454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580000">
            <a:off x="2106835" y="298531"/>
            <a:ext cx="359650" cy="359650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3000000">
            <a:off x="7022149" y="1994757"/>
            <a:ext cx="348364" cy="34836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3180000">
            <a:off x="7716909" y="3382983"/>
            <a:ext cx="270726" cy="270726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680000">
            <a:off x="7845359" y="232581"/>
            <a:ext cx="164992" cy="16499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000000">
            <a:off x="1145001" y="3685687"/>
            <a:ext cx="220056" cy="220056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540000">
            <a:off x="1128875" y="2488142"/>
            <a:ext cx="243228" cy="24322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900000">
            <a:off x="405665" y="1163909"/>
            <a:ext cx="261667" cy="261667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1740000">
            <a:off x="2363716" y="2778102"/>
            <a:ext cx="284350" cy="28435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540000">
            <a:off x="2719669" y="2774750"/>
            <a:ext cx="342350" cy="34235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3240000">
            <a:off x="1070060" y="2469946"/>
            <a:ext cx="171480" cy="17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3120000">
            <a:off x="841701" y="1401576"/>
            <a:ext cx="176355" cy="176355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180000">
            <a:off x="288308" y="1590066"/>
            <a:ext cx="301173" cy="30117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60000">
            <a:off x="1654456" y="3215975"/>
            <a:ext cx="344887" cy="34488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3000000">
            <a:off x="405225" y="2760985"/>
            <a:ext cx="266763" cy="26676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200000">
            <a:off x="6434403" y="776664"/>
            <a:ext cx="174409" cy="17440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166</Slides>
  <Notes>166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166</vt:i4>
      </vt:variant>
    </vt:vector>
  </HeadingPairs>
  <TitlesOfParts>
    <vt:vector size="1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11-fa-qaf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