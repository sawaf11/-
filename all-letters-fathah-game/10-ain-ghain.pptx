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notesMaster" Target="notesMasters/notesMaster1.xml"/><Relationship Id="rId154" Type="http://schemas.openxmlformats.org/officeDocument/2006/relationships/presProps" Target="presProps.xml"/><Relationship Id="rId155" Type="http://schemas.openxmlformats.org/officeDocument/2006/relationships/viewProps" Target="viewProps.xml"/><Relationship Id="rId156" Type="http://schemas.openxmlformats.org/officeDocument/2006/relationships/theme" Target="theme/theme1.xml"/><Relationship Id="rId1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Lnk1" Type="http://schemas.openxmlformats.org/officeDocument/2006/relationships/slide" Target="slide100.xml"/><Relationship Id="rIdLnk2" Type="http://schemas.openxmlformats.org/officeDocument/2006/relationships/slide" Target="slide101.xml"/><Relationship Id="rIdLnk3" Type="http://schemas.openxmlformats.org/officeDocument/2006/relationships/slide" Target="slide10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Lnk1" Type="http://schemas.openxmlformats.org/officeDocument/2006/relationships/slide" Target="slide99.xml"/><Relationship Id="rIdLnk2" Type="http://schemas.openxmlformats.org/officeDocument/2006/relationships/slide" Target="slide9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level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Lnk1" Type="http://schemas.openxmlformats.org/officeDocument/2006/relationships/slide" Target="slide113.xml"/><Relationship Id="rIdLnk2" Type="http://schemas.openxmlformats.org/officeDocument/2006/relationships/slide" Target="slide112.xml"/><Relationship Id="rIdLnk3" Type="http://schemas.openxmlformats.org/officeDocument/2006/relationships/slide" Target="slide11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Lnk1" Type="http://schemas.openxmlformats.org/officeDocument/2006/relationships/slide" Target="slide111.xml"/><Relationship Id="rIdLnk2" Type="http://schemas.openxmlformats.org/officeDocument/2006/relationships/slide" Target="slide11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Lnk1" Type="http://schemas.openxmlformats.org/officeDocument/2006/relationships/slide" Target="slide124.xml"/><Relationship Id="rIdLnk2" Type="http://schemas.openxmlformats.org/officeDocument/2006/relationships/slide" Target="slide124.xml"/><Relationship Id="rIdLnk3" Type="http://schemas.openxmlformats.org/officeDocument/2006/relationships/slide" Target="slide12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Lnk1" Type="http://schemas.openxmlformats.org/officeDocument/2006/relationships/slide" Target="slide122.xml"/><Relationship Id="rIdLnk2" Type="http://schemas.openxmlformats.org/officeDocument/2006/relationships/slide" Target="slide122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Lnk1" Type="http://schemas.openxmlformats.org/officeDocument/2006/relationships/slide" Target="slide134.xml"/><Relationship Id="rIdLnk2" Type="http://schemas.openxmlformats.org/officeDocument/2006/relationships/slide" Target="slide135.xml"/><Relationship Id="rIdLnk3" Type="http://schemas.openxmlformats.org/officeDocument/2006/relationships/slide" Target="slide13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Lnk1" Type="http://schemas.openxmlformats.org/officeDocument/2006/relationships/slide" Target="slide133.xml"/><Relationship Id="rIdLnk2" Type="http://schemas.openxmlformats.org/officeDocument/2006/relationships/slide" Target="slide13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level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Lnk1" Type="http://schemas.openxmlformats.org/officeDocument/2006/relationships/slide" Target="slide147.xml"/><Relationship Id="rIdLnk2" Type="http://schemas.openxmlformats.org/officeDocument/2006/relationships/slide" Target="slide146.xml"/><Relationship Id="rIdLnk3" Type="http://schemas.openxmlformats.org/officeDocument/2006/relationships/slide" Target="slide14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Lnk1" Type="http://schemas.openxmlformats.org/officeDocument/2006/relationships/slide" Target="slide145.xml"/><Relationship Id="rIdLnk2" Type="http://schemas.openxmlformats.org/officeDocument/2006/relationships/slide" Target="slide14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06626" y="4846320"/>
            <a:ext cx="17433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73786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48514" y="4846320"/>
            <a:ext cx="23244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73204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90403" y="4846320"/>
            <a:ext cx="29055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72623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32292" y="4846320"/>
            <a:ext cx="348668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720427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74180" y="4846320"/>
            <a:ext cx="40678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71461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16069" y="4846320"/>
            <a:ext cx="46489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70880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7216069" y="4846320"/>
            <a:ext cx="46489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70880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7216069" y="4846320"/>
            <a:ext cx="46489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0880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57957" y="4846320"/>
            <a:ext cx="52300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70299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99846" y="4846320"/>
            <a:ext cx="58111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69718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41735" y="4846320"/>
            <a:ext cx="63922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69137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83623" y="4846320"/>
            <a:ext cx="69733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68556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25512" y="4846320"/>
            <a:ext cx="755448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679749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67400" y="4846320"/>
            <a:ext cx="81356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67393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09289" y="4846320"/>
            <a:ext cx="87167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66812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51178" y="4846320"/>
            <a:ext cx="92978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662316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غَضَ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عَضَ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751178" y="4846320"/>
            <a:ext cx="92978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62316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751178" y="4846320"/>
            <a:ext cx="92978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62316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93066" y="4846320"/>
            <a:ext cx="98789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656505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34955" y="4846320"/>
            <a:ext cx="104600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65069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76843" y="4846320"/>
            <a:ext cx="110411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64488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18732" y="4846320"/>
            <a:ext cx="1162228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639071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60621" y="4846320"/>
            <a:ext cx="122033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63326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02509" y="4846320"/>
            <a:ext cx="127845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62744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44398" y="4846320"/>
            <a:ext cx="133656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62163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86286" y="4846320"/>
            <a:ext cx="139467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61582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حَعَخَ</a:t>
            </a:r>
            <a:endParaRPr lang="ar-SA" sz="5400" dirty="0"/>
          </a:p>
        </p:txBody>
      </p:sp>
      <p:sp>
        <p:nvSpPr>
          <p:cNvPr id="24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خَعَحَ</a:t>
            </a:r>
            <a:endParaRPr lang="ar-SA" sz="5400" dirty="0"/>
          </a:p>
        </p:txBody>
      </p:sp>
      <p:sp>
        <p:nvSpPr>
          <p:cNvPr id="25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خَعَخَ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86286" y="4846320"/>
            <a:ext cx="139467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61582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286286" y="4846320"/>
            <a:ext cx="139467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1582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28175" y="4846320"/>
            <a:ext cx="145278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61001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70064" y="4846320"/>
            <a:ext cx="151089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60420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11952" y="4846320"/>
            <a:ext cx="1569008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59839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053841" y="4846320"/>
            <a:ext cx="162711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592582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95729" y="4846320"/>
            <a:ext cx="168523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58677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37618" y="4846320"/>
            <a:ext cx="174334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580960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79507" y="4846320"/>
            <a:ext cx="180145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57514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21395" y="4846320"/>
            <a:ext cx="185956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56933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ضَعَصَ</a:t>
            </a:r>
            <a:endParaRPr lang="ar-SA" sz="5400" dirty="0"/>
          </a:p>
        </p:txBody>
      </p:sp>
      <p:sp>
        <p:nvSpPr>
          <p:cNvPr id="24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صَعَضَ</a:t>
            </a:r>
            <a:endParaRPr lang="ar-SA" sz="5400" dirty="0"/>
          </a:p>
        </p:txBody>
      </p:sp>
      <p:sp>
        <p:nvSpPr>
          <p:cNvPr id="25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صَغَضَ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21395" y="4846320"/>
            <a:ext cx="185956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56933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821395" y="4846320"/>
            <a:ext cx="185956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6933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63284" y="4846320"/>
            <a:ext cx="191767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56352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طَعَظَ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05172" y="4846320"/>
            <a:ext cx="1975788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55771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647061" y="4846320"/>
            <a:ext cx="203389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551904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88950" y="4846320"/>
            <a:ext cx="209201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4609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30838" y="4846320"/>
            <a:ext cx="215012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40282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72727" y="4846320"/>
            <a:ext cx="220823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3447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14615" y="4846320"/>
            <a:ext cx="226634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28659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56504" y="4846320"/>
            <a:ext cx="232445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22848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عَجَ</a:t>
            </a:r>
            <a:endParaRPr lang="ar-SA" sz="6400" dirty="0"/>
          </a:p>
        </p:txBody>
      </p:sp>
      <p:sp>
        <p:nvSpPr>
          <p:cNvPr id="21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</a:t>
            </a:r>
            <a:endParaRPr lang="ar-SA" sz="6400" dirty="0"/>
          </a:p>
        </p:txBody>
      </p:sp>
      <p:sp>
        <p:nvSpPr>
          <p:cNvPr id="22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356504" y="4846320"/>
            <a:ext cx="232445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22848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356504" y="4846320"/>
            <a:ext cx="232445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22848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98393" y="4846320"/>
            <a:ext cx="238256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1703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40281" y="4846320"/>
            <a:ext cx="244067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11226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82170" y="4846320"/>
            <a:ext cx="249879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05415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24058" y="4846320"/>
            <a:ext cx="255690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9960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65947" y="4846320"/>
            <a:ext cx="261501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93793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07836" y="4846320"/>
            <a:ext cx="267312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8798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49724" y="4846320"/>
            <a:ext cx="273123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8217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91613" y="4846320"/>
            <a:ext cx="278934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7635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</a:t>
            </a:r>
            <a:endParaRPr lang="ar-SA" sz="6400" dirty="0"/>
          </a:p>
        </p:txBody>
      </p:sp>
      <p:sp>
        <p:nvSpPr>
          <p:cNvPr id="21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عَشَ</a:t>
            </a:r>
            <a:endParaRPr lang="ar-SA" sz="6400" dirty="0"/>
          </a:p>
        </p:txBody>
      </p:sp>
      <p:sp>
        <p:nvSpPr>
          <p:cNvPr id="22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891613" y="4846320"/>
            <a:ext cx="278934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7635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891613" y="4846320"/>
            <a:ext cx="278934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7635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33501" y="4846320"/>
            <a:ext cx="284745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70548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75390" y="4846320"/>
            <a:ext cx="290557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6473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17279" y="4846320"/>
            <a:ext cx="296368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5892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659167" y="4846320"/>
            <a:ext cx="302179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5311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4601056" y="4846320"/>
            <a:ext cx="307990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44730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542944" y="4846320"/>
            <a:ext cx="313801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4149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484833" y="4846320"/>
            <a:ext cx="319612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3568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426721" y="4846320"/>
            <a:ext cx="325423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2987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</a:t>
            </a:r>
            <a:endParaRPr lang="ar-SA" sz="6400" dirty="0"/>
          </a:p>
        </p:txBody>
      </p:sp>
      <p:sp>
        <p:nvSpPr>
          <p:cNvPr id="21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غَتَ</a:t>
            </a:r>
            <a:endParaRPr lang="ar-SA" sz="6400" dirty="0"/>
          </a:p>
        </p:txBody>
      </p:sp>
      <p:sp>
        <p:nvSpPr>
          <p:cNvPr id="22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غَثَ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426721" y="4846320"/>
            <a:ext cx="325423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2987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غَتَ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426721" y="4846320"/>
            <a:ext cx="325423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2987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68610" y="4846320"/>
            <a:ext cx="331235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2405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10499" y="4846320"/>
            <a:ext cx="337046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1824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252387" y="4846320"/>
            <a:ext cx="342857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1243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94276" y="4846320"/>
            <a:ext cx="348668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06626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36164" y="4846320"/>
            <a:ext cx="354479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0081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78053" y="4846320"/>
            <a:ext cx="360290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95003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19942" y="4846320"/>
            <a:ext cx="3661018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8919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61830" y="4846320"/>
            <a:ext cx="371913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83381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</a:t>
            </a:r>
            <a:endParaRPr lang="ar-SA" sz="6400" dirty="0"/>
          </a:p>
        </p:txBody>
      </p:sp>
      <p:sp>
        <p:nvSpPr>
          <p:cNvPr id="21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عَزَ</a:t>
            </a:r>
            <a:endParaRPr lang="ar-SA" sz="6400" dirty="0"/>
          </a:p>
        </p:txBody>
      </p:sp>
      <p:sp>
        <p:nvSpPr>
          <p:cNvPr id="22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غَزَ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961830" y="4846320"/>
            <a:ext cx="371913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83381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غَزَ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961830" y="4846320"/>
            <a:ext cx="371913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83381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03719" y="4846320"/>
            <a:ext cx="377724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77570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45607" y="4846320"/>
            <a:ext cx="383535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7175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87496" y="4846320"/>
            <a:ext cx="389346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65948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29385" y="4846320"/>
            <a:ext cx="395157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6013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71273" y="4846320"/>
            <a:ext cx="400968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5432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13162" y="4846320"/>
            <a:ext cx="4067798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4851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555050" y="4846320"/>
            <a:ext cx="412591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4270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96939" y="4846320"/>
            <a:ext cx="418402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336892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LINK10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أَغَبَ</a:t>
            </a:r>
            <a:endParaRPr lang="ar-SA" sz="5400" dirty="0"/>
          </a:p>
        </p:txBody>
      </p:sp>
      <p:sp>
        <p:nvSpPr>
          <p:cNvPr id="24" name="LINK101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بَغَأَ</a:t>
            </a:r>
            <a:endParaRPr lang="ar-SA" sz="5400" dirty="0"/>
          </a:p>
        </p:txBody>
      </p:sp>
      <p:sp>
        <p:nvSpPr>
          <p:cNvPr id="25" name="LINK10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بَغَبَ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96939" y="4846320"/>
            <a:ext cx="418402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336892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أَغَبَ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496939" y="4846320"/>
            <a:ext cx="418402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36892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38828" y="4846320"/>
            <a:ext cx="424213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33108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80716" y="4846320"/>
            <a:ext cx="430024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32527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22605" y="4846320"/>
            <a:ext cx="435835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31945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264493" y="4846320"/>
            <a:ext cx="441646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31364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206382" y="4846320"/>
            <a:ext cx="4474578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307836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48271" y="4846320"/>
            <a:ext cx="453268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30202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90159" y="4846320"/>
            <a:ext cx="459080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96214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32048" y="4846320"/>
            <a:ext cx="464891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9040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LINK113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رَغَذَ</a:t>
            </a:r>
            <a:endParaRPr lang="ar-SA" sz="5400" dirty="0"/>
          </a:p>
        </p:txBody>
      </p:sp>
      <p:sp>
        <p:nvSpPr>
          <p:cNvPr id="24" name="LINK11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ذَغَرَ</a:t>
            </a:r>
            <a:endParaRPr lang="ar-SA" sz="5400" dirty="0"/>
          </a:p>
        </p:txBody>
      </p:sp>
      <p:sp>
        <p:nvSpPr>
          <p:cNvPr id="25" name="LINK11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ذَعَرَ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32048" y="4846320"/>
            <a:ext cx="464891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9040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ذَغَرَ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032048" y="4846320"/>
            <a:ext cx="464891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9040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1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1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73936" y="4846320"/>
            <a:ext cx="470702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8459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15825" y="4846320"/>
            <a:ext cx="476513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7878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57714" y="4846320"/>
            <a:ext cx="482324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7296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99602" y="4846320"/>
            <a:ext cx="4881358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6715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41491" y="4846320"/>
            <a:ext cx="493946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6134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83379" y="4846320"/>
            <a:ext cx="4997581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5553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طَغَظَ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25268" y="4846320"/>
            <a:ext cx="505569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49725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ظَغَعَ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67157" y="4846320"/>
            <a:ext cx="511380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4391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LINK124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عَغَظَ</a:t>
            </a:r>
            <a:endParaRPr lang="ar-SA" sz="5400" dirty="0"/>
          </a:p>
        </p:txBody>
      </p:sp>
      <p:sp>
        <p:nvSpPr>
          <p:cNvPr id="24" name="LINK12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ظَغَغَ</a:t>
            </a:r>
            <a:endParaRPr lang="ar-SA" sz="5400" dirty="0"/>
          </a:p>
        </p:txBody>
      </p:sp>
      <p:sp>
        <p:nvSpPr>
          <p:cNvPr id="25" name="LINK12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ظَغَعَ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67157" y="4846320"/>
            <a:ext cx="511380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4391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ظَغَعَ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567157" y="4846320"/>
            <a:ext cx="511380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4391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22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22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09045" y="4846320"/>
            <a:ext cx="517191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4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Game marker"/>
          <p:cNvSpPr/>
          <p:nvPr/>
        </p:nvSpPr>
        <p:spPr>
          <a:xfrm>
            <a:off x="23810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50934" y="4846320"/>
            <a:ext cx="523002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23229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92822" y="4846320"/>
            <a:ext cx="5288138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226480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34711" y="4846320"/>
            <a:ext cx="534624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22066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76600" y="4846320"/>
            <a:ext cx="540436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21485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18488" y="4846320"/>
            <a:ext cx="546247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20904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60377" y="4846320"/>
            <a:ext cx="552058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203236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02265" y="4846320"/>
            <a:ext cx="557869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9742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LINK134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</a:t>
            </a:r>
            <a:endParaRPr lang="ar-SA" sz="6400" dirty="0"/>
          </a:p>
        </p:txBody>
      </p:sp>
      <p:sp>
        <p:nvSpPr>
          <p:cNvPr id="21" name="LINK135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غَخَ</a:t>
            </a:r>
            <a:endParaRPr lang="ar-SA" sz="6400" dirty="0"/>
          </a:p>
        </p:txBody>
      </p:sp>
      <p:sp>
        <p:nvSpPr>
          <p:cNvPr id="22" name="LINK13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102265" y="4846320"/>
            <a:ext cx="557869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9742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102265" y="4846320"/>
            <a:ext cx="5578695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9742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3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3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1680000">
            <a:off x="1411468" y="2567004"/>
            <a:ext cx="228147" cy="228147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7107409" y="2308033"/>
            <a:ext cx="245783" cy="24578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500000">
            <a:off x="8458877" y="2319343"/>
            <a:ext cx="242760" cy="242760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420000">
            <a:off x="7246794" y="2633771"/>
            <a:ext cx="349033" cy="349033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2520000">
            <a:off x="8452942" y="728859"/>
            <a:ext cx="284361" cy="284361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000000">
            <a:off x="2693722" y="2235746"/>
            <a:ext cx="191570" cy="1915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547020" y="481815"/>
            <a:ext cx="193305" cy="19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020000">
            <a:off x="1625794" y="213942"/>
            <a:ext cx="316086" cy="31608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320000">
            <a:off x="7900954" y="1123323"/>
            <a:ext cx="357530" cy="35753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380000">
            <a:off x="2095976" y="2067948"/>
            <a:ext cx="206046" cy="206046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2340000">
            <a:off x="6356898" y="2272821"/>
            <a:ext cx="313693" cy="31369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00000">
            <a:off x="6732452" y="1575414"/>
            <a:ext cx="313560" cy="313560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2940000">
            <a:off x="8430045" y="2428180"/>
            <a:ext cx="325465" cy="325465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320000">
            <a:off x="8268994" y="875349"/>
            <a:ext cx="165766" cy="16576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60000">
            <a:off x="4771784" y="206630"/>
            <a:ext cx="333645" cy="33364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3480000">
            <a:off x="787490" y="781033"/>
            <a:ext cx="230366" cy="23036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1560000">
            <a:off x="816630" y="3603367"/>
            <a:ext cx="254570" cy="25457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080000">
            <a:off x="2816858" y="3665513"/>
            <a:ext cx="347655" cy="347655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040000">
            <a:off x="7455581" y="1178230"/>
            <a:ext cx="201064" cy="201064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00000">
            <a:off x="7084862" y="3842602"/>
            <a:ext cx="291928" cy="291928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340000">
            <a:off x="1458289" y="3746212"/>
            <a:ext cx="185723" cy="1857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1440000">
            <a:off x="6968902" y="766459"/>
            <a:ext cx="279125" cy="27912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3060000">
            <a:off x="7823440" y="2867836"/>
            <a:ext cx="208533" cy="208533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060000">
            <a:off x="2625328" y="4145800"/>
            <a:ext cx="298384" cy="29838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3540000">
            <a:off x="6565579" y="273424"/>
            <a:ext cx="343743" cy="343743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540000">
            <a:off x="6746417" y="1481246"/>
            <a:ext cx="198095" cy="19809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44154" y="4846320"/>
            <a:ext cx="563680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9161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86043" y="4846320"/>
            <a:ext cx="569491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8580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27931" y="4846320"/>
            <a:ext cx="575302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7999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69820" y="4846320"/>
            <a:ext cx="581114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7418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11708" y="4846320"/>
            <a:ext cx="5869252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68369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53597" y="4846320"/>
            <a:ext cx="5927363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6255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95486" y="4846320"/>
            <a:ext cx="5985474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5674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37374" y="4846320"/>
            <a:ext cx="604358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5093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9B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LINK147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غَضَ</a:t>
            </a:r>
            <a:endParaRPr lang="ar-SA" sz="6400" dirty="0"/>
          </a:p>
        </p:txBody>
      </p:sp>
      <p:sp>
        <p:nvSpPr>
          <p:cNvPr id="21" name="LINK14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</a:t>
            </a:r>
            <a:endParaRPr lang="ar-SA" sz="6400" dirty="0"/>
          </a:p>
        </p:txBody>
      </p:sp>
      <p:sp>
        <p:nvSpPr>
          <p:cNvPr id="22" name="LINK14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637374" y="4846320"/>
            <a:ext cx="604358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5093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637374" y="4846320"/>
            <a:ext cx="6043586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5093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4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4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79263" y="4846320"/>
            <a:ext cx="6101697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4512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21151" y="4846320"/>
            <a:ext cx="6159809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3931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15206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68717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2222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7573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529249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8276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4362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389782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34329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296804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250314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203825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15733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9BF6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1260000">
            <a:off x="1870995" y="1715729"/>
            <a:ext cx="345031" cy="345031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1500000">
            <a:off x="2585010" y="2945052"/>
            <a:ext cx="284471" cy="284471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580000">
            <a:off x="2515734" y="1311422"/>
            <a:ext cx="352940" cy="352940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540000">
            <a:off x="264027" y="1535451"/>
            <a:ext cx="264722" cy="264722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2400000">
            <a:off x="7881063" y="3767769"/>
            <a:ext cx="199373" cy="19937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>
            <a:off x="8683685" y="4422875"/>
            <a:ext cx="350630" cy="35063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820000">
            <a:off x="8429873" y="725202"/>
            <a:ext cx="297409" cy="29740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020000">
            <a:off x="7775483" y="3058539"/>
            <a:ext cx="236006" cy="23600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2580000">
            <a:off x="8474915" y="2970897"/>
            <a:ext cx="306778" cy="30677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3420000">
            <a:off x="1936439" y="1697437"/>
            <a:ext cx="305467" cy="30546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540000">
            <a:off x="7906247" y="3407303"/>
            <a:ext cx="269438" cy="269438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740000">
            <a:off x="8615434" y="2977972"/>
            <a:ext cx="257713" cy="25771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240000">
            <a:off x="1352324" y="3143914"/>
            <a:ext cx="347793" cy="347793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">
            <a:off x="2373482" y="3609704"/>
            <a:ext cx="315292" cy="3152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500000">
            <a:off x="2526818" y="2730074"/>
            <a:ext cx="286156" cy="286156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1260000">
            <a:off x="945131" y="2486963"/>
            <a:ext cx="252812" cy="252812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180000">
            <a:off x="1987438" y="2509679"/>
            <a:ext cx="350592" cy="35059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700000">
            <a:off x="1104555" y="2994466"/>
            <a:ext cx="353063" cy="353063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1380000">
            <a:off x="6895534" y="1591610"/>
            <a:ext cx="233543" cy="233543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840000">
            <a:off x="7404480" y="687111"/>
            <a:ext cx="350324" cy="35032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760000">
            <a:off x="7804894" y="3438037"/>
            <a:ext cx="274217" cy="2742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1320000">
            <a:off x="4815884" y="4425264"/>
            <a:ext cx="342453" cy="342453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480000">
            <a:off x="2236299" y="552687"/>
            <a:ext cx="180259" cy="180259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320000">
            <a:off x="6986531" y="1478454"/>
            <a:ext cx="309690" cy="309690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780000">
            <a:off x="6505185" y="2789724"/>
            <a:ext cx="354541" cy="35454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580000">
            <a:off x="2106835" y="298531"/>
            <a:ext cx="359650" cy="359650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3000000">
            <a:off x="7022149" y="1994757"/>
            <a:ext cx="348364" cy="348364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3180000">
            <a:off x="7716909" y="3382983"/>
            <a:ext cx="270726" cy="270726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1680000">
            <a:off x="7845359" y="232581"/>
            <a:ext cx="164992" cy="16499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000000">
            <a:off x="1145001" y="3685687"/>
            <a:ext cx="220056" cy="220056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540000">
            <a:off x="1128875" y="2488142"/>
            <a:ext cx="243228" cy="24322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900000">
            <a:off x="405665" y="1163909"/>
            <a:ext cx="261667" cy="261667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1740000">
            <a:off x="2363716" y="2778102"/>
            <a:ext cx="284350" cy="28435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540000">
            <a:off x="2719669" y="2774750"/>
            <a:ext cx="342350" cy="34235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3240000">
            <a:off x="1070060" y="2469946"/>
            <a:ext cx="171480" cy="17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3120000">
            <a:off x="841701" y="1401576"/>
            <a:ext cx="176355" cy="176355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180000">
            <a:off x="288308" y="1590066"/>
            <a:ext cx="301173" cy="301173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360000">
            <a:off x="1654456" y="3215975"/>
            <a:ext cx="344887" cy="34488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3000000">
            <a:off x="405225" y="2760985"/>
            <a:ext cx="266763" cy="26676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200000">
            <a:off x="6434403" y="776664"/>
            <a:ext cx="174409" cy="17440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151</Slides>
  <Notes>151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151</vt:i4>
      </vt:variant>
    </vt:vector>
  </HeadingPairs>
  <TitlesOfParts>
    <vt:vector size="1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10-ain-ghain</dc:title>
  <dc:subject>PptxGenJS Presentation</dc:subject>
  <dc:creator>PptxGenJS</dc:creator>
  <cp:lastModifiedBy>PptxGenJS</cp:lastModifiedBy>
  <cp:revision>1</cp:revision>
  <dcterms:created xsi:type="dcterms:W3CDTF">2026-10-10T23:17:16Z</dcterms:created>
  <dcterms:modified xsi:type="dcterms:W3CDTF">2026-10-10T23:17:16Z</dcterms:modified>
</cp:coreProperties>
</file>