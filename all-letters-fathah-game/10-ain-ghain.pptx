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</p:sldIdLst>
  <p:notesMasterIdLst>
    <p:notesMasterId r:id="rId1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notesMaster" Target="notesMasters/notesMaster1.xml"/><Relationship Id="rId154" Type="http://schemas.openxmlformats.org/officeDocument/2006/relationships/presProps" Target="presProps.xml"/><Relationship Id="rId155" Type="http://schemas.openxmlformats.org/officeDocument/2006/relationships/viewProps" Target="viewProps.xml"/><Relationship Id="rId156" Type="http://schemas.openxmlformats.org/officeDocument/2006/relationships/theme" Target="theme/theme1.xml"/><Relationship Id="rId1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Finished! Give the child a big cheer.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0.xml"/><Relationship Id="rIdLnk3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Lnk1" Type="http://schemas.openxmlformats.org/officeDocument/2006/relationships/slide" Target="slide32.xml"/><Relationship Id="rIdLnk2" Type="http://schemas.openxmlformats.org/officeDocument/2006/relationships/slide" Target="slide33.xml"/><Relationship Id="rIdLnk3" Type="http://schemas.openxmlformats.org/officeDocument/2006/relationships/slide" Target="slide3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level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Lnk1" Type="http://schemas.openxmlformats.org/officeDocument/2006/relationships/slide" Target="slide45.xml"/><Relationship Id="rIdLnk2" Type="http://schemas.openxmlformats.org/officeDocument/2006/relationships/slide" Target="slide44.xml"/><Relationship Id="rIdLnk3" Type="http://schemas.openxmlformats.org/officeDocument/2006/relationships/slide" Target="slide4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Lnk1" Type="http://schemas.openxmlformats.org/officeDocument/2006/relationships/slide" Target="slide43.xml"/><Relationship Id="rIdLnk2" Type="http://schemas.openxmlformats.org/officeDocument/2006/relationships/slide" Target="slide43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Lnk1" Type="http://schemas.openxmlformats.org/officeDocument/2006/relationships/slide" Target="slide56.xml"/><Relationship Id="rIdLnk2" Type="http://schemas.openxmlformats.org/officeDocument/2006/relationships/slide" Target="slide56.xml"/><Relationship Id="rIdLnk3" Type="http://schemas.openxmlformats.org/officeDocument/2006/relationships/slide" Target="slide5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Lnk1" Type="http://schemas.openxmlformats.org/officeDocument/2006/relationships/slide" Target="slide54.xml"/><Relationship Id="rIdLnk2" Type="http://schemas.openxmlformats.org/officeDocument/2006/relationships/slide" Target="slide54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Lnk1" Type="http://schemas.openxmlformats.org/officeDocument/2006/relationships/slide" Target="slide66.xml"/><Relationship Id="rIdLnk2" Type="http://schemas.openxmlformats.org/officeDocument/2006/relationships/slide" Target="slide67.xml"/><Relationship Id="rIdLnk3" Type="http://schemas.openxmlformats.org/officeDocument/2006/relationships/slide" Target="slide6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Lnk1" Type="http://schemas.openxmlformats.org/officeDocument/2006/relationships/slide" Target="slide65.xml"/><Relationship Id="rIdLnk2" Type="http://schemas.openxmlformats.org/officeDocument/2006/relationships/slide" Target="slide65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level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Lnk1" Type="http://schemas.openxmlformats.org/officeDocument/2006/relationships/slide" Target="slide79.xml"/><Relationship Id="rIdLnk2" Type="http://schemas.openxmlformats.org/officeDocument/2006/relationships/slide" Target="slide78.xml"/><Relationship Id="rIdLnk3" Type="http://schemas.openxmlformats.org/officeDocument/2006/relationships/slide" Target="slide79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Lnk1" Type="http://schemas.openxmlformats.org/officeDocument/2006/relationships/slide" Target="slide77.xml"/><Relationship Id="rIdLnk2" Type="http://schemas.openxmlformats.org/officeDocument/2006/relationships/slide" Target="slide77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Lnk1" Type="http://schemas.openxmlformats.org/officeDocument/2006/relationships/slide" Target="slide90.xml"/><Relationship Id="rIdLnk2" Type="http://schemas.openxmlformats.org/officeDocument/2006/relationships/slide" Target="slide90.xml"/><Relationship Id="rIdLnk3" Type="http://schemas.openxmlformats.org/officeDocument/2006/relationships/slide" Target="slide89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Lnk1" Type="http://schemas.openxmlformats.org/officeDocument/2006/relationships/slide" Target="slide88.xml"/><Relationship Id="rIdLnk2" Type="http://schemas.openxmlformats.org/officeDocument/2006/relationships/slide" Target="slide88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Lnk1" Type="http://schemas.openxmlformats.org/officeDocument/2006/relationships/slide" Target="slide100.xml"/><Relationship Id="rIdLnk2" Type="http://schemas.openxmlformats.org/officeDocument/2006/relationships/slide" Target="slide101.xml"/><Relationship Id="rIdLnk3" Type="http://schemas.openxmlformats.org/officeDocument/2006/relationships/slide" Target="slide10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Lnk1" Type="http://schemas.openxmlformats.org/officeDocument/2006/relationships/slide" Target="slide99.xml"/><Relationship Id="rIdLnk2" Type="http://schemas.openxmlformats.org/officeDocument/2006/relationships/slide" Target="slide9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level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Lnk1" Type="http://schemas.openxmlformats.org/officeDocument/2006/relationships/slide" Target="slide113.xml"/><Relationship Id="rIdLnk2" Type="http://schemas.openxmlformats.org/officeDocument/2006/relationships/slide" Target="slide112.xml"/><Relationship Id="rIdLnk3" Type="http://schemas.openxmlformats.org/officeDocument/2006/relationships/slide" Target="slide113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Lnk1" Type="http://schemas.openxmlformats.org/officeDocument/2006/relationships/slide" Target="slide111.xml"/><Relationship Id="rIdLnk2" Type="http://schemas.openxmlformats.org/officeDocument/2006/relationships/slide" Target="slide111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Lnk1" Type="http://schemas.openxmlformats.org/officeDocument/2006/relationships/slide" Target="slide124.xml"/><Relationship Id="rIdLnk2" Type="http://schemas.openxmlformats.org/officeDocument/2006/relationships/slide" Target="slide124.xml"/><Relationship Id="rIdLnk3" Type="http://schemas.openxmlformats.org/officeDocument/2006/relationships/slide" Target="slide123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Lnk1" Type="http://schemas.openxmlformats.org/officeDocument/2006/relationships/slide" Target="slide122.xml"/><Relationship Id="rIdLnk2" Type="http://schemas.openxmlformats.org/officeDocument/2006/relationships/slide" Target="slide122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Lnk1" Type="http://schemas.openxmlformats.org/officeDocument/2006/relationships/slide" Target="slide134.xml"/><Relationship Id="rIdLnk2" Type="http://schemas.openxmlformats.org/officeDocument/2006/relationships/slide" Target="slide135.xml"/><Relationship Id="rIdLnk3" Type="http://schemas.openxmlformats.org/officeDocument/2006/relationships/slide" Target="slide135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Lnk1" Type="http://schemas.openxmlformats.org/officeDocument/2006/relationships/slide" Target="slide133.xml"/><Relationship Id="rIdLnk2" Type="http://schemas.openxmlformats.org/officeDocument/2006/relationships/slide" Target="slide133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Snd1" Type="http://schemas.openxmlformats.org/officeDocument/2006/relationships/audio" Target="../media/level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Lnk1" Type="http://schemas.openxmlformats.org/officeDocument/2006/relationships/slide" Target="slide147.xml"/><Relationship Id="rIdLnk2" Type="http://schemas.openxmlformats.org/officeDocument/2006/relationships/slide" Target="slide146.xml"/><Relationship Id="rIdLnk3" Type="http://schemas.openxmlformats.org/officeDocument/2006/relationships/slide" Target="slide147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Lnk1" Type="http://schemas.openxmlformats.org/officeDocument/2006/relationships/slide" Target="slide145.xml"/><Relationship Id="rIdLnk2" Type="http://schemas.openxmlformats.org/officeDocument/2006/relationships/slide" Target="slide145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Snd1" Type="http://schemas.openxmlformats.org/officeDocument/2006/relationships/audio" Target="../media/level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7534656" y="48463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74066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534656" y="48463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74066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506626" y="4846320"/>
            <a:ext cx="174334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737861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448514" y="4846320"/>
            <a:ext cx="232446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732049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390403" y="4846320"/>
            <a:ext cx="290557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726238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332292" y="4846320"/>
            <a:ext cx="348668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720427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274180" y="4846320"/>
            <a:ext cx="406780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714616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216069" y="4846320"/>
            <a:ext cx="464891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70880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9B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LINK11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endParaRPr lang="ar-SA" sz="6400" dirty="0"/>
          </a:p>
        </p:txBody>
      </p:sp>
      <p:sp>
        <p:nvSpPr>
          <p:cNvPr id="21" name="LINK1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عَخَ</a:t>
            </a:r>
            <a:endParaRPr lang="ar-SA" sz="6400" dirty="0"/>
          </a:p>
        </p:txBody>
      </p:sp>
      <p:sp>
        <p:nvSpPr>
          <p:cNvPr id="22" name="LINK1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عَجَ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7216069" y="4846320"/>
            <a:ext cx="464891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70880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عَخَ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7216069" y="4846320"/>
            <a:ext cx="464891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0880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157957" y="4846320"/>
            <a:ext cx="523003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702994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099846" y="4846320"/>
            <a:ext cx="581114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697183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041735" y="4846320"/>
            <a:ext cx="639225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691371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983623" y="4846320"/>
            <a:ext cx="697337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685560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925512" y="4846320"/>
            <a:ext cx="755448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679749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867400" y="4846320"/>
            <a:ext cx="813560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673938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809289" y="4846320"/>
            <a:ext cx="871671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668127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751178" y="4846320"/>
            <a:ext cx="929782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662316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9B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LINK2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endParaRPr lang="ar-SA" sz="6400" dirty="0"/>
          </a:p>
        </p:txBody>
      </p:sp>
      <p:sp>
        <p:nvSpPr>
          <p:cNvPr id="21" name="LINK2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غَضَ</a:t>
            </a:r>
            <a:endParaRPr lang="ar-SA" sz="6400" dirty="0"/>
          </a:p>
        </p:txBody>
      </p:sp>
      <p:sp>
        <p:nvSpPr>
          <p:cNvPr id="22" name="LINK2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عَضَ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6751178" y="4846320"/>
            <a:ext cx="929782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662316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عَضَ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751178" y="4846320"/>
            <a:ext cx="929782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62316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20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20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693066" y="4846320"/>
            <a:ext cx="987894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656505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634955" y="4846320"/>
            <a:ext cx="1046005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650693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576843" y="4846320"/>
            <a:ext cx="1104117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644882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518732" y="4846320"/>
            <a:ext cx="1162228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639071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460621" y="4846320"/>
            <a:ext cx="1220339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63326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402509" y="4846320"/>
            <a:ext cx="1278451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627449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344398" y="4846320"/>
            <a:ext cx="1336562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62163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286286" y="4846320"/>
            <a:ext cx="1394674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615827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9B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3" name="LINK3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حَعَخَ</a:t>
            </a:r>
            <a:endParaRPr lang="ar-SA" sz="5400" dirty="0"/>
          </a:p>
        </p:txBody>
      </p:sp>
      <p:sp>
        <p:nvSpPr>
          <p:cNvPr id="24" name="LINK33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خَعَحَ</a:t>
            </a:r>
            <a:endParaRPr lang="ar-SA" sz="5400" dirty="0"/>
          </a:p>
        </p:txBody>
      </p:sp>
      <p:sp>
        <p:nvSpPr>
          <p:cNvPr id="25" name="LINK3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خَعَخَ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286286" y="4846320"/>
            <a:ext cx="1394674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615827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حَعَخَ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286286" y="4846320"/>
            <a:ext cx="1394674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15827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31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31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2400000">
            <a:off x="5619303" y="4553922"/>
            <a:ext cx="301278" cy="301278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1667282" y="4059228"/>
            <a:ext cx="306873" cy="30687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660000">
            <a:off x="6538455" y="1665269"/>
            <a:ext cx="324298" cy="324298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000000">
            <a:off x="1978867" y="3639635"/>
            <a:ext cx="339871" cy="339871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1260000">
            <a:off x="1139875" y="2247467"/>
            <a:ext cx="311713" cy="311713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120000">
            <a:off x="2583712" y="1799198"/>
            <a:ext cx="349410" cy="34941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1140000">
            <a:off x="7228567" y="940997"/>
            <a:ext cx="196439" cy="19643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780000">
            <a:off x="8545944" y="2234945"/>
            <a:ext cx="316174" cy="316174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3000000">
            <a:off x="7221936" y="1534153"/>
            <a:ext cx="272377" cy="272377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60000">
            <a:off x="3777383" y="4326648"/>
            <a:ext cx="251201" cy="251201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>
            <a:off x="2347747" y="766210"/>
            <a:ext cx="298744" cy="298744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780000">
            <a:off x="2643393" y="1414344"/>
            <a:ext cx="248639" cy="248639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3000000">
            <a:off x="7087581" y="2286911"/>
            <a:ext cx="272869" cy="272869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800000">
            <a:off x="361717" y="2614780"/>
            <a:ext cx="254852" cy="25485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860000">
            <a:off x="4377758" y="4371079"/>
            <a:ext cx="205135" cy="20513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80000">
            <a:off x="7972525" y="2858292"/>
            <a:ext cx="167446" cy="16744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820000">
            <a:off x="7099354" y="3191929"/>
            <a:ext cx="221458" cy="221458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2040000">
            <a:off x="8738756" y="2345981"/>
            <a:ext cx="202874" cy="202874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840000">
            <a:off x="924041" y="4283189"/>
            <a:ext cx="182185" cy="182185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500000">
            <a:off x="2200418" y="3714599"/>
            <a:ext cx="246864" cy="246864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940000">
            <a:off x="259805" y="1598376"/>
            <a:ext cx="307096" cy="307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3060000">
            <a:off x="7009777" y="4560170"/>
            <a:ext cx="283592" cy="28359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860000">
            <a:off x="2824194" y="207871"/>
            <a:ext cx="215726" cy="215726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1920000">
            <a:off x="2293933" y="1636753"/>
            <a:ext cx="188479" cy="188479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940000">
            <a:off x="8516698" y="3257876"/>
            <a:ext cx="268822" cy="26882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7059322" y="1586615"/>
            <a:ext cx="260685" cy="26068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228175" y="4846320"/>
            <a:ext cx="1452785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610015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دَعَذَ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170064" y="4846320"/>
            <a:ext cx="1510896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604204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ذَعَرَ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111952" y="4846320"/>
            <a:ext cx="1569008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598393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رَعَزَ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053841" y="4846320"/>
            <a:ext cx="1627119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592582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زَعَسَ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995729" y="4846320"/>
            <a:ext cx="1685231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586771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سَعَشَ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937618" y="4846320"/>
            <a:ext cx="1743342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580960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شَعَصَ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879507" y="4846320"/>
            <a:ext cx="1801453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575149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صَعَضَ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821395" y="4846320"/>
            <a:ext cx="1859565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56933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9B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3" name="LINK45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ضَعَصَ</a:t>
            </a:r>
            <a:endParaRPr lang="ar-SA" sz="5400" dirty="0"/>
          </a:p>
        </p:txBody>
      </p:sp>
      <p:sp>
        <p:nvSpPr>
          <p:cNvPr id="24" name="LINK44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صَعَضَ</a:t>
            </a:r>
            <a:endParaRPr lang="ar-SA" sz="5400" dirty="0"/>
          </a:p>
        </p:txBody>
      </p:sp>
      <p:sp>
        <p:nvSpPr>
          <p:cNvPr id="25" name="LINK4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صَغَضَ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821395" y="4846320"/>
            <a:ext cx="1859565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56933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صَعَضَ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821395" y="4846320"/>
            <a:ext cx="1859565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6933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43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43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ضَعَطَ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763284" y="4846320"/>
            <a:ext cx="1917676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563526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طَعَظَ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705172" y="4846320"/>
            <a:ext cx="1975788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557715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647061" y="4846320"/>
            <a:ext cx="2033899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551904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588950" y="4846320"/>
            <a:ext cx="2092010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546093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530838" y="4846320"/>
            <a:ext cx="2150122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540282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472727" y="4846320"/>
            <a:ext cx="2208233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534471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414615" y="4846320"/>
            <a:ext cx="2266345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528659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356504" y="4846320"/>
            <a:ext cx="2324456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522848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9B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LINK5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عَجَ</a:t>
            </a:r>
            <a:endParaRPr lang="ar-SA" sz="6400" dirty="0"/>
          </a:p>
        </p:txBody>
      </p:sp>
      <p:sp>
        <p:nvSpPr>
          <p:cNvPr id="21" name="LINK56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endParaRPr lang="ar-SA" sz="6400" dirty="0"/>
          </a:p>
        </p:txBody>
      </p:sp>
      <p:sp>
        <p:nvSpPr>
          <p:cNvPr id="22" name="LINK5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5356504" y="4846320"/>
            <a:ext cx="2324456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522848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356504" y="4846320"/>
            <a:ext cx="2324456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22848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54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54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298393" y="4846320"/>
            <a:ext cx="2382567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517037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240281" y="4846320"/>
            <a:ext cx="2440679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511226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182170" y="4846320"/>
            <a:ext cx="2498790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505415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124058" y="4846320"/>
            <a:ext cx="2556902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99604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065947" y="4846320"/>
            <a:ext cx="2615013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93793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007836" y="4846320"/>
            <a:ext cx="2673124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8798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949724" y="4846320"/>
            <a:ext cx="2731236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82170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891613" y="4846320"/>
            <a:ext cx="2789347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76359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9B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LINK6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endParaRPr lang="ar-SA" sz="6400" dirty="0"/>
          </a:p>
        </p:txBody>
      </p:sp>
      <p:sp>
        <p:nvSpPr>
          <p:cNvPr id="21" name="LINK67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عَشَ</a:t>
            </a:r>
            <a:endParaRPr lang="ar-SA" sz="6400" dirty="0"/>
          </a:p>
        </p:txBody>
      </p:sp>
      <p:sp>
        <p:nvSpPr>
          <p:cNvPr id="22" name="LINK67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4891613" y="4846320"/>
            <a:ext cx="2789347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76359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891613" y="4846320"/>
            <a:ext cx="2789347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476359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65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65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>
            <a:off x="1350696" y="4076901"/>
            <a:ext cx="233962" cy="233962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420000">
            <a:off x="1015147" y="757259"/>
            <a:ext cx="189080" cy="189080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260000">
            <a:off x="6800945" y="3300867"/>
            <a:ext cx="305931" cy="30593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1080000">
            <a:off x="2062307" y="2250225"/>
            <a:ext cx="350649" cy="350649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3540000">
            <a:off x="1002185" y="4071851"/>
            <a:ext cx="236177" cy="236177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480000">
            <a:off x="2117446" y="1278126"/>
            <a:ext cx="281656" cy="28165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362136" y="3396372"/>
            <a:ext cx="225957" cy="22595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860000">
            <a:off x="2653168" y="2484406"/>
            <a:ext cx="310932" cy="31093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60000">
            <a:off x="2518144" y="781191"/>
            <a:ext cx="319375" cy="319375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260000">
            <a:off x="1298010" y="2349916"/>
            <a:ext cx="257740" cy="25774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8202175" y="4269627"/>
            <a:ext cx="288281" cy="288281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1440000">
            <a:off x="7793038" y="1368271"/>
            <a:ext cx="173173" cy="173173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1320000">
            <a:off x="8569592" y="323895"/>
            <a:ext cx="248191" cy="248191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420000">
            <a:off x="1657247" y="4124637"/>
            <a:ext cx="223904" cy="2239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680000">
            <a:off x="6351346" y="4532035"/>
            <a:ext cx="322259" cy="322259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20000">
            <a:off x="2824085" y="3620646"/>
            <a:ext cx="284979" cy="284979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340000">
            <a:off x="8007470" y="3453605"/>
            <a:ext cx="169649" cy="169649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3420000">
            <a:off x="2659403" y="3792366"/>
            <a:ext cx="311336" cy="311336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3240000">
            <a:off x="1918403" y="724110"/>
            <a:ext cx="209748" cy="209748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60000">
            <a:off x="7049099" y="1365067"/>
            <a:ext cx="229607" cy="229607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660000">
            <a:off x="6849351" y="3243047"/>
            <a:ext cx="306092" cy="3060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780000">
            <a:off x="7314819" y="3795987"/>
            <a:ext cx="318502" cy="31850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200000">
            <a:off x="1508096" y="556492"/>
            <a:ext cx="213828" cy="213828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240000">
            <a:off x="720912" y="1612567"/>
            <a:ext cx="290354" cy="29035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760000">
            <a:off x="1787711" y="366804"/>
            <a:ext cx="215331" cy="215331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2220000">
            <a:off x="7139178" y="2101617"/>
            <a:ext cx="293238" cy="29323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833501" y="4846320"/>
            <a:ext cx="2847459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70548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775390" y="4846320"/>
            <a:ext cx="2905570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64737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717279" y="4846320"/>
            <a:ext cx="2963681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58926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659167" y="4846320"/>
            <a:ext cx="3021793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53115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4601056" y="4846320"/>
            <a:ext cx="3079904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44730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542944" y="4846320"/>
            <a:ext cx="3138016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41492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484833" y="4846320"/>
            <a:ext cx="3196127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35681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426721" y="4846320"/>
            <a:ext cx="3254239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2987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9B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LINK79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endParaRPr lang="ar-SA" sz="6400" dirty="0"/>
          </a:p>
        </p:txBody>
      </p:sp>
      <p:sp>
        <p:nvSpPr>
          <p:cNvPr id="21" name="LINK78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غَتَ</a:t>
            </a:r>
            <a:endParaRPr lang="ar-SA" sz="6400" dirty="0"/>
          </a:p>
        </p:txBody>
      </p:sp>
      <p:sp>
        <p:nvSpPr>
          <p:cNvPr id="22" name="LINK7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غَثَ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4426721" y="4846320"/>
            <a:ext cx="3254239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2987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غَتَ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426721" y="4846320"/>
            <a:ext cx="3254239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42987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77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77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368610" y="4846320"/>
            <a:ext cx="3312350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24059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310499" y="4846320"/>
            <a:ext cx="3370461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18248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252387" y="4846320"/>
            <a:ext cx="3428573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12437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194276" y="4846320"/>
            <a:ext cx="3486684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06626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136164" y="4846320"/>
            <a:ext cx="3544796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00814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078053" y="4846320"/>
            <a:ext cx="3602907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95003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019942" y="4846320"/>
            <a:ext cx="3661018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89192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961830" y="4846320"/>
            <a:ext cx="3719130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83381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9B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LINK90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</a:t>
            </a:r>
            <a:endParaRPr lang="ar-SA" sz="6400" dirty="0"/>
          </a:p>
        </p:txBody>
      </p:sp>
      <p:sp>
        <p:nvSpPr>
          <p:cNvPr id="21" name="LINK9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عَزَ</a:t>
            </a:r>
            <a:endParaRPr lang="ar-SA" sz="6400" dirty="0"/>
          </a:p>
        </p:txBody>
      </p:sp>
      <p:sp>
        <p:nvSpPr>
          <p:cNvPr id="22" name="LINK8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غَزَ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3961830" y="4846320"/>
            <a:ext cx="3719130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83381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غَزَ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961830" y="4846320"/>
            <a:ext cx="3719130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83381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88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88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903719" y="4846320"/>
            <a:ext cx="3777241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77570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845607" y="4846320"/>
            <a:ext cx="3835353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71759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787496" y="4846320"/>
            <a:ext cx="3893464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65948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729385" y="4846320"/>
            <a:ext cx="3951575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60136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671273" y="4846320"/>
            <a:ext cx="4009687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54325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613162" y="4846320"/>
            <a:ext cx="4067798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48514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555050" y="4846320"/>
            <a:ext cx="4125910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42703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496939" y="4846320"/>
            <a:ext cx="4184021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336892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9B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3" name="LINK100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أَغَبَ</a:t>
            </a:r>
            <a:endParaRPr lang="ar-SA" sz="5400" dirty="0"/>
          </a:p>
        </p:txBody>
      </p:sp>
      <p:sp>
        <p:nvSpPr>
          <p:cNvPr id="24" name="LINK101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بَغَأَ</a:t>
            </a:r>
            <a:endParaRPr lang="ar-SA" sz="5400" dirty="0"/>
          </a:p>
        </p:txBody>
      </p:sp>
      <p:sp>
        <p:nvSpPr>
          <p:cNvPr id="25" name="LINK10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بَغَبَ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496939" y="4846320"/>
            <a:ext cx="4184021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336892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أَغَبَ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496939" y="4846320"/>
            <a:ext cx="4184021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36892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3540000">
            <a:off x="6849595" y="2039861"/>
            <a:ext cx="173373" cy="173373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660000">
            <a:off x="7026649" y="3691848"/>
            <a:ext cx="211788" cy="211788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2460000">
            <a:off x="8531370" y="3142517"/>
            <a:ext cx="260516" cy="260516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540000">
            <a:off x="2653537" y="1328361"/>
            <a:ext cx="174420" cy="17442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>
            <a:off x="7517703" y="2353607"/>
            <a:ext cx="230170" cy="23017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2100000">
            <a:off x="1060841" y="4487427"/>
            <a:ext cx="326270" cy="32627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8578540" y="3662394"/>
            <a:ext cx="309690" cy="3096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480000">
            <a:off x="8630281" y="3027527"/>
            <a:ext cx="299322" cy="29932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1740000">
            <a:off x="7008487" y="1744311"/>
            <a:ext cx="298820" cy="29882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2400000">
            <a:off x="7973219" y="2220479"/>
            <a:ext cx="171127" cy="171127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1209644" y="855969"/>
            <a:ext cx="364335" cy="364335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480000">
            <a:off x="8132123" y="2109061"/>
            <a:ext cx="291285" cy="291285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780000">
            <a:off x="6954836" y="3592554"/>
            <a:ext cx="241022" cy="241022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000000">
            <a:off x="6412577" y="433770"/>
            <a:ext cx="169794" cy="16979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2040000">
            <a:off x="1485986" y="556075"/>
            <a:ext cx="283391" cy="283391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600000">
            <a:off x="2566129" y="1329153"/>
            <a:ext cx="183077" cy="183077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360000">
            <a:off x="1090525" y="1427171"/>
            <a:ext cx="334467" cy="334467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440000">
            <a:off x="643564" y="3275773"/>
            <a:ext cx="301211" cy="301211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460000">
            <a:off x="296269" y="778936"/>
            <a:ext cx="204659" cy="204659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680000">
            <a:off x="7231115" y="3052845"/>
            <a:ext cx="208175" cy="208175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960000">
            <a:off x="2166289" y="3579861"/>
            <a:ext cx="167954" cy="16795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240000">
            <a:off x="846719" y="379714"/>
            <a:ext cx="345615" cy="345615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780000">
            <a:off x="7100540" y="1012723"/>
            <a:ext cx="177235" cy="177235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420000">
            <a:off x="8101355" y="3619677"/>
            <a:ext cx="235691" cy="235691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280000">
            <a:off x="2766234" y="583890"/>
            <a:ext cx="236766" cy="236766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6688612" y="4002630"/>
            <a:ext cx="237493" cy="237493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438828" y="4846320"/>
            <a:ext cx="4242132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331081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380716" y="4846320"/>
            <a:ext cx="4300244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325270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322605" y="4846320"/>
            <a:ext cx="4358355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31945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264493" y="4846320"/>
            <a:ext cx="4416467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313647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206382" y="4846320"/>
            <a:ext cx="4474578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307836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148271" y="4846320"/>
            <a:ext cx="4532689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302025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دَغَذَ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090159" y="4846320"/>
            <a:ext cx="4590801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296214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ذَغَرَ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032048" y="4846320"/>
            <a:ext cx="4648912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290403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9B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3" name="LINK113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رَغَذَ</a:t>
            </a:r>
            <a:endParaRPr lang="ar-SA" sz="5400" dirty="0"/>
          </a:p>
        </p:txBody>
      </p:sp>
      <p:sp>
        <p:nvSpPr>
          <p:cNvPr id="24" name="LINK11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ذَغَرَ</a:t>
            </a:r>
            <a:endParaRPr lang="ar-SA" sz="5400" dirty="0"/>
          </a:p>
        </p:txBody>
      </p:sp>
      <p:sp>
        <p:nvSpPr>
          <p:cNvPr id="25" name="LINK11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ذَعَرَ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032048" y="4846320"/>
            <a:ext cx="4648912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290403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ذَغَرَ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032048" y="4846320"/>
            <a:ext cx="4648912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90403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111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111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رَغَزَ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973936" y="4846320"/>
            <a:ext cx="4707024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28459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زَغَسَ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915825" y="4846320"/>
            <a:ext cx="4765135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278780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سَغَشَ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857714" y="4846320"/>
            <a:ext cx="4823246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272969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شَغَصَ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799602" y="4846320"/>
            <a:ext cx="4881358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267158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صَغَضَ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741491" y="4846320"/>
            <a:ext cx="4939469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261347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ضَغَطَ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683379" y="4846320"/>
            <a:ext cx="4997581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255536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طَغَظَ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625268" y="4846320"/>
            <a:ext cx="5055692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249725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ظَغَعَ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567157" y="4846320"/>
            <a:ext cx="5113803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243914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9B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3" name="LINK124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عَغَظَ</a:t>
            </a:r>
            <a:endParaRPr lang="ar-SA" sz="5400" dirty="0"/>
          </a:p>
        </p:txBody>
      </p:sp>
      <p:sp>
        <p:nvSpPr>
          <p:cNvPr id="24" name="LINK124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ظَغَغَ</a:t>
            </a:r>
            <a:endParaRPr lang="ar-SA" sz="5400" dirty="0"/>
          </a:p>
        </p:txBody>
      </p:sp>
      <p:sp>
        <p:nvSpPr>
          <p:cNvPr id="25" name="LINK12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ظَغَعَ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567157" y="4846320"/>
            <a:ext cx="5113803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243914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ظَغَعَ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567157" y="4846320"/>
            <a:ext cx="5113803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43914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122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122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509045" y="4846320"/>
            <a:ext cx="5171915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4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Game marker"/>
          <p:cNvSpPr/>
          <p:nvPr/>
        </p:nvSpPr>
        <p:spPr>
          <a:xfrm>
            <a:off x="238102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450934" y="4846320"/>
            <a:ext cx="5230026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232291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392822" y="4846320"/>
            <a:ext cx="5288138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226480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334711" y="4846320"/>
            <a:ext cx="5346249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22066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276600" y="4846320"/>
            <a:ext cx="5404360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214858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218488" y="4846320"/>
            <a:ext cx="5462472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209047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160377" y="4846320"/>
            <a:ext cx="5520583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203236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102265" y="4846320"/>
            <a:ext cx="5578695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197424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9B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LINK134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endParaRPr lang="ar-SA" sz="6400" dirty="0"/>
          </a:p>
        </p:txBody>
      </p:sp>
      <p:sp>
        <p:nvSpPr>
          <p:cNvPr id="21" name="LINK135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غَخَ</a:t>
            </a:r>
            <a:endParaRPr lang="ar-SA" sz="6400" dirty="0"/>
          </a:p>
        </p:txBody>
      </p:sp>
      <p:sp>
        <p:nvSpPr>
          <p:cNvPr id="22" name="LINK13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2102265" y="4846320"/>
            <a:ext cx="5578695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197424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102265" y="4846320"/>
            <a:ext cx="5578695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97424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133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133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1680000">
            <a:off x="1411468" y="2567004"/>
            <a:ext cx="228147" cy="228147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7107409" y="2308033"/>
            <a:ext cx="245783" cy="24578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500000">
            <a:off x="8458877" y="2319343"/>
            <a:ext cx="242760" cy="242760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420000">
            <a:off x="7246794" y="2633771"/>
            <a:ext cx="349033" cy="349033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2520000">
            <a:off x="8452942" y="728859"/>
            <a:ext cx="284361" cy="284361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000000">
            <a:off x="2693722" y="2235746"/>
            <a:ext cx="191570" cy="19157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547020" y="481815"/>
            <a:ext cx="193305" cy="1933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020000">
            <a:off x="1625794" y="213942"/>
            <a:ext cx="316086" cy="316086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1320000">
            <a:off x="7900954" y="1123323"/>
            <a:ext cx="357530" cy="35753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380000">
            <a:off x="2095976" y="2067948"/>
            <a:ext cx="206046" cy="206046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2340000">
            <a:off x="6356898" y="2272821"/>
            <a:ext cx="313693" cy="313693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00000">
            <a:off x="6732452" y="1575414"/>
            <a:ext cx="313560" cy="313560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2940000">
            <a:off x="8430045" y="2428180"/>
            <a:ext cx="325465" cy="325465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320000">
            <a:off x="8268994" y="875349"/>
            <a:ext cx="165766" cy="16576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60000">
            <a:off x="4771784" y="206630"/>
            <a:ext cx="333645" cy="33364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3480000">
            <a:off x="787490" y="781033"/>
            <a:ext cx="230366" cy="23036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1560000">
            <a:off x="816630" y="3603367"/>
            <a:ext cx="254570" cy="25457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080000">
            <a:off x="2816858" y="3665513"/>
            <a:ext cx="347655" cy="347655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040000">
            <a:off x="7455581" y="1178230"/>
            <a:ext cx="201064" cy="201064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00000">
            <a:off x="7084862" y="3842602"/>
            <a:ext cx="291928" cy="291928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340000">
            <a:off x="1458289" y="3746212"/>
            <a:ext cx="185723" cy="18572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1440000">
            <a:off x="6968902" y="766459"/>
            <a:ext cx="279125" cy="279125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3060000">
            <a:off x="7823440" y="2867836"/>
            <a:ext cx="208533" cy="208533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060000">
            <a:off x="2625328" y="4145800"/>
            <a:ext cx="298384" cy="29838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3540000">
            <a:off x="6565579" y="273424"/>
            <a:ext cx="343743" cy="343743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540000">
            <a:off x="6746417" y="1481246"/>
            <a:ext cx="198095" cy="19809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044154" y="4846320"/>
            <a:ext cx="5636806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191613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86043" y="4846320"/>
            <a:ext cx="5694917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185802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27931" y="4846320"/>
            <a:ext cx="5753029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17999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869820" y="4846320"/>
            <a:ext cx="5811140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174180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811708" y="4846320"/>
            <a:ext cx="5869252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168369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753597" y="4846320"/>
            <a:ext cx="5927363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162558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695486" y="4846320"/>
            <a:ext cx="5985474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156747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637374" y="4846320"/>
            <a:ext cx="6043586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150935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9B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LINK147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غَضَ</a:t>
            </a:r>
            <a:endParaRPr lang="ar-SA" sz="6400" dirty="0"/>
          </a:p>
        </p:txBody>
      </p:sp>
      <p:sp>
        <p:nvSpPr>
          <p:cNvPr id="21" name="LINK146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endParaRPr lang="ar-SA" sz="6400" dirty="0"/>
          </a:p>
        </p:txBody>
      </p:sp>
      <p:sp>
        <p:nvSpPr>
          <p:cNvPr id="22" name="LINK147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1637374" y="4846320"/>
            <a:ext cx="6043586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150935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1637374" y="4846320"/>
            <a:ext cx="6043586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50935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145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145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579263" y="4846320"/>
            <a:ext cx="6101697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145124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521151" y="4846320"/>
            <a:ext cx="6159809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139313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520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68717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2222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7573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29249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8276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362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89782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4329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96804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25031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03825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15733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13350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9BF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1260000">
            <a:off x="1870995" y="1715729"/>
            <a:ext cx="345031" cy="345031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1500000">
            <a:off x="2585010" y="2945052"/>
            <a:ext cx="284471" cy="284471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2580000">
            <a:off x="2515734" y="1311422"/>
            <a:ext cx="352940" cy="352940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540000">
            <a:off x="264027" y="1535451"/>
            <a:ext cx="264722" cy="264722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2400000">
            <a:off x="7881063" y="3767769"/>
            <a:ext cx="199373" cy="199373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>
            <a:off x="8683685" y="4422875"/>
            <a:ext cx="350630" cy="35063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820000">
            <a:off x="8429873" y="725202"/>
            <a:ext cx="297409" cy="29740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020000">
            <a:off x="7775483" y="3058539"/>
            <a:ext cx="236006" cy="236006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2580000">
            <a:off x="8474915" y="2970897"/>
            <a:ext cx="306778" cy="306778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3420000">
            <a:off x="1936439" y="1697437"/>
            <a:ext cx="305467" cy="305467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540000">
            <a:off x="7906247" y="3407303"/>
            <a:ext cx="269438" cy="269438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1740000">
            <a:off x="8615434" y="2977972"/>
            <a:ext cx="257713" cy="257713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3240000">
            <a:off x="1352324" y="3143914"/>
            <a:ext cx="347793" cy="347793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80000">
            <a:off x="2373482" y="3609704"/>
            <a:ext cx="315292" cy="3152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500000">
            <a:off x="2526818" y="2730074"/>
            <a:ext cx="286156" cy="286156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1260000">
            <a:off x="945131" y="2486963"/>
            <a:ext cx="252812" cy="252812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180000">
            <a:off x="1987438" y="2509679"/>
            <a:ext cx="350592" cy="35059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2700000">
            <a:off x="1104555" y="2994466"/>
            <a:ext cx="353063" cy="353063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1380000">
            <a:off x="6895534" y="1591610"/>
            <a:ext cx="233543" cy="233543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840000">
            <a:off x="7404480" y="687111"/>
            <a:ext cx="350324" cy="350324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760000">
            <a:off x="7804894" y="3438037"/>
            <a:ext cx="274217" cy="2742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1320000">
            <a:off x="4815884" y="4425264"/>
            <a:ext cx="342453" cy="342453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480000">
            <a:off x="2236299" y="552687"/>
            <a:ext cx="180259" cy="180259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1320000">
            <a:off x="6986531" y="1478454"/>
            <a:ext cx="309690" cy="309690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780000">
            <a:off x="6505185" y="2789724"/>
            <a:ext cx="354541" cy="354541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2580000">
            <a:off x="2106835" y="298531"/>
            <a:ext cx="359650" cy="359650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1260 confetti 27"/>
          <p:cNvSpPr/>
          <p:nvPr/>
        </p:nvSpPr>
        <p:spPr>
          <a:xfrm rot="3000000">
            <a:off x="7022149" y="1994757"/>
            <a:ext cx="348364" cy="348364"/>
          </a:xfrm>
          <a:prstGeom prst="rec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9" name="G1295 confetti 28"/>
          <p:cNvSpPr/>
          <p:nvPr/>
        </p:nvSpPr>
        <p:spPr>
          <a:xfrm rot="3180000">
            <a:off x="7716909" y="3382983"/>
            <a:ext cx="270726" cy="270726"/>
          </a:xfrm>
          <a:prstGeom prst="hear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1330 confetti 29"/>
          <p:cNvSpPr/>
          <p:nvPr/>
        </p:nvSpPr>
        <p:spPr>
          <a:xfrm rot="1680000">
            <a:off x="7845359" y="232581"/>
            <a:ext cx="164992" cy="164992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1" name="G1365 confetti 30"/>
          <p:cNvSpPr/>
          <p:nvPr/>
        </p:nvSpPr>
        <p:spPr>
          <a:xfrm rot="3000000">
            <a:off x="1145001" y="3685687"/>
            <a:ext cx="220056" cy="220056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G1400 confetti 31"/>
          <p:cNvSpPr/>
          <p:nvPr/>
        </p:nvSpPr>
        <p:spPr>
          <a:xfrm rot="540000">
            <a:off x="1128875" y="2488142"/>
            <a:ext cx="243228" cy="243228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43" name="G1435 confetti 32"/>
          <p:cNvSpPr/>
          <p:nvPr/>
        </p:nvSpPr>
        <p:spPr>
          <a:xfrm rot="900000">
            <a:off x="405665" y="1163909"/>
            <a:ext cx="261667" cy="261667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44" name="G1470 confetti 33"/>
          <p:cNvSpPr/>
          <p:nvPr/>
        </p:nvSpPr>
        <p:spPr>
          <a:xfrm rot="1740000">
            <a:off x="2363716" y="2778102"/>
            <a:ext cx="284350" cy="28435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5" name="G1505 confetti 34"/>
          <p:cNvSpPr/>
          <p:nvPr/>
        </p:nvSpPr>
        <p:spPr>
          <a:xfrm rot="540000">
            <a:off x="2719669" y="2774750"/>
            <a:ext cx="342350" cy="34235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6" name="G1540 confetti 35"/>
          <p:cNvSpPr/>
          <p:nvPr/>
        </p:nvSpPr>
        <p:spPr>
          <a:xfrm rot="3240000">
            <a:off x="1070060" y="2469946"/>
            <a:ext cx="171480" cy="17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G1575 confetti 36"/>
          <p:cNvSpPr/>
          <p:nvPr/>
        </p:nvSpPr>
        <p:spPr>
          <a:xfrm rot="3120000">
            <a:off x="841701" y="1401576"/>
            <a:ext cx="176355" cy="176355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8" name="G1610 confetti 37"/>
          <p:cNvSpPr/>
          <p:nvPr/>
        </p:nvSpPr>
        <p:spPr>
          <a:xfrm rot="180000">
            <a:off x="288308" y="1590066"/>
            <a:ext cx="301173" cy="301173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9" name="G1645 confetti 38"/>
          <p:cNvSpPr/>
          <p:nvPr/>
        </p:nvSpPr>
        <p:spPr>
          <a:xfrm rot="360000">
            <a:off x="1654456" y="3215975"/>
            <a:ext cx="344887" cy="344887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50" name="G1680 confetti 39"/>
          <p:cNvSpPr/>
          <p:nvPr/>
        </p:nvSpPr>
        <p:spPr>
          <a:xfrm rot="3000000">
            <a:off x="405225" y="2760985"/>
            <a:ext cx="266763" cy="266763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51" name="G1715 confetti 40"/>
          <p:cNvSpPr/>
          <p:nvPr/>
        </p:nvSpPr>
        <p:spPr>
          <a:xfrm rot="1200000">
            <a:off x="6434403" y="776664"/>
            <a:ext cx="174409" cy="174409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52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3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4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55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56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57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295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65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435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505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1645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1715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3" grpId="0" animBg="1"/>
      <p:bldP spid="54" grpId="0" animBg="1"/>
      <p:bldP spid="55" grpId="0" animBg="1"/>
      <p:bldP spid="56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151</Slides>
  <Notes>151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151</vt:i4>
      </vt:variant>
    </vt:vector>
  </HeadingPairs>
  <TitlesOfParts>
    <vt:vector size="1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 10-ain-ghain</dc:title>
  <dc:subject>PptxGenJS Presentation</dc:subject>
  <dc:creator>PptxGenJS</dc:creator>
  <cp:lastModifiedBy>PptxGenJS</cp:lastModifiedBy>
  <cp:revision>1</cp:revision>
  <dcterms:created xsi:type="dcterms:W3CDTF">2026-10-10T23:17:16Z</dcterms:created>
  <dcterms:modified xsi:type="dcterms:W3CDTF">2026-10-10T23:17:16Z</dcterms:modified>
</cp:coreProperties>
</file>