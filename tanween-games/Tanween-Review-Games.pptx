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boing.wav" ContentType="audio/wav"/>
  <Override PartName="/ppt/media/snd_bonk.wav" ContentType="audio/wav"/>
  <Override PartName="/ppt/media/snd_buzz.wav" ContentType="audio/wav"/>
  <Override PartName="/ppt/media/snd_cheer.wav" ContentType="audio/wav"/>
  <Override PartName="/ppt/media/snd_ding.wav" ContentType="audio/wav"/>
  <Override PartName="/ppt/media/snd_munch.wav" ContentType="audio/wav"/>
  <Override PartName="/ppt/media/snd_pop.wav" ContentType="audio/wav"/>
  <Override PartName="/ppt/media/snd_sparkle.wav" ContentType="audio/wav"/>
  <Override PartName="/ppt/media/snd_swish.wav" ContentType="audio/wav"/>
  <Override PartName="/ppt/media/snd_tada.wav" ContentType="audio/wav"/>
  <Override PartName="/ppt/media/snd_thunk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.xml"/><Relationship Id="rId9" Type="http://schemas.openxmlformats.org/officeDocument/2006/relationships/slide" Target="slide4.xml"/><Relationship Id="rId10" Type="http://schemas.openxmlformats.org/officeDocument/2006/relationships/slide" Target="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0.xml"/><Relationship Id="rId9" Type="http://schemas.openxmlformats.org/officeDocument/2006/relationships/slide" Target="slide5.xml"/><Relationship Id="rId10" Type="http://schemas.openxmlformats.org/officeDocument/2006/relationships/slide" Target="slide14.xml"/><Relationship Id="rId11" Type="http://schemas.openxmlformats.org/officeDocument/2006/relationships/audio" Target="../media/snd_buzz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1.xml"/><Relationship Id="rId9" Type="http://schemas.openxmlformats.org/officeDocument/2006/relationships/slide" Target="slide6.xml"/><Relationship Id="rId10" Type="http://schemas.openxmlformats.org/officeDocument/2006/relationships/slide" Target="slide14.xml"/><Relationship Id="rId11" Type="http://schemas.openxmlformats.org/officeDocument/2006/relationships/audio" Target="../media/snd_buzz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2.xml"/><Relationship Id="rId9" Type="http://schemas.openxmlformats.org/officeDocument/2006/relationships/slide" Target="slide7.xml"/><Relationship Id="rId10" Type="http://schemas.openxmlformats.org/officeDocument/2006/relationships/slide" Target="slide14.xml"/><Relationship Id="rId11" Type="http://schemas.openxmlformats.org/officeDocument/2006/relationships/audio" Target="../media/snd_buzz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3.xml"/><Relationship Id="rId9" Type="http://schemas.openxmlformats.org/officeDocument/2006/relationships/slide" Target="slide8.xml"/><Relationship Id="rId10" Type="http://schemas.openxmlformats.org/officeDocument/2006/relationships/slide" Target="slide14.xml"/><Relationship Id="rId11" Type="http://schemas.openxmlformats.org/officeDocument/2006/relationships/audio" Target="../media/snd_buzz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slide" Target="slide14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.xml"/><Relationship Id="rId9" Type="http://schemas.openxmlformats.org/officeDocument/2006/relationships/slide" Target="slide4.xml"/><Relationship Id="rId10" Type="http://schemas.openxmlformats.org/officeDocument/2006/relationships/slide" Target="slide14.xml"/><Relationship Id="rId11" Type="http://schemas.openxmlformats.org/officeDocument/2006/relationships/audio" Target="../media/snd_bonk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0.xml"/><Relationship Id="rId9" Type="http://schemas.openxmlformats.org/officeDocument/2006/relationships/slide" Target="slide5.xml"/><Relationship Id="rId10" Type="http://schemas.openxmlformats.org/officeDocument/2006/relationships/slide" Target="slide14.xml"/><Relationship Id="rId11" Type="http://schemas.openxmlformats.org/officeDocument/2006/relationships/audio" Target="../media/snd_bonk.wav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1.xml"/><Relationship Id="rId9" Type="http://schemas.openxmlformats.org/officeDocument/2006/relationships/slide" Target="slide6.xml"/><Relationship Id="rId10" Type="http://schemas.openxmlformats.org/officeDocument/2006/relationships/slide" Target="slide14.xml"/><Relationship Id="rId11" Type="http://schemas.openxmlformats.org/officeDocument/2006/relationships/audio" Target="../media/snd_bonk.wav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2.xml"/><Relationship Id="rId9" Type="http://schemas.openxmlformats.org/officeDocument/2006/relationships/slide" Target="slide7.xml"/><Relationship Id="rId10" Type="http://schemas.openxmlformats.org/officeDocument/2006/relationships/slide" Target="slide14.xml"/><Relationship Id="rId11" Type="http://schemas.openxmlformats.org/officeDocument/2006/relationships/audio" Target="../media/snd_bonk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3.xml"/><Relationship Id="rId9" Type="http://schemas.openxmlformats.org/officeDocument/2006/relationships/slide" Target="slide8.xml"/><Relationship Id="rId10" Type="http://schemas.openxmlformats.org/officeDocument/2006/relationships/slide" Target="slide14.xml"/><Relationship Id="rId11" Type="http://schemas.openxmlformats.org/officeDocument/2006/relationships/audio" Target="../media/snd_bonk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Relationship Id="rId4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1.xml"/><Relationship Id="rId7" Type="http://schemas.openxmlformats.org/officeDocument/2006/relationships/slide" Target="slide16.xml"/><Relationship Id="rId8" Type="http://schemas.openxmlformats.org/officeDocument/2006/relationships/slide" Target="slide2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2.xml"/><Relationship Id="rId7" Type="http://schemas.openxmlformats.org/officeDocument/2006/relationships/slide" Target="slide17.xml"/><Relationship Id="rId8" Type="http://schemas.openxmlformats.org/officeDocument/2006/relationships/slide" Target="slide26.xml"/><Relationship Id="rId9" Type="http://schemas.openxmlformats.org/officeDocument/2006/relationships/audio" Target="../media/snd_boing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3.xml"/><Relationship Id="rId7" Type="http://schemas.openxmlformats.org/officeDocument/2006/relationships/slide" Target="slide18.xml"/><Relationship Id="rId8" Type="http://schemas.openxmlformats.org/officeDocument/2006/relationships/slide" Target="slide26.xml"/><Relationship Id="rId9" Type="http://schemas.openxmlformats.org/officeDocument/2006/relationships/audio" Target="../media/snd_boing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9.xml"/><Relationship Id="rId7" Type="http://schemas.openxmlformats.org/officeDocument/2006/relationships/slide" Target="slide24.xml"/><Relationship Id="rId8" Type="http://schemas.openxmlformats.org/officeDocument/2006/relationships/slide" Target="slide26.xml"/><Relationship Id="rId9" Type="http://schemas.openxmlformats.org/officeDocument/2006/relationships/audio" Target="../media/snd_boing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5.xml"/><Relationship Id="rId7" Type="http://schemas.openxmlformats.org/officeDocument/2006/relationships/slide" Target="slide20.xml"/><Relationship Id="rId8" Type="http://schemas.openxmlformats.org/officeDocument/2006/relationships/slide" Target="slide26.xml"/><Relationship Id="rId9" Type="http://schemas.openxmlformats.org/officeDocument/2006/relationships/audio" Target="../media/snd_boing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6.xml"/><Relationship Id="rId7" Type="http://schemas.openxmlformats.org/officeDocument/2006/relationships/audio" Target="../media/snd_tada.wav"/><Relationship Id="rId8" Type="http://schemas.openxmlformats.org/officeDocument/2006/relationships/image" Target="../media/image41.png"/><Relationship Id="rId9" Type="http://schemas.openxmlformats.org/officeDocument/2006/relationships/audio" Target="../media/snd_cheer.wav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1.xml"/><Relationship Id="rId7" Type="http://schemas.openxmlformats.org/officeDocument/2006/relationships/slide" Target="slide16.xml"/><Relationship Id="rId8" Type="http://schemas.openxmlformats.org/officeDocument/2006/relationships/slide" Target="slide26.xml"/><Relationship Id="rId9" Type="http://schemas.openxmlformats.org/officeDocument/2006/relationships/audio" Target="../media/snd_bonk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2.xml"/><Relationship Id="rId7" Type="http://schemas.openxmlformats.org/officeDocument/2006/relationships/slide" Target="slide17.xml"/><Relationship Id="rId8" Type="http://schemas.openxmlformats.org/officeDocument/2006/relationships/slide" Target="slide26.xml"/><Relationship Id="rId9" Type="http://schemas.openxmlformats.org/officeDocument/2006/relationships/audio" Target="../media/snd_bonk.wav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3.xml"/><Relationship Id="rId7" Type="http://schemas.openxmlformats.org/officeDocument/2006/relationships/slide" Target="slide18.xml"/><Relationship Id="rId8" Type="http://schemas.openxmlformats.org/officeDocument/2006/relationships/slide" Target="slide26.xml"/><Relationship Id="rId9" Type="http://schemas.openxmlformats.org/officeDocument/2006/relationships/audio" Target="../media/snd_bonk.wav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9.xml"/><Relationship Id="rId7" Type="http://schemas.openxmlformats.org/officeDocument/2006/relationships/slide" Target="slide24.xml"/><Relationship Id="rId8" Type="http://schemas.openxmlformats.org/officeDocument/2006/relationships/slide" Target="slide26.xml"/><Relationship Id="rId9" Type="http://schemas.openxmlformats.org/officeDocument/2006/relationships/audio" Target="../media/snd_bonk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5.xml"/><Relationship Id="rId7" Type="http://schemas.openxmlformats.org/officeDocument/2006/relationships/slide" Target="slide20.xml"/><Relationship Id="rId8" Type="http://schemas.openxmlformats.org/officeDocument/2006/relationships/slide" Target="slide26.xml"/><Relationship Id="rId9" Type="http://schemas.openxmlformats.org/officeDocument/2006/relationships/audio" Target="../media/snd_bonk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png"/><Relationship Id="rId4" Type="http://schemas.openxmlformats.org/officeDocument/2006/relationships/slide" Target="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8.xml"/><Relationship Id="rId5" Type="http://schemas.openxmlformats.org/officeDocument/2006/relationships/slide" Target="slide33.xml"/><Relationship Id="rId6" Type="http://schemas.openxmlformats.org/officeDocument/2006/relationships/slide" Target="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4.xml"/><Relationship Id="rId5" Type="http://schemas.openxmlformats.org/officeDocument/2006/relationships/slide" Target="slide29.xml"/><Relationship Id="rId6" Type="http://schemas.openxmlformats.org/officeDocument/2006/relationships/slide" Target="slide38.xml"/><Relationship Id="rId7" Type="http://schemas.openxmlformats.org/officeDocument/2006/relationships/audio" Target="../media/snd_thunk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.xml"/><Relationship Id="rId5" Type="http://schemas.openxmlformats.org/officeDocument/2006/relationships/slide" Target="slide35.xml"/><Relationship Id="rId6" Type="http://schemas.openxmlformats.org/officeDocument/2006/relationships/slide" Target="slide38.xml"/><Relationship Id="rId7" Type="http://schemas.openxmlformats.org/officeDocument/2006/relationships/audio" Target="../media/snd_thunk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1.xml"/><Relationship Id="rId5" Type="http://schemas.openxmlformats.org/officeDocument/2006/relationships/slide" Target="slide36.xml"/><Relationship Id="rId6" Type="http://schemas.openxmlformats.org/officeDocument/2006/relationships/slide" Target="slide38.xml"/><Relationship Id="rId7" Type="http://schemas.openxmlformats.org/officeDocument/2006/relationships/audio" Target="../media/snd_thunk.wav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7.xml"/><Relationship Id="rId5" Type="http://schemas.openxmlformats.org/officeDocument/2006/relationships/slide" Target="slide32.xml"/><Relationship Id="rId6" Type="http://schemas.openxmlformats.org/officeDocument/2006/relationships/slide" Target="slide38.xml"/><Relationship Id="rId7" Type="http://schemas.openxmlformats.org/officeDocument/2006/relationships/audio" Target="../media/snd_thunk.wav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slide" Target="slide38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8.xml"/><Relationship Id="rId5" Type="http://schemas.openxmlformats.org/officeDocument/2006/relationships/slide" Target="slide33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4.xml"/><Relationship Id="rId5" Type="http://schemas.openxmlformats.org/officeDocument/2006/relationships/slide" Target="slide29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.xml"/><Relationship Id="rId5" Type="http://schemas.openxmlformats.org/officeDocument/2006/relationships/slide" Target="slide35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1.xml"/><Relationship Id="rId5" Type="http://schemas.openxmlformats.org/officeDocument/2006/relationships/slide" Target="slide36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7.xml"/><Relationship Id="rId5" Type="http://schemas.openxmlformats.org/officeDocument/2006/relationships/slide" Target="slide32.xml"/><Relationship Id="rId6" Type="http://schemas.openxmlformats.org/officeDocument/2006/relationships/slide" Target="slide38.xml"/><Relationship Id="rId7" Type="http://schemas.openxmlformats.org/officeDocument/2006/relationships/audio" Target="../media/snd_bonk.wav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png"/><Relationship Id="rId4" Type="http://schemas.openxmlformats.org/officeDocument/2006/relationships/slide" Target="slide3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5.xml"/><Relationship Id="rId6" Type="http://schemas.openxmlformats.org/officeDocument/2006/relationships/slide" Target="slide40.xml"/><Relationship Id="rId7" Type="http://schemas.openxmlformats.org/officeDocument/2006/relationships/slide" Target="slide5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6.xml"/><Relationship Id="rId6" Type="http://schemas.openxmlformats.org/officeDocument/2006/relationships/slide" Target="slide41.xml"/><Relationship Id="rId7" Type="http://schemas.openxmlformats.org/officeDocument/2006/relationships/slide" Target="slide50.xml"/><Relationship Id="rId8" Type="http://schemas.openxmlformats.org/officeDocument/2006/relationships/audio" Target="../media/snd_swish.wav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7.xml"/><Relationship Id="rId6" Type="http://schemas.openxmlformats.org/officeDocument/2006/relationships/slide" Target="slide42.xml"/><Relationship Id="rId7" Type="http://schemas.openxmlformats.org/officeDocument/2006/relationships/slide" Target="slide50.xml"/><Relationship Id="rId8" Type="http://schemas.openxmlformats.org/officeDocument/2006/relationships/audio" Target="../media/snd_swish.wav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8.xml"/><Relationship Id="rId6" Type="http://schemas.openxmlformats.org/officeDocument/2006/relationships/slide" Target="slide43.xml"/><Relationship Id="rId7" Type="http://schemas.openxmlformats.org/officeDocument/2006/relationships/slide" Target="slide50.xml"/><Relationship Id="rId8" Type="http://schemas.openxmlformats.org/officeDocument/2006/relationships/audio" Target="../media/snd_swish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9.xml"/><Relationship Id="rId6" Type="http://schemas.openxmlformats.org/officeDocument/2006/relationships/slide" Target="slide44.xml"/><Relationship Id="rId7" Type="http://schemas.openxmlformats.org/officeDocument/2006/relationships/slide" Target="slide50.xml"/><Relationship Id="rId8" Type="http://schemas.openxmlformats.org/officeDocument/2006/relationships/audio" Target="../media/snd_swish.wav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50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5.xml"/><Relationship Id="rId6" Type="http://schemas.openxmlformats.org/officeDocument/2006/relationships/slide" Target="slide40.xml"/><Relationship Id="rId7" Type="http://schemas.openxmlformats.org/officeDocument/2006/relationships/slide" Target="slide50.xml"/><Relationship Id="rId8" Type="http://schemas.openxmlformats.org/officeDocument/2006/relationships/audio" Target="../media/snd_bonk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6.xml"/><Relationship Id="rId6" Type="http://schemas.openxmlformats.org/officeDocument/2006/relationships/slide" Target="slide41.xml"/><Relationship Id="rId7" Type="http://schemas.openxmlformats.org/officeDocument/2006/relationships/slide" Target="slide50.xml"/><Relationship Id="rId8" Type="http://schemas.openxmlformats.org/officeDocument/2006/relationships/audio" Target="../media/snd_bonk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7.xml"/><Relationship Id="rId6" Type="http://schemas.openxmlformats.org/officeDocument/2006/relationships/slide" Target="slide42.xml"/><Relationship Id="rId7" Type="http://schemas.openxmlformats.org/officeDocument/2006/relationships/slide" Target="slide50.xml"/><Relationship Id="rId8" Type="http://schemas.openxmlformats.org/officeDocument/2006/relationships/audio" Target="../media/snd_bonk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8.xml"/><Relationship Id="rId6" Type="http://schemas.openxmlformats.org/officeDocument/2006/relationships/slide" Target="slide43.xml"/><Relationship Id="rId7" Type="http://schemas.openxmlformats.org/officeDocument/2006/relationships/slide" Target="slide50.xml"/><Relationship Id="rId8" Type="http://schemas.openxmlformats.org/officeDocument/2006/relationships/audio" Target="../media/snd_bonk.wav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49.xml"/><Relationship Id="rId6" Type="http://schemas.openxmlformats.org/officeDocument/2006/relationships/slide" Target="slide44.xml"/><Relationship Id="rId7" Type="http://schemas.openxmlformats.org/officeDocument/2006/relationships/slide" Target="slide50.xml"/><Relationship Id="rId8" Type="http://schemas.openxmlformats.org/officeDocument/2006/relationships/audio" Target="../media/snd_bonk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png"/><Relationship Id="rId4" Type="http://schemas.openxmlformats.org/officeDocument/2006/relationships/slide" Target="slide5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52.xml"/><Relationship Id="rId5" Type="http://schemas.openxmlformats.org/officeDocument/2006/relationships/slide" Target="slide57.xml"/><Relationship Id="rId6" Type="http://schemas.openxmlformats.org/officeDocument/2006/relationships/slide" Target="slide6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58.xml"/><Relationship Id="rId5" Type="http://schemas.openxmlformats.org/officeDocument/2006/relationships/slide" Target="slide53.xml"/><Relationship Id="rId6" Type="http://schemas.openxmlformats.org/officeDocument/2006/relationships/slide" Target="slide62.xml"/><Relationship Id="rId7" Type="http://schemas.openxmlformats.org/officeDocument/2006/relationships/audio" Target="../media/snd_sparkle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59.xml"/><Relationship Id="rId5" Type="http://schemas.openxmlformats.org/officeDocument/2006/relationships/slide" Target="slide54.xml"/><Relationship Id="rId6" Type="http://schemas.openxmlformats.org/officeDocument/2006/relationships/slide" Target="slide62.xml"/><Relationship Id="rId7" Type="http://schemas.openxmlformats.org/officeDocument/2006/relationships/audio" Target="../media/snd_sparkle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60.xml"/><Relationship Id="rId5" Type="http://schemas.openxmlformats.org/officeDocument/2006/relationships/slide" Target="slide55.xml"/><Relationship Id="rId6" Type="http://schemas.openxmlformats.org/officeDocument/2006/relationships/slide" Target="slide62.xml"/><Relationship Id="rId7" Type="http://schemas.openxmlformats.org/officeDocument/2006/relationships/audio" Target="../media/snd_sparkle.wav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61.xml"/><Relationship Id="rId5" Type="http://schemas.openxmlformats.org/officeDocument/2006/relationships/slide" Target="slide56.xml"/><Relationship Id="rId6" Type="http://schemas.openxmlformats.org/officeDocument/2006/relationships/slide" Target="slide62.xml"/><Relationship Id="rId7" Type="http://schemas.openxmlformats.org/officeDocument/2006/relationships/audio" Target="../media/snd_sparkle.wav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slide" Target="slide62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52.xml"/><Relationship Id="rId5" Type="http://schemas.openxmlformats.org/officeDocument/2006/relationships/slide" Target="slide57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58.xml"/><Relationship Id="rId5" Type="http://schemas.openxmlformats.org/officeDocument/2006/relationships/slide" Target="slide53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59.xml"/><Relationship Id="rId5" Type="http://schemas.openxmlformats.org/officeDocument/2006/relationships/slide" Target="slide54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60.xml"/><Relationship Id="rId5" Type="http://schemas.openxmlformats.org/officeDocument/2006/relationships/slide" Target="slide55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61.xml"/><Relationship Id="rId5" Type="http://schemas.openxmlformats.org/officeDocument/2006/relationships/slide" Target="slide56.xml"/><Relationship Id="rId6" Type="http://schemas.openxmlformats.org/officeDocument/2006/relationships/slide" Target="slide62.xml"/><Relationship Id="rId7" Type="http://schemas.openxmlformats.org/officeDocument/2006/relationships/audio" Target="../media/snd_bonk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0.png"/><Relationship Id="rId4" Type="http://schemas.openxmlformats.org/officeDocument/2006/relationships/slide" Target="slide6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69.xml"/><Relationship Id="rId5" Type="http://schemas.openxmlformats.org/officeDocument/2006/relationships/slide" Target="slide64.xml"/><Relationship Id="rId6" Type="http://schemas.openxmlformats.org/officeDocument/2006/relationships/slide" Target="slide7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70.xml"/><Relationship Id="rId5" Type="http://schemas.openxmlformats.org/officeDocument/2006/relationships/slide" Target="slide65.xml"/><Relationship Id="rId6" Type="http://schemas.openxmlformats.org/officeDocument/2006/relationships/slide" Target="slide74.xml"/><Relationship Id="rId7" Type="http://schemas.openxmlformats.org/officeDocument/2006/relationships/audio" Target="../media/snd_munch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66.xml"/><Relationship Id="rId5" Type="http://schemas.openxmlformats.org/officeDocument/2006/relationships/slide" Target="slide71.xml"/><Relationship Id="rId6" Type="http://schemas.openxmlformats.org/officeDocument/2006/relationships/slide" Target="slide74.xml"/><Relationship Id="rId7" Type="http://schemas.openxmlformats.org/officeDocument/2006/relationships/audio" Target="../media/snd_munch.wav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72.xml"/><Relationship Id="rId5" Type="http://schemas.openxmlformats.org/officeDocument/2006/relationships/slide" Target="slide67.xml"/><Relationship Id="rId6" Type="http://schemas.openxmlformats.org/officeDocument/2006/relationships/slide" Target="slide74.xml"/><Relationship Id="rId7" Type="http://schemas.openxmlformats.org/officeDocument/2006/relationships/audio" Target="../media/snd_munch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73.xml"/><Relationship Id="rId5" Type="http://schemas.openxmlformats.org/officeDocument/2006/relationships/slide" Target="slide68.xml"/><Relationship Id="rId6" Type="http://schemas.openxmlformats.org/officeDocument/2006/relationships/slide" Target="slide74.xml"/><Relationship Id="rId7" Type="http://schemas.openxmlformats.org/officeDocument/2006/relationships/audio" Target="../media/snd_munch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74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69.xml"/><Relationship Id="rId5" Type="http://schemas.openxmlformats.org/officeDocument/2006/relationships/slide" Target="slide64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70.xml"/><Relationship Id="rId5" Type="http://schemas.openxmlformats.org/officeDocument/2006/relationships/slide" Target="slide65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66.xml"/><Relationship Id="rId5" Type="http://schemas.openxmlformats.org/officeDocument/2006/relationships/slide" Target="slide71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72.xml"/><Relationship Id="rId5" Type="http://schemas.openxmlformats.org/officeDocument/2006/relationships/slide" Target="slide67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73.xml"/><Relationship Id="rId5" Type="http://schemas.openxmlformats.org/officeDocument/2006/relationships/slide" Target="slide68.xml"/><Relationship Id="rId6" Type="http://schemas.openxmlformats.org/officeDocument/2006/relationships/slide" Target="slide74.xml"/><Relationship Id="rId7" Type="http://schemas.openxmlformats.org/officeDocument/2006/relationships/audio" Target="../media/snd_bonk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7.png"/><Relationship Id="rId4" Type="http://schemas.openxmlformats.org/officeDocument/2006/relationships/slide" Target="slide7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1.xml"/><Relationship Id="rId6" Type="http://schemas.openxmlformats.org/officeDocument/2006/relationships/slide" Target="slide76.xml"/><Relationship Id="rId7" Type="http://schemas.openxmlformats.org/officeDocument/2006/relationships/slide" Target="slide8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2.xml"/><Relationship Id="rId6" Type="http://schemas.openxmlformats.org/officeDocument/2006/relationships/slide" Target="slide77.xml"/><Relationship Id="rId7" Type="http://schemas.openxmlformats.org/officeDocument/2006/relationships/slide" Target="slide86.xml"/><Relationship Id="rId8" Type="http://schemas.openxmlformats.org/officeDocument/2006/relationships/audio" Target="../media/snd_ding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3.xml"/><Relationship Id="rId6" Type="http://schemas.openxmlformats.org/officeDocument/2006/relationships/slide" Target="slide78.xml"/><Relationship Id="rId7" Type="http://schemas.openxmlformats.org/officeDocument/2006/relationships/slide" Target="slide86.xml"/><Relationship Id="rId8" Type="http://schemas.openxmlformats.org/officeDocument/2006/relationships/audio" Target="../media/snd_ding.wav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79.xml"/><Relationship Id="rId6" Type="http://schemas.openxmlformats.org/officeDocument/2006/relationships/slide" Target="slide84.xml"/><Relationship Id="rId7" Type="http://schemas.openxmlformats.org/officeDocument/2006/relationships/slide" Target="slide86.xml"/><Relationship Id="rId8" Type="http://schemas.openxmlformats.org/officeDocument/2006/relationships/audio" Target="../media/snd_ding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0.xml"/><Relationship Id="rId6" Type="http://schemas.openxmlformats.org/officeDocument/2006/relationships/slide" Target="slide85.xml"/><Relationship Id="rId7" Type="http://schemas.openxmlformats.org/officeDocument/2006/relationships/slide" Target="slide86.xml"/><Relationship Id="rId8" Type="http://schemas.openxmlformats.org/officeDocument/2006/relationships/audio" Target="../media/snd_ding.wav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6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1.xml"/><Relationship Id="rId6" Type="http://schemas.openxmlformats.org/officeDocument/2006/relationships/slide" Target="slide76.xml"/><Relationship Id="rId7" Type="http://schemas.openxmlformats.org/officeDocument/2006/relationships/slide" Target="slide86.xml"/><Relationship Id="rId8" Type="http://schemas.openxmlformats.org/officeDocument/2006/relationships/audio" Target="../media/snd_bonk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2.xml"/><Relationship Id="rId6" Type="http://schemas.openxmlformats.org/officeDocument/2006/relationships/slide" Target="slide77.xml"/><Relationship Id="rId7" Type="http://schemas.openxmlformats.org/officeDocument/2006/relationships/slide" Target="slide86.xml"/><Relationship Id="rId8" Type="http://schemas.openxmlformats.org/officeDocument/2006/relationships/audio" Target="../media/snd_bonk.wav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3.xml"/><Relationship Id="rId6" Type="http://schemas.openxmlformats.org/officeDocument/2006/relationships/slide" Target="slide78.xml"/><Relationship Id="rId7" Type="http://schemas.openxmlformats.org/officeDocument/2006/relationships/slide" Target="slide86.xml"/><Relationship Id="rId8" Type="http://schemas.openxmlformats.org/officeDocument/2006/relationships/audio" Target="../media/snd_bonk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79.xml"/><Relationship Id="rId6" Type="http://schemas.openxmlformats.org/officeDocument/2006/relationships/slide" Target="slide84.xml"/><Relationship Id="rId7" Type="http://schemas.openxmlformats.org/officeDocument/2006/relationships/slide" Target="slide86.xml"/><Relationship Id="rId8" Type="http://schemas.openxmlformats.org/officeDocument/2006/relationships/audio" Target="../media/snd_bonk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80.xml"/><Relationship Id="rId6" Type="http://schemas.openxmlformats.org/officeDocument/2006/relationships/slide" Target="slide85.xml"/><Relationship Id="rId7" Type="http://schemas.openxmlformats.org/officeDocument/2006/relationships/slide" Target="slide86.xml"/><Relationship Id="rId8" Type="http://schemas.openxmlformats.org/officeDocument/2006/relationships/audio" Target="../media/snd_bonk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2.xml"/><Relationship Id="rId9" Type="http://schemas.openxmlformats.org/officeDocument/2006/relationships/slide" Target="slide87.xml"/><Relationship Id="rId10" Type="http://schemas.openxmlformats.org/officeDocument/2006/relationships/slide" Target="slide9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88.xml"/><Relationship Id="rId9" Type="http://schemas.openxmlformats.org/officeDocument/2006/relationships/slide" Target="slide93.xml"/><Relationship Id="rId10" Type="http://schemas.openxmlformats.org/officeDocument/2006/relationships/slide" Target="slide97.xml"/><Relationship Id="rId11" Type="http://schemas.openxmlformats.org/officeDocument/2006/relationships/audio" Target="../media/snd_buzz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4.xml"/><Relationship Id="rId9" Type="http://schemas.openxmlformats.org/officeDocument/2006/relationships/slide" Target="slide89.xml"/><Relationship Id="rId10" Type="http://schemas.openxmlformats.org/officeDocument/2006/relationships/slide" Target="slide97.xml"/><Relationship Id="rId11" Type="http://schemas.openxmlformats.org/officeDocument/2006/relationships/audio" Target="../media/snd_buzz.wav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5.xml"/><Relationship Id="rId9" Type="http://schemas.openxmlformats.org/officeDocument/2006/relationships/slide" Target="slide90.xml"/><Relationship Id="rId10" Type="http://schemas.openxmlformats.org/officeDocument/2006/relationships/slide" Target="slide97.xml"/><Relationship Id="rId11" Type="http://schemas.openxmlformats.org/officeDocument/2006/relationships/audio" Target="../media/snd_buzz.wav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6.xml"/><Relationship Id="rId9" Type="http://schemas.openxmlformats.org/officeDocument/2006/relationships/slide" Target="slide91.xml"/><Relationship Id="rId10" Type="http://schemas.openxmlformats.org/officeDocument/2006/relationships/slide" Target="slide97.xml"/><Relationship Id="rId11" Type="http://schemas.openxmlformats.org/officeDocument/2006/relationships/audio" Target="../media/snd_buzz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slide" Target="slide97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2.xml"/><Relationship Id="rId9" Type="http://schemas.openxmlformats.org/officeDocument/2006/relationships/slide" Target="slide87.xml"/><Relationship Id="rId10" Type="http://schemas.openxmlformats.org/officeDocument/2006/relationships/slide" Target="slide97.xml"/><Relationship Id="rId11" Type="http://schemas.openxmlformats.org/officeDocument/2006/relationships/audio" Target="../media/snd_bonk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88.xml"/><Relationship Id="rId9" Type="http://schemas.openxmlformats.org/officeDocument/2006/relationships/slide" Target="slide93.xml"/><Relationship Id="rId10" Type="http://schemas.openxmlformats.org/officeDocument/2006/relationships/slide" Target="slide97.xml"/><Relationship Id="rId11" Type="http://schemas.openxmlformats.org/officeDocument/2006/relationships/audio" Target="../media/snd_bonk.wav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4.xml"/><Relationship Id="rId9" Type="http://schemas.openxmlformats.org/officeDocument/2006/relationships/slide" Target="slide89.xml"/><Relationship Id="rId10" Type="http://schemas.openxmlformats.org/officeDocument/2006/relationships/slide" Target="slide97.xml"/><Relationship Id="rId11" Type="http://schemas.openxmlformats.org/officeDocument/2006/relationships/audio" Target="../media/snd_bonk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5.xml"/><Relationship Id="rId9" Type="http://schemas.openxmlformats.org/officeDocument/2006/relationships/slide" Target="slide90.xml"/><Relationship Id="rId10" Type="http://schemas.openxmlformats.org/officeDocument/2006/relationships/slide" Target="slide97.xml"/><Relationship Id="rId11" Type="http://schemas.openxmlformats.org/officeDocument/2006/relationships/audio" Target="../media/snd_bonk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96.xml"/><Relationship Id="rId9" Type="http://schemas.openxmlformats.org/officeDocument/2006/relationships/slide" Target="slide91.xml"/><Relationship Id="rId10" Type="http://schemas.openxmlformats.org/officeDocument/2006/relationships/slide" Target="slide97.xml"/><Relationship Id="rId11" Type="http://schemas.openxmlformats.org/officeDocument/2006/relationships/audio" Target="../media/snd_bonk.wav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3.xml"/><Relationship Id="rId7" Type="http://schemas.openxmlformats.org/officeDocument/2006/relationships/slide" Target="slide98.xml"/><Relationship Id="rId8" Type="http://schemas.openxmlformats.org/officeDocument/2006/relationships/slide" Target="slide108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4.xml"/><Relationship Id="rId7" Type="http://schemas.openxmlformats.org/officeDocument/2006/relationships/slide" Target="slide99.xml"/><Relationship Id="rId8" Type="http://schemas.openxmlformats.org/officeDocument/2006/relationships/slide" Target="slide108.xml"/><Relationship Id="rId9" Type="http://schemas.openxmlformats.org/officeDocument/2006/relationships/audio" Target="../media/snd_boing.wav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5.xml"/><Relationship Id="rId7" Type="http://schemas.openxmlformats.org/officeDocument/2006/relationships/slide" Target="slide100.xml"/><Relationship Id="rId8" Type="http://schemas.openxmlformats.org/officeDocument/2006/relationships/slide" Target="slide108.xml"/><Relationship Id="rId9" Type="http://schemas.openxmlformats.org/officeDocument/2006/relationships/audio" Target="../media/snd_boing.wav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1.xml"/><Relationship Id="rId7" Type="http://schemas.openxmlformats.org/officeDocument/2006/relationships/slide" Target="slide106.xml"/><Relationship Id="rId8" Type="http://schemas.openxmlformats.org/officeDocument/2006/relationships/slide" Target="slide108.xml"/><Relationship Id="rId9" Type="http://schemas.openxmlformats.org/officeDocument/2006/relationships/audio" Target="../media/snd_boing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7.xml"/><Relationship Id="rId7" Type="http://schemas.openxmlformats.org/officeDocument/2006/relationships/slide" Target="slide102.xml"/><Relationship Id="rId8" Type="http://schemas.openxmlformats.org/officeDocument/2006/relationships/slide" Target="slide108.xml"/><Relationship Id="rId9" Type="http://schemas.openxmlformats.org/officeDocument/2006/relationships/audio" Target="../media/snd_boing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8.xml"/><Relationship Id="rId7" Type="http://schemas.openxmlformats.org/officeDocument/2006/relationships/audio" Target="../media/snd_tada.wav"/><Relationship Id="rId8" Type="http://schemas.openxmlformats.org/officeDocument/2006/relationships/image" Target="../media/image41.png"/><Relationship Id="rId9" Type="http://schemas.openxmlformats.org/officeDocument/2006/relationships/audio" Target="../media/snd_cheer.wav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3.xml"/><Relationship Id="rId7" Type="http://schemas.openxmlformats.org/officeDocument/2006/relationships/slide" Target="slide98.xml"/><Relationship Id="rId8" Type="http://schemas.openxmlformats.org/officeDocument/2006/relationships/slide" Target="slide108.xml"/><Relationship Id="rId9" Type="http://schemas.openxmlformats.org/officeDocument/2006/relationships/audio" Target="../media/snd_bonk.wav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4.xml"/><Relationship Id="rId7" Type="http://schemas.openxmlformats.org/officeDocument/2006/relationships/slide" Target="slide99.xml"/><Relationship Id="rId8" Type="http://schemas.openxmlformats.org/officeDocument/2006/relationships/slide" Target="slide108.xml"/><Relationship Id="rId9" Type="http://schemas.openxmlformats.org/officeDocument/2006/relationships/audio" Target="../media/snd_bonk.wav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5.xml"/><Relationship Id="rId7" Type="http://schemas.openxmlformats.org/officeDocument/2006/relationships/slide" Target="slide100.xml"/><Relationship Id="rId8" Type="http://schemas.openxmlformats.org/officeDocument/2006/relationships/slide" Target="slide108.xml"/><Relationship Id="rId9" Type="http://schemas.openxmlformats.org/officeDocument/2006/relationships/audio" Target="../media/snd_bonk.wav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1.xml"/><Relationship Id="rId7" Type="http://schemas.openxmlformats.org/officeDocument/2006/relationships/slide" Target="slide106.xml"/><Relationship Id="rId8" Type="http://schemas.openxmlformats.org/officeDocument/2006/relationships/slide" Target="slide108.xml"/><Relationship Id="rId9" Type="http://schemas.openxmlformats.org/officeDocument/2006/relationships/audio" Target="../media/snd_bonk.wav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07.xml"/><Relationship Id="rId7" Type="http://schemas.openxmlformats.org/officeDocument/2006/relationships/slide" Target="slide102.xml"/><Relationship Id="rId8" Type="http://schemas.openxmlformats.org/officeDocument/2006/relationships/slide" Target="slide108.xml"/><Relationship Id="rId9" Type="http://schemas.openxmlformats.org/officeDocument/2006/relationships/audio" Target="../media/snd_bonk.wav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09.xml"/><Relationship Id="rId5" Type="http://schemas.openxmlformats.org/officeDocument/2006/relationships/slide" Target="slide114.xml"/><Relationship Id="rId6" Type="http://schemas.openxmlformats.org/officeDocument/2006/relationships/slide" Target="slide119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0.xml"/><Relationship Id="rId5" Type="http://schemas.openxmlformats.org/officeDocument/2006/relationships/slide" Target="slide115.xml"/><Relationship Id="rId6" Type="http://schemas.openxmlformats.org/officeDocument/2006/relationships/slide" Target="slide119.xml"/><Relationship Id="rId7" Type="http://schemas.openxmlformats.org/officeDocument/2006/relationships/audio" Target="../media/snd_thunk.wav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1.xml"/><Relationship Id="rId5" Type="http://schemas.openxmlformats.org/officeDocument/2006/relationships/slide" Target="slide116.xml"/><Relationship Id="rId6" Type="http://schemas.openxmlformats.org/officeDocument/2006/relationships/slide" Target="slide119.xml"/><Relationship Id="rId7" Type="http://schemas.openxmlformats.org/officeDocument/2006/relationships/audio" Target="../media/snd_thunk.wav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2.xml"/><Relationship Id="rId5" Type="http://schemas.openxmlformats.org/officeDocument/2006/relationships/slide" Target="slide117.xml"/><Relationship Id="rId6" Type="http://schemas.openxmlformats.org/officeDocument/2006/relationships/slide" Target="slide119.xml"/><Relationship Id="rId7" Type="http://schemas.openxmlformats.org/officeDocument/2006/relationships/audio" Target="../media/snd_thunk.wav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8.xml"/><Relationship Id="rId5" Type="http://schemas.openxmlformats.org/officeDocument/2006/relationships/slide" Target="slide113.xml"/><Relationship Id="rId6" Type="http://schemas.openxmlformats.org/officeDocument/2006/relationships/slide" Target="slide119.xml"/><Relationship Id="rId7" Type="http://schemas.openxmlformats.org/officeDocument/2006/relationships/audio" Target="../media/snd_thunk.wav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slide" Target="slide119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09.xml"/><Relationship Id="rId5" Type="http://schemas.openxmlformats.org/officeDocument/2006/relationships/slide" Target="slide114.xml"/><Relationship Id="rId6" Type="http://schemas.openxmlformats.org/officeDocument/2006/relationships/slide" Target="slide119.xml"/><Relationship Id="rId7" Type="http://schemas.openxmlformats.org/officeDocument/2006/relationships/audio" Target="../media/snd_bonk.wav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0.xml"/><Relationship Id="rId5" Type="http://schemas.openxmlformats.org/officeDocument/2006/relationships/slide" Target="slide115.xml"/><Relationship Id="rId6" Type="http://schemas.openxmlformats.org/officeDocument/2006/relationships/slide" Target="slide119.xml"/><Relationship Id="rId7" Type="http://schemas.openxmlformats.org/officeDocument/2006/relationships/audio" Target="../media/snd_bonk.wav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1.xml"/><Relationship Id="rId5" Type="http://schemas.openxmlformats.org/officeDocument/2006/relationships/slide" Target="slide116.xml"/><Relationship Id="rId6" Type="http://schemas.openxmlformats.org/officeDocument/2006/relationships/slide" Target="slide119.xml"/><Relationship Id="rId7" Type="http://schemas.openxmlformats.org/officeDocument/2006/relationships/audio" Target="../media/snd_bonk.wav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2.xml"/><Relationship Id="rId5" Type="http://schemas.openxmlformats.org/officeDocument/2006/relationships/slide" Target="slide117.xml"/><Relationship Id="rId6" Type="http://schemas.openxmlformats.org/officeDocument/2006/relationships/slide" Target="slide119.xml"/><Relationship Id="rId7" Type="http://schemas.openxmlformats.org/officeDocument/2006/relationships/audio" Target="../media/snd_bonk.wav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118.xml"/><Relationship Id="rId5" Type="http://schemas.openxmlformats.org/officeDocument/2006/relationships/slide" Target="slide113.xml"/><Relationship Id="rId6" Type="http://schemas.openxmlformats.org/officeDocument/2006/relationships/slide" Target="slide119.xml"/><Relationship Id="rId7" Type="http://schemas.openxmlformats.org/officeDocument/2006/relationships/audio" Target="../media/snd_bonk.wav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0.xml"/><Relationship Id="rId6" Type="http://schemas.openxmlformats.org/officeDocument/2006/relationships/slide" Target="slide125.xml"/><Relationship Id="rId7" Type="http://schemas.openxmlformats.org/officeDocument/2006/relationships/slide" Target="slide130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6.xml"/><Relationship Id="rId6" Type="http://schemas.openxmlformats.org/officeDocument/2006/relationships/slide" Target="slide121.xml"/><Relationship Id="rId7" Type="http://schemas.openxmlformats.org/officeDocument/2006/relationships/slide" Target="slide130.xml"/><Relationship Id="rId8" Type="http://schemas.openxmlformats.org/officeDocument/2006/relationships/audio" Target="../media/snd_swish.wav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2.xml"/><Relationship Id="rId6" Type="http://schemas.openxmlformats.org/officeDocument/2006/relationships/slide" Target="slide127.xml"/><Relationship Id="rId7" Type="http://schemas.openxmlformats.org/officeDocument/2006/relationships/slide" Target="slide130.xml"/><Relationship Id="rId8" Type="http://schemas.openxmlformats.org/officeDocument/2006/relationships/audio" Target="../media/snd_swish.wav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8.xml"/><Relationship Id="rId6" Type="http://schemas.openxmlformats.org/officeDocument/2006/relationships/slide" Target="slide123.xml"/><Relationship Id="rId7" Type="http://schemas.openxmlformats.org/officeDocument/2006/relationships/slide" Target="slide130.xml"/><Relationship Id="rId8" Type="http://schemas.openxmlformats.org/officeDocument/2006/relationships/audio" Target="../media/snd_swish.wav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9.xml"/><Relationship Id="rId6" Type="http://schemas.openxmlformats.org/officeDocument/2006/relationships/slide" Target="slide124.xml"/><Relationship Id="rId7" Type="http://schemas.openxmlformats.org/officeDocument/2006/relationships/slide" Target="slide130.xml"/><Relationship Id="rId8" Type="http://schemas.openxmlformats.org/officeDocument/2006/relationships/audio" Target="../media/snd_swish.wav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30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0.xml"/><Relationship Id="rId6" Type="http://schemas.openxmlformats.org/officeDocument/2006/relationships/slide" Target="slide125.xml"/><Relationship Id="rId7" Type="http://schemas.openxmlformats.org/officeDocument/2006/relationships/slide" Target="slide130.xml"/><Relationship Id="rId8" Type="http://schemas.openxmlformats.org/officeDocument/2006/relationships/audio" Target="../media/snd_bonk.wav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6.xml"/><Relationship Id="rId6" Type="http://schemas.openxmlformats.org/officeDocument/2006/relationships/slide" Target="slide121.xml"/><Relationship Id="rId7" Type="http://schemas.openxmlformats.org/officeDocument/2006/relationships/slide" Target="slide130.xml"/><Relationship Id="rId8" Type="http://schemas.openxmlformats.org/officeDocument/2006/relationships/audio" Target="../media/snd_bonk.wav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2.xml"/><Relationship Id="rId6" Type="http://schemas.openxmlformats.org/officeDocument/2006/relationships/slide" Target="slide127.xml"/><Relationship Id="rId7" Type="http://schemas.openxmlformats.org/officeDocument/2006/relationships/slide" Target="slide130.xml"/><Relationship Id="rId8" Type="http://schemas.openxmlformats.org/officeDocument/2006/relationships/audio" Target="../media/snd_bonk.wav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8.xml"/><Relationship Id="rId6" Type="http://schemas.openxmlformats.org/officeDocument/2006/relationships/slide" Target="slide123.xml"/><Relationship Id="rId7" Type="http://schemas.openxmlformats.org/officeDocument/2006/relationships/slide" Target="slide130.xml"/><Relationship Id="rId8" Type="http://schemas.openxmlformats.org/officeDocument/2006/relationships/audio" Target="../media/snd_bonk.wav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129.xml"/><Relationship Id="rId6" Type="http://schemas.openxmlformats.org/officeDocument/2006/relationships/slide" Target="slide124.xml"/><Relationship Id="rId7" Type="http://schemas.openxmlformats.org/officeDocument/2006/relationships/slide" Target="slide130.xml"/><Relationship Id="rId8" Type="http://schemas.openxmlformats.org/officeDocument/2006/relationships/audio" Target="../media/snd_bonk.wav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131.xml"/><Relationship Id="rId5" Type="http://schemas.openxmlformats.org/officeDocument/2006/relationships/slide" Target="slide136.xml"/><Relationship Id="rId6" Type="http://schemas.openxmlformats.org/officeDocument/2006/relationships/slide" Target="slide14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132.xml"/><Relationship Id="rId5" Type="http://schemas.openxmlformats.org/officeDocument/2006/relationships/slide" Target="slide137.xml"/><Relationship Id="rId6" Type="http://schemas.openxmlformats.org/officeDocument/2006/relationships/slide" Target="slide141.xml"/><Relationship Id="rId7" Type="http://schemas.openxmlformats.org/officeDocument/2006/relationships/audio" Target="../media/snd_sparkle.wav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138.xml"/><Relationship Id="rId5" Type="http://schemas.openxmlformats.org/officeDocument/2006/relationships/slide" Target="slide133.xml"/><Relationship Id="rId6" Type="http://schemas.openxmlformats.org/officeDocument/2006/relationships/slide" Target="slide141.xml"/><Relationship Id="rId7" Type="http://schemas.openxmlformats.org/officeDocument/2006/relationships/audio" Target="../media/snd_sparkle.wav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139.xml"/><Relationship Id="rId5" Type="http://schemas.openxmlformats.org/officeDocument/2006/relationships/slide" Target="slide134.xml"/><Relationship Id="rId6" Type="http://schemas.openxmlformats.org/officeDocument/2006/relationships/slide" Target="slide141.xml"/><Relationship Id="rId7" Type="http://schemas.openxmlformats.org/officeDocument/2006/relationships/audio" Target="../media/snd_sparkle.wav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140.xml"/><Relationship Id="rId5" Type="http://schemas.openxmlformats.org/officeDocument/2006/relationships/slide" Target="slide135.xml"/><Relationship Id="rId6" Type="http://schemas.openxmlformats.org/officeDocument/2006/relationships/slide" Target="slide141.xml"/><Relationship Id="rId7" Type="http://schemas.openxmlformats.org/officeDocument/2006/relationships/audio" Target="../media/snd_sparkle.wav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slide" Target="slide141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131.xml"/><Relationship Id="rId5" Type="http://schemas.openxmlformats.org/officeDocument/2006/relationships/slide" Target="slide136.xml"/><Relationship Id="rId6" Type="http://schemas.openxmlformats.org/officeDocument/2006/relationships/slide" Target="slide141.xml"/><Relationship Id="rId7" Type="http://schemas.openxmlformats.org/officeDocument/2006/relationships/audio" Target="../media/snd_bonk.wav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132.xml"/><Relationship Id="rId5" Type="http://schemas.openxmlformats.org/officeDocument/2006/relationships/slide" Target="slide137.xml"/><Relationship Id="rId6" Type="http://schemas.openxmlformats.org/officeDocument/2006/relationships/slide" Target="slide141.xml"/><Relationship Id="rId7" Type="http://schemas.openxmlformats.org/officeDocument/2006/relationships/audio" Target="../media/snd_bonk.wav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138.xml"/><Relationship Id="rId5" Type="http://schemas.openxmlformats.org/officeDocument/2006/relationships/slide" Target="slide133.xml"/><Relationship Id="rId6" Type="http://schemas.openxmlformats.org/officeDocument/2006/relationships/slide" Target="slide141.xml"/><Relationship Id="rId7" Type="http://schemas.openxmlformats.org/officeDocument/2006/relationships/audio" Target="../media/snd_bonk.wav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139.xml"/><Relationship Id="rId5" Type="http://schemas.openxmlformats.org/officeDocument/2006/relationships/slide" Target="slide134.xml"/><Relationship Id="rId6" Type="http://schemas.openxmlformats.org/officeDocument/2006/relationships/slide" Target="slide141.xml"/><Relationship Id="rId7" Type="http://schemas.openxmlformats.org/officeDocument/2006/relationships/audio" Target="../media/snd_bonk.wav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140.xml"/><Relationship Id="rId5" Type="http://schemas.openxmlformats.org/officeDocument/2006/relationships/slide" Target="slide135.xml"/><Relationship Id="rId6" Type="http://schemas.openxmlformats.org/officeDocument/2006/relationships/slide" Target="slide141.xml"/><Relationship Id="rId7" Type="http://schemas.openxmlformats.org/officeDocument/2006/relationships/audio" Target="../media/snd_bonk.wav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147.xml"/><Relationship Id="rId5" Type="http://schemas.openxmlformats.org/officeDocument/2006/relationships/slide" Target="slide142.xml"/><Relationship Id="rId6" Type="http://schemas.openxmlformats.org/officeDocument/2006/relationships/slide" Target="slide152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148.xml"/><Relationship Id="rId5" Type="http://schemas.openxmlformats.org/officeDocument/2006/relationships/slide" Target="slide143.xml"/><Relationship Id="rId6" Type="http://schemas.openxmlformats.org/officeDocument/2006/relationships/slide" Target="slide152.xml"/><Relationship Id="rId7" Type="http://schemas.openxmlformats.org/officeDocument/2006/relationships/audio" Target="../media/snd_munch.wav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144.xml"/><Relationship Id="rId5" Type="http://schemas.openxmlformats.org/officeDocument/2006/relationships/slide" Target="slide149.xml"/><Relationship Id="rId6" Type="http://schemas.openxmlformats.org/officeDocument/2006/relationships/slide" Target="slide152.xml"/><Relationship Id="rId7" Type="http://schemas.openxmlformats.org/officeDocument/2006/relationships/audio" Target="../media/snd_munch.wav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150.xml"/><Relationship Id="rId5" Type="http://schemas.openxmlformats.org/officeDocument/2006/relationships/slide" Target="slide145.xml"/><Relationship Id="rId6" Type="http://schemas.openxmlformats.org/officeDocument/2006/relationships/slide" Target="slide152.xml"/><Relationship Id="rId7" Type="http://schemas.openxmlformats.org/officeDocument/2006/relationships/audio" Target="../media/snd_munch.wav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151.xml"/><Relationship Id="rId5" Type="http://schemas.openxmlformats.org/officeDocument/2006/relationships/slide" Target="slide146.xml"/><Relationship Id="rId6" Type="http://schemas.openxmlformats.org/officeDocument/2006/relationships/slide" Target="slide152.xml"/><Relationship Id="rId7" Type="http://schemas.openxmlformats.org/officeDocument/2006/relationships/audio" Target="../media/snd_munch.wav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152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147.xml"/><Relationship Id="rId5" Type="http://schemas.openxmlformats.org/officeDocument/2006/relationships/slide" Target="slide142.xml"/><Relationship Id="rId6" Type="http://schemas.openxmlformats.org/officeDocument/2006/relationships/slide" Target="slide152.xml"/><Relationship Id="rId7" Type="http://schemas.openxmlformats.org/officeDocument/2006/relationships/audio" Target="../media/snd_bonk.wav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148.xml"/><Relationship Id="rId5" Type="http://schemas.openxmlformats.org/officeDocument/2006/relationships/slide" Target="slide143.xml"/><Relationship Id="rId6" Type="http://schemas.openxmlformats.org/officeDocument/2006/relationships/slide" Target="slide152.xml"/><Relationship Id="rId7" Type="http://schemas.openxmlformats.org/officeDocument/2006/relationships/audio" Target="../media/snd_bonk.wav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144.xml"/><Relationship Id="rId5" Type="http://schemas.openxmlformats.org/officeDocument/2006/relationships/slide" Target="slide149.xml"/><Relationship Id="rId6" Type="http://schemas.openxmlformats.org/officeDocument/2006/relationships/slide" Target="slide152.xml"/><Relationship Id="rId7" Type="http://schemas.openxmlformats.org/officeDocument/2006/relationships/audio" Target="../media/snd_bonk.wav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150.xml"/><Relationship Id="rId5" Type="http://schemas.openxmlformats.org/officeDocument/2006/relationships/slide" Target="slide145.xml"/><Relationship Id="rId6" Type="http://schemas.openxmlformats.org/officeDocument/2006/relationships/slide" Target="slide152.xml"/><Relationship Id="rId7" Type="http://schemas.openxmlformats.org/officeDocument/2006/relationships/audio" Target="../media/snd_bonk.wav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151.xml"/><Relationship Id="rId5" Type="http://schemas.openxmlformats.org/officeDocument/2006/relationships/slide" Target="slide146.xml"/><Relationship Id="rId6" Type="http://schemas.openxmlformats.org/officeDocument/2006/relationships/slide" Target="slide152.xml"/><Relationship Id="rId7" Type="http://schemas.openxmlformats.org/officeDocument/2006/relationships/audio" Target="../media/snd_bonk.wav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58.xml"/><Relationship Id="rId6" Type="http://schemas.openxmlformats.org/officeDocument/2006/relationships/slide" Target="slide153.xml"/><Relationship Id="rId7" Type="http://schemas.openxmlformats.org/officeDocument/2006/relationships/slide" Target="slide163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59.xml"/><Relationship Id="rId6" Type="http://schemas.openxmlformats.org/officeDocument/2006/relationships/slide" Target="slide154.xml"/><Relationship Id="rId7" Type="http://schemas.openxmlformats.org/officeDocument/2006/relationships/slide" Target="slide163.xml"/><Relationship Id="rId8" Type="http://schemas.openxmlformats.org/officeDocument/2006/relationships/audio" Target="../media/snd_ding.wav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60.xml"/><Relationship Id="rId6" Type="http://schemas.openxmlformats.org/officeDocument/2006/relationships/slide" Target="slide155.xml"/><Relationship Id="rId7" Type="http://schemas.openxmlformats.org/officeDocument/2006/relationships/slide" Target="slide163.xml"/><Relationship Id="rId8" Type="http://schemas.openxmlformats.org/officeDocument/2006/relationships/audio" Target="../media/snd_ding.wav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61.xml"/><Relationship Id="rId6" Type="http://schemas.openxmlformats.org/officeDocument/2006/relationships/slide" Target="slide156.xml"/><Relationship Id="rId7" Type="http://schemas.openxmlformats.org/officeDocument/2006/relationships/slide" Target="slide163.xml"/><Relationship Id="rId8" Type="http://schemas.openxmlformats.org/officeDocument/2006/relationships/audio" Target="../media/snd_ding.wav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57.xml"/><Relationship Id="rId6" Type="http://schemas.openxmlformats.org/officeDocument/2006/relationships/slide" Target="slide162.xml"/><Relationship Id="rId7" Type="http://schemas.openxmlformats.org/officeDocument/2006/relationships/slide" Target="slide163.xml"/><Relationship Id="rId8" Type="http://schemas.openxmlformats.org/officeDocument/2006/relationships/audio" Target="../media/snd_ding.wav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63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58.xml"/><Relationship Id="rId6" Type="http://schemas.openxmlformats.org/officeDocument/2006/relationships/slide" Target="slide153.xml"/><Relationship Id="rId7" Type="http://schemas.openxmlformats.org/officeDocument/2006/relationships/slide" Target="slide163.xml"/><Relationship Id="rId8" Type="http://schemas.openxmlformats.org/officeDocument/2006/relationships/audio" Target="../media/snd_bonk.wav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59.xml"/><Relationship Id="rId6" Type="http://schemas.openxmlformats.org/officeDocument/2006/relationships/slide" Target="slide154.xml"/><Relationship Id="rId7" Type="http://schemas.openxmlformats.org/officeDocument/2006/relationships/slide" Target="slide163.xml"/><Relationship Id="rId8" Type="http://schemas.openxmlformats.org/officeDocument/2006/relationships/audio" Target="../media/snd_bonk.wav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60.xml"/><Relationship Id="rId6" Type="http://schemas.openxmlformats.org/officeDocument/2006/relationships/slide" Target="slide155.xml"/><Relationship Id="rId7" Type="http://schemas.openxmlformats.org/officeDocument/2006/relationships/slide" Target="slide163.xml"/><Relationship Id="rId8" Type="http://schemas.openxmlformats.org/officeDocument/2006/relationships/audio" Target="../media/snd_bonk.wav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61.xml"/><Relationship Id="rId6" Type="http://schemas.openxmlformats.org/officeDocument/2006/relationships/slide" Target="slide156.xml"/><Relationship Id="rId7" Type="http://schemas.openxmlformats.org/officeDocument/2006/relationships/slide" Target="slide163.xml"/><Relationship Id="rId8" Type="http://schemas.openxmlformats.org/officeDocument/2006/relationships/audio" Target="../media/snd_bonk.wav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157.xml"/><Relationship Id="rId6" Type="http://schemas.openxmlformats.org/officeDocument/2006/relationships/slide" Target="slide162.xml"/><Relationship Id="rId7" Type="http://schemas.openxmlformats.org/officeDocument/2006/relationships/slide" Target="slide163.xml"/><Relationship Id="rId8" Type="http://schemas.openxmlformats.org/officeDocument/2006/relationships/audio" Target="../media/snd_bonk.wav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64.xml"/><Relationship Id="rId9" Type="http://schemas.openxmlformats.org/officeDocument/2006/relationships/slide" Target="slide169.xml"/><Relationship Id="rId10" Type="http://schemas.openxmlformats.org/officeDocument/2006/relationships/slide" Target="slide174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70.xml"/><Relationship Id="rId9" Type="http://schemas.openxmlformats.org/officeDocument/2006/relationships/slide" Target="slide165.xml"/><Relationship Id="rId10" Type="http://schemas.openxmlformats.org/officeDocument/2006/relationships/slide" Target="slide174.xml"/><Relationship Id="rId11" Type="http://schemas.openxmlformats.org/officeDocument/2006/relationships/audio" Target="../media/snd_buzz.wav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71.xml"/><Relationship Id="rId9" Type="http://schemas.openxmlformats.org/officeDocument/2006/relationships/slide" Target="slide166.xml"/><Relationship Id="rId10" Type="http://schemas.openxmlformats.org/officeDocument/2006/relationships/slide" Target="slide174.xml"/><Relationship Id="rId11" Type="http://schemas.openxmlformats.org/officeDocument/2006/relationships/audio" Target="../media/snd_buzz.wav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72.xml"/><Relationship Id="rId9" Type="http://schemas.openxmlformats.org/officeDocument/2006/relationships/slide" Target="slide167.xml"/><Relationship Id="rId10" Type="http://schemas.openxmlformats.org/officeDocument/2006/relationships/slide" Target="slide174.xml"/><Relationship Id="rId11" Type="http://schemas.openxmlformats.org/officeDocument/2006/relationships/audio" Target="../media/snd_buzz.wav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68.xml"/><Relationship Id="rId9" Type="http://schemas.openxmlformats.org/officeDocument/2006/relationships/slide" Target="slide173.xml"/><Relationship Id="rId10" Type="http://schemas.openxmlformats.org/officeDocument/2006/relationships/slide" Target="slide174.xml"/><Relationship Id="rId11" Type="http://schemas.openxmlformats.org/officeDocument/2006/relationships/audio" Target="../media/snd_buzz.wav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slide" Target="slide174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64.xml"/><Relationship Id="rId9" Type="http://schemas.openxmlformats.org/officeDocument/2006/relationships/slide" Target="slide169.xml"/><Relationship Id="rId10" Type="http://schemas.openxmlformats.org/officeDocument/2006/relationships/slide" Target="slide174.xml"/><Relationship Id="rId11" Type="http://schemas.openxmlformats.org/officeDocument/2006/relationships/audio" Target="../media/snd_bonk.wav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70.xml"/><Relationship Id="rId9" Type="http://schemas.openxmlformats.org/officeDocument/2006/relationships/slide" Target="slide165.xml"/><Relationship Id="rId10" Type="http://schemas.openxmlformats.org/officeDocument/2006/relationships/slide" Target="slide174.xml"/><Relationship Id="rId11" Type="http://schemas.openxmlformats.org/officeDocument/2006/relationships/audio" Target="../media/snd_bonk.wav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71.xml"/><Relationship Id="rId9" Type="http://schemas.openxmlformats.org/officeDocument/2006/relationships/slide" Target="slide166.xml"/><Relationship Id="rId10" Type="http://schemas.openxmlformats.org/officeDocument/2006/relationships/slide" Target="slide174.xml"/><Relationship Id="rId11" Type="http://schemas.openxmlformats.org/officeDocument/2006/relationships/audio" Target="../media/snd_bonk.wav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72.xml"/><Relationship Id="rId9" Type="http://schemas.openxmlformats.org/officeDocument/2006/relationships/slide" Target="slide167.xml"/><Relationship Id="rId10" Type="http://schemas.openxmlformats.org/officeDocument/2006/relationships/slide" Target="slide174.xml"/><Relationship Id="rId11" Type="http://schemas.openxmlformats.org/officeDocument/2006/relationships/audio" Target="../media/snd_bonk.wav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168.xml"/><Relationship Id="rId9" Type="http://schemas.openxmlformats.org/officeDocument/2006/relationships/slide" Target="slide173.xml"/><Relationship Id="rId10" Type="http://schemas.openxmlformats.org/officeDocument/2006/relationships/slide" Target="slide174.xml"/><Relationship Id="rId11" Type="http://schemas.openxmlformats.org/officeDocument/2006/relationships/audio" Target="../media/snd_bonk.wav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0.xml"/><Relationship Id="rId7" Type="http://schemas.openxmlformats.org/officeDocument/2006/relationships/slide" Target="slide175.xml"/><Relationship Id="rId8" Type="http://schemas.openxmlformats.org/officeDocument/2006/relationships/slide" Target="slide185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1.xml"/><Relationship Id="rId7" Type="http://schemas.openxmlformats.org/officeDocument/2006/relationships/slide" Target="slide176.xml"/><Relationship Id="rId8" Type="http://schemas.openxmlformats.org/officeDocument/2006/relationships/slide" Target="slide185.xml"/><Relationship Id="rId9" Type="http://schemas.openxmlformats.org/officeDocument/2006/relationships/audio" Target="../media/snd_boing.wav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2.xml"/><Relationship Id="rId7" Type="http://schemas.openxmlformats.org/officeDocument/2006/relationships/slide" Target="slide177.xml"/><Relationship Id="rId8" Type="http://schemas.openxmlformats.org/officeDocument/2006/relationships/slide" Target="slide185.xml"/><Relationship Id="rId9" Type="http://schemas.openxmlformats.org/officeDocument/2006/relationships/audio" Target="../media/snd_boing.wav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3.xml"/><Relationship Id="rId7" Type="http://schemas.openxmlformats.org/officeDocument/2006/relationships/slide" Target="slide178.xml"/><Relationship Id="rId8" Type="http://schemas.openxmlformats.org/officeDocument/2006/relationships/slide" Target="slide185.xml"/><Relationship Id="rId9" Type="http://schemas.openxmlformats.org/officeDocument/2006/relationships/audio" Target="../media/snd_boing.wav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79.xml"/><Relationship Id="rId7" Type="http://schemas.openxmlformats.org/officeDocument/2006/relationships/slide" Target="slide184.xml"/><Relationship Id="rId8" Type="http://schemas.openxmlformats.org/officeDocument/2006/relationships/slide" Target="slide185.xml"/><Relationship Id="rId9" Type="http://schemas.openxmlformats.org/officeDocument/2006/relationships/audio" Target="../media/snd_boing.wav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5.xml"/><Relationship Id="rId7" Type="http://schemas.openxmlformats.org/officeDocument/2006/relationships/audio" Target="../media/snd_tada.wav"/><Relationship Id="rId8" Type="http://schemas.openxmlformats.org/officeDocument/2006/relationships/image" Target="../media/image41.png"/><Relationship Id="rId9" Type="http://schemas.openxmlformats.org/officeDocument/2006/relationships/audio" Target="../media/snd_cheer.wav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0.xml"/><Relationship Id="rId7" Type="http://schemas.openxmlformats.org/officeDocument/2006/relationships/slide" Target="slide175.xml"/><Relationship Id="rId8" Type="http://schemas.openxmlformats.org/officeDocument/2006/relationships/slide" Target="slide185.xml"/><Relationship Id="rId9" Type="http://schemas.openxmlformats.org/officeDocument/2006/relationships/audio" Target="../media/snd_bonk.wav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1.xml"/><Relationship Id="rId7" Type="http://schemas.openxmlformats.org/officeDocument/2006/relationships/slide" Target="slide176.xml"/><Relationship Id="rId8" Type="http://schemas.openxmlformats.org/officeDocument/2006/relationships/slide" Target="slide185.xml"/><Relationship Id="rId9" Type="http://schemas.openxmlformats.org/officeDocument/2006/relationships/audio" Target="../media/snd_bonk.wav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2.xml"/><Relationship Id="rId7" Type="http://schemas.openxmlformats.org/officeDocument/2006/relationships/slide" Target="slide177.xml"/><Relationship Id="rId8" Type="http://schemas.openxmlformats.org/officeDocument/2006/relationships/slide" Target="slide185.xml"/><Relationship Id="rId9" Type="http://schemas.openxmlformats.org/officeDocument/2006/relationships/audio" Target="../media/snd_bonk.wav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83.xml"/><Relationship Id="rId7" Type="http://schemas.openxmlformats.org/officeDocument/2006/relationships/slide" Target="slide178.xml"/><Relationship Id="rId8" Type="http://schemas.openxmlformats.org/officeDocument/2006/relationships/slide" Target="slide185.xml"/><Relationship Id="rId9" Type="http://schemas.openxmlformats.org/officeDocument/2006/relationships/audio" Target="../media/snd_bonk.wav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179.xml"/><Relationship Id="rId7" Type="http://schemas.openxmlformats.org/officeDocument/2006/relationships/slide" Target="slide184.xml"/><Relationship Id="rId8" Type="http://schemas.openxmlformats.org/officeDocument/2006/relationships/slide" Target="slide185.xml"/><Relationship Id="rId9" Type="http://schemas.openxmlformats.org/officeDocument/2006/relationships/audio" Target="../media/snd_bonk.wav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0.png"/><Relationship Id="rId4" Type="http://schemas.openxmlformats.org/officeDocument/2006/relationships/slide" Target="slide186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2.xml"/><Relationship Id="rId4" Type="http://schemas.openxmlformats.org/officeDocument/2006/relationships/slide" Target="slide187.xml"/><Relationship Id="rId5" Type="http://schemas.openxmlformats.org/officeDocument/2006/relationships/slide" Target="slide221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3.xml"/><Relationship Id="rId4" Type="http://schemas.openxmlformats.org/officeDocument/2006/relationships/slide" Target="slide188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4.xml"/><Relationship Id="rId4" Type="http://schemas.openxmlformats.org/officeDocument/2006/relationships/slide" Target="slide189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5.xml"/><Relationship Id="rId4" Type="http://schemas.openxmlformats.org/officeDocument/2006/relationships/slide" Target="slide190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6.xml"/><Relationship Id="rId4" Type="http://schemas.openxmlformats.org/officeDocument/2006/relationships/slide" Target="slide191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8.xml"/><Relationship Id="rId4" Type="http://schemas.openxmlformats.org/officeDocument/2006/relationships/slide" Target="slide193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199.xml"/><Relationship Id="rId4" Type="http://schemas.openxmlformats.org/officeDocument/2006/relationships/slide" Target="slide194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0.xml"/><Relationship Id="rId4" Type="http://schemas.openxmlformats.org/officeDocument/2006/relationships/slide" Target="slide195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1.xml"/><Relationship Id="rId4" Type="http://schemas.openxmlformats.org/officeDocument/2006/relationships/slide" Target="slide196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2.xml"/><Relationship Id="rId4" Type="http://schemas.openxmlformats.org/officeDocument/2006/relationships/slide" Target="slide197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4.xml"/><Relationship Id="rId4" Type="http://schemas.openxmlformats.org/officeDocument/2006/relationships/slide" Target="slide199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5.xml"/><Relationship Id="rId4" Type="http://schemas.openxmlformats.org/officeDocument/2006/relationships/slide" Target="slide200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6.xml"/><Relationship Id="rId4" Type="http://schemas.openxmlformats.org/officeDocument/2006/relationships/slide" Target="slide201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7.xml"/><Relationship Id="rId4" Type="http://schemas.openxmlformats.org/officeDocument/2006/relationships/slide" Target="slide202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08.xml"/><Relationship Id="rId4" Type="http://schemas.openxmlformats.org/officeDocument/2006/relationships/slide" Target="slide203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0.xml"/><Relationship Id="rId4" Type="http://schemas.openxmlformats.org/officeDocument/2006/relationships/slide" Target="slide205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1.xml"/><Relationship Id="rId4" Type="http://schemas.openxmlformats.org/officeDocument/2006/relationships/slide" Target="slide206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2.xml"/><Relationship Id="rId4" Type="http://schemas.openxmlformats.org/officeDocument/2006/relationships/slide" Target="slide207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3.xml"/><Relationship Id="rId4" Type="http://schemas.openxmlformats.org/officeDocument/2006/relationships/slide" Target="slide208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4.xml"/><Relationship Id="rId4" Type="http://schemas.openxmlformats.org/officeDocument/2006/relationships/slide" Target="slide209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6.xml"/><Relationship Id="rId4" Type="http://schemas.openxmlformats.org/officeDocument/2006/relationships/slide" Target="slide211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7.xml"/><Relationship Id="rId4" Type="http://schemas.openxmlformats.org/officeDocument/2006/relationships/slide" Target="slide212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8.xml"/><Relationship Id="rId4" Type="http://schemas.openxmlformats.org/officeDocument/2006/relationships/slide" Target="slide213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19.xml"/><Relationship Id="rId4" Type="http://schemas.openxmlformats.org/officeDocument/2006/relationships/slide" Target="slide214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0.xml"/><Relationship Id="rId4" Type="http://schemas.openxmlformats.org/officeDocument/2006/relationships/slide" Target="slide215.xml"/><Relationship Id="rId5" Type="http://schemas.openxmlformats.org/officeDocument/2006/relationships/slide" Target="slide221.xml"/><Relationship Id="rId6" Type="http://schemas.openxmlformats.org/officeDocument/2006/relationships/audio" Target="../media/snd_pop.wav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221.xml"/><Relationship Id="rId4" Type="http://schemas.openxmlformats.org/officeDocument/2006/relationships/audio" Target="../media/snd_cheer.wav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7.xml"/><Relationship Id="rId5" Type="http://schemas.openxmlformats.org/officeDocument/2006/relationships/slide" Target="slide222.xml"/><Relationship Id="rId6" Type="http://schemas.openxmlformats.org/officeDocument/2006/relationships/slide" Target="slide232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8.xml"/><Relationship Id="rId5" Type="http://schemas.openxmlformats.org/officeDocument/2006/relationships/slide" Target="slide223.xml"/><Relationship Id="rId6" Type="http://schemas.openxmlformats.org/officeDocument/2006/relationships/slide" Target="slide232.xml"/><Relationship Id="rId7" Type="http://schemas.openxmlformats.org/officeDocument/2006/relationships/audio" Target="../media/snd_thunk.wav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9.xml"/><Relationship Id="rId5" Type="http://schemas.openxmlformats.org/officeDocument/2006/relationships/slide" Target="slide224.xml"/><Relationship Id="rId6" Type="http://schemas.openxmlformats.org/officeDocument/2006/relationships/slide" Target="slide232.xml"/><Relationship Id="rId7" Type="http://schemas.openxmlformats.org/officeDocument/2006/relationships/audio" Target="../media/snd_thunk.wav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30.xml"/><Relationship Id="rId5" Type="http://schemas.openxmlformats.org/officeDocument/2006/relationships/slide" Target="slide225.xml"/><Relationship Id="rId6" Type="http://schemas.openxmlformats.org/officeDocument/2006/relationships/slide" Target="slide232.xml"/><Relationship Id="rId7" Type="http://schemas.openxmlformats.org/officeDocument/2006/relationships/audio" Target="../media/snd_thunk.wav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6.xml"/><Relationship Id="rId5" Type="http://schemas.openxmlformats.org/officeDocument/2006/relationships/slide" Target="slide231.xml"/><Relationship Id="rId6" Type="http://schemas.openxmlformats.org/officeDocument/2006/relationships/slide" Target="slide232.xml"/><Relationship Id="rId7" Type="http://schemas.openxmlformats.org/officeDocument/2006/relationships/audio" Target="../media/snd_thunk.wav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slide" Target="slide232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7.xml"/><Relationship Id="rId5" Type="http://schemas.openxmlformats.org/officeDocument/2006/relationships/slide" Target="slide222.xml"/><Relationship Id="rId6" Type="http://schemas.openxmlformats.org/officeDocument/2006/relationships/slide" Target="slide232.xml"/><Relationship Id="rId7" Type="http://schemas.openxmlformats.org/officeDocument/2006/relationships/audio" Target="../media/snd_bonk.wav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8.xml"/><Relationship Id="rId5" Type="http://schemas.openxmlformats.org/officeDocument/2006/relationships/slide" Target="slide223.xml"/><Relationship Id="rId6" Type="http://schemas.openxmlformats.org/officeDocument/2006/relationships/slide" Target="slide232.xml"/><Relationship Id="rId7" Type="http://schemas.openxmlformats.org/officeDocument/2006/relationships/audio" Target="../media/snd_bonk.wav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9.xml"/><Relationship Id="rId5" Type="http://schemas.openxmlformats.org/officeDocument/2006/relationships/slide" Target="slide224.xml"/><Relationship Id="rId6" Type="http://schemas.openxmlformats.org/officeDocument/2006/relationships/slide" Target="slide232.xml"/><Relationship Id="rId7" Type="http://schemas.openxmlformats.org/officeDocument/2006/relationships/audio" Target="../media/snd_bonk.wav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30.xml"/><Relationship Id="rId5" Type="http://schemas.openxmlformats.org/officeDocument/2006/relationships/slide" Target="slide225.xml"/><Relationship Id="rId6" Type="http://schemas.openxmlformats.org/officeDocument/2006/relationships/slide" Target="slide232.xml"/><Relationship Id="rId7" Type="http://schemas.openxmlformats.org/officeDocument/2006/relationships/audio" Target="../media/snd_bonk.wav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226.xml"/><Relationship Id="rId5" Type="http://schemas.openxmlformats.org/officeDocument/2006/relationships/slide" Target="slide231.xml"/><Relationship Id="rId6" Type="http://schemas.openxmlformats.org/officeDocument/2006/relationships/slide" Target="slide232.xml"/><Relationship Id="rId7" Type="http://schemas.openxmlformats.org/officeDocument/2006/relationships/audio" Target="../media/snd_bonk.wav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38.xml"/><Relationship Id="rId6" Type="http://schemas.openxmlformats.org/officeDocument/2006/relationships/slide" Target="slide233.xml"/><Relationship Id="rId7" Type="http://schemas.openxmlformats.org/officeDocument/2006/relationships/slide" Target="slide243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39.xml"/><Relationship Id="rId6" Type="http://schemas.openxmlformats.org/officeDocument/2006/relationships/slide" Target="slide234.xml"/><Relationship Id="rId7" Type="http://schemas.openxmlformats.org/officeDocument/2006/relationships/slide" Target="slide243.xml"/><Relationship Id="rId8" Type="http://schemas.openxmlformats.org/officeDocument/2006/relationships/audio" Target="../media/snd_swish.wav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0.xml"/><Relationship Id="rId6" Type="http://schemas.openxmlformats.org/officeDocument/2006/relationships/slide" Target="slide235.xml"/><Relationship Id="rId7" Type="http://schemas.openxmlformats.org/officeDocument/2006/relationships/slide" Target="slide243.xml"/><Relationship Id="rId8" Type="http://schemas.openxmlformats.org/officeDocument/2006/relationships/audio" Target="../media/snd_swish.wav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1.xml"/><Relationship Id="rId6" Type="http://schemas.openxmlformats.org/officeDocument/2006/relationships/slide" Target="slide236.xml"/><Relationship Id="rId7" Type="http://schemas.openxmlformats.org/officeDocument/2006/relationships/slide" Target="slide243.xml"/><Relationship Id="rId8" Type="http://schemas.openxmlformats.org/officeDocument/2006/relationships/audio" Target="../media/snd_swish.wav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2.xml"/><Relationship Id="rId6" Type="http://schemas.openxmlformats.org/officeDocument/2006/relationships/slide" Target="slide237.xml"/><Relationship Id="rId7" Type="http://schemas.openxmlformats.org/officeDocument/2006/relationships/slide" Target="slide243.xml"/><Relationship Id="rId8" Type="http://schemas.openxmlformats.org/officeDocument/2006/relationships/audio" Target="../media/snd_swish.wav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3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38.xml"/><Relationship Id="rId6" Type="http://schemas.openxmlformats.org/officeDocument/2006/relationships/slide" Target="slide233.xml"/><Relationship Id="rId7" Type="http://schemas.openxmlformats.org/officeDocument/2006/relationships/slide" Target="slide243.xml"/><Relationship Id="rId8" Type="http://schemas.openxmlformats.org/officeDocument/2006/relationships/audio" Target="../media/snd_bonk.wav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39.xml"/><Relationship Id="rId6" Type="http://schemas.openxmlformats.org/officeDocument/2006/relationships/slide" Target="slide234.xml"/><Relationship Id="rId7" Type="http://schemas.openxmlformats.org/officeDocument/2006/relationships/slide" Target="slide243.xml"/><Relationship Id="rId8" Type="http://schemas.openxmlformats.org/officeDocument/2006/relationships/audio" Target="../media/snd_bonk.wav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0.xml"/><Relationship Id="rId6" Type="http://schemas.openxmlformats.org/officeDocument/2006/relationships/slide" Target="slide235.xml"/><Relationship Id="rId7" Type="http://schemas.openxmlformats.org/officeDocument/2006/relationships/slide" Target="slide243.xml"/><Relationship Id="rId8" Type="http://schemas.openxmlformats.org/officeDocument/2006/relationships/audio" Target="../media/snd_bonk.wav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1.xml"/><Relationship Id="rId6" Type="http://schemas.openxmlformats.org/officeDocument/2006/relationships/slide" Target="slide236.xml"/><Relationship Id="rId7" Type="http://schemas.openxmlformats.org/officeDocument/2006/relationships/slide" Target="slide243.xml"/><Relationship Id="rId8" Type="http://schemas.openxmlformats.org/officeDocument/2006/relationships/audio" Target="../media/snd_bonk.wav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242.xml"/><Relationship Id="rId6" Type="http://schemas.openxmlformats.org/officeDocument/2006/relationships/slide" Target="slide237.xml"/><Relationship Id="rId7" Type="http://schemas.openxmlformats.org/officeDocument/2006/relationships/slide" Target="slide243.xml"/><Relationship Id="rId8" Type="http://schemas.openxmlformats.org/officeDocument/2006/relationships/audio" Target="../media/snd_bonk.wav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249.xml"/><Relationship Id="rId5" Type="http://schemas.openxmlformats.org/officeDocument/2006/relationships/slide" Target="slide244.xml"/><Relationship Id="rId6" Type="http://schemas.openxmlformats.org/officeDocument/2006/relationships/slide" Target="slide254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250.xml"/><Relationship Id="rId5" Type="http://schemas.openxmlformats.org/officeDocument/2006/relationships/slide" Target="slide245.xml"/><Relationship Id="rId6" Type="http://schemas.openxmlformats.org/officeDocument/2006/relationships/slide" Target="slide254.xml"/><Relationship Id="rId7" Type="http://schemas.openxmlformats.org/officeDocument/2006/relationships/audio" Target="../media/snd_sparkle.wav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251.xml"/><Relationship Id="rId5" Type="http://schemas.openxmlformats.org/officeDocument/2006/relationships/slide" Target="slide246.xml"/><Relationship Id="rId6" Type="http://schemas.openxmlformats.org/officeDocument/2006/relationships/slide" Target="slide254.xml"/><Relationship Id="rId7" Type="http://schemas.openxmlformats.org/officeDocument/2006/relationships/audio" Target="../media/snd_sparkle.wav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247.xml"/><Relationship Id="rId5" Type="http://schemas.openxmlformats.org/officeDocument/2006/relationships/slide" Target="slide252.xml"/><Relationship Id="rId6" Type="http://schemas.openxmlformats.org/officeDocument/2006/relationships/slide" Target="slide254.xml"/><Relationship Id="rId7" Type="http://schemas.openxmlformats.org/officeDocument/2006/relationships/audio" Target="../media/snd_sparkle.wav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253.xml"/><Relationship Id="rId5" Type="http://schemas.openxmlformats.org/officeDocument/2006/relationships/slide" Target="slide248.xml"/><Relationship Id="rId6" Type="http://schemas.openxmlformats.org/officeDocument/2006/relationships/slide" Target="slide254.xml"/><Relationship Id="rId7" Type="http://schemas.openxmlformats.org/officeDocument/2006/relationships/audio" Target="../media/snd_sparkle.wav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slide" Target="slide254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249.xml"/><Relationship Id="rId5" Type="http://schemas.openxmlformats.org/officeDocument/2006/relationships/slide" Target="slide244.xml"/><Relationship Id="rId6" Type="http://schemas.openxmlformats.org/officeDocument/2006/relationships/slide" Target="slide254.xml"/><Relationship Id="rId7" Type="http://schemas.openxmlformats.org/officeDocument/2006/relationships/audio" Target="../media/snd_bonk.wav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250.xml"/><Relationship Id="rId5" Type="http://schemas.openxmlformats.org/officeDocument/2006/relationships/slide" Target="slide245.xml"/><Relationship Id="rId6" Type="http://schemas.openxmlformats.org/officeDocument/2006/relationships/slide" Target="slide254.xml"/><Relationship Id="rId7" Type="http://schemas.openxmlformats.org/officeDocument/2006/relationships/audio" Target="../media/snd_bonk.wav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251.xml"/><Relationship Id="rId5" Type="http://schemas.openxmlformats.org/officeDocument/2006/relationships/slide" Target="slide246.xml"/><Relationship Id="rId6" Type="http://schemas.openxmlformats.org/officeDocument/2006/relationships/slide" Target="slide254.xml"/><Relationship Id="rId7" Type="http://schemas.openxmlformats.org/officeDocument/2006/relationships/audio" Target="../media/snd_bonk.wav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247.xml"/><Relationship Id="rId5" Type="http://schemas.openxmlformats.org/officeDocument/2006/relationships/slide" Target="slide252.xml"/><Relationship Id="rId6" Type="http://schemas.openxmlformats.org/officeDocument/2006/relationships/slide" Target="slide254.xml"/><Relationship Id="rId7" Type="http://schemas.openxmlformats.org/officeDocument/2006/relationships/audio" Target="../media/snd_bonk.wav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253.xml"/><Relationship Id="rId5" Type="http://schemas.openxmlformats.org/officeDocument/2006/relationships/slide" Target="slide248.xml"/><Relationship Id="rId6" Type="http://schemas.openxmlformats.org/officeDocument/2006/relationships/slide" Target="slide254.xml"/><Relationship Id="rId7" Type="http://schemas.openxmlformats.org/officeDocument/2006/relationships/audio" Target="../media/snd_bonk.wav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260.xml"/><Relationship Id="rId5" Type="http://schemas.openxmlformats.org/officeDocument/2006/relationships/slide" Target="slide255.xml"/><Relationship Id="rId6" Type="http://schemas.openxmlformats.org/officeDocument/2006/relationships/slide" Target="slide265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256.xml"/><Relationship Id="rId5" Type="http://schemas.openxmlformats.org/officeDocument/2006/relationships/slide" Target="slide261.xml"/><Relationship Id="rId6" Type="http://schemas.openxmlformats.org/officeDocument/2006/relationships/slide" Target="slide265.xml"/><Relationship Id="rId7" Type="http://schemas.openxmlformats.org/officeDocument/2006/relationships/audio" Target="../media/snd_munch.wav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262.xml"/><Relationship Id="rId5" Type="http://schemas.openxmlformats.org/officeDocument/2006/relationships/slide" Target="slide257.xml"/><Relationship Id="rId6" Type="http://schemas.openxmlformats.org/officeDocument/2006/relationships/slide" Target="slide265.xml"/><Relationship Id="rId7" Type="http://schemas.openxmlformats.org/officeDocument/2006/relationships/audio" Target="../media/snd_munch.wav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263.xml"/><Relationship Id="rId5" Type="http://schemas.openxmlformats.org/officeDocument/2006/relationships/slide" Target="slide258.xml"/><Relationship Id="rId6" Type="http://schemas.openxmlformats.org/officeDocument/2006/relationships/slide" Target="slide265.xml"/><Relationship Id="rId7" Type="http://schemas.openxmlformats.org/officeDocument/2006/relationships/audio" Target="../media/snd_munch.wav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264.xml"/><Relationship Id="rId5" Type="http://schemas.openxmlformats.org/officeDocument/2006/relationships/slide" Target="slide259.xml"/><Relationship Id="rId6" Type="http://schemas.openxmlformats.org/officeDocument/2006/relationships/slide" Target="slide265.xml"/><Relationship Id="rId7" Type="http://schemas.openxmlformats.org/officeDocument/2006/relationships/audio" Target="../media/snd_munch.wav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265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260.xml"/><Relationship Id="rId5" Type="http://schemas.openxmlformats.org/officeDocument/2006/relationships/slide" Target="slide255.xml"/><Relationship Id="rId6" Type="http://schemas.openxmlformats.org/officeDocument/2006/relationships/slide" Target="slide265.xml"/><Relationship Id="rId7" Type="http://schemas.openxmlformats.org/officeDocument/2006/relationships/audio" Target="../media/snd_bonk.wav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256.xml"/><Relationship Id="rId5" Type="http://schemas.openxmlformats.org/officeDocument/2006/relationships/slide" Target="slide261.xml"/><Relationship Id="rId6" Type="http://schemas.openxmlformats.org/officeDocument/2006/relationships/slide" Target="slide265.xml"/><Relationship Id="rId7" Type="http://schemas.openxmlformats.org/officeDocument/2006/relationships/audio" Target="../media/snd_bonk.wav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262.xml"/><Relationship Id="rId5" Type="http://schemas.openxmlformats.org/officeDocument/2006/relationships/slide" Target="slide257.xml"/><Relationship Id="rId6" Type="http://schemas.openxmlformats.org/officeDocument/2006/relationships/slide" Target="slide265.xml"/><Relationship Id="rId7" Type="http://schemas.openxmlformats.org/officeDocument/2006/relationships/audio" Target="../media/snd_bonk.wav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263.xml"/><Relationship Id="rId5" Type="http://schemas.openxmlformats.org/officeDocument/2006/relationships/slide" Target="slide258.xml"/><Relationship Id="rId6" Type="http://schemas.openxmlformats.org/officeDocument/2006/relationships/slide" Target="slide265.xml"/><Relationship Id="rId7" Type="http://schemas.openxmlformats.org/officeDocument/2006/relationships/audio" Target="../media/snd_bonk.wav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264.xml"/><Relationship Id="rId5" Type="http://schemas.openxmlformats.org/officeDocument/2006/relationships/slide" Target="slide259.xml"/><Relationship Id="rId6" Type="http://schemas.openxmlformats.org/officeDocument/2006/relationships/slide" Target="slide265.xml"/><Relationship Id="rId7" Type="http://schemas.openxmlformats.org/officeDocument/2006/relationships/audio" Target="../media/snd_bonk.wav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66.xml"/><Relationship Id="rId6" Type="http://schemas.openxmlformats.org/officeDocument/2006/relationships/slide" Target="slide271.xml"/><Relationship Id="rId7" Type="http://schemas.openxmlformats.org/officeDocument/2006/relationships/slide" Target="slide276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2.xml"/><Relationship Id="rId6" Type="http://schemas.openxmlformats.org/officeDocument/2006/relationships/slide" Target="slide267.xml"/><Relationship Id="rId7" Type="http://schemas.openxmlformats.org/officeDocument/2006/relationships/slide" Target="slide276.xml"/><Relationship Id="rId8" Type="http://schemas.openxmlformats.org/officeDocument/2006/relationships/audio" Target="../media/snd_ding.wav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3.xml"/><Relationship Id="rId6" Type="http://schemas.openxmlformats.org/officeDocument/2006/relationships/slide" Target="slide268.xml"/><Relationship Id="rId7" Type="http://schemas.openxmlformats.org/officeDocument/2006/relationships/slide" Target="slide276.xml"/><Relationship Id="rId8" Type="http://schemas.openxmlformats.org/officeDocument/2006/relationships/audio" Target="../media/snd_ding.wav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69.xml"/><Relationship Id="rId6" Type="http://schemas.openxmlformats.org/officeDocument/2006/relationships/slide" Target="slide274.xml"/><Relationship Id="rId7" Type="http://schemas.openxmlformats.org/officeDocument/2006/relationships/slide" Target="slide276.xml"/><Relationship Id="rId8" Type="http://schemas.openxmlformats.org/officeDocument/2006/relationships/audio" Target="../media/snd_ding.wav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5.xml"/><Relationship Id="rId6" Type="http://schemas.openxmlformats.org/officeDocument/2006/relationships/slide" Target="slide270.xml"/><Relationship Id="rId7" Type="http://schemas.openxmlformats.org/officeDocument/2006/relationships/slide" Target="slide276.xml"/><Relationship Id="rId8" Type="http://schemas.openxmlformats.org/officeDocument/2006/relationships/audio" Target="../media/snd_ding.wav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6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66.xml"/><Relationship Id="rId6" Type="http://schemas.openxmlformats.org/officeDocument/2006/relationships/slide" Target="slide271.xml"/><Relationship Id="rId7" Type="http://schemas.openxmlformats.org/officeDocument/2006/relationships/slide" Target="slide276.xml"/><Relationship Id="rId8" Type="http://schemas.openxmlformats.org/officeDocument/2006/relationships/audio" Target="../media/snd_bonk.wav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2.xml"/><Relationship Id="rId6" Type="http://schemas.openxmlformats.org/officeDocument/2006/relationships/slide" Target="slide267.xml"/><Relationship Id="rId7" Type="http://schemas.openxmlformats.org/officeDocument/2006/relationships/slide" Target="slide276.xml"/><Relationship Id="rId8" Type="http://schemas.openxmlformats.org/officeDocument/2006/relationships/audio" Target="../media/snd_bonk.wav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3.xml"/><Relationship Id="rId6" Type="http://schemas.openxmlformats.org/officeDocument/2006/relationships/slide" Target="slide268.xml"/><Relationship Id="rId7" Type="http://schemas.openxmlformats.org/officeDocument/2006/relationships/slide" Target="slide276.xml"/><Relationship Id="rId8" Type="http://schemas.openxmlformats.org/officeDocument/2006/relationships/audio" Target="../media/snd_bonk.wav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69.xml"/><Relationship Id="rId6" Type="http://schemas.openxmlformats.org/officeDocument/2006/relationships/slide" Target="slide274.xml"/><Relationship Id="rId7" Type="http://schemas.openxmlformats.org/officeDocument/2006/relationships/slide" Target="slide276.xml"/><Relationship Id="rId8" Type="http://schemas.openxmlformats.org/officeDocument/2006/relationships/audio" Target="../media/snd_bonk.wav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275.xml"/><Relationship Id="rId6" Type="http://schemas.openxmlformats.org/officeDocument/2006/relationships/slide" Target="slide270.xml"/><Relationship Id="rId7" Type="http://schemas.openxmlformats.org/officeDocument/2006/relationships/slide" Target="slide276.xml"/><Relationship Id="rId8" Type="http://schemas.openxmlformats.org/officeDocument/2006/relationships/audio" Target="../media/snd_bonk.wav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2.xml"/><Relationship Id="rId9" Type="http://schemas.openxmlformats.org/officeDocument/2006/relationships/slide" Target="slide277.xml"/><Relationship Id="rId10" Type="http://schemas.openxmlformats.org/officeDocument/2006/relationships/slide" Target="slide28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3.xml"/><Relationship Id="rId9" Type="http://schemas.openxmlformats.org/officeDocument/2006/relationships/slide" Target="slide278.xml"/><Relationship Id="rId10" Type="http://schemas.openxmlformats.org/officeDocument/2006/relationships/slide" Target="slide287.xml"/><Relationship Id="rId11" Type="http://schemas.openxmlformats.org/officeDocument/2006/relationships/audio" Target="../media/snd_buzz.wav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4.xml"/><Relationship Id="rId9" Type="http://schemas.openxmlformats.org/officeDocument/2006/relationships/slide" Target="slide279.xml"/><Relationship Id="rId10" Type="http://schemas.openxmlformats.org/officeDocument/2006/relationships/slide" Target="slide287.xml"/><Relationship Id="rId11" Type="http://schemas.openxmlformats.org/officeDocument/2006/relationships/audio" Target="../media/snd_buzz.wav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5.xml"/><Relationship Id="rId9" Type="http://schemas.openxmlformats.org/officeDocument/2006/relationships/slide" Target="slide280.xml"/><Relationship Id="rId10" Type="http://schemas.openxmlformats.org/officeDocument/2006/relationships/slide" Target="slide287.xml"/><Relationship Id="rId11" Type="http://schemas.openxmlformats.org/officeDocument/2006/relationships/audio" Target="../media/snd_buzz.wav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1.xml"/><Relationship Id="rId9" Type="http://schemas.openxmlformats.org/officeDocument/2006/relationships/slide" Target="slide286.xml"/><Relationship Id="rId10" Type="http://schemas.openxmlformats.org/officeDocument/2006/relationships/slide" Target="slide287.xml"/><Relationship Id="rId11" Type="http://schemas.openxmlformats.org/officeDocument/2006/relationships/audio" Target="../media/snd_buzz.wav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slide" Target="slide287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2.xml"/><Relationship Id="rId9" Type="http://schemas.openxmlformats.org/officeDocument/2006/relationships/slide" Target="slide277.xml"/><Relationship Id="rId10" Type="http://schemas.openxmlformats.org/officeDocument/2006/relationships/slide" Target="slide287.xml"/><Relationship Id="rId11" Type="http://schemas.openxmlformats.org/officeDocument/2006/relationships/audio" Target="../media/snd_bonk.wav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3.xml"/><Relationship Id="rId9" Type="http://schemas.openxmlformats.org/officeDocument/2006/relationships/slide" Target="slide278.xml"/><Relationship Id="rId10" Type="http://schemas.openxmlformats.org/officeDocument/2006/relationships/slide" Target="slide287.xml"/><Relationship Id="rId11" Type="http://schemas.openxmlformats.org/officeDocument/2006/relationships/audio" Target="../media/snd_bonk.wav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4.xml"/><Relationship Id="rId9" Type="http://schemas.openxmlformats.org/officeDocument/2006/relationships/slide" Target="slide279.xml"/><Relationship Id="rId10" Type="http://schemas.openxmlformats.org/officeDocument/2006/relationships/slide" Target="slide287.xml"/><Relationship Id="rId11" Type="http://schemas.openxmlformats.org/officeDocument/2006/relationships/audio" Target="../media/snd_bonk.wav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5.xml"/><Relationship Id="rId9" Type="http://schemas.openxmlformats.org/officeDocument/2006/relationships/slide" Target="slide280.xml"/><Relationship Id="rId10" Type="http://schemas.openxmlformats.org/officeDocument/2006/relationships/slide" Target="slide287.xml"/><Relationship Id="rId11" Type="http://schemas.openxmlformats.org/officeDocument/2006/relationships/audio" Target="../media/snd_bonk.wav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281.xml"/><Relationship Id="rId9" Type="http://schemas.openxmlformats.org/officeDocument/2006/relationships/slide" Target="slide286.xml"/><Relationship Id="rId10" Type="http://schemas.openxmlformats.org/officeDocument/2006/relationships/slide" Target="slide287.xml"/><Relationship Id="rId11" Type="http://schemas.openxmlformats.org/officeDocument/2006/relationships/audio" Target="../media/snd_bonk.wav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3.xml"/><Relationship Id="rId7" Type="http://schemas.openxmlformats.org/officeDocument/2006/relationships/slide" Target="slide288.xml"/><Relationship Id="rId8" Type="http://schemas.openxmlformats.org/officeDocument/2006/relationships/slide" Target="slide298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4.xml"/><Relationship Id="rId7" Type="http://schemas.openxmlformats.org/officeDocument/2006/relationships/slide" Target="slide289.xml"/><Relationship Id="rId8" Type="http://schemas.openxmlformats.org/officeDocument/2006/relationships/slide" Target="slide298.xml"/><Relationship Id="rId9" Type="http://schemas.openxmlformats.org/officeDocument/2006/relationships/audio" Target="../media/snd_boing.wav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0.xml"/><Relationship Id="rId7" Type="http://schemas.openxmlformats.org/officeDocument/2006/relationships/slide" Target="slide295.xml"/><Relationship Id="rId8" Type="http://schemas.openxmlformats.org/officeDocument/2006/relationships/slide" Target="slide298.xml"/><Relationship Id="rId9" Type="http://schemas.openxmlformats.org/officeDocument/2006/relationships/audio" Target="../media/snd_boing.wav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1.xml"/><Relationship Id="rId7" Type="http://schemas.openxmlformats.org/officeDocument/2006/relationships/slide" Target="slide296.xml"/><Relationship Id="rId8" Type="http://schemas.openxmlformats.org/officeDocument/2006/relationships/slide" Target="slide298.xml"/><Relationship Id="rId9" Type="http://schemas.openxmlformats.org/officeDocument/2006/relationships/audio" Target="../media/snd_boing.wav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7.xml"/><Relationship Id="rId7" Type="http://schemas.openxmlformats.org/officeDocument/2006/relationships/slide" Target="slide292.xml"/><Relationship Id="rId8" Type="http://schemas.openxmlformats.org/officeDocument/2006/relationships/slide" Target="slide298.xml"/><Relationship Id="rId9" Type="http://schemas.openxmlformats.org/officeDocument/2006/relationships/audio" Target="../media/snd_boing.wav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8.xml"/><Relationship Id="rId7" Type="http://schemas.openxmlformats.org/officeDocument/2006/relationships/audio" Target="../media/snd_tada.wav"/><Relationship Id="rId8" Type="http://schemas.openxmlformats.org/officeDocument/2006/relationships/image" Target="../media/image41.png"/><Relationship Id="rId9" Type="http://schemas.openxmlformats.org/officeDocument/2006/relationships/audio" Target="../media/snd_cheer.wav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3.xml"/><Relationship Id="rId7" Type="http://schemas.openxmlformats.org/officeDocument/2006/relationships/slide" Target="slide288.xml"/><Relationship Id="rId8" Type="http://schemas.openxmlformats.org/officeDocument/2006/relationships/slide" Target="slide298.xml"/><Relationship Id="rId9" Type="http://schemas.openxmlformats.org/officeDocument/2006/relationships/audio" Target="../media/snd_bonk.wav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4.xml"/><Relationship Id="rId7" Type="http://schemas.openxmlformats.org/officeDocument/2006/relationships/slide" Target="slide289.xml"/><Relationship Id="rId8" Type="http://schemas.openxmlformats.org/officeDocument/2006/relationships/slide" Target="slide298.xml"/><Relationship Id="rId9" Type="http://schemas.openxmlformats.org/officeDocument/2006/relationships/audio" Target="../media/snd_bonk.wav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0.xml"/><Relationship Id="rId7" Type="http://schemas.openxmlformats.org/officeDocument/2006/relationships/slide" Target="slide295.xml"/><Relationship Id="rId8" Type="http://schemas.openxmlformats.org/officeDocument/2006/relationships/slide" Target="slide298.xml"/><Relationship Id="rId9" Type="http://schemas.openxmlformats.org/officeDocument/2006/relationships/audio" Target="../media/snd_bonk.wav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1.xml"/><Relationship Id="rId7" Type="http://schemas.openxmlformats.org/officeDocument/2006/relationships/slide" Target="slide296.xml"/><Relationship Id="rId8" Type="http://schemas.openxmlformats.org/officeDocument/2006/relationships/slide" Target="slide298.xml"/><Relationship Id="rId9" Type="http://schemas.openxmlformats.org/officeDocument/2006/relationships/audio" Target="../media/snd_bonk.wav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297.xml"/><Relationship Id="rId7" Type="http://schemas.openxmlformats.org/officeDocument/2006/relationships/slide" Target="slide292.xml"/><Relationship Id="rId8" Type="http://schemas.openxmlformats.org/officeDocument/2006/relationships/slide" Target="slide298.xml"/><Relationship Id="rId9" Type="http://schemas.openxmlformats.org/officeDocument/2006/relationships/audio" Target="../media/snd_bonk.wav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4.xml"/><Relationship Id="rId5" Type="http://schemas.openxmlformats.org/officeDocument/2006/relationships/slide" Target="slide299.xml"/><Relationship Id="rId6" Type="http://schemas.openxmlformats.org/officeDocument/2006/relationships/slide" Target="slide309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0.xml"/><Relationship Id="rId5" Type="http://schemas.openxmlformats.org/officeDocument/2006/relationships/slide" Target="slide305.xml"/><Relationship Id="rId6" Type="http://schemas.openxmlformats.org/officeDocument/2006/relationships/slide" Target="slide309.xml"/><Relationship Id="rId7" Type="http://schemas.openxmlformats.org/officeDocument/2006/relationships/audio" Target="../media/snd_thunk.wav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1.xml"/><Relationship Id="rId5" Type="http://schemas.openxmlformats.org/officeDocument/2006/relationships/slide" Target="slide306.xml"/><Relationship Id="rId6" Type="http://schemas.openxmlformats.org/officeDocument/2006/relationships/slide" Target="slide309.xml"/><Relationship Id="rId7" Type="http://schemas.openxmlformats.org/officeDocument/2006/relationships/audio" Target="../media/snd_thunk.wav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7.xml"/><Relationship Id="rId5" Type="http://schemas.openxmlformats.org/officeDocument/2006/relationships/slide" Target="slide302.xml"/><Relationship Id="rId6" Type="http://schemas.openxmlformats.org/officeDocument/2006/relationships/slide" Target="slide309.xml"/><Relationship Id="rId7" Type="http://schemas.openxmlformats.org/officeDocument/2006/relationships/audio" Target="../media/snd_thunk.wav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3.xml"/><Relationship Id="rId5" Type="http://schemas.openxmlformats.org/officeDocument/2006/relationships/slide" Target="slide308.xml"/><Relationship Id="rId6" Type="http://schemas.openxmlformats.org/officeDocument/2006/relationships/slide" Target="slide309.xml"/><Relationship Id="rId7" Type="http://schemas.openxmlformats.org/officeDocument/2006/relationships/audio" Target="../media/snd_thunk.wav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slide" Target="slide309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4.xml"/><Relationship Id="rId5" Type="http://schemas.openxmlformats.org/officeDocument/2006/relationships/slide" Target="slide299.xml"/><Relationship Id="rId6" Type="http://schemas.openxmlformats.org/officeDocument/2006/relationships/slide" Target="slide309.xml"/><Relationship Id="rId7" Type="http://schemas.openxmlformats.org/officeDocument/2006/relationships/audio" Target="../media/snd_bonk.wav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0.xml"/><Relationship Id="rId5" Type="http://schemas.openxmlformats.org/officeDocument/2006/relationships/slide" Target="slide305.xml"/><Relationship Id="rId6" Type="http://schemas.openxmlformats.org/officeDocument/2006/relationships/slide" Target="slide309.xml"/><Relationship Id="rId7" Type="http://schemas.openxmlformats.org/officeDocument/2006/relationships/audio" Target="../media/snd_bonk.wav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1.xml"/><Relationship Id="rId5" Type="http://schemas.openxmlformats.org/officeDocument/2006/relationships/slide" Target="slide306.xml"/><Relationship Id="rId6" Type="http://schemas.openxmlformats.org/officeDocument/2006/relationships/slide" Target="slide309.xml"/><Relationship Id="rId7" Type="http://schemas.openxmlformats.org/officeDocument/2006/relationships/audio" Target="../media/snd_bonk.wav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7.xml"/><Relationship Id="rId5" Type="http://schemas.openxmlformats.org/officeDocument/2006/relationships/slide" Target="slide302.xml"/><Relationship Id="rId6" Type="http://schemas.openxmlformats.org/officeDocument/2006/relationships/slide" Target="slide309.xml"/><Relationship Id="rId7" Type="http://schemas.openxmlformats.org/officeDocument/2006/relationships/audio" Target="../media/snd_bonk.wav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7.png"/><Relationship Id="rId4" Type="http://schemas.openxmlformats.org/officeDocument/2006/relationships/slide" Target="slide303.xml"/><Relationship Id="rId5" Type="http://schemas.openxmlformats.org/officeDocument/2006/relationships/slide" Target="slide308.xml"/><Relationship Id="rId6" Type="http://schemas.openxmlformats.org/officeDocument/2006/relationships/slide" Target="slide309.xml"/><Relationship Id="rId7" Type="http://schemas.openxmlformats.org/officeDocument/2006/relationships/audio" Target="../media/snd_bonk.wav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5.xml"/><Relationship Id="rId6" Type="http://schemas.openxmlformats.org/officeDocument/2006/relationships/slide" Target="slide310.xml"/><Relationship Id="rId7" Type="http://schemas.openxmlformats.org/officeDocument/2006/relationships/slide" Target="slide320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6.xml"/><Relationship Id="rId6" Type="http://schemas.openxmlformats.org/officeDocument/2006/relationships/slide" Target="slide311.xml"/><Relationship Id="rId7" Type="http://schemas.openxmlformats.org/officeDocument/2006/relationships/slide" Target="slide320.xml"/><Relationship Id="rId8" Type="http://schemas.openxmlformats.org/officeDocument/2006/relationships/audio" Target="../media/snd_swish.wav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7.xml"/><Relationship Id="rId6" Type="http://schemas.openxmlformats.org/officeDocument/2006/relationships/slide" Target="slide312.xml"/><Relationship Id="rId7" Type="http://schemas.openxmlformats.org/officeDocument/2006/relationships/slide" Target="slide320.xml"/><Relationship Id="rId8" Type="http://schemas.openxmlformats.org/officeDocument/2006/relationships/audio" Target="../media/snd_swish.wav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8.xml"/><Relationship Id="rId6" Type="http://schemas.openxmlformats.org/officeDocument/2006/relationships/slide" Target="slide313.xml"/><Relationship Id="rId7" Type="http://schemas.openxmlformats.org/officeDocument/2006/relationships/slide" Target="slide320.xml"/><Relationship Id="rId8" Type="http://schemas.openxmlformats.org/officeDocument/2006/relationships/audio" Target="../media/snd_swish.wav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9.xml"/><Relationship Id="rId6" Type="http://schemas.openxmlformats.org/officeDocument/2006/relationships/slide" Target="slide314.xml"/><Relationship Id="rId7" Type="http://schemas.openxmlformats.org/officeDocument/2006/relationships/slide" Target="slide320.xml"/><Relationship Id="rId8" Type="http://schemas.openxmlformats.org/officeDocument/2006/relationships/audio" Target="../media/snd_swish.wav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20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5.xml"/><Relationship Id="rId6" Type="http://schemas.openxmlformats.org/officeDocument/2006/relationships/slide" Target="slide310.xml"/><Relationship Id="rId7" Type="http://schemas.openxmlformats.org/officeDocument/2006/relationships/slide" Target="slide320.xml"/><Relationship Id="rId8" Type="http://schemas.openxmlformats.org/officeDocument/2006/relationships/audio" Target="../media/snd_bonk.wav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6.xml"/><Relationship Id="rId6" Type="http://schemas.openxmlformats.org/officeDocument/2006/relationships/slide" Target="slide311.xml"/><Relationship Id="rId7" Type="http://schemas.openxmlformats.org/officeDocument/2006/relationships/slide" Target="slide320.xml"/><Relationship Id="rId8" Type="http://schemas.openxmlformats.org/officeDocument/2006/relationships/audio" Target="../media/snd_bonk.wav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7.xml"/><Relationship Id="rId6" Type="http://schemas.openxmlformats.org/officeDocument/2006/relationships/slide" Target="slide312.xml"/><Relationship Id="rId7" Type="http://schemas.openxmlformats.org/officeDocument/2006/relationships/slide" Target="slide320.xml"/><Relationship Id="rId8" Type="http://schemas.openxmlformats.org/officeDocument/2006/relationships/audio" Target="../media/snd_bonk.wav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8.xml"/><Relationship Id="rId6" Type="http://schemas.openxmlformats.org/officeDocument/2006/relationships/slide" Target="slide313.xml"/><Relationship Id="rId7" Type="http://schemas.openxmlformats.org/officeDocument/2006/relationships/slide" Target="slide320.xml"/><Relationship Id="rId8" Type="http://schemas.openxmlformats.org/officeDocument/2006/relationships/audio" Target="../media/snd_bonk.wav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slide" Target="slide319.xml"/><Relationship Id="rId6" Type="http://schemas.openxmlformats.org/officeDocument/2006/relationships/slide" Target="slide314.xml"/><Relationship Id="rId7" Type="http://schemas.openxmlformats.org/officeDocument/2006/relationships/slide" Target="slide320.xml"/><Relationship Id="rId8" Type="http://schemas.openxmlformats.org/officeDocument/2006/relationships/audio" Target="../media/snd_bonk.wav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326.xml"/><Relationship Id="rId5" Type="http://schemas.openxmlformats.org/officeDocument/2006/relationships/slide" Target="slide321.xml"/><Relationship Id="rId6" Type="http://schemas.openxmlformats.org/officeDocument/2006/relationships/slide" Target="slide331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322.xml"/><Relationship Id="rId5" Type="http://schemas.openxmlformats.org/officeDocument/2006/relationships/slide" Target="slide327.xml"/><Relationship Id="rId6" Type="http://schemas.openxmlformats.org/officeDocument/2006/relationships/slide" Target="slide331.xml"/><Relationship Id="rId7" Type="http://schemas.openxmlformats.org/officeDocument/2006/relationships/audio" Target="../media/snd_sparkle.wav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323.xml"/><Relationship Id="rId5" Type="http://schemas.openxmlformats.org/officeDocument/2006/relationships/slide" Target="slide328.xml"/><Relationship Id="rId6" Type="http://schemas.openxmlformats.org/officeDocument/2006/relationships/slide" Target="slide331.xml"/><Relationship Id="rId7" Type="http://schemas.openxmlformats.org/officeDocument/2006/relationships/audio" Target="../media/snd_sparkle.wav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329.xml"/><Relationship Id="rId5" Type="http://schemas.openxmlformats.org/officeDocument/2006/relationships/slide" Target="slide324.xml"/><Relationship Id="rId6" Type="http://schemas.openxmlformats.org/officeDocument/2006/relationships/slide" Target="slide331.xml"/><Relationship Id="rId7" Type="http://schemas.openxmlformats.org/officeDocument/2006/relationships/audio" Target="../media/snd_sparkle.wav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325.xml"/><Relationship Id="rId5" Type="http://schemas.openxmlformats.org/officeDocument/2006/relationships/slide" Target="slide330.xml"/><Relationship Id="rId6" Type="http://schemas.openxmlformats.org/officeDocument/2006/relationships/slide" Target="slide331.xml"/><Relationship Id="rId7" Type="http://schemas.openxmlformats.org/officeDocument/2006/relationships/audio" Target="../media/snd_sparkle.wav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3.png"/><Relationship Id="rId4" Type="http://schemas.openxmlformats.org/officeDocument/2006/relationships/slide" Target="slide331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png"/><Relationship Id="rId4" Type="http://schemas.openxmlformats.org/officeDocument/2006/relationships/slide" Target="slide326.xml"/><Relationship Id="rId5" Type="http://schemas.openxmlformats.org/officeDocument/2006/relationships/slide" Target="slide321.xml"/><Relationship Id="rId6" Type="http://schemas.openxmlformats.org/officeDocument/2006/relationships/slide" Target="slide331.xml"/><Relationship Id="rId7" Type="http://schemas.openxmlformats.org/officeDocument/2006/relationships/audio" Target="../media/snd_bonk.wav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6.png"/><Relationship Id="rId4" Type="http://schemas.openxmlformats.org/officeDocument/2006/relationships/slide" Target="slide322.xml"/><Relationship Id="rId5" Type="http://schemas.openxmlformats.org/officeDocument/2006/relationships/slide" Target="slide327.xml"/><Relationship Id="rId6" Type="http://schemas.openxmlformats.org/officeDocument/2006/relationships/slide" Target="slide331.xml"/><Relationship Id="rId7" Type="http://schemas.openxmlformats.org/officeDocument/2006/relationships/audio" Target="../media/snd_bonk.wav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7.png"/><Relationship Id="rId4" Type="http://schemas.openxmlformats.org/officeDocument/2006/relationships/slide" Target="slide323.xml"/><Relationship Id="rId5" Type="http://schemas.openxmlformats.org/officeDocument/2006/relationships/slide" Target="slide328.xml"/><Relationship Id="rId6" Type="http://schemas.openxmlformats.org/officeDocument/2006/relationships/slide" Target="slide331.xml"/><Relationship Id="rId7" Type="http://schemas.openxmlformats.org/officeDocument/2006/relationships/audio" Target="../media/snd_bonk.wav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8.png"/><Relationship Id="rId4" Type="http://schemas.openxmlformats.org/officeDocument/2006/relationships/slide" Target="slide329.xml"/><Relationship Id="rId5" Type="http://schemas.openxmlformats.org/officeDocument/2006/relationships/slide" Target="slide324.xml"/><Relationship Id="rId6" Type="http://schemas.openxmlformats.org/officeDocument/2006/relationships/slide" Target="slide331.xml"/><Relationship Id="rId7" Type="http://schemas.openxmlformats.org/officeDocument/2006/relationships/audio" Target="../media/snd_bonk.wav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9.png"/><Relationship Id="rId4" Type="http://schemas.openxmlformats.org/officeDocument/2006/relationships/slide" Target="slide325.xml"/><Relationship Id="rId5" Type="http://schemas.openxmlformats.org/officeDocument/2006/relationships/slide" Target="slide330.xml"/><Relationship Id="rId6" Type="http://schemas.openxmlformats.org/officeDocument/2006/relationships/slide" Target="slide331.xml"/><Relationship Id="rId7" Type="http://schemas.openxmlformats.org/officeDocument/2006/relationships/audio" Target="../media/snd_bonk.wav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337.xml"/><Relationship Id="rId5" Type="http://schemas.openxmlformats.org/officeDocument/2006/relationships/slide" Target="slide332.xml"/><Relationship Id="rId6" Type="http://schemas.openxmlformats.org/officeDocument/2006/relationships/slide" Target="slide342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338.xml"/><Relationship Id="rId5" Type="http://schemas.openxmlformats.org/officeDocument/2006/relationships/slide" Target="slide333.xml"/><Relationship Id="rId6" Type="http://schemas.openxmlformats.org/officeDocument/2006/relationships/slide" Target="slide342.xml"/><Relationship Id="rId7" Type="http://schemas.openxmlformats.org/officeDocument/2006/relationships/audio" Target="../media/snd_munch.wav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339.xml"/><Relationship Id="rId5" Type="http://schemas.openxmlformats.org/officeDocument/2006/relationships/slide" Target="slide334.xml"/><Relationship Id="rId6" Type="http://schemas.openxmlformats.org/officeDocument/2006/relationships/slide" Target="slide342.xml"/><Relationship Id="rId7" Type="http://schemas.openxmlformats.org/officeDocument/2006/relationships/audio" Target="../media/snd_munch.wav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335.xml"/><Relationship Id="rId5" Type="http://schemas.openxmlformats.org/officeDocument/2006/relationships/slide" Target="slide340.xml"/><Relationship Id="rId6" Type="http://schemas.openxmlformats.org/officeDocument/2006/relationships/slide" Target="slide342.xml"/><Relationship Id="rId7" Type="http://schemas.openxmlformats.org/officeDocument/2006/relationships/audio" Target="../media/snd_munch.wav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336.xml"/><Relationship Id="rId5" Type="http://schemas.openxmlformats.org/officeDocument/2006/relationships/slide" Target="slide341.xml"/><Relationship Id="rId6" Type="http://schemas.openxmlformats.org/officeDocument/2006/relationships/slide" Target="slide342.xml"/><Relationship Id="rId7" Type="http://schemas.openxmlformats.org/officeDocument/2006/relationships/audio" Target="../media/snd_munch.wav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slide" Target="slide342.xml"/><Relationship Id="rId5" Type="http://schemas.openxmlformats.org/officeDocument/2006/relationships/audio" Target="../media/snd_tada.wav"/><Relationship Id="rId6" Type="http://schemas.openxmlformats.org/officeDocument/2006/relationships/image" Target="../media/image41.png"/><Relationship Id="rId7" Type="http://schemas.openxmlformats.org/officeDocument/2006/relationships/audio" Target="../media/snd_cheer.wav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slide" Target="slide337.xml"/><Relationship Id="rId5" Type="http://schemas.openxmlformats.org/officeDocument/2006/relationships/slide" Target="slide332.xml"/><Relationship Id="rId6" Type="http://schemas.openxmlformats.org/officeDocument/2006/relationships/slide" Target="slide342.xml"/><Relationship Id="rId7" Type="http://schemas.openxmlformats.org/officeDocument/2006/relationships/audio" Target="../media/snd_bonk.wav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3.png"/><Relationship Id="rId4" Type="http://schemas.openxmlformats.org/officeDocument/2006/relationships/slide" Target="slide338.xml"/><Relationship Id="rId5" Type="http://schemas.openxmlformats.org/officeDocument/2006/relationships/slide" Target="slide333.xml"/><Relationship Id="rId6" Type="http://schemas.openxmlformats.org/officeDocument/2006/relationships/slide" Target="slide342.xml"/><Relationship Id="rId7" Type="http://schemas.openxmlformats.org/officeDocument/2006/relationships/audio" Target="../media/snd_bonk.wav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4.png"/><Relationship Id="rId4" Type="http://schemas.openxmlformats.org/officeDocument/2006/relationships/slide" Target="slide339.xml"/><Relationship Id="rId5" Type="http://schemas.openxmlformats.org/officeDocument/2006/relationships/slide" Target="slide334.xml"/><Relationship Id="rId6" Type="http://schemas.openxmlformats.org/officeDocument/2006/relationships/slide" Target="slide342.xml"/><Relationship Id="rId7" Type="http://schemas.openxmlformats.org/officeDocument/2006/relationships/audio" Target="../media/snd_bonk.wav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5.png"/><Relationship Id="rId4" Type="http://schemas.openxmlformats.org/officeDocument/2006/relationships/slide" Target="slide335.xml"/><Relationship Id="rId5" Type="http://schemas.openxmlformats.org/officeDocument/2006/relationships/slide" Target="slide340.xml"/><Relationship Id="rId6" Type="http://schemas.openxmlformats.org/officeDocument/2006/relationships/slide" Target="slide342.xml"/><Relationship Id="rId7" Type="http://schemas.openxmlformats.org/officeDocument/2006/relationships/audio" Target="../media/snd_bonk.wav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6.png"/><Relationship Id="rId4" Type="http://schemas.openxmlformats.org/officeDocument/2006/relationships/slide" Target="slide336.xml"/><Relationship Id="rId5" Type="http://schemas.openxmlformats.org/officeDocument/2006/relationships/slide" Target="slide341.xml"/><Relationship Id="rId6" Type="http://schemas.openxmlformats.org/officeDocument/2006/relationships/slide" Target="slide342.xml"/><Relationship Id="rId7" Type="http://schemas.openxmlformats.org/officeDocument/2006/relationships/audio" Target="../media/snd_bonk.wav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3.xml"/><Relationship Id="rId6" Type="http://schemas.openxmlformats.org/officeDocument/2006/relationships/slide" Target="slide348.xml"/><Relationship Id="rId7" Type="http://schemas.openxmlformats.org/officeDocument/2006/relationships/slide" Target="slide353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9.xml"/><Relationship Id="rId6" Type="http://schemas.openxmlformats.org/officeDocument/2006/relationships/slide" Target="slide344.xml"/><Relationship Id="rId7" Type="http://schemas.openxmlformats.org/officeDocument/2006/relationships/slide" Target="slide353.xml"/><Relationship Id="rId8" Type="http://schemas.openxmlformats.org/officeDocument/2006/relationships/audio" Target="../media/snd_ding.wav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50.xml"/><Relationship Id="rId6" Type="http://schemas.openxmlformats.org/officeDocument/2006/relationships/slide" Target="slide345.xml"/><Relationship Id="rId7" Type="http://schemas.openxmlformats.org/officeDocument/2006/relationships/slide" Target="slide353.xml"/><Relationship Id="rId8" Type="http://schemas.openxmlformats.org/officeDocument/2006/relationships/audio" Target="../media/snd_ding.wav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51.xml"/><Relationship Id="rId6" Type="http://schemas.openxmlformats.org/officeDocument/2006/relationships/slide" Target="slide346.xml"/><Relationship Id="rId7" Type="http://schemas.openxmlformats.org/officeDocument/2006/relationships/slide" Target="slide353.xml"/><Relationship Id="rId8" Type="http://schemas.openxmlformats.org/officeDocument/2006/relationships/audio" Target="../media/snd_ding.wav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52.xml"/><Relationship Id="rId6" Type="http://schemas.openxmlformats.org/officeDocument/2006/relationships/slide" Target="slide347.xml"/><Relationship Id="rId7" Type="http://schemas.openxmlformats.org/officeDocument/2006/relationships/slide" Target="slide353.xml"/><Relationship Id="rId8" Type="http://schemas.openxmlformats.org/officeDocument/2006/relationships/audio" Target="../media/snd_ding.wav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53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3.xml"/><Relationship Id="rId6" Type="http://schemas.openxmlformats.org/officeDocument/2006/relationships/slide" Target="slide348.xml"/><Relationship Id="rId7" Type="http://schemas.openxmlformats.org/officeDocument/2006/relationships/slide" Target="slide353.xml"/><Relationship Id="rId8" Type="http://schemas.openxmlformats.org/officeDocument/2006/relationships/audio" Target="../media/snd_bonk.wav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49.xml"/><Relationship Id="rId6" Type="http://schemas.openxmlformats.org/officeDocument/2006/relationships/slide" Target="slide344.xml"/><Relationship Id="rId7" Type="http://schemas.openxmlformats.org/officeDocument/2006/relationships/slide" Target="slide353.xml"/><Relationship Id="rId8" Type="http://schemas.openxmlformats.org/officeDocument/2006/relationships/audio" Target="../media/snd_bonk.wav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50.xml"/><Relationship Id="rId6" Type="http://schemas.openxmlformats.org/officeDocument/2006/relationships/slide" Target="slide345.xml"/><Relationship Id="rId7" Type="http://schemas.openxmlformats.org/officeDocument/2006/relationships/slide" Target="slide353.xml"/><Relationship Id="rId8" Type="http://schemas.openxmlformats.org/officeDocument/2006/relationships/audio" Target="../media/snd_bonk.wav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51.xml"/><Relationship Id="rId6" Type="http://schemas.openxmlformats.org/officeDocument/2006/relationships/slide" Target="slide346.xml"/><Relationship Id="rId7" Type="http://schemas.openxmlformats.org/officeDocument/2006/relationships/slide" Target="slide353.xml"/><Relationship Id="rId8" Type="http://schemas.openxmlformats.org/officeDocument/2006/relationships/audio" Target="../media/snd_bonk.wav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37.png"/><Relationship Id="rId5" Type="http://schemas.openxmlformats.org/officeDocument/2006/relationships/slide" Target="slide352.xml"/><Relationship Id="rId6" Type="http://schemas.openxmlformats.org/officeDocument/2006/relationships/slide" Target="slide347.xml"/><Relationship Id="rId7" Type="http://schemas.openxmlformats.org/officeDocument/2006/relationships/slide" Target="slide353.xml"/><Relationship Id="rId8" Type="http://schemas.openxmlformats.org/officeDocument/2006/relationships/audio" Target="../media/snd_bonk.wav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59.xml"/><Relationship Id="rId9" Type="http://schemas.openxmlformats.org/officeDocument/2006/relationships/slide" Target="slide354.xml"/><Relationship Id="rId10" Type="http://schemas.openxmlformats.org/officeDocument/2006/relationships/slide" Target="slide364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55.xml"/><Relationship Id="rId9" Type="http://schemas.openxmlformats.org/officeDocument/2006/relationships/slide" Target="slide360.xml"/><Relationship Id="rId10" Type="http://schemas.openxmlformats.org/officeDocument/2006/relationships/slide" Target="slide364.xml"/><Relationship Id="rId11" Type="http://schemas.openxmlformats.org/officeDocument/2006/relationships/audio" Target="../media/snd_buzz.wav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61.xml"/><Relationship Id="rId9" Type="http://schemas.openxmlformats.org/officeDocument/2006/relationships/slide" Target="slide356.xml"/><Relationship Id="rId10" Type="http://schemas.openxmlformats.org/officeDocument/2006/relationships/slide" Target="slide364.xml"/><Relationship Id="rId11" Type="http://schemas.openxmlformats.org/officeDocument/2006/relationships/audio" Target="../media/snd_buzz.wav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57.xml"/><Relationship Id="rId9" Type="http://schemas.openxmlformats.org/officeDocument/2006/relationships/slide" Target="slide362.xml"/><Relationship Id="rId10" Type="http://schemas.openxmlformats.org/officeDocument/2006/relationships/slide" Target="slide364.xml"/><Relationship Id="rId11" Type="http://schemas.openxmlformats.org/officeDocument/2006/relationships/audio" Target="../media/snd_buzz.wav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63.xml"/><Relationship Id="rId9" Type="http://schemas.openxmlformats.org/officeDocument/2006/relationships/slide" Target="slide358.xml"/><Relationship Id="rId10" Type="http://schemas.openxmlformats.org/officeDocument/2006/relationships/slide" Target="slide364.xml"/><Relationship Id="rId11" Type="http://schemas.openxmlformats.org/officeDocument/2006/relationships/audio" Target="../media/snd_buzz.wav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slide" Target="slide364.xml"/><Relationship Id="rId6" Type="http://schemas.openxmlformats.org/officeDocument/2006/relationships/audio" Target="../media/snd_tada.wav"/><Relationship Id="rId7" Type="http://schemas.openxmlformats.org/officeDocument/2006/relationships/image" Target="../media/image41.png"/><Relationship Id="rId8" Type="http://schemas.openxmlformats.org/officeDocument/2006/relationships/audio" Target="../media/snd_cheer.wav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59.xml"/><Relationship Id="rId9" Type="http://schemas.openxmlformats.org/officeDocument/2006/relationships/slide" Target="slide354.xml"/><Relationship Id="rId10" Type="http://schemas.openxmlformats.org/officeDocument/2006/relationships/slide" Target="slide364.xml"/><Relationship Id="rId11" Type="http://schemas.openxmlformats.org/officeDocument/2006/relationships/audio" Target="../media/snd_bonk.wav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55.xml"/><Relationship Id="rId9" Type="http://schemas.openxmlformats.org/officeDocument/2006/relationships/slide" Target="slide360.xml"/><Relationship Id="rId10" Type="http://schemas.openxmlformats.org/officeDocument/2006/relationships/slide" Target="slide364.xml"/><Relationship Id="rId11" Type="http://schemas.openxmlformats.org/officeDocument/2006/relationships/audio" Target="../media/snd_bonk.wav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61.xml"/><Relationship Id="rId9" Type="http://schemas.openxmlformats.org/officeDocument/2006/relationships/slide" Target="slide356.xml"/><Relationship Id="rId10" Type="http://schemas.openxmlformats.org/officeDocument/2006/relationships/slide" Target="slide364.xml"/><Relationship Id="rId11" Type="http://schemas.openxmlformats.org/officeDocument/2006/relationships/audio" Target="../media/snd_bonk.wav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57.xml"/><Relationship Id="rId9" Type="http://schemas.openxmlformats.org/officeDocument/2006/relationships/slide" Target="slide362.xml"/><Relationship Id="rId10" Type="http://schemas.openxmlformats.org/officeDocument/2006/relationships/slide" Target="slide364.xml"/><Relationship Id="rId11" Type="http://schemas.openxmlformats.org/officeDocument/2006/relationships/audio" Target="../media/snd_bonk.wav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" Target="slide363.xml"/><Relationship Id="rId9" Type="http://schemas.openxmlformats.org/officeDocument/2006/relationships/slide" Target="slide358.xml"/><Relationship Id="rId10" Type="http://schemas.openxmlformats.org/officeDocument/2006/relationships/slide" Target="slide364.xml"/><Relationship Id="rId11" Type="http://schemas.openxmlformats.org/officeDocument/2006/relationships/audio" Target="../media/snd_bonk.wav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0.xml"/><Relationship Id="rId7" Type="http://schemas.openxmlformats.org/officeDocument/2006/relationships/slide" Target="slide365.xml"/><Relationship Id="rId8" Type="http://schemas.openxmlformats.org/officeDocument/2006/relationships/slide" Target="slide375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66.xml"/><Relationship Id="rId7" Type="http://schemas.openxmlformats.org/officeDocument/2006/relationships/slide" Target="slide371.xml"/><Relationship Id="rId8" Type="http://schemas.openxmlformats.org/officeDocument/2006/relationships/slide" Target="slide375.xml"/><Relationship Id="rId9" Type="http://schemas.openxmlformats.org/officeDocument/2006/relationships/audio" Target="../media/snd_boing.wav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67.xml"/><Relationship Id="rId7" Type="http://schemas.openxmlformats.org/officeDocument/2006/relationships/slide" Target="slide372.xml"/><Relationship Id="rId8" Type="http://schemas.openxmlformats.org/officeDocument/2006/relationships/slide" Target="slide375.xml"/><Relationship Id="rId9" Type="http://schemas.openxmlformats.org/officeDocument/2006/relationships/audio" Target="../media/snd_boing.wav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3.xml"/><Relationship Id="rId7" Type="http://schemas.openxmlformats.org/officeDocument/2006/relationships/slide" Target="slide368.xml"/><Relationship Id="rId8" Type="http://schemas.openxmlformats.org/officeDocument/2006/relationships/slide" Target="slide375.xml"/><Relationship Id="rId9" Type="http://schemas.openxmlformats.org/officeDocument/2006/relationships/audio" Target="../media/snd_boing.wav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4.xml"/><Relationship Id="rId7" Type="http://schemas.openxmlformats.org/officeDocument/2006/relationships/slide" Target="slide369.xml"/><Relationship Id="rId8" Type="http://schemas.openxmlformats.org/officeDocument/2006/relationships/slide" Target="slide375.xml"/><Relationship Id="rId9" Type="http://schemas.openxmlformats.org/officeDocument/2006/relationships/audio" Target="../media/snd_boing.wav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5.xml"/><Relationship Id="rId7" Type="http://schemas.openxmlformats.org/officeDocument/2006/relationships/audio" Target="../media/snd_tada.wav"/><Relationship Id="rId8" Type="http://schemas.openxmlformats.org/officeDocument/2006/relationships/image" Target="../media/image41.png"/><Relationship Id="rId9" Type="http://schemas.openxmlformats.org/officeDocument/2006/relationships/audio" Target="../media/snd_cheer.wav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0.xml"/><Relationship Id="rId7" Type="http://schemas.openxmlformats.org/officeDocument/2006/relationships/slide" Target="slide365.xml"/><Relationship Id="rId8" Type="http://schemas.openxmlformats.org/officeDocument/2006/relationships/slide" Target="slide375.xml"/><Relationship Id="rId9" Type="http://schemas.openxmlformats.org/officeDocument/2006/relationships/audio" Target="../media/snd_bonk.wav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66.xml"/><Relationship Id="rId7" Type="http://schemas.openxmlformats.org/officeDocument/2006/relationships/slide" Target="slide371.xml"/><Relationship Id="rId8" Type="http://schemas.openxmlformats.org/officeDocument/2006/relationships/slide" Target="slide375.xml"/><Relationship Id="rId9" Type="http://schemas.openxmlformats.org/officeDocument/2006/relationships/audio" Target="../media/snd_bonk.wav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67.xml"/><Relationship Id="rId7" Type="http://schemas.openxmlformats.org/officeDocument/2006/relationships/slide" Target="slide372.xml"/><Relationship Id="rId8" Type="http://schemas.openxmlformats.org/officeDocument/2006/relationships/slide" Target="slide375.xml"/><Relationship Id="rId9" Type="http://schemas.openxmlformats.org/officeDocument/2006/relationships/audio" Target="../media/snd_bonk.wav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3.xml"/><Relationship Id="rId7" Type="http://schemas.openxmlformats.org/officeDocument/2006/relationships/slide" Target="slide368.xml"/><Relationship Id="rId8" Type="http://schemas.openxmlformats.org/officeDocument/2006/relationships/slide" Target="slide375.xml"/><Relationship Id="rId9" Type="http://schemas.openxmlformats.org/officeDocument/2006/relationships/audio" Target="../media/snd_bonk.wav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slide" Target="slide374.xml"/><Relationship Id="rId7" Type="http://schemas.openxmlformats.org/officeDocument/2006/relationships/slide" Target="slide369.xml"/><Relationship Id="rId8" Type="http://schemas.openxmlformats.org/officeDocument/2006/relationships/slide" Target="slide375.xml"/><Relationship Id="rId9" Type="http://schemas.openxmlformats.org/officeDocument/2006/relationships/audio" Target="../media/snd_bonk.wav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1.xml"/><Relationship Id="rId4" Type="http://schemas.openxmlformats.org/officeDocument/2006/relationships/slide" Target="slide376.xml"/><Relationship Id="rId5" Type="http://schemas.openxmlformats.org/officeDocument/2006/relationships/slide" Target="slide410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2.xml"/><Relationship Id="rId4" Type="http://schemas.openxmlformats.org/officeDocument/2006/relationships/slide" Target="slide377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3.xml"/><Relationship Id="rId4" Type="http://schemas.openxmlformats.org/officeDocument/2006/relationships/slide" Target="slide378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4.xml"/><Relationship Id="rId4" Type="http://schemas.openxmlformats.org/officeDocument/2006/relationships/slide" Target="slide379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5.xml"/><Relationship Id="rId4" Type="http://schemas.openxmlformats.org/officeDocument/2006/relationships/slide" Target="slide380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7.xml"/><Relationship Id="rId4" Type="http://schemas.openxmlformats.org/officeDocument/2006/relationships/slide" Target="slide382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8.xml"/><Relationship Id="rId4" Type="http://schemas.openxmlformats.org/officeDocument/2006/relationships/slide" Target="slide383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89.xml"/><Relationship Id="rId4" Type="http://schemas.openxmlformats.org/officeDocument/2006/relationships/slide" Target="slide384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0.xml"/><Relationship Id="rId4" Type="http://schemas.openxmlformats.org/officeDocument/2006/relationships/slide" Target="slide385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1.xml"/><Relationship Id="rId4" Type="http://schemas.openxmlformats.org/officeDocument/2006/relationships/slide" Target="slide386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3.xml"/><Relationship Id="rId4" Type="http://schemas.openxmlformats.org/officeDocument/2006/relationships/slide" Target="slide388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4.xml"/><Relationship Id="rId4" Type="http://schemas.openxmlformats.org/officeDocument/2006/relationships/slide" Target="slide389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5.xml"/><Relationship Id="rId4" Type="http://schemas.openxmlformats.org/officeDocument/2006/relationships/slide" Target="slide390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6.xml"/><Relationship Id="rId4" Type="http://schemas.openxmlformats.org/officeDocument/2006/relationships/slide" Target="slide391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7.xml"/><Relationship Id="rId4" Type="http://schemas.openxmlformats.org/officeDocument/2006/relationships/slide" Target="slide392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399.xml"/><Relationship Id="rId4" Type="http://schemas.openxmlformats.org/officeDocument/2006/relationships/slide" Target="slide394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0.xml"/><Relationship Id="rId4" Type="http://schemas.openxmlformats.org/officeDocument/2006/relationships/slide" Target="slide395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1.xml"/><Relationship Id="rId4" Type="http://schemas.openxmlformats.org/officeDocument/2006/relationships/slide" Target="slide396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2.xml"/><Relationship Id="rId4" Type="http://schemas.openxmlformats.org/officeDocument/2006/relationships/slide" Target="slide397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3.xml"/><Relationship Id="rId4" Type="http://schemas.openxmlformats.org/officeDocument/2006/relationships/slide" Target="slide398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5.xml"/><Relationship Id="rId4" Type="http://schemas.openxmlformats.org/officeDocument/2006/relationships/slide" Target="slide400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6.xml"/><Relationship Id="rId4" Type="http://schemas.openxmlformats.org/officeDocument/2006/relationships/slide" Target="slide401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7.xml"/><Relationship Id="rId4" Type="http://schemas.openxmlformats.org/officeDocument/2006/relationships/slide" Target="slide402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8.xml"/><Relationship Id="rId4" Type="http://schemas.openxmlformats.org/officeDocument/2006/relationships/slide" Target="slide403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09.xml"/><Relationship Id="rId4" Type="http://schemas.openxmlformats.org/officeDocument/2006/relationships/slide" Target="slide404.xml"/><Relationship Id="rId5" Type="http://schemas.openxmlformats.org/officeDocument/2006/relationships/slide" Target="slide410.xml"/><Relationship Id="rId6" Type="http://schemas.openxmlformats.org/officeDocument/2006/relationships/audio" Target="../media/snd_pop.wav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slide" Target="slide410.xml"/><Relationship Id="rId4" Type="http://schemas.openxmlformats.org/officeDocument/2006/relationships/audio" Target="../media/snd_cheer.wav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Relationship Id="rId4" Type="http://schemas.openxmlformats.org/officeDocument/2006/relationships/image" Target="../media/image41.png"/><Relationship Id="rId5" Type="http://schemas.openxmlformats.org/officeDocument/2006/relationships/audio" Target="../media/snd_cheer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286000" y="1079500"/>
            <a:ext cx="7620000" cy="3556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Tanween Review Games"/>
          <p:cNvSpPr/>
          <p:nvPr/>
        </p:nvSpPr>
        <p:spPr>
          <a:xfrm>
            <a:off x="2540000" y="1333500"/>
            <a:ext cx="7112000" cy="952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200" b="1" lang="en-US">
                <a:solidFill>
                  <a:srgbClr val="8A6CF0"/>
                </a:solidFill>
                <a:latin typeface="Arial"/>
                <a:cs typeface="Arial"/>
              </a:rPr>
              <a:t>Tanween Review Games</a:t>
            </a:r>
          </a:p>
        </p:txBody>
      </p:sp>
      <p:sp>
        <p:nvSpPr>
          <p:cNvPr id="5" name="Sample" descr="بًا  بٍ  بٌ"/>
          <p:cNvSpPr/>
          <p:nvPr/>
        </p:nvSpPr>
        <p:spPr>
          <a:xfrm>
            <a:off x="2540000" y="23495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600" b="1" lang="ar-SA">
                <a:solidFill>
                  <a:srgbClr val="2E2640"/>
                </a:solidFill>
                <a:latin typeface="Arial"/>
                <a:cs typeface="Arial"/>
              </a:rPr>
              <a:t>بًا  بٍ  بٌ</a:t>
            </a:r>
          </a:p>
        </p:txBody>
      </p:sp>
      <p:sp>
        <p:nvSpPr>
          <p:cNvPr id="6" name="Subtitle" descr="Fathatan, kasratan and dammatan together"/>
          <p:cNvSpPr/>
          <p:nvPr/>
        </p:nvSpPr>
        <p:spPr>
          <a:xfrm>
            <a:off x="2540000" y="37465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E2640"/>
                </a:solidFill>
                <a:latin typeface="Arial"/>
                <a:cs typeface="Arial"/>
              </a:rPr>
              <a:t>Fathatan, kasratan and dammatan together</a:t>
            </a:r>
          </a:p>
        </p:txBody>
      </p:sp>
      <p:sp>
        <p:nvSpPr>
          <p:cNvPr id="7" name="Start" descr="Start ▶">
            <a:hlinkClick action="ppaction://hlinksldjump" r:id="rId3"/>
          </p:cNvPr>
          <p:cNvSpPr/>
          <p:nvPr/>
        </p:nvSpPr>
        <p:spPr>
          <a:xfrm>
            <a:off x="4826000" y="5016500"/>
            <a:ext cx="25400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Start 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usy Bee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700" b="1" lang="en-US">
                <a:solidFill>
                  <a:srgbClr val="8A6CF0"/>
                </a:solidFill>
                <a:latin typeface="Arial"/>
                <a:cs typeface="Arial"/>
              </a:rPr>
              <a:t>How to play: Busy Bee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Fly to the right flower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Fly to the right flower.</a:t>
            </a:r>
          </a:p>
        </p:txBody>
      </p:sp>
      <p:sp>
        <p:nvSpPr>
          <p:cNvPr id="7" name="Line 3" descr="3.  Fill the honey jar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Fill the honey jar!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242038"/>
            <a:ext cx="2095500" cy="1611923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بٍ" descr="ب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بٍ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بٌ" descr="بٌ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بًا" descr="ب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بًا" descr="ب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فَتۡحَتَانِ" descr="فَتۡحَتَانِ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كَسۡرَتَانِ" descr="كَسۡرَتَانِ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ضَمَّتَانِ" descr="ضَمَّتَانِ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3" name="Find تٌ" descr="ت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ثًا" descr="ث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ثًا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ثٍ" descr="ثٍ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ثٍ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ثٌ" descr="ثٌ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ثٌ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3" name="Find ثُ + نۡ" descr="ث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ثُ + نۡ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جَبَلٌ" descr="جَبَل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جَبَلٌ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جَبَلًا" descr="جَبَلً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جَبَلًا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جَبَلٍ" descr="جَبَلٍ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جَبَلٍ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جَبَلًا" descr="جَبَل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جَبَلًا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يٍ" descr="ي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يٍ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يًا" descr="يً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يًا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يٌ" descr="يٌ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يٌ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يًا" descr="ي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يًا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5" descr="Honey ja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sp>
        <p:nvSpPr>
          <p:cNvPr id="5" name="Yummy honey!" descr="Yummy honey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 honey!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بٍ" descr="ب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بٍ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بٌ" descr="بٌ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بًا" descr="ب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ًا" descr="ب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فَتۡحَتَانِ" descr="فَتۡحَتَانِ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كَسۡرَتَانِ" descr="كَسۡرَتَانِ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ضَمَّتَانِ" descr="ضَمَّتَانِ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4" name="Find تٌ" descr="ت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ثًا" descr="ث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ثًا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ثٍ" descr="ثٍ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ثٍ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ثٌ" descr="ثٌ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ثٌ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ثُ + نۡ" descr="ث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ثُ + نۡ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جَبَلٌ" descr="جَبَل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جَبَلٌ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جَبَلًا" descr="جَبَلً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جَبَلًا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جَبَلٍ" descr="جَبَلٍ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جَبَلٍ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جَبَلًا" descr="جَبَل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جَبَلًا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يٍ" descr="ي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يٍ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يًا" descr="يً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يًا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يٌ" descr="يٌ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يٌ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يًا" descr="ي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يًا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Monkey Climb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900" b="1" lang="en-US">
                <a:solidFill>
                  <a:srgbClr val="8A6CF0"/>
                </a:solidFill>
                <a:latin typeface="Arial"/>
                <a:cs typeface="Arial"/>
              </a:rPr>
              <a:t>How to play: Monkey Climb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Help the monkey reach the banana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3.  Help the monkey reach the bananas!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036" y="2095500"/>
            <a:ext cx="1768929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نًا" descr="نً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نًا</a:t>
            </a:r>
          </a:p>
        </p:txBody>
      </p:sp>
      <p:sp>
        <p:nvSpPr>
          <p:cNvPr id="7" name="Answer 2 نٌ" descr="نٌ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8" name="Answer 3 نٍ" descr="نٍ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نٍ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1" name="Find نُ + نۡ" descr="ن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نُ + نۡ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شَجَرًا" descr="شَجَرً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شَجَرًا</a:t>
            </a:r>
          </a:p>
        </p:txBody>
      </p:sp>
      <p:sp>
        <p:nvSpPr>
          <p:cNvPr id="7" name="Answer 2 شَجَرٍ" descr="شَجَر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شَجَرٍ</a:t>
            </a:r>
          </a:p>
        </p:txBody>
      </p:sp>
      <p:sp>
        <p:nvSpPr>
          <p:cNvPr id="8" name="Answer 3 شَجَرٌ" descr="شَجَرٌ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شَجَرٌ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شَجَرٍ" descr="شَجَر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شَجَرٍ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جٌ" descr="ج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جٌ</a:t>
            </a:r>
          </a:p>
        </p:txBody>
      </p:sp>
      <p:sp>
        <p:nvSpPr>
          <p:cNvPr id="7" name="Answer 2 جًا" descr="جًا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جًا</a:t>
            </a:r>
          </a:p>
        </p:txBody>
      </p:sp>
      <p:sp>
        <p:nvSpPr>
          <p:cNvPr id="8" name="Answer 3 جٍ" descr="جٍ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جٍ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جٍ" descr="ج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جٍ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حٍ" descr="ح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7" name="Answer 2 حِي" descr="حِي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8" name="Answer 3 حِ" descr="حِ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حٍ" descr="ح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خٌ" descr="خ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خٌ</a:t>
            </a:r>
          </a:p>
        </p:txBody>
      </p:sp>
      <p:sp>
        <p:nvSpPr>
          <p:cNvPr id="7" name="Answer 2 خًا" descr="خًا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8" name="Answer 3 خٍ" descr="خٍ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خٍ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خًا" descr="خ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1905000"/>
            <a:ext cx="1270000" cy="1365250"/>
          </a:xfrm>
          <a:prstGeom prst="rect">
            <a:avLst/>
          </a:prstGeom>
        </p:spPr>
      </p:pic>
      <p:sp>
        <p:nvSpPr>
          <p:cNvPr id="6" name="Bananas! Yum!" descr="Bananas! Yum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Bananas! Yum!</a:t>
            </a:r>
          </a:p>
        </p:txBody>
      </p:sp>
      <p:sp>
        <p:nvSpPr>
          <p:cNvPr id="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30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نًا" descr="نً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نًا</a:t>
            </a:r>
          </a:p>
        </p:txBody>
      </p:sp>
      <p:sp>
        <p:nvSpPr>
          <p:cNvPr id="7" name="Answer 2 نٌ" descr="نٌ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8" name="Answer 3 نٍ" descr="نٍ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نٍ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2" name="Find نُ + نۡ" descr="ن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نُ + نۡ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شَجَرًا" descr="شَجَرً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شَجَرًا</a:t>
            </a:r>
          </a:p>
        </p:txBody>
      </p:sp>
      <p:sp>
        <p:nvSpPr>
          <p:cNvPr id="7" name="Answer 2 شَجَرٍ" descr="شَجَر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شَجَرٍ</a:t>
            </a:r>
          </a:p>
        </p:txBody>
      </p:sp>
      <p:sp>
        <p:nvSpPr>
          <p:cNvPr id="8" name="Answer 3 شَجَرٌ" descr="شَجَرٌ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شَجَرٌ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شَجَرٍ" descr="شَجَر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شَجَرٍ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جٌ" descr="ج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جٌ</a:t>
            </a:r>
          </a:p>
        </p:txBody>
      </p:sp>
      <p:sp>
        <p:nvSpPr>
          <p:cNvPr id="7" name="Answer 2 جًا" descr="جًا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جًا</a:t>
            </a:r>
          </a:p>
        </p:txBody>
      </p:sp>
      <p:sp>
        <p:nvSpPr>
          <p:cNvPr id="8" name="Answer 3 جٍ" descr="جٍ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جٍ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جٍ" descr="ج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جٍ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حٍ" descr="ح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7" name="Answer 2 حِي" descr="حِي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8" name="Answer 3 حِ" descr="حِ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حٍ" descr="ح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خٌ" descr="خ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خٌ</a:t>
            </a:r>
          </a:p>
        </p:txBody>
      </p:sp>
      <p:sp>
        <p:nvSpPr>
          <p:cNvPr id="7" name="Answer 2 خًا" descr="خًا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8" name="Answer 3 خٍ" descr="خٍ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خٍ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خًا" descr="خ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Dart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8A6CF0"/>
                </a:solidFill>
                <a:latin typeface="Arial"/>
                <a:cs typeface="Arial"/>
              </a:rPr>
              <a:t>How to play: Darts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hrow at the right bo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Throw at the right board.</a:t>
            </a:r>
          </a:p>
        </p:txBody>
      </p:sp>
      <p:sp>
        <p:nvSpPr>
          <p:cNvPr id="7" name="Line 3" descr="3.  Bullseye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Bullseye! You get a star.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حٌ" descr="حٌ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حٍ" descr="حٍ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حٍ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حًا" descr="ح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حٌ" descr="ح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خَ" descr="خَ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خَا" descr="خَا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خًا" descr="خ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خًا" descr="خ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دٍ" descr="د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دٍ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دٌ" descr="د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دًا" descr="د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دًا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دٍ" descr="د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فَتۡحَتَانِ" descr="فَتۡحَتَانِ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ضَمَّتَانِ" descr="ضَمَّتَانِ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كَسۡرَتَانِ" descr="كَسۡرَتَانِ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7" name="Find ذًا" descr="ذ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رًا" descr="رً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رًا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رٌ" descr="ر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رٍ" descr="رٍ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رٍ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رُ + نۡ" descr="ر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رُ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" descr="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pic>
        <p:nvPicPr>
          <p:cNvPr id="9" name="Dart" descr="D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94000"/>
            <a:ext cx="1397000" cy="444500"/>
          </a:xfrm>
          <a:prstGeom prst="rect">
            <a:avLst/>
          </a:prstGeom>
        </p:spPr>
      </p:pic>
      <p:sp>
        <p:nvSpPr>
          <p:cNvPr id="10" name="Champion!" descr="Champion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FB57A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حٌ" descr="حٌ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حٍ" descr="حٍ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حٍ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حًا" descr="ح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حٌ" descr="ح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خَ" descr="خَ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خَا" descr="خَا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خًا" descr="خ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خًا" descr="خ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دٍ" descr="د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دٍ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دٌ" descr="د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دًا" descr="د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دًا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دٍ" descr="د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فَتۡحَتَانِ" descr="فَتۡحَتَانِ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ضَمَّتَانِ" descr="ضَمَّتَانِ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كَسۡرَتَانِ" descr="كَسۡرَتَانِ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7" name="Find ذًا" descr="ذ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رًا" descr="رً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رًا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رٌ" descr="ر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رٍ" descr="رٍ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رٍ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رُ + نۡ" descr="ر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رُ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asketball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8A6CF0"/>
                </a:solidFill>
                <a:latin typeface="Arial"/>
                <a:cs typeface="Arial"/>
              </a:rPr>
              <a:t>How to play: Basketball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Shoot the right ball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Shoot the right ball.</a:t>
            </a:r>
          </a:p>
        </p:txBody>
      </p:sp>
      <p:sp>
        <p:nvSpPr>
          <p:cNvPr id="7" name="Line 3" descr="3.  Swish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Swish! You get a star.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ذٌ" descr="ذ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ذٌ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ذٍ" descr="ذ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ذٍ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ذًا" descr="ذًا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ذًا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ذٍ" descr="ذ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ذٍ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فَتۡحَتَانِ" descr="فَتۡحَتَانِ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ضَمَّتَانِ" descr="ضَمَّتَانِ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كَسۡرَتَانِ" descr="كَسۡرَتَانِ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9" name="Find رٌ" descr="ر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زٌ" descr="ز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زٌ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زٍ" descr="ز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زٍ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زًا" descr="زًا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زًا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9" name="Find زِ + نۡ" descr="ز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زِ + نۡ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مَكۡتَبَةٍ" descr="مَكۡتَبَةٍ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مَكۡتَبَةٍ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مَكۡتَبَةٌ" descr="مَكۡتَبَةٌ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مَكۡتَبَةٌ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مَكۡتَبَةً" descr="مَكۡتَبَةً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مَكۡتَبَةً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مَكۡتَبَةٌ" descr="مَكۡتَبَ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مَكۡتَبَةٌ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شًا" descr="شً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شًا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شٍ" descr="ش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شٍ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شٌ" descr="شٌ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شٍ" descr="ش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شٍ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sp>
        <p:nvSpPr>
          <p:cNvPr id="10" name="What a player!" descr="What a player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What a player!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ذٌ" descr="ذ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ذٌ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ذٍ" descr="ذ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ذٍ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ذًا" descr="ذًا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ذًا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ذٍ" descr="ذ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ذٍ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فَتۡحَتَانِ" descr="فَتۡحَتَانِ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ضَمَّتَانِ" descr="ضَمَّتَانِ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كَسۡرَتَانِ" descr="كَسۡرَتَانِ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8" name="Find رٌ" descr="ر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زٌ" descr="ز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زٌ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زٍ" descr="ز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زٍ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زًا" descr="زًا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زًا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8" name="Find زِ + نۡ" descr="ز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زِ + نۡ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مَكۡتَبَةٍ" descr="مَكۡتَبَةٍ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مَكۡتَبَةٍ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مَكۡتَبَةٌ" descr="مَكۡتَبَةٌ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مَكۡتَبَةٌ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مَكۡتَبَةً" descr="مَكۡتَبَةً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مَكۡتَبَةً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مَكۡتَبَةٌ" descr="مَكۡتَبَة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مَكۡتَبَةٌ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شًا" descr="شً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شًا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شٍ" descr="ش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شٍ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شٌ" descr="شٌ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شٍ" descr="ش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شٍ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Grow a Flower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How to play: Grow a Flower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Water the flower until it bloom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3.  Water the flower until it blooms!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1792" y="2095500"/>
            <a:ext cx="1005417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سٍ" descr="س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سٍ</a:t>
            </a:r>
          </a:p>
        </p:txBody>
      </p:sp>
      <p:sp>
        <p:nvSpPr>
          <p:cNvPr id="10" name="Answer 2 سٌ" descr="س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11" name="Answer 3 سًا" descr="س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سًا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سِ + نۡ" descr="س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سِ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شَجَرًا" descr="شَجَر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شَجَرًا</a:t>
            </a:r>
          </a:p>
        </p:txBody>
      </p:sp>
      <p:sp>
        <p:nvSpPr>
          <p:cNvPr id="10" name="Answer 2 شَجَرٍ" descr="شَجَرٍ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شَجَرٍ</a:t>
            </a:r>
          </a:p>
        </p:txBody>
      </p:sp>
      <p:sp>
        <p:nvSpPr>
          <p:cNvPr id="11" name="Answer 3 شَجَرٌ" descr="شَجَر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شَجَرٌ" descr="شَجَ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شَجَرٌ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صًا" descr="ص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صًا</a:t>
            </a:r>
          </a:p>
        </p:txBody>
      </p:sp>
      <p:sp>
        <p:nvSpPr>
          <p:cNvPr id="10" name="Answer 2 صٍ" descr="صٍ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11" name="Answer 3 صٌ" descr="ص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صٌ" descr="ص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ضُو" descr="ضُو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0" name="Answer 2 ضٌ" descr="ض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11" name="Answer 3 ضُ" descr="ض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ضٌ" descr="ض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طٌ" descr="ط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طٌ</a:t>
            </a:r>
          </a:p>
        </p:txBody>
      </p:sp>
      <p:sp>
        <p:nvSpPr>
          <p:cNvPr id="10" name="Answer 2 طًا" descr="ط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طًا</a:t>
            </a:r>
          </a:p>
        </p:txBody>
      </p:sp>
      <p:sp>
        <p:nvSpPr>
          <p:cNvPr id="11" name="Answer 3 طٍ" descr="طٍ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طًا" descr="ط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5" descr="Flowe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Beautiful!" descr="Beautiful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Beautiful!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سٍ" descr="س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سٍ</a:t>
            </a:r>
          </a:p>
        </p:txBody>
      </p:sp>
      <p:sp>
        <p:nvSpPr>
          <p:cNvPr id="10" name="Answer 2 سٌ" descr="س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11" name="Answer 3 سًا" descr="س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سًا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سِ + نۡ" descr="س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سِ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شَجَرًا" descr="شَجَر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شَجَرًا</a:t>
            </a:r>
          </a:p>
        </p:txBody>
      </p:sp>
      <p:sp>
        <p:nvSpPr>
          <p:cNvPr id="10" name="Answer 2 شَجَرٍ" descr="شَجَرٍ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شَجَرٍ</a:t>
            </a:r>
          </a:p>
        </p:txBody>
      </p:sp>
      <p:sp>
        <p:nvSpPr>
          <p:cNvPr id="11" name="Answer 3 شَجَرٌ" descr="شَجَر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شَجَرٌ" descr="شَجَر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شَجَرٌ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صًا" descr="ص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صًا</a:t>
            </a:r>
          </a:p>
        </p:txBody>
      </p:sp>
      <p:sp>
        <p:nvSpPr>
          <p:cNvPr id="10" name="Answer 2 صٍ" descr="صٍ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11" name="Answer 3 صٌ" descr="ص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صٌ" descr="ص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ضُو" descr="ضُو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ضُو</a:t>
            </a:r>
          </a:p>
        </p:txBody>
      </p:sp>
      <p:sp>
        <p:nvSpPr>
          <p:cNvPr id="10" name="Answer 2 ضٌ" descr="ض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11" name="Answer 3 ضُ" descr="ض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ضٌ" descr="ض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طٌ" descr="ط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طٌ</a:t>
            </a:r>
          </a:p>
        </p:txBody>
      </p:sp>
      <p:sp>
        <p:nvSpPr>
          <p:cNvPr id="10" name="Answer 2 طًا" descr="ط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طًا</a:t>
            </a:r>
          </a:p>
        </p:txBody>
      </p:sp>
      <p:sp>
        <p:nvSpPr>
          <p:cNvPr id="11" name="Answer 3 طٍ" descr="طٍ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طًا" descr="ط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Pizza Party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100" b="1" lang="en-US">
                <a:solidFill>
                  <a:srgbClr val="8A6CF0"/>
                </a:solidFill>
                <a:latin typeface="Arial"/>
                <a:cs typeface="Arial"/>
              </a:rPr>
              <a:t>How to play: Pizza Party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Every right answer adds a topping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3.  Every right answer adds a topping!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095500"/>
            <a:ext cx="19050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ضٌ" descr="ض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10" name="Answer 2 ضًا" descr="ض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11" name="Answer 3 ضٍ" descr="ضٍ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ضًا" descr="ض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طِي" descr="ط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0" name="Answer 2 طٍ" descr="ط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طٍ</a:t>
            </a:r>
          </a:p>
        </p:txBody>
      </p:sp>
      <p:sp>
        <p:nvSpPr>
          <p:cNvPr id="11" name="Answer 3 طِ" descr="ط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طٍ" descr="ط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ظًا" descr="ظ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ظًا</a:t>
            </a:r>
          </a:p>
        </p:txBody>
      </p:sp>
      <p:sp>
        <p:nvSpPr>
          <p:cNvPr id="10" name="Answer 2 ظٍ" descr="ظ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ظٍ</a:t>
            </a:r>
          </a:p>
        </p:txBody>
      </p:sp>
      <p:sp>
        <p:nvSpPr>
          <p:cNvPr id="11" name="Answer 3 ظٌ" descr="ظ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ظًا" descr="ظ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ضَمَّتَانِ" descr="ضَمَّتَان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sp>
        <p:nvSpPr>
          <p:cNvPr id="10" name="Answer 2 فَتۡحَتَانِ" descr="فَتۡحَتَان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11" name="Answer 3 كَسۡرَتَانِ" descr="كَسۡرَتَان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4" name="Find عًا" descr="ع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غًا" descr="غ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غًا</a:t>
            </a:r>
          </a:p>
        </p:txBody>
      </p:sp>
      <p:sp>
        <p:nvSpPr>
          <p:cNvPr id="10" name="Answer 2 غٌ" descr="غ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غٌ</a:t>
            </a:r>
          </a:p>
        </p:txBody>
      </p:sp>
      <p:sp>
        <p:nvSpPr>
          <p:cNvPr id="11" name="Answer 3 غٍ" descr="غٍ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غُ + نۡ" descr="غ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غُ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5" descr="Pizza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Pizza is ready!" descr="Pizza is ready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FB57A"/>
                </a:solidFill>
                <a:latin typeface="Arial"/>
                <a:cs typeface="Arial"/>
              </a:rPr>
              <a:t>Pizza is ready!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ضٌ" descr="ض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10" name="Answer 2 ضًا" descr="ض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11" name="Answer 3 ضٍ" descr="ضٍ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ضًا" descr="ض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طِي" descr="طِي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طِي</a:t>
            </a:r>
          </a:p>
        </p:txBody>
      </p:sp>
      <p:sp>
        <p:nvSpPr>
          <p:cNvPr id="10" name="Answer 2 طٍ" descr="ط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طٍ</a:t>
            </a:r>
          </a:p>
        </p:txBody>
      </p:sp>
      <p:sp>
        <p:nvSpPr>
          <p:cNvPr id="11" name="Answer 3 طِ" descr="ط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طٍ" descr="ط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ظًا" descr="ظ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ظًا</a:t>
            </a:r>
          </a:p>
        </p:txBody>
      </p:sp>
      <p:sp>
        <p:nvSpPr>
          <p:cNvPr id="10" name="Answer 2 ظٍ" descr="ظ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ظٍ</a:t>
            </a:r>
          </a:p>
        </p:txBody>
      </p:sp>
      <p:sp>
        <p:nvSpPr>
          <p:cNvPr id="11" name="Answer 3 ظٌ" descr="ظ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ظٌ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ظًا" descr="ظ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ضَمَّتَانِ" descr="ضَمَّتَان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sp>
        <p:nvSpPr>
          <p:cNvPr id="10" name="Answer 2 فَتۡحَتَانِ" descr="فَتۡحَتَان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11" name="Answer 3 كَسۡرَتَانِ" descr="كَسۡرَتَان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5" name="Find عًا" descr="ع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غًا" descr="غ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غًا</a:t>
            </a:r>
          </a:p>
        </p:txBody>
      </p:sp>
      <p:sp>
        <p:nvSpPr>
          <p:cNvPr id="10" name="Answer 2 غٌ" descr="غ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غٌ</a:t>
            </a:r>
          </a:p>
        </p:txBody>
      </p:sp>
      <p:sp>
        <p:nvSpPr>
          <p:cNvPr id="11" name="Answer 3 غٍ" descr="غٍ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غٍ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غُ + نۡ" descr="غ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غُ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Turtle Trip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100" b="1" lang="en-US">
                <a:solidFill>
                  <a:srgbClr val="8A6CF0"/>
                </a:solidFill>
                <a:latin typeface="Arial"/>
                <a:cs typeface="Arial"/>
              </a:rPr>
              <a:t>How to play: Turtle Trip</a:t>
            </a:r>
          </a:p>
        </p:txBody>
      </p:sp>
      <p:sp>
        <p:nvSpPr>
          <p:cNvPr id="5" name="Line 1" descr="1.  Read the question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Read the question at the top.</a:t>
            </a:r>
          </a:p>
        </p:txBody>
      </p:sp>
      <p:sp>
        <p:nvSpPr>
          <p:cNvPr id="6" name="Line 2" descr="2.  Tap the right car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card.</a:t>
            </a:r>
          </a:p>
        </p:txBody>
      </p:sp>
      <p:sp>
        <p:nvSpPr>
          <p:cNvPr id="7" name="Line 3" descr="3.  Help the turtle walk home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Help the turtle walk home!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6750" y="2349500"/>
            <a:ext cx="2095500" cy="1397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عٌ" descr="ع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عٌ</a:t>
            </a:r>
          </a:p>
        </p:txBody>
      </p:sp>
      <p:sp>
        <p:nvSpPr>
          <p:cNvPr id="11" name="Answer 2 عٍ" descr="عٍ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عٍ</a:t>
            </a:r>
          </a:p>
        </p:txBody>
      </p:sp>
      <p:sp>
        <p:nvSpPr>
          <p:cNvPr id="12" name="Answer 3 عًا" descr="عًا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عًا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عًا" descr="ع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عًا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كَسۡرَتَانِ" descr="كَسۡرَتَانِ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11" name="Answer 2 فَتۡحَتَانِ" descr="فَتۡحَتَانِ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12" name="Answer 3 ضَمَّتَانِ" descr="ضَمَّتَانِ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5" name="Find غًا" descr="غ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غًا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فًا" descr="فًا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فًا</a:t>
            </a:r>
          </a:p>
        </p:txBody>
      </p:sp>
      <p:sp>
        <p:nvSpPr>
          <p:cNvPr id="11" name="Answer 2 فٍ" descr="فٍ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فٍ</a:t>
            </a:r>
          </a:p>
        </p:txBody>
      </p:sp>
      <p:sp>
        <p:nvSpPr>
          <p:cNvPr id="12" name="Answer 3 فٌ" descr="فٌ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فٌ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فُ + نۡ" descr="ف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فُ + نۡ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سَمَاءً" descr="سَمَاءً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سَمَاءً</a:t>
            </a:r>
          </a:p>
        </p:txBody>
      </p:sp>
      <p:sp>
        <p:nvSpPr>
          <p:cNvPr id="11" name="Answer 2 سَمَاءٍ" descr="سَمَاءٍ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سَمَاءٍ</a:t>
            </a:r>
          </a:p>
        </p:txBody>
      </p:sp>
      <p:sp>
        <p:nvSpPr>
          <p:cNvPr id="12" name="Answer 3 سَمَاءٌ" descr="سَمَاءٌ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سَمَاءٌ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سَمَاءً" descr="سَمَاءً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سَمَاءً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كٍ" descr="ك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كٍ</a:t>
            </a:r>
          </a:p>
        </p:txBody>
      </p:sp>
      <p:sp>
        <p:nvSpPr>
          <p:cNvPr id="11" name="Answer 2 كٌ" descr="كٌ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كٌ</a:t>
            </a:r>
          </a:p>
        </p:txBody>
      </p:sp>
      <p:sp>
        <p:nvSpPr>
          <p:cNvPr id="12" name="Answer 3 كًا" descr="كًا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كًا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كٍ" descr="ك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كٍ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one 6"/>
          <p:cNvSpPr/>
          <p:nvPr/>
        </p:nvSpPr>
        <p:spPr>
          <a:xfrm>
            <a:off x="1968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826000"/>
            <a:ext cx="1905000" cy="1270000"/>
          </a:xfrm>
          <a:prstGeom prst="rect">
            <a:avLst/>
          </a:prstGeom>
        </p:spPr>
      </p:pic>
      <p:sp>
        <p:nvSpPr>
          <p:cNvPr id="11" name="Home sweet home!" descr="Home sweet home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Home sweet home!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عٌ" descr="ع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عٌ</a:t>
            </a:r>
          </a:p>
        </p:txBody>
      </p:sp>
      <p:sp>
        <p:nvSpPr>
          <p:cNvPr id="11" name="Answer 2 عٍ" descr="عٍ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عٍ</a:t>
            </a:r>
          </a:p>
        </p:txBody>
      </p:sp>
      <p:sp>
        <p:nvSpPr>
          <p:cNvPr id="12" name="Answer 3 عًا" descr="عًا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عًا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عًا" descr="ع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عًا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كَسۡرَتَانِ" descr="كَسۡرَتَانِ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11" name="Answer 2 فَتۡحَتَانِ" descr="فَتۡحَتَانِ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12" name="Answer 3 ضَمَّتَانِ" descr="ضَمَّتَانِ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6" name="Find غًا" descr="غ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غًا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فًا" descr="فًا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فًا</a:t>
            </a:r>
          </a:p>
        </p:txBody>
      </p:sp>
      <p:sp>
        <p:nvSpPr>
          <p:cNvPr id="11" name="Answer 2 فٍ" descr="فٍ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فٍ</a:t>
            </a:r>
          </a:p>
        </p:txBody>
      </p:sp>
      <p:sp>
        <p:nvSpPr>
          <p:cNvPr id="12" name="Answer 3 فٌ" descr="فٌ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فٌ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6" name="Find فُ + نۡ" descr="ف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فُ + نۡ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سَمَاءً" descr="سَمَاءً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سَمَاءً</a:t>
            </a:r>
          </a:p>
        </p:txBody>
      </p:sp>
      <p:sp>
        <p:nvSpPr>
          <p:cNvPr id="11" name="Answer 2 سَمَاءٍ" descr="سَمَاءٍ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سَمَاءٍ</a:t>
            </a:r>
          </a:p>
        </p:txBody>
      </p:sp>
      <p:sp>
        <p:nvSpPr>
          <p:cNvPr id="12" name="Answer 3 سَمَاءٌ" descr="سَمَاءٌ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سَمَاءٌ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سَمَاءً" descr="سَمَاءً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سَمَاءً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كٍ" descr="ك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كٍ</a:t>
            </a:r>
          </a:p>
        </p:txBody>
      </p:sp>
      <p:sp>
        <p:nvSpPr>
          <p:cNvPr id="11" name="Answer 2 كٌ" descr="كٌ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كٌ</a:t>
            </a:r>
          </a:p>
        </p:txBody>
      </p:sp>
      <p:sp>
        <p:nvSpPr>
          <p:cNvPr id="12" name="Answer 3 كًا" descr="كًا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كًا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كٍ" descr="ك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كٍ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قٍ" descr="ق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قٍ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قًا" descr="قًا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قًا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قٌ" descr="قٌ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قٌ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3" name="Find قُ + نۡ" descr="ق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قُ + نۡ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قَمَرًا" descr="قَمَر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قَمَرًا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قَمَرٌ" descr="قَمَر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قَمَرٍ" descr="قَمَرٍ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قَمَرٍ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قَمَرًا" descr="قَمَر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قَمَرًا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لٍ" descr="ل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لٍ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لًا" descr="لً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لًا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لٌ" descr="لٌ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لًا" descr="ل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لًا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مَا" descr="مَ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مًا" descr="مً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مًا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مَ" descr="مَ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مًا" descr="م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مًا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هًا" descr="ه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هًا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هٌ" descr="هٌ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هٌ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هٍ" descr="هٍ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هٍ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هٍ" descr="ه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هٍ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5" descr="Honey ja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sp>
        <p:nvSpPr>
          <p:cNvPr id="5" name="Yummy honey!" descr="Yummy honey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 honey!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قٍ" descr="ق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قٍ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قًا" descr="قًا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قًا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قٌ" descr="قٌ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قٌ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قُ + نۡ" descr="ق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قُ + نۡ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قَمَرًا" descr="قَمَر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قَمَرًا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قَمَرٌ" descr="قَمَر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قَمَرٍ" descr="قَمَرٍ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قَمَرٍ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قَمَرًا" descr="قَمَر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قَمَرًا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لٍ" descr="ل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لٍ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لًا" descr="لً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لًا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لٌ" descr="لٌ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لًا" descr="ل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لًا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مَا" descr="مَ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مًا" descr="مً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مًا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مَ" descr="مَ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مًا" descr="م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مًا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هًا" descr="ه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هًا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هٌ" descr="هٌ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هٌ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هٍ" descr="هٍ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هٍ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هٍ" descr="ه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هٍ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مٌ" descr="م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7" name="Answer 2 مٍ" descr="مٍ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مٍ</a:t>
            </a:r>
          </a:p>
        </p:txBody>
      </p:sp>
      <p:sp>
        <p:nvSpPr>
          <p:cNvPr id="8" name="Answer 3 مًا" descr="مً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مًا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مًا" descr="م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مًا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هُ" descr="هُ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7" name="Answer 2 هُو" descr="هُو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هُو</a:t>
            </a:r>
          </a:p>
        </p:txBody>
      </p:sp>
      <p:sp>
        <p:nvSpPr>
          <p:cNvPr id="8" name="Answer 3 هٌ" descr="ه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هٌ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هٌ" descr="ه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هٌ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وٌ" descr="و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وٌ</a:t>
            </a:r>
          </a:p>
        </p:txBody>
      </p:sp>
      <p:sp>
        <p:nvSpPr>
          <p:cNvPr id="7" name="Answer 2 وٍ" descr="وٍ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وٍ</a:t>
            </a:r>
          </a:p>
        </p:txBody>
      </p:sp>
      <p:sp>
        <p:nvSpPr>
          <p:cNvPr id="8" name="Answer 3 وًا" descr="وً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وًا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وًا" descr="و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وًا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فَتۡحَتَانِ" descr="فَتۡحَتَانِ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7" name="Answer 2 ضَمَّتَانِ" descr="ضَمَّتَانِ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sp>
        <p:nvSpPr>
          <p:cNvPr id="8" name="Answer 3 كَسۡرَتَانِ" descr="كَسۡرَتَانِ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1" name="Find بًا" descr="ب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تٌ" descr="ت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7" name="Answer 2 تًا" descr="تًا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8" name="Answer 3 تٍ" descr="تٍ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1" name="Find تَ + نۡ" descr="ت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تَ + نۡ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1905000"/>
            <a:ext cx="1270000" cy="1365250"/>
          </a:xfrm>
          <a:prstGeom prst="rect">
            <a:avLst/>
          </a:prstGeom>
        </p:spPr>
      </p:pic>
      <p:sp>
        <p:nvSpPr>
          <p:cNvPr id="6" name="Bananas! Yum!" descr="Bananas! Yum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Bananas! Yum!</a:t>
            </a:r>
          </a:p>
        </p:txBody>
      </p:sp>
      <p:sp>
        <p:nvSpPr>
          <p:cNvPr id="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30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مٌ" descr="م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7" name="Answer 2 مٍ" descr="مٍ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مٍ</a:t>
            </a:r>
          </a:p>
        </p:txBody>
      </p:sp>
      <p:sp>
        <p:nvSpPr>
          <p:cNvPr id="8" name="Answer 3 مًا" descr="مً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مًا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مًا" descr="م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مًا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هُ" descr="هُ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7" name="Answer 2 هُو" descr="هُو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هُو</a:t>
            </a:r>
          </a:p>
        </p:txBody>
      </p:sp>
      <p:sp>
        <p:nvSpPr>
          <p:cNvPr id="8" name="Answer 3 هٌ" descr="ه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هٌ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هٌ" descr="ه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هٌ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وٌ" descr="و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وٌ</a:t>
            </a:r>
          </a:p>
        </p:txBody>
      </p:sp>
      <p:sp>
        <p:nvSpPr>
          <p:cNvPr id="7" name="Answer 2 وٍ" descr="وٍ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وٍ</a:t>
            </a:r>
          </a:p>
        </p:txBody>
      </p:sp>
      <p:sp>
        <p:nvSpPr>
          <p:cNvPr id="8" name="Answer 3 وًا" descr="وً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وًا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وًا" descr="و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وًا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فَتۡحَتَانِ" descr="فَتۡحَتَانِ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7" name="Answer 2 ضَمَّتَانِ" descr="ضَمَّتَانِ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sp>
        <p:nvSpPr>
          <p:cNvPr id="8" name="Answer 3 كَسۡرَتَانِ" descr="كَسۡرَتَانِ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2" name="Find بًا" descr="ب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تٌ" descr="ت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7" name="Answer 2 تًا" descr="تًا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8" name="Answer 3 تٍ" descr="تٍ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2" name="Find تَ + نۡ" descr="ت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تَ + نۡ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بًا" descr="بً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بًا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بٌ" descr="ب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بٍ" descr="بٍ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بًا" descr="ب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ضَمَّتَانِ" descr="ضَمَّتَانِ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كَسۡرَتَانِ" descr="كَسۡرَتَانِ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فَتۡحَتَانِ" descr="فَتۡحَتَانِ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7" name="Find تٌ" descr="ت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ثٌ" descr="ثٌ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ثٌ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ثًا" descr="ثًا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ثًا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ثٍ" descr="ثٍ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ثٍ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ثُ + نۡ" descr="ث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ثُ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عِنَبٍ" descr="عِنَب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عِنَبٍ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عِنَبٌ" descr="عِنَب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عِنَبٌ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عِنَبًا" descr="عِنَب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عِنَبًا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عِنَبٍ" descr="عِنَب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عِنَبٍ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يٍ" descr="ي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يٍ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يٌ" descr="ي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يٌ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يًا" descr="يًا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يًا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يٌ" descr="ي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" descr="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pic>
        <p:nvPicPr>
          <p:cNvPr id="9" name="Dart" descr="D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94000"/>
            <a:ext cx="1397000" cy="444500"/>
          </a:xfrm>
          <a:prstGeom prst="rect">
            <a:avLst/>
          </a:prstGeom>
        </p:spPr>
      </p:pic>
      <p:sp>
        <p:nvSpPr>
          <p:cNvPr id="10" name="Champion!" descr="Champion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FB57A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بًا" descr="بً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بًا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بٌ" descr="ب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بٍ" descr="بٍ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بًا" descr="ب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ضَمَّتَانِ" descr="ضَمَّتَانِ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كَسۡرَتَانِ" descr="كَسۡرَتَانِ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فَتۡحَتَانِ" descr="فَتۡحَتَانِ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7" name="Find تٌ" descr="ت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ثٌ" descr="ثٌ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ثٌ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ثًا" descr="ثًا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ثًا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ثٍ" descr="ثٍ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ثٍ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ثُ + نۡ" descr="ث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ثُ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عِنَبٍ" descr="عِنَب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عِنَبٍ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عِنَبٌ" descr="عِنَب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عِنَبٌ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عِنَبًا" descr="عِنَب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عِنَبًا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عِنَبٍ" descr="عِنَب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عِنَبٍ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يٍ" descr="ي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يٍ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يٌ" descr="ي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يٌ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يًا" descr="يًا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يًا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يٌ" descr="ي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نًا" descr="نً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نًا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نٍ" descr="ن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نٍ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نٌ" descr="نٌ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نَ + نۡ" descr="ن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نَ + نۡ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قَمَرًا" descr="قَمَرً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قَمَرًا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قَمَرٍ" descr="قَمَر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قَمَرٍ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قَمَرٌ" descr="قَمَرٌ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قَمَرٍ" descr="قَمَر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قَمَرٍ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جًا" descr="جً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جًا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جٍ" descr="ج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جٍ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جٌ" descr="جٌ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جٌ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جًا" descr="ج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جًا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حَا" descr="حَ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حًا" descr="حًا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حًا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حَ" descr="حَ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حًا" descr="ح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خٍ" descr="خٍ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خٍ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خٌ" descr="خٌ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خٌ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خًا" descr="خًا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خٌ" descr="خ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خٌ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sp>
        <p:nvSpPr>
          <p:cNvPr id="10" name="What a player!" descr="What a player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What a player!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نًا" descr="نً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نًا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نٍ" descr="ن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نٍ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نٌ" descr="نٌ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8" name="Find نَ + نۡ" descr="ن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نَ + نۡ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قَمَرًا" descr="قَمَرً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قَمَرًا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قَمَرٍ" descr="قَمَر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قَمَرٍ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قَمَرٌ" descr="قَمَرٌ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قَمَرٌ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قَمَرٍ" descr="قَمَر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قَمَرٍ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جًا" descr="جً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جًا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جٍ" descr="ج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جٍ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جٌ" descr="جٌ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جٌ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جًا" descr="ج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جًا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حَا" descr="حَ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حًا" descr="حًا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حًا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حَ" descr="حَ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حًا" descr="ح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خٍ" descr="خٍ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خٍ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خٌ" descr="خٌ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خٌ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خًا" descr="خًا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خٌ" descr="خ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خٌ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حٍ" descr="ح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10" name="Answer 2 حًا" descr="ح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11" name="Answer 3 حٌ" descr="ح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حٍ" descr="ح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خٌ" descr="خ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خٌ</a:t>
            </a:r>
          </a:p>
        </p:txBody>
      </p:sp>
      <p:sp>
        <p:nvSpPr>
          <p:cNvPr id="10" name="Answer 2 خُ" descr="خ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1" name="Answer 3 خُو" descr="خُو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خُو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خٌ" descr="خ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دٍ" descr="د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دٍ</a:t>
            </a:r>
          </a:p>
        </p:txBody>
      </p:sp>
      <p:sp>
        <p:nvSpPr>
          <p:cNvPr id="10" name="Answer 2 دًا" descr="د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دًا</a:t>
            </a:r>
          </a:p>
        </p:txBody>
      </p:sp>
      <p:sp>
        <p:nvSpPr>
          <p:cNvPr id="11" name="Answer 3 دٌ" descr="د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دًا" descr="د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كَسۡرَتَانِ" descr="كَسۡرَتَان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10" name="Answer 2 فَتۡحَتَانِ" descr="فَتۡحَتَان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11" name="Answer 3 ضَمَّتَانِ" descr="ضَمَّتَان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4" name="Find ذًا" descr="ذ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رًا" descr="ر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رًا</a:t>
            </a:r>
          </a:p>
        </p:txBody>
      </p:sp>
      <p:sp>
        <p:nvSpPr>
          <p:cNvPr id="10" name="Answer 2 رٌ" descr="ر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1" name="Answer 3 رٍ" descr="ر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رِ + نۡ" descr="ر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رِ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5" descr="Flowe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Beautiful!" descr="Beautiful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Beautiful!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حٍ" descr="ح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10" name="Answer 2 حًا" descr="ح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11" name="Answer 3 حٌ" descr="ح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حٍ" descr="ح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خٌ" descr="خ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خٌ</a:t>
            </a:r>
          </a:p>
        </p:txBody>
      </p:sp>
      <p:sp>
        <p:nvSpPr>
          <p:cNvPr id="10" name="Answer 2 خُ" descr="خُ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1" name="Answer 3 خُو" descr="خُو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خُو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خٌ" descr="خ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دٍ" descr="د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دٍ</a:t>
            </a:r>
          </a:p>
        </p:txBody>
      </p:sp>
      <p:sp>
        <p:nvSpPr>
          <p:cNvPr id="10" name="Answer 2 دًا" descr="د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دًا</a:t>
            </a:r>
          </a:p>
        </p:txBody>
      </p:sp>
      <p:sp>
        <p:nvSpPr>
          <p:cNvPr id="11" name="Answer 3 دٌ" descr="دٌ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دًا" descr="د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كَسۡرَتَانِ" descr="كَسۡرَتَان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10" name="Answer 2 فَتۡحَتَانِ" descr="فَتۡحَتَان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11" name="Answer 3 ضَمَّتَانِ" descr="ضَمَّتَان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5" name="Find ذًا" descr="ذ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رًا" descr="ر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رًا</a:t>
            </a:r>
          </a:p>
        </p:txBody>
      </p:sp>
      <p:sp>
        <p:nvSpPr>
          <p:cNvPr id="10" name="Answer 2 رٌ" descr="ر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1" name="Answer 3 رٍ" descr="ر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رِ + نۡ" descr="ر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رِ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ذًا" descr="ذ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ذًا</a:t>
            </a:r>
          </a:p>
        </p:txBody>
      </p:sp>
      <p:sp>
        <p:nvSpPr>
          <p:cNvPr id="10" name="Answer 2 ذٌ" descr="ذ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ذٌ</a:t>
            </a:r>
          </a:p>
        </p:txBody>
      </p:sp>
      <p:sp>
        <p:nvSpPr>
          <p:cNvPr id="11" name="Answer 3 ذٍ" descr="ذ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ذٍ" descr="ذ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فَتۡحَتَانِ" descr="فَتۡحَتَان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10" name="Answer 2 كَسۡرَتَانِ" descr="كَسۡرَتَان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11" name="Answer 3 ضَمَّتَانِ" descr="ضَمَّتَان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4" name="Find رٌ" descr="ر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زًا" descr="ز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زًا</a:t>
            </a:r>
          </a:p>
        </p:txBody>
      </p:sp>
      <p:sp>
        <p:nvSpPr>
          <p:cNvPr id="10" name="Answer 2 زٍ" descr="ز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زٍ</a:t>
            </a:r>
          </a:p>
        </p:txBody>
      </p:sp>
      <p:sp>
        <p:nvSpPr>
          <p:cNvPr id="11" name="Answer 3 زٌ" descr="ز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زَ + نۡ" descr="ز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زَ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شَجَرَةً" descr="شَجَرَةً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شَجَرَةً</a:t>
            </a:r>
          </a:p>
        </p:txBody>
      </p:sp>
      <p:sp>
        <p:nvSpPr>
          <p:cNvPr id="10" name="Answer 2 شَجَرَةٌ" descr="شَجَرَة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شَجَرَةٌ</a:t>
            </a:r>
          </a:p>
        </p:txBody>
      </p:sp>
      <p:sp>
        <p:nvSpPr>
          <p:cNvPr id="11" name="Answer 3 شَجَرَةٍ" descr="شَجَرَة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شَجَرَةٍ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شَجَرَةٍ" descr="شَجَرَة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شَجَرَةٍ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شًا" descr="ش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0" name="Answer 2 شٍ" descr="شٍ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شٍ</a:t>
            </a:r>
          </a:p>
        </p:txBody>
      </p:sp>
      <p:sp>
        <p:nvSpPr>
          <p:cNvPr id="11" name="Answer 3 شٌ" descr="ش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شٌ" descr="ش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5" descr="Pizza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Pizza is ready!" descr="Pizza is ready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FB57A"/>
                </a:solidFill>
                <a:latin typeface="Arial"/>
                <a:cs typeface="Arial"/>
              </a:rPr>
              <a:t>Pizza is ready!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ذًا" descr="ذ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ذًا</a:t>
            </a:r>
          </a:p>
        </p:txBody>
      </p:sp>
      <p:sp>
        <p:nvSpPr>
          <p:cNvPr id="10" name="Answer 2 ذٌ" descr="ذ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ذٌ</a:t>
            </a:r>
          </a:p>
        </p:txBody>
      </p:sp>
      <p:sp>
        <p:nvSpPr>
          <p:cNvPr id="11" name="Answer 3 ذٍ" descr="ذ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ذٍ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ذٍ" descr="ذ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فَتۡحَتَانِ" descr="فَتۡحَتَان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10" name="Answer 2 كَسۡرَتَانِ" descr="كَسۡرَتَانِ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11" name="Answer 3 ضَمَّتَانِ" descr="ضَمَّتَان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5" name="Find رٌ" descr="ر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زًا" descr="ز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زًا</a:t>
            </a:r>
          </a:p>
        </p:txBody>
      </p:sp>
      <p:sp>
        <p:nvSpPr>
          <p:cNvPr id="10" name="Answer 2 زٍ" descr="ز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زٍ</a:t>
            </a:r>
          </a:p>
        </p:txBody>
      </p:sp>
      <p:sp>
        <p:nvSpPr>
          <p:cNvPr id="11" name="Answer 3 زٌ" descr="ز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زٌ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زَ + نۡ" descr="ز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زَ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شَجَرَةً" descr="شَجَرَةً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شَجَرَةً</a:t>
            </a:r>
          </a:p>
        </p:txBody>
      </p:sp>
      <p:sp>
        <p:nvSpPr>
          <p:cNvPr id="10" name="Answer 2 شَجَرَةٌ" descr="شَجَرَة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شَجَرَةٌ</a:t>
            </a:r>
          </a:p>
        </p:txBody>
      </p:sp>
      <p:sp>
        <p:nvSpPr>
          <p:cNvPr id="11" name="Answer 3 شَجَرَةٍ" descr="شَجَرَة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شَجَرَةٍ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شَجَرَةٍ" descr="شَجَرَة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شَجَرَةٍ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شًا" descr="ش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0" name="Answer 2 شٍ" descr="شٍ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شٍ</a:t>
            </a:r>
          </a:p>
        </p:txBody>
      </p:sp>
      <p:sp>
        <p:nvSpPr>
          <p:cNvPr id="11" name="Answer 3 شٌ" descr="ش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شٌ" descr="ش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سٍ" descr="س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سٍ</a:t>
            </a:r>
          </a:p>
        </p:txBody>
      </p:sp>
      <p:sp>
        <p:nvSpPr>
          <p:cNvPr id="11" name="Answer 2 سًا" descr="سً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سًا</a:t>
            </a:r>
          </a:p>
        </p:txBody>
      </p:sp>
      <p:sp>
        <p:nvSpPr>
          <p:cNvPr id="12" name="Answer 3 سٌ" descr="سٌ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سَ + نۡ" descr="س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سَ + نۡ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نَهۡرٍ" descr="نَهۡر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نَهۡرٍ</a:t>
            </a:r>
          </a:p>
        </p:txBody>
      </p:sp>
      <p:sp>
        <p:nvSpPr>
          <p:cNvPr id="11" name="Answer 2 نَهۡرًا" descr="نَهۡرً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نَهۡرًا</a:t>
            </a:r>
          </a:p>
        </p:txBody>
      </p:sp>
      <p:sp>
        <p:nvSpPr>
          <p:cNvPr id="12" name="Answer 3 نَهۡرٌ" descr="نَهۡرٌ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نَهۡرٌ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نَهۡرًا" descr="نَهۡر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نَهۡرًا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صٍ" descr="ص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11" name="Answer 2 صٌ" descr="صٌ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12" name="Answer 3 صًا" descr="صًا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صًا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صٌ" descr="ص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ضِي" descr="ضِي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1" name="Answer 2 ضِ" descr="ضِ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2" name="Answer 3 ضٍ" descr="ضٍ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ضٍ" descr="ض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طٍ" descr="ط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طٍ</a:t>
            </a:r>
          </a:p>
        </p:txBody>
      </p:sp>
      <p:sp>
        <p:nvSpPr>
          <p:cNvPr id="11" name="Answer 2 طًا" descr="طً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طًا</a:t>
            </a:r>
          </a:p>
        </p:txBody>
      </p:sp>
      <p:sp>
        <p:nvSpPr>
          <p:cNvPr id="12" name="Answer 3 طٌ" descr="طٌ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طٌ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طٍ" descr="ط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طٍ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one 6"/>
          <p:cNvSpPr/>
          <p:nvPr/>
        </p:nvSpPr>
        <p:spPr>
          <a:xfrm>
            <a:off x="1968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826000"/>
            <a:ext cx="1905000" cy="1270000"/>
          </a:xfrm>
          <a:prstGeom prst="rect">
            <a:avLst/>
          </a:prstGeom>
        </p:spPr>
      </p:pic>
      <p:sp>
        <p:nvSpPr>
          <p:cNvPr id="11" name="Home sweet home!" descr="Home sweet home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Home sweet home!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سٍ" descr="س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سٍ</a:t>
            </a:r>
          </a:p>
        </p:txBody>
      </p:sp>
      <p:sp>
        <p:nvSpPr>
          <p:cNvPr id="11" name="Answer 2 سًا" descr="سً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سًا</a:t>
            </a:r>
          </a:p>
        </p:txBody>
      </p:sp>
      <p:sp>
        <p:nvSpPr>
          <p:cNvPr id="12" name="Answer 3 سٌ" descr="سٌ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6" name="Find سَ + نۡ" descr="س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سَ + نۡ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نَهۡرٍ" descr="نَهۡر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نَهۡرٍ</a:t>
            </a:r>
          </a:p>
        </p:txBody>
      </p:sp>
      <p:sp>
        <p:nvSpPr>
          <p:cNvPr id="11" name="Answer 2 نَهۡرًا" descr="نَهۡرً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نَهۡرًا</a:t>
            </a:r>
          </a:p>
        </p:txBody>
      </p:sp>
      <p:sp>
        <p:nvSpPr>
          <p:cNvPr id="12" name="Answer 3 نَهۡرٌ" descr="نَهۡرٌ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نَهۡرًا" descr="نَهۡر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نَهۡرًا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صٍ" descr="ص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11" name="Answer 2 صٌ" descr="صٌ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12" name="Answer 3 صًا" descr="صًا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صًا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صٌ" descr="ص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ضِي" descr="ضِي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11" name="Answer 2 ضِ" descr="ضِ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12" name="Answer 3 ضٍ" descr="ضٍ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ضٍ" descr="ض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طٍ" descr="ط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طٍ</a:t>
            </a:r>
          </a:p>
        </p:txBody>
      </p:sp>
      <p:sp>
        <p:nvSpPr>
          <p:cNvPr id="11" name="Answer 2 طًا" descr="طًا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طًا</a:t>
            </a:r>
          </a:p>
        </p:txBody>
      </p:sp>
      <p:sp>
        <p:nvSpPr>
          <p:cNvPr id="12" name="Answer 3 طٌ" descr="طٌ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طٌ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طٍ" descr="ط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طٍ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ضٌ" descr="ض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ضٍ" descr="ض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ضٍ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ضًا" descr="ض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ضٌ" descr="ض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طُ" descr="ط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طٌ" descr="ط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طُو" descr="طُو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طٌ" descr="ط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طٌ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ظٍ" descr="ظ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ظٍ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ظًا" descr="ظًا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ظًا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ظٌ" descr="ظٌ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ظٌ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ظٌ" descr="ظ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ظٌ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كَسۡرَتَانِ" descr="كَسۡرَتَانِ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ضَمَّتَانِ" descr="ضَمَّتَانِ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فَتۡحَتَانِ" descr="فَتۡحَتَانِ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3" name="Find عٌ" descr="ع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عٌ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غٍ" descr="غ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غٍ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غًا" descr="غً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غًا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غٌ" descr="غٌ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غٌ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3" name="Find غِ + نۡ" descr="غ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غِ + نۡ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5" descr="Honey ja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sp>
        <p:nvSpPr>
          <p:cNvPr id="5" name="Yummy honey!" descr="Yummy honey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 honey!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ضٌ" descr="ض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ضٍ" descr="ض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ضٍ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ضًا" descr="ض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ضًا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ضٌ" descr="ض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طُ" descr="طُ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طٌ" descr="ط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طُو" descr="طُو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طُو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طٌ" descr="ط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طٌ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ظٍ" descr="ظ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ظٍ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ظًا" descr="ظًا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ظًا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ظٌ" descr="ظٌ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ظٌ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ظٌ" descr="ظ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ظٌ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كَسۡرَتَانِ" descr="كَسۡرَتَانِ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ضَمَّتَانِ" descr="ضَمَّتَانِ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فَتۡحَتَانِ" descr="فَتۡحَتَانِ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4" name="Find عٌ" descr="ع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عٌ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غٍ" descr="غ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غٍ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غًا" descr="غً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غًا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غٌ" descr="غٌ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غٌ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غِ + نۡ" descr="غ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غِ + نۡ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عٍ" descr="ع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عٍ</a:t>
            </a:r>
          </a:p>
        </p:txBody>
      </p:sp>
      <p:sp>
        <p:nvSpPr>
          <p:cNvPr id="7" name="Answer 2 عٌ" descr="عٌ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عٌ</a:t>
            </a:r>
          </a:p>
        </p:txBody>
      </p:sp>
      <p:sp>
        <p:nvSpPr>
          <p:cNvPr id="8" name="Answer 3 عًا" descr="عًا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عًا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عٌ" descr="ع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عٌ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فَتۡحَتَانِ" descr="فَتۡحَتَانِ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7" name="Answer 2 ضَمَّتَانِ" descr="ضَمَّتَانِ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sp>
        <p:nvSpPr>
          <p:cNvPr id="8" name="Answer 3 كَسۡرَتَانِ" descr="كَسۡرَتَانِ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1" name="Find غٌ" descr="غ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غٌ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فًا" descr="فً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فًا</a:t>
            </a:r>
          </a:p>
        </p:txBody>
      </p:sp>
      <p:sp>
        <p:nvSpPr>
          <p:cNvPr id="7" name="Answer 2 فٌ" descr="فٌ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فٌ</a:t>
            </a:r>
          </a:p>
        </p:txBody>
      </p:sp>
      <p:sp>
        <p:nvSpPr>
          <p:cNvPr id="8" name="Answer 3 فٍ" descr="فٍ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فٍ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1" name="Find فِ + نۡ" descr="ف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فِ + نۡ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سَحَابًا" descr="سَحَابً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سَحَابًا</a:t>
            </a:r>
          </a:p>
        </p:txBody>
      </p:sp>
      <p:sp>
        <p:nvSpPr>
          <p:cNvPr id="7" name="Answer 2 سَحَابٍ" descr="سَحَاب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سَحَابٍ</a:t>
            </a:r>
          </a:p>
        </p:txBody>
      </p:sp>
      <p:sp>
        <p:nvSpPr>
          <p:cNvPr id="8" name="Answer 3 سَحَابٌ" descr="سَحَابٌ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سَحَابٌ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سَحَابٍ" descr="سَحَاب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سَحَابٍ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كٌ" descr="ك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كٌ</a:t>
            </a:r>
          </a:p>
        </p:txBody>
      </p:sp>
      <p:sp>
        <p:nvSpPr>
          <p:cNvPr id="7" name="Answer 2 كًا" descr="كًا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كًا</a:t>
            </a:r>
          </a:p>
        </p:txBody>
      </p:sp>
      <p:sp>
        <p:nvSpPr>
          <p:cNvPr id="8" name="Answer 3 كٍ" descr="كٍ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كٍ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كٌ" descr="ك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كٌ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1905000"/>
            <a:ext cx="1270000" cy="1365250"/>
          </a:xfrm>
          <a:prstGeom prst="rect">
            <a:avLst/>
          </a:prstGeom>
        </p:spPr>
      </p:pic>
      <p:sp>
        <p:nvSpPr>
          <p:cNvPr id="6" name="Bananas! Yum!" descr="Bananas! Yum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Bananas! Yum!</a:t>
            </a:r>
          </a:p>
        </p:txBody>
      </p:sp>
      <p:sp>
        <p:nvSpPr>
          <p:cNvPr id="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30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عٍ" descr="ع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عٍ</a:t>
            </a:r>
          </a:p>
        </p:txBody>
      </p:sp>
      <p:sp>
        <p:nvSpPr>
          <p:cNvPr id="7" name="Answer 2 عٌ" descr="عٌ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عٌ</a:t>
            </a:r>
          </a:p>
        </p:txBody>
      </p:sp>
      <p:sp>
        <p:nvSpPr>
          <p:cNvPr id="8" name="Answer 3 عًا" descr="عًا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عًا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عٌ" descr="ع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عٌ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فَتۡحَتَانِ" descr="فَتۡحَتَانِ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7" name="Answer 2 ضَمَّتَانِ" descr="ضَمَّتَانِ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sp>
        <p:nvSpPr>
          <p:cNvPr id="8" name="Answer 3 كَسۡرَتَانِ" descr="كَسۡرَتَانِ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2" name="Find غٌ" descr="غ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غٌ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فًا" descr="فً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فًا</a:t>
            </a:r>
          </a:p>
        </p:txBody>
      </p:sp>
      <p:sp>
        <p:nvSpPr>
          <p:cNvPr id="7" name="Answer 2 فٌ" descr="فٌ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فٌ</a:t>
            </a:r>
          </a:p>
        </p:txBody>
      </p:sp>
      <p:sp>
        <p:nvSpPr>
          <p:cNvPr id="8" name="Answer 3 فٍ" descr="فٍ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فٍ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2" name="Find فِ + نۡ" descr="ف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فِ + نۡ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سَحَابًا" descr="سَحَابً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سَحَابًا</a:t>
            </a:r>
          </a:p>
        </p:txBody>
      </p:sp>
      <p:sp>
        <p:nvSpPr>
          <p:cNvPr id="7" name="Answer 2 سَحَابٍ" descr="سَحَاب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سَحَابٍ</a:t>
            </a:r>
          </a:p>
        </p:txBody>
      </p:sp>
      <p:sp>
        <p:nvSpPr>
          <p:cNvPr id="8" name="Answer 3 سَحَابٌ" descr="سَحَابٌ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سَحَابٌ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سَحَابٍ" descr="سَحَاب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سَحَابٍ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كٌ" descr="ك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كٌ</a:t>
            </a:r>
          </a:p>
        </p:txBody>
      </p:sp>
      <p:sp>
        <p:nvSpPr>
          <p:cNvPr id="7" name="Answer 2 كًا" descr="كًا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كًا</a:t>
            </a:r>
          </a:p>
        </p:txBody>
      </p:sp>
      <p:sp>
        <p:nvSpPr>
          <p:cNvPr id="8" name="Answer 3 كٍ" descr="كٍ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كٍ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كٌ" descr="ك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كٌ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lock Tower (class game)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8A6CF0"/>
                </a:solidFill>
                <a:latin typeface="Arial"/>
                <a:cs typeface="Arial"/>
              </a:rPr>
              <a:t>How to play: Block Tower (class game)</a:t>
            </a:r>
          </a:p>
        </p:txBody>
      </p:sp>
      <p:sp>
        <p:nvSpPr>
          <p:cNvPr id="5" name="Line 1" descr="1.  Two teams: Red and Blue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1.  Two teams: Red and Blue.</a:t>
            </a:r>
          </a:p>
        </p:txBody>
      </p:sp>
      <p:sp>
        <p:nvSpPr>
          <p:cNvPr id="6" name="Line 2" descr="2.  Read the word, then tap your team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2.  Read the word, then tap your team.</a:t>
            </a:r>
          </a:p>
        </p:txBody>
      </p:sp>
      <p:sp>
        <p:nvSpPr>
          <p:cNvPr id="7" name="Line 3" descr="3.  First tower of 5 blocks win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3.  First tower of 5 blocks wins!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750" y="2095500"/>
            <a:ext cx="1587500" cy="1905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طَرٍ" descr="مَطَ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مَطَرٍ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نَهۡرٍ" descr="نَهۡ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شَجَرَةٌ" descr="شَجَرَة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شَجَرَةٌ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طَعَامٌ" descr="طَعَام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طَعَامٌ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جَبَلٌ" descr="جَبَل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جَبَلٌ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نَهۡرٍ" descr="نَهۡ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شَجَرَةٌ" descr="شَجَرَة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شَجَرَةٌ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طَعَامٌ" descr="طَعَام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طَعَامٌ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جَبَلٌ" descr="جَبَل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جَبَلٌ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دۡرَسَةٌ" descr="مَدۡرَسَة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شَجَرَةٌ" descr="شَجَرَة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شَجَرَةٌ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طَعَامٌ" descr="طَعَام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طَعَامٌ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جَبَلٌ" descr="جَبَل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جَبَلٌ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دۡرَسَةٌ" descr="مَدۡرَسَة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كۡتَبَةً" descr="مَكۡتَبَةً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مَكۡتَبَةً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طَعَامٌ" descr="طَعَام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طَعَامٌ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جَبَلٌ" descr="جَبَل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جَبَلٌ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دۡرَسَةٌ" descr="مَدۡرَسَة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كۡتَبَةً" descr="مَكۡتَبَةً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مَكۡتَبَةً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نُورٍ" descr="نُو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نُورٍ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جَبَلٌ" descr="جَبَل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جَبَلٌ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دۡرَسَةٌ" descr="مَدۡرَسَة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مَدۡرَسَةٌ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كۡتَبَةً" descr="مَكۡتَبَةً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8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مَكۡتَبَةً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نُورٍ" descr="نُو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نُورٍ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عِنَبٍ" descr="عِنَب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عِنَبٍ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قًا" descr="قً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قًا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قٍ" descr="قٍ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قٍ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قٌ" descr="قٌ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قٌ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6" name="Find قِ + نۡ" descr="ق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قِ + نۡ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شَجَرٌ" descr="شَجَرٌ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شَجَرٌ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شَجَرٍ" descr="شَجَرٍ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شَجَرٍ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شَجَرًا" descr="شَجَر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شَجَرًا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شَجَرًا" descr="شَجَر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شَجَرًا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لٍ" descr="ل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لٍ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لٌ" descr="ل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لًا" descr="لًا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لًا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لٌ" descr="ل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مَا" descr="مَ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مًا" descr="مًا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مًا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مَ" descr="مَ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مًا" descr="م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هٌ" descr="هٌ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هٌ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هًا" descr="هًا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هًا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هٍ" descr="هٍ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هٍ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هٌ" descr="ه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" descr="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pic>
        <p:nvPicPr>
          <p:cNvPr id="9" name="Dart" descr="D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94000"/>
            <a:ext cx="1397000" cy="444500"/>
          </a:xfrm>
          <a:prstGeom prst="rect">
            <a:avLst/>
          </a:prstGeom>
        </p:spPr>
      </p:pic>
      <p:sp>
        <p:nvSpPr>
          <p:cNvPr id="10" name="Champion!" descr="Champion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FB57A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قًا" descr="قً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قًا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قٍ" descr="قٍ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قٍ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قٌ" descr="قٌ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قٌ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قِ + نۡ" descr="ق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قِ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شَجَرٌ" descr="شَجَرٌ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شَجَرٌ</a:t>
            </a:r>
          </a:p>
        </p:txBody>
      </p:sp>
      <p:pic>
        <p:nvPicPr>
          <p:cNvPr id="10" name="Board 2" descr="Board 2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شَجَرٍ" descr="شَجَرٍ">
            <a:hlinkClick action="ppaction://hlinksldjump" r:id="rId4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شَجَرٍ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شَجَرًا" descr="شَجَر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شَجَرًا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شَجَرًا" descr="شَجَر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شَجَرًا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لٍ" descr="ل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لٍ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لٌ" descr="ل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لًا" descr="لًا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لًا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لٌ" descr="ل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مَا" descr="مَ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مًا" descr="مًا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مًا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مَ" descr="مَ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مًا" descr="م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هٌ" descr="هٌ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هٌ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هًا" descr="هًا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هًا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هٍ" descr="هٍ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هٍ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هٌ" descr="ه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مًا" descr="مً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مًا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مٍ" descr="م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مٍ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مٌ" descr="مٌ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مٍ" descr="م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مٍ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هِي" descr="هِي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هِي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هٍ" descr="ه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هٍ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هِ" descr="هِ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هٍ" descr="ه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هٍ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وًا" descr="وً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وًا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وٌ" descr="وٌ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وٌ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وٍ" descr="وٍ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وٍ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وٌ" descr="و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وٌ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ضَمَّتَانِ" descr="ضَمَّتَانِ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pic>
        <p:nvPicPr>
          <p:cNvPr id="12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فَتۡحَتَانِ" descr="فَتۡحَتَانِ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كَسۡرَتَانِ" descr="كَسۡرَتَانِ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9" name="Find بٍ" descr="ب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تٍ" descr="تٍ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تٍ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تًا" descr="تًا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تًا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تٌ" descr="تٌ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9" name="Find تَ + نۡ" descr="ت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تَ + نۡ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sp>
        <p:nvSpPr>
          <p:cNvPr id="10" name="What a player!" descr="What a player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What a player!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مًا" descr="مً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مًا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مٍ" descr="م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مٍ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مٌ" descr="مٌ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مٍ" descr="م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مٍ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هِي" descr="هِي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هِي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هٍ" descr="ه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هٍ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هِ" descr="هِ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هِ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هٍ" descr="ه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هٍ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وًا" descr="وً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وًا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وٌ" descr="وٌ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وٌ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وٍ" descr="وٍ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وٍ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وٌ" descr="و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وٌ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ضَمَّتَانِ" descr="ضَمَّتَانِ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فَتۡحَتَانِ" descr="فَتۡحَتَانِ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كَسۡرَتَانِ" descr="كَسۡرَتَانِ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8" name="Find بٍ" descr="ب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تٍ" descr="تٍ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تٍ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تًا" descr="تًا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تًا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تٌ" descr="تٌ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8" name="Find تَ + نۡ" descr="ت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تَ + نۡ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بٌ" descr="ب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0" name="Answer 2 بًا" descr="بً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1" name="Answer 3 بٍ" descr="ب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ٍ" descr="ب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فَتۡحَتَانِ" descr="فَتۡحَتَان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10" name="Answer 2 ضَمَّتَانِ" descr="ضَمَّتَان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sp>
        <p:nvSpPr>
          <p:cNvPr id="11" name="Answer 3 كَسۡرَتَانِ" descr="كَسۡرَتَان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4" name="Find تٌ" descr="ت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ثٍ" descr="ث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ثٍ</a:t>
            </a:r>
          </a:p>
        </p:txBody>
      </p:sp>
      <p:sp>
        <p:nvSpPr>
          <p:cNvPr id="10" name="Answer 2 ثٌ" descr="ث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ثٌ</a:t>
            </a:r>
          </a:p>
        </p:txBody>
      </p:sp>
      <p:sp>
        <p:nvSpPr>
          <p:cNvPr id="11" name="Answer 3 ثًا" descr="ث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ثًا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ثَ + نۡ" descr="ث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ثَ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نُورٍ" descr="نُور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نُورٍ</a:t>
            </a:r>
          </a:p>
        </p:txBody>
      </p:sp>
      <p:sp>
        <p:nvSpPr>
          <p:cNvPr id="10" name="Answer 2 نُورًا" descr="نُور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نُورًا</a:t>
            </a:r>
          </a:p>
        </p:txBody>
      </p:sp>
      <p:sp>
        <p:nvSpPr>
          <p:cNvPr id="11" name="Answer 3 نُورٌ" descr="نُور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نُورٍ" descr="نُور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نُورٍ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يٌ" descr="ي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يٌ</a:t>
            </a:r>
          </a:p>
        </p:txBody>
      </p:sp>
      <p:sp>
        <p:nvSpPr>
          <p:cNvPr id="10" name="Answer 2 يٍ" descr="ي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يٍ</a:t>
            </a:r>
          </a:p>
        </p:txBody>
      </p:sp>
      <p:sp>
        <p:nvSpPr>
          <p:cNvPr id="11" name="Answer 3 يًا" descr="يًا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يًا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يٍ" descr="ي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5" descr="Flowe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Beautiful!" descr="Beautiful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Beautiful!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بٌ" descr="ب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0" name="Answer 2 بًا" descr="بً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1" name="Answer 3 بٍ" descr="ب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بٍ" descr="ب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فَتۡحَتَانِ" descr="فَتۡحَتَان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10" name="Answer 2 ضَمَّتَانِ" descr="ضَمَّتَان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sp>
        <p:nvSpPr>
          <p:cNvPr id="11" name="Answer 3 كَسۡرَتَانِ" descr="كَسۡرَتَانِ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5" name="Find تٌ" descr="ت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ثٍ" descr="ث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ثٍ</a:t>
            </a:r>
          </a:p>
        </p:txBody>
      </p:sp>
      <p:sp>
        <p:nvSpPr>
          <p:cNvPr id="10" name="Answer 2 ثٌ" descr="ث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ثٌ</a:t>
            </a:r>
          </a:p>
        </p:txBody>
      </p:sp>
      <p:sp>
        <p:nvSpPr>
          <p:cNvPr id="11" name="Answer 3 ثًا" descr="ث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ثًا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ثَ + نۡ" descr="ث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ثَ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نُورٍ" descr="نُور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نُورٍ</a:t>
            </a:r>
          </a:p>
        </p:txBody>
      </p:sp>
      <p:sp>
        <p:nvSpPr>
          <p:cNvPr id="10" name="Answer 2 نُورًا" descr="نُورًا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نُورًا</a:t>
            </a:r>
          </a:p>
        </p:txBody>
      </p:sp>
      <p:sp>
        <p:nvSpPr>
          <p:cNvPr id="11" name="Answer 3 نُورٌ" descr="نُور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نُورٌ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نُورٍ" descr="نُور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نُورٍ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يٌ" descr="ي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يٌ</a:t>
            </a:r>
          </a:p>
        </p:txBody>
      </p:sp>
      <p:sp>
        <p:nvSpPr>
          <p:cNvPr id="10" name="Answer 2 يٍ" descr="ي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يٍ</a:t>
            </a:r>
          </a:p>
        </p:txBody>
      </p:sp>
      <p:sp>
        <p:nvSpPr>
          <p:cNvPr id="11" name="Answer 3 يًا" descr="يًا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يًا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يٍ" descr="ي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نٌ" descr="ن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10" name="Answer 2 نٍ" descr="ن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نٍ</a:t>
            </a:r>
          </a:p>
        </p:txBody>
      </p:sp>
      <p:sp>
        <p:nvSpPr>
          <p:cNvPr id="11" name="Answer 3 نًا" descr="نًا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نًا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نِ + نۡ" descr="ن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نِ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بَيۡتًا" descr="بَيۡت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بَيۡتًا</a:t>
            </a:r>
          </a:p>
        </p:txBody>
      </p:sp>
      <p:sp>
        <p:nvSpPr>
          <p:cNvPr id="10" name="Answer 2 بَيۡتٍ" descr="بَيۡت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بَيۡتٍ</a:t>
            </a:r>
          </a:p>
        </p:txBody>
      </p:sp>
      <p:sp>
        <p:nvSpPr>
          <p:cNvPr id="11" name="Answer 3 بَيۡتٌ" descr="بَيۡت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َيۡتًا" descr="بَيۡت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بَيۡتًا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جٍ" descr="ج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جٍ</a:t>
            </a:r>
          </a:p>
        </p:txBody>
      </p:sp>
      <p:sp>
        <p:nvSpPr>
          <p:cNvPr id="10" name="Answer 2 جٌ" descr="ج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جٌ</a:t>
            </a:r>
          </a:p>
        </p:txBody>
      </p:sp>
      <p:sp>
        <p:nvSpPr>
          <p:cNvPr id="11" name="Answer 3 جًا" descr="جًا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جًا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جٌ" descr="ج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حِ" descr="ح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0" name="Answer 2 حٍ" descr="ح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11" name="Answer 3 حِي" descr="حِي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حٍ" descr="ح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خًا" descr="خ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10" name="Answer 2 خٌ" descr="خ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خٌ</a:t>
            </a:r>
          </a:p>
        </p:txBody>
      </p:sp>
      <p:sp>
        <p:nvSpPr>
          <p:cNvPr id="11" name="Answer 3 خٍ" descr="خ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خٍ" descr="خ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5" descr="Pizza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Pizza is ready!" descr="Pizza is ready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FB57A"/>
                </a:solidFill>
                <a:latin typeface="Arial"/>
                <a:cs typeface="Arial"/>
              </a:rPr>
              <a:t>Pizza is ready!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نٌ" descr="نٌ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sp>
        <p:nvSpPr>
          <p:cNvPr id="10" name="Answer 2 نٍ" descr="ن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نٍ</a:t>
            </a:r>
          </a:p>
        </p:txBody>
      </p:sp>
      <p:sp>
        <p:nvSpPr>
          <p:cNvPr id="11" name="Answer 3 نًا" descr="نًا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نًا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نِ + نۡ" descr="ن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نِ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بَيۡتًا" descr="بَيۡت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بَيۡتًا</a:t>
            </a:r>
          </a:p>
        </p:txBody>
      </p:sp>
      <p:sp>
        <p:nvSpPr>
          <p:cNvPr id="10" name="Answer 2 بَيۡتٍ" descr="بَيۡت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بَيۡتٍ</a:t>
            </a:r>
          </a:p>
        </p:txBody>
      </p:sp>
      <p:sp>
        <p:nvSpPr>
          <p:cNvPr id="11" name="Answer 3 بَيۡتٌ" descr="بَيۡت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بَيۡتًا" descr="بَيۡت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بَيۡتًا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جٍ" descr="ج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جٍ</a:t>
            </a:r>
          </a:p>
        </p:txBody>
      </p:sp>
      <p:sp>
        <p:nvSpPr>
          <p:cNvPr id="10" name="Answer 2 جٌ" descr="ج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جٌ</a:t>
            </a:r>
          </a:p>
        </p:txBody>
      </p:sp>
      <p:sp>
        <p:nvSpPr>
          <p:cNvPr id="11" name="Answer 3 جًا" descr="جًا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جًا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جٌ" descr="ج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حِ" descr="ح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</a:t>
            </a:r>
          </a:p>
        </p:txBody>
      </p:sp>
      <p:sp>
        <p:nvSpPr>
          <p:cNvPr id="10" name="Answer 2 حٍ" descr="ح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11" name="Answer 3 حِي" descr="حِي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حِي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حٍ" descr="ح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خًا" descr="خ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10" name="Answer 2 خٌ" descr="خ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خٌ</a:t>
            </a:r>
          </a:p>
        </p:txBody>
      </p:sp>
      <p:sp>
        <p:nvSpPr>
          <p:cNvPr id="11" name="Answer 3 خٍ" descr="خ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خٍ" descr="خ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حًا" descr="حًا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11" name="Answer 2 حٌ" descr="حٌ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2" name="Answer 3 حٍ" descr="حٍ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حًا" descr="ح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خَ" descr="خَ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1" name="Answer 2 خَا" descr="خَا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12" name="Answer 3 خًا" descr="خًا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خًا" descr="خ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دٌ" descr="د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11" name="Answer 2 دٍ" descr="دٍ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دٍ</a:t>
            </a:r>
          </a:p>
        </p:txBody>
      </p:sp>
      <p:sp>
        <p:nvSpPr>
          <p:cNvPr id="12" name="Answer 3 دًا" descr="دًا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دًا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دًا" descr="د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دًا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كَسۡرَتَانِ" descr="كَسۡرَتَانِ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11" name="Answer 2 فَتۡحَتَانِ" descr="فَتۡحَتَانِ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12" name="Answer 3 ضَمَّتَانِ" descr="ضَمَّتَانِ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5" name="Find ذٍ" descr="ذ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ذٍ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رًا" descr="رًا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رًا</a:t>
            </a:r>
          </a:p>
        </p:txBody>
      </p:sp>
      <p:sp>
        <p:nvSpPr>
          <p:cNvPr id="11" name="Answer 2 رٍ" descr="رٍ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رٍ</a:t>
            </a:r>
          </a:p>
        </p:txBody>
      </p:sp>
      <p:sp>
        <p:nvSpPr>
          <p:cNvPr id="12" name="Answer 3 رٌ" descr="رٌ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رُ + نۡ" descr="ر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رُ + نۡ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one 6"/>
          <p:cNvSpPr/>
          <p:nvPr/>
        </p:nvSpPr>
        <p:spPr>
          <a:xfrm>
            <a:off x="1968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826000"/>
            <a:ext cx="1905000" cy="1270000"/>
          </a:xfrm>
          <a:prstGeom prst="rect">
            <a:avLst/>
          </a:prstGeom>
        </p:spPr>
      </p:pic>
      <p:sp>
        <p:nvSpPr>
          <p:cNvPr id="11" name="Home sweet home!" descr="Home sweet home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Home sweet home!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حًا" descr="حًا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11" name="Answer 2 حٌ" descr="حٌ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12" name="Answer 3 حٍ" descr="حٍ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حًا" descr="ح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خَ" descr="خَ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خَ</a:t>
            </a:r>
          </a:p>
        </p:txBody>
      </p:sp>
      <p:sp>
        <p:nvSpPr>
          <p:cNvPr id="11" name="Answer 2 خَا" descr="خَا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خَا</a:t>
            </a:r>
          </a:p>
        </p:txBody>
      </p:sp>
      <p:sp>
        <p:nvSpPr>
          <p:cNvPr id="12" name="Answer 3 خًا" descr="خًا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خًا" descr="خ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دٌ" descr="د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11" name="Answer 2 دٍ" descr="دٍ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دٍ</a:t>
            </a:r>
          </a:p>
        </p:txBody>
      </p:sp>
      <p:sp>
        <p:nvSpPr>
          <p:cNvPr id="12" name="Answer 3 دًا" descr="دًا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دًا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دًا" descr="د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دًا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كَسۡرَتَانِ" descr="كَسۡرَتَانِ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11" name="Answer 2 فَتۡحَتَانِ" descr="فَتۡحَتَانِ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12" name="Answer 3 ضَمَّتَانِ" descr="ضَمَّتَانِ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6" name="Find ذٍ" descr="ذ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ذٍ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رًا" descr="رًا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رًا</a:t>
            </a:r>
          </a:p>
        </p:txBody>
      </p:sp>
      <p:sp>
        <p:nvSpPr>
          <p:cNvPr id="11" name="Answer 2 رٍ" descr="رٍ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رٍ</a:t>
            </a:r>
          </a:p>
        </p:txBody>
      </p:sp>
      <p:sp>
        <p:nvSpPr>
          <p:cNvPr id="12" name="Answer 3 رٌ" descr="رٌ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6" name="Find رُ + نۡ" descr="ر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رُ + نۡ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ذٌ" descr="ذ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ذٍ" descr="ذ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ذٍ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ذًا" descr="ذًا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ذًا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ذٍ" descr="ذ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ذٍ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كَسۡرَتَانِ" descr="كَسۡرَتَانِ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ضَمَّتَانِ" descr="ضَمَّتَانِ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فَتۡحَتَانِ" descr="فَتۡحَتَانِ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3" name="Find رٌ" descr="ر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زًا" descr="ز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زًا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زٌ" descr="ز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زٌ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زٍ" descr="زٍ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زٍ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3" name="Find زُ + نۡ" descr="ز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زُ + نۡ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بَلَدًا" descr="بَلَد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بَلَدًا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بَلَدٍ" descr="بَلَد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بَلَدٍ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بَلَدٌ" descr="بَلَدٌ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بَلَدٌ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بَلَدٍ" descr="بَلَد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بَلَدٍ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شٌ" descr="ش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شٍ" descr="ش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شٍ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شًا" descr="ش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شٌ" descr="ش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5" descr="Honey ja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sp>
        <p:nvSpPr>
          <p:cNvPr id="5" name="Yummy honey!" descr="Yummy honey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 honey!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ذٌ" descr="ذ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ذٍ" descr="ذ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ذٍ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ذًا" descr="ذًا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ذًا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ذٍ" descr="ذ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ذٍ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كَسۡرَتَانِ" descr="كَسۡرَتَانِ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ضَمَّتَانِ" descr="ضَمَّتَانِ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فَتۡحَتَانِ" descr="فَتۡحَتَانِ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4" name="Find رٌ" descr="ر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زًا" descr="ز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زًا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زٌ" descr="ز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زٌ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زٍ" descr="زٍ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زٍ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زُ + نۡ" descr="زُ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زُ + نۡ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بَلَدًا" descr="بَلَد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بَلَدًا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بَلَدٍ" descr="بَلَد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بَلَدٍ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بَلَدٌ" descr="بَلَدٌ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بَلَدٌ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بَلَدٍ" descr="بَلَد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بَلَدٍ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شٌ" descr="ش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شٍ" descr="ش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شٍ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شًا" descr="ش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شًا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شٌ" descr="ش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شٌ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سًا" descr="سً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سًا</a:t>
            </a:r>
          </a:p>
        </p:txBody>
      </p:sp>
      <p:sp>
        <p:nvSpPr>
          <p:cNvPr id="7" name="Answer 2 سٌ" descr="سٌ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8" name="Answer 3 سٍ" descr="سٍ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سٍ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1" name="Find سِ + نۡ" descr="س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سِ + نۡ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عِنَبٌ" descr="عِنَب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عِنَبٌ</a:t>
            </a:r>
          </a:p>
        </p:txBody>
      </p:sp>
      <p:sp>
        <p:nvSpPr>
          <p:cNvPr id="7" name="Answer 2 عِنَبٍ" descr="عِنَب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عِنَبٍ</a:t>
            </a:r>
          </a:p>
        </p:txBody>
      </p:sp>
      <p:sp>
        <p:nvSpPr>
          <p:cNvPr id="8" name="Answer 3 عِنَبًا" descr="عِنَبًا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عِنَبًا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عِنَبٍ" descr="عِنَب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عِنَبٍ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صٍ" descr="ص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7" name="Answer 2 صًا" descr="صًا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صًا</a:t>
            </a:r>
          </a:p>
        </p:txBody>
      </p:sp>
      <p:sp>
        <p:nvSpPr>
          <p:cNvPr id="8" name="Answer 3 صٌ" descr="ص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صٍ" descr="ص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ضٍ" descr="ض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7" name="Answer 2 ضِي" descr="ضِي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8" name="Answer 3 ضِ" descr="ضِ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ضٍ" descr="ض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طٌ" descr="ط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طٌ</a:t>
            </a:r>
          </a:p>
        </p:txBody>
      </p:sp>
      <p:sp>
        <p:nvSpPr>
          <p:cNvPr id="7" name="Answer 2 طٍ" descr="ط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طٍ</a:t>
            </a:r>
          </a:p>
        </p:txBody>
      </p:sp>
      <p:sp>
        <p:nvSpPr>
          <p:cNvPr id="8" name="Answer 3 طًا" descr="طًا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طًا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طٍ" descr="ط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طٍ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1905000"/>
            <a:ext cx="1270000" cy="1365250"/>
          </a:xfrm>
          <a:prstGeom prst="rect">
            <a:avLst/>
          </a:prstGeom>
        </p:spPr>
      </p:pic>
      <p:sp>
        <p:nvSpPr>
          <p:cNvPr id="6" name="Bananas! Yum!" descr="Bananas! Yum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Bananas! Yum!</a:t>
            </a:r>
          </a:p>
        </p:txBody>
      </p:sp>
      <p:sp>
        <p:nvSpPr>
          <p:cNvPr id="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30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سًا" descr="سً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سًا</a:t>
            </a:r>
          </a:p>
        </p:txBody>
      </p:sp>
      <p:sp>
        <p:nvSpPr>
          <p:cNvPr id="7" name="Answer 2 سٌ" descr="سٌ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سٌ</a:t>
            </a:r>
          </a:p>
        </p:txBody>
      </p:sp>
      <p:sp>
        <p:nvSpPr>
          <p:cNvPr id="8" name="Answer 3 سٍ" descr="سٍ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سٍ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2" name="Find سِ + نۡ" descr="س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سِ + نۡ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عِنَبٌ" descr="عِنَب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عِنَبٌ</a:t>
            </a:r>
          </a:p>
        </p:txBody>
      </p:sp>
      <p:sp>
        <p:nvSpPr>
          <p:cNvPr id="7" name="Answer 2 عِنَبٍ" descr="عِنَب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عِنَبٍ</a:t>
            </a:r>
          </a:p>
        </p:txBody>
      </p:sp>
      <p:sp>
        <p:nvSpPr>
          <p:cNvPr id="8" name="Answer 3 عِنَبًا" descr="عِنَبًا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عِنَبًا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عِنَبٍ" descr="عِنَب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عِنَبٍ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صٍ" descr="ص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7" name="Answer 2 صًا" descr="صًا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صًا</a:t>
            </a:r>
          </a:p>
        </p:txBody>
      </p:sp>
      <p:sp>
        <p:nvSpPr>
          <p:cNvPr id="8" name="Answer 3 صٌ" descr="صٌ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صٌ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صٍ" descr="ص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صٍ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ضٍ" descr="ض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7" name="Answer 2 ضِي" descr="ضِي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ضِي</a:t>
            </a:r>
          </a:p>
        </p:txBody>
      </p:sp>
      <p:sp>
        <p:nvSpPr>
          <p:cNvPr id="8" name="Answer 3 ضِ" descr="ضِ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ضِ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ضٍ" descr="ض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طٌ" descr="ط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طٌ</a:t>
            </a:r>
          </a:p>
        </p:txBody>
      </p:sp>
      <p:sp>
        <p:nvSpPr>
          <p:cNvPr id="7" name="Answer 2 طٍ" descr="طٍ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طٍ</a:t>
            </a:r>
          </a:p>
        </p:txBody>
      </p:sp>
      <p:sp>
        <p:nvSpPr>
          <p:cNvPr id="8" name="Answer 3 طًا" descr="طًا">
            <a:hlinkClick action="ppaction://hlinksldjump" r:id="rId6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طًا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طٍ" descr="ط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طٍ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ضًا" descr="ضً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ضًا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ضٍ" descr="ضٍ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ضٍ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ضٌ" descr="ضٌ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ضٍ" descr="ض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1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طًا" descr="طً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طًا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طَ" descr="طَ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طَا" descr="طَ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طًا" descr="ط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ظٍ" descr="ظ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ظٍ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ظًا" descr="ظًا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ظًا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ظٌ" descr="ظٌ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ظٌ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ظٍ" descr="ظ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كَسۡرَتَانِ" descr="كَسۡرَتَانِ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ضَمَّتَانِ" descr="ضَمَّتَانِ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فَتۡحَتَانِ" descr="فَتۡحَتَانِ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7" name="Find عٌ" descr="ع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غٍ" descr="غ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غٍ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غٌ" descr="غ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غٌ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غًا" descr="غ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غًا</a:t>
            </a:r>
          </a:p>
        </p:txBody>
      </p:sp>
      <p:sp>
        <p:nvSpPr>
          <p:cNvPr id="14" name="Bullseye" descr="Bullseye!"/>
          <p:cNvSpPr/>
          <p:nvPr/>
        </p:nvSpPr>
        <p:spPr>
          <a:xfrm>
            <a:off x="3556000" y="4826000"/>
            <a:ext cx="508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Bullseye!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غِ + نۡ" descr="غ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غِ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hu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" descr="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pic>
        <p:nvPicPr>
          <p:cNvPr id="9" name="Dart" descr="D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94000"/>
            <a:ext cx="1397000" cy="444500"/>
          </a:xfrm>
          <a:prstGeom prst="rect">
            <a:avLst/>
          </a:prstGeom>
        </p:spPr>
      </p:pic>
      <p:sp>
        <p:nvSpPr>
          <p:cNvPr id="10" name="Champion!" descr="Champion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2FB57A"/>
                </a:solidFill>
                <a:latin typeface="Arial"/>
                <a:cs typeface="Arial"/>
              </a:rPr>
              <a:t>Champion!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ضًا" descr="ضً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ضًا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ضٍ" descr="ضٍ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ضٍ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ضٌ" descr="ضٌ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ضٌ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ضٍ" descr="ض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طًا" descr="طًا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طًا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طَ" descr="طَ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طَا" descr="طَ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طَا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طًا" descr="ط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طًا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ظٍ" descr="ظ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ظٍ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ظًا" descr="ظًا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ظًا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ظٌ" descr="ظٌ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ظٌ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ظٍ" descr="ظ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ظٍ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كَسۡرَتَانِ" descr="كَسۡرَتَانِ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ضَمَّتَانِ" descr="ضَمَّتَانِ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1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pic>
        <p:nvPicPr>
          <p:cNvPr id="12" name="Board 3" descr="Board 3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فَتۡحَتَانِ" descr="فَتۡحَتَانِ">
            <a:hlinkClick action="ppaction://hlinksldjump" r:id="rId4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7" name="Find عٌ" descr="ع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عٌ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Fair" descr="Fa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oard 1" descr="Board 1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905000"/>
            <a:ext cx="2286000" cy="2286000"/>
          </a:xfrm>
          <a:prstGeom prst="rect">
            <a:avLst/>
          </a:prstGeom>
        </p:spPr>
      </p:pic>
      <p:sp>
        <p:nvSpPr>
          <p:cNvPr id="9" name="Answer 1 غٍ" descr="غٍ">
            <a:hlinkClick action="ppaction://hlinksldjump" r:id="rId4"/>
          </p:cNvPr>
          <p:cNvSpPr/>
          <p:nvPr/>
        </p:nvSpPr>
        <p:spPr>
          <a:xfrm>
            <a:off x="8318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غٍ</a:t>
            </a:r>
          </a:p>
        </p:txBody>
      </p:sp>
      <p:pic>
        <p:nvPicPr>
          <p:cNvPr id="10" name="Board 2" descr="Board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905000"/>
            <a:ext cx="2286000" cy="2286000"/>
          </a:xfrm>
          <a:prstGeom prst="rect">
            <a:avLst/>
          </a:prstGeom>
        </p:spPr>
      </p:pic>
      <p:sp>
        <p:nvSpPr>
          <p:cNvPr id="11" name="Answer 2 غٌ" descr="غٌ">
            <a:hlinkClick action="ppaction://hlinksldjump" r:id="rId5"/>
          </p:cNvPr>
          <p:cNvSpPr/>
          <p:nvPr/>
        </p:nvSpPr>
        <p:spPr>
          <a:xfrm>
            <a:off x="5270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غٌ</a:t>
            </a:r>
          </a:p>
        </p:txBody>
      </p:sp>
      <p:pic>
        <p:nvPicPr>
          <p:cNvPr id="12" name="Board 3" descr="Board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905000"/>
            <a:ext cx="2286000" cy="2286000"/>
          </a:xfrm>
          <a:prstGeom prst="rect">
            <a:avLst/>
          </a:prstGeom>
        </p:spPr>
      </p:pic>
      <p:sp>
        <p:nvSpPr>
          <p:cNvPr id="13" name="Answer 3 غًا" descr="غًا">
            <a:hlinkClick action="ppaction://hlinksldjump" r:id="rId5"/>
          </p:cNvPr>
          <p:cNvSpPr/>
          <p:nvPr/>
        </p:nvSpPr>
        <p:spPr>
          <a:xfrm>
            <a:off x="2222500" y="2571750"/>
            <a:ext cx="1651000" cy="952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3FA7C9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200" b="1" lang="ar-SA">
                <a:solidFill>
                  <a:srgbClr val="2E2640"/>
                </a:solidFill>
                <a:latin typeface="Arial"/>
                <a:cs typeface="Arial"/>
              </a:rPr>
              <a:t>غًا</a:t>
            </a:r>
          </a:p>
        </p:txBody>
      </p:sp>
      <p:sp>
        <p:nvSpPr>
          <p:cNvPr id="14" name="Missed! Try again!" descr="Missed! Try again!"/>
          <p:cNvSpPr/>
          <p:nvPr/>
        </p:nvSpPr>
        <p:spPr>
          <a:xfrm>
            <a:off x="8890000" y="4953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400" b="1" lang="en-US">
                <a:solidFill>
                  <a:srgbClr val="E5536F"/>
                </a:solidFill>
                <a:latin typeface="Arial"/>
                <a:cs typeface="Arial"/>
              </a:rPr>
              <a:t>Missed! Try again!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7" name="Find غِ + نۡ" descr="غ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غِ + نۡ</a:t>
            </a:r>
          </a:p>
        </p:txBody>
      </p:sp>
      <p:sp>
        <p:nvSpPr>
          <p:cNvPr id="18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عًا" descr="عً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عًا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عٌ" descr="عٌ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عٌ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عٍ" descr="عٍ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عٍ</a:t>
            </a:r>
          </a:p>
        </p:txBody>
      </p:sp>
      <p:sp>
        <p:nvSpPr>
          <p:cNvPr id="15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7" name="Find عٍ" descr="ع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عٍ</a:t>
            </a:r>
          </a:p>
        </p:txBody>
      </p:sp>
      <p:sp>
        <p:nvSpPr>
          <p:cNvPr id="18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كَسۡرَتَانِ" descr="كَسۡرَتَانِ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pic>
        <p:nvPicPr>
          <p:cNvPr id="12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ضَمَّتَانِ" descr="ضَمَّتَانِ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فَتۡحَتَانِ" descr="فَتۡحَتَانِ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9" name="Find غًا" descr="غ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غًا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فًا" descr="فً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فًا</a:t>
            </a:r>
          </a:p>
        </p:txBody>
      </p:sp>
      <p:pic>
        <p:nvPicPr>
          <p:cNvPr id="12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فٍ" descr="ف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فٍ</a:t>
            </a:r>
          </a:p>
        </p:txBody>
      </p:sp>
      <p:pic>
        <p:nvPicPr>
          <p:cNvPr id="14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فٌ" descr="فٌ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فٌ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9" name="Find فِ + نۡ" descr="ف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فِ + نۡ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سَمَاءٌ" descr="سَمَاء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سَمَاءٌ</a:t>
            </a:r>
          </a:p>
        </p:txBody>
      </p:sp>
      <p:pic>
        <p:nvPicPr>
          <p:cNvPr id="12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سَمَاءٍ" descr="سَمَاءٍ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سَمَاءٍ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سَمَاءً" descr="سَمَاءً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سَمَاءً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سَمَاءً" descr="سَمَاءً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سَمَاءً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pic>
        <p:nvPicPr>
          <p:cNvPr id="10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1" name="Answer 1 كٍ" descr="كٍ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كٍ</a:t>
            </a:r>
          </a:p>
        </p:txBody>
      </p:sp>
      <p:pic>
        <p:nvPicPr>
          <p:cNvPr id="12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3" name="Answer 2 كًا" descr="كًا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كًا</a:t>
            </a:r>
          </a:p>
        </p:txBody>
      </p:sp>
      <p:pic>
        <p:nvPicPr>
          <p:cNvPr id="14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5" name="Answer 3 كٌ" descr="كٌ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كٌ</a:t>
            </a:r>
          </a:p>
        </p:txBody>
      </p:sp>
      <p:sp>
        <p:nvSpPr>
          <p:cNvPr id="16" name="Swish" descr="Swish!"/>
          <p:cNvSpPr/>
          <p:nvPr/>
        </p:nvSpPr>
        <p:spPr>
          <a:xfrm>
            <a:off x="7620000" y="2413000"/>
            <a:ext cx="3810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000" b="1" lang="en-US">
                <a:solidFill>
                  <a:srgbClr val="2FB57A"/>
                </a:solidFill>
                <a:latin typeface="Arial"/>
                <a:cs typeface="Arial"/>
              </a:rPr>
              <a:t>Swish!</a:t>
            </a:r>
          </a:p>
        </p:txBody>
      </p:sp>
      <p:sp>
        <p:nvSpPr>
          <p:cNvPr id="17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9" name="Find كٌ" descr="ك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كٌ</a:t>
            </a:r>
          </a:p>
        </p:txBody>
      </p:sp>
      <p:sp>
        <p:nvSpPr>
          <p:cNvPr id="20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wi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in the hoop" descr="Ball in the hoo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2095500"/>
            <a:ext cx="762000" cy="762000"/>
          </a:xfrm>
          <a:prstGeom prst="rect">
            <a:avLst/>
          </a:prstGeom>
        </p:spPr>
      </p:pic>
      <p:sp>
        <p:nvSpPr>
          <p:cNvPr id="10" name="What a player!" descr="What a player!"/>
          <p:cNvSpPr/>
          <p:nvPr/>
        </p:nvSpPr>
        <p:spPr>
          <a:xfrm>
            <a:off x="79375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800" b="1" lang="en-US">
                <a:solidFill>
                  <a:srgbClr val="2FB57A"/>
                </a:solidFill>
                <a:latin typeface="Arial"/>
                <a:cs typeface="Arial"/>
              </a:rPr>
              <a:t>What a player!</a:t>
            </a:r>
          </a:p>
        </p:txBody>
      </p:sp>
      <p:sp>
        <p:nvSpPr>
          <p:cNvPr id="11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عًا" descr="عً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عًا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عٌ" descr="عٌ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عٌ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عٍ" descr="عٍ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عٍ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عٍ" descr="ع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عٍ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كَسۡرَتَانِ" descr="كَسۡرَتَانِ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ضَمَّتَانِ" descr="ضَمَّتَانِ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فَتۡحَتَانِ" descr="فَتۡحَتَانِ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3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8" name="Find غًا" descr="غ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غًا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فًا" descr="فًا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فًا</a:t>
            </a:r>
          </a:p>
        </p:txBody>
      </p:sp>
      <p:pic>
        <p:nvPicPr>
          <p:cNvPr id="11" name="Ball 2" descr="Ball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فٍ" descr="فٍ">
            <a:hlinkClick action="ppaction://hlinksldjump" r:id="rId6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فٍ</a:t>
            </a:r>
          </a:p>
        </p:txBody>
      </p:sp>
      <p:pic>
        <p:nvPicPr>
          <p:cNvPr id="13" name="Ball 3" descr="Ball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فٌ" descr="فٌ">
            <a:hlinkClick action="ppaction://hlinksldjump" r:id="rId5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فٌ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8" name="Find فِ + نۡ" descr="ف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فِ + نۡ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سَمَاءٌ" descr="سَمَاءٌ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سَمَاءٌ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سَمَاءٍ" descr="سَمَاءٍ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سَمَاءٍ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سَمَاءً" descr="سَمَاءً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سَمَاءً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سَمَاءً" descr="سَمَاءً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سَمَاءً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Court" descr="Cou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Hoop" descr="H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0" y="1079500"/>
            <a:ext cx="2667000" cy="2794000"/>
          </a:xfrm>
          <a:prstGeom prst="rect">
            <a:avLst/>
          </a:prstGeom>
        </p:spPr>
      </p:pic>
      <p:pic>
        <p:nvPicPr>
          <p:cNvPr id="9" name="Ball 1" descr="Ball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4000500"/>
            <a:ext cx="1905000" cy="1905000"/>
          </a:xfrm>
          <a:prstGeom prst="rect">
            <a:avLst/>
          </a:prstGeom>
        </p:spPr>
      </p:pic>
      <p:sp>
        <p:nvSpPr>
          <p:cNvPr id="10" name="Answer 1 كٍ" descr="كٍ">
            <a:hlinkClick action="ppaction://hlinksldjump" r:id="rId5"/>
          </p:cNvPr>
          <p:cNvSpPr/>
          <p:nvPr/>
        </p:nvSpPr>
        <p:spPr>
          <a:xfrm>
            <a:off x="8763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كٍ</a:t>
            </a:r>
          </a:p>
        </p:txBody>
      </p:sp>
      <p:pic>
        <p:nvPicPr>
          <p:cNvPr id="11" name="Ball 2" descr="Ball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4000500"/>
            <a:ext cx="1905000" cy="1905000"/>
          </a:xfrm>
          <a:prstGeom prst="rect">
            <a:avLst/>
          </a:prstGeom>
        </p:spPr>
      </p:pic>
      <p:sp>
        <p:nvSpPr>
          <p:cNvPr id="12" name="Answer 2 كًا" descr="كًا">
            <a:hlinkClick action="ppaction://hlinksldjump" r:id="rId5"/>
          </p:cNvPr>
          <p:cNvSpPr/>
          <p:nvPr/>
        </p:nvSpPr>
        <p:spPr>
          <a:xfrm>
            <a:off x="5334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كًا</a:t>
            </a:r>
          </a:p>
        </p:txBody>
      </p:sp>
      <p:pic>
        <p:nvPicPr>
          <p:cNvPr id="13" name="Ball 3" descr="Ball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000500"/>
            <a:ext cx="1905000" cy="1905000"/>
          </a:xfrm>
          <a:prstGeom prst="rect">
            <a:avLst/>
          </a:prstGeom>
        </p:spPr>
      </p:pic>
      <p:sp>
        <p:nvSpPr>
          <p:cNvPr id="14" name="Answer 3 كٌ" descr="كٌ">
            <a:hlinkClick action="ppaction://hlinksldjump" r:id="rId6"/>
          </p:cNvPr>
          <p:cNvSpPr/>
          <p:nvPr/>
        </p:nvSpPr>
        <p:spPr>
          <a:xfrm>
            <a:off x="1905000" y="4540250"/>
            <a:ext cx="1524000" cy="825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07C3C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كٌ</a:t>
            </a:r>
          </a:p>
        </p:txBody>
      </p:sp>
      <p:sp>
        <p:nvSpPr>
          <p:cNvPr id="15" name="Try again!" descr="Try again!"/>
          <p:cNvSpPr/>
          <p:nvPr/>
        </p:nvSpPr>
        <p:spPr>
          <a:xfrm>
            <a:off x="381000" y="2540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6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8" name="Find كٌ" descr="ك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كٌ</a:t>
            </a:r>
          </a:p>
        </p:txBody>
      </p:sp>
      <p:sp>
        <p:nvSpPr>
          <p:cNvPr id="1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قًا" descr="ق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قًا</a:t>
            </a:r>
          </a:p>
        </p:txBody>
      </p:sp>
      <p:sp>
        <p:nvSpPr>
          <p:cNvPr id="10" name="Answer 2 قٌ" descr="ق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قٌ</a:t>
            </a:r>
          </a:p>
        </p:txBody>
      </p:sp>
      <p:sp>
        <p:nvSpPr>
          <p:cNvPr id="11" name="Answer 3 قٍ" descr="ق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قِ + نۡ" descr="ق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قِ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عِنَبًا" descr="عِنَب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عِنَبًا</a:t>
            </a:r>
          </a:p>
        </p:txBody>
      </p:sp>
      <p:sp>
        <p:nvSpPr>
          <p:cNvPr id="10" name="Answer 2 عِنَبٍ" descr="عِنَب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عِنَبٍ</a:t>
            </a:r>
          </a:p>
        </p:txBody>
      </p:sp>
      <p:sp>
        <p:nvSpPr>
          <p:cNvPr id="11" name="Answer 3 عِنَبٌ" descr="عِنَب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عِنَبٌ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عِنَبًا" descr="عِنَب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عِنَبًا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لًا" descr="ل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لًا</a:t>
            </a:r>
          </a:p>
        </p:txBody>
      </p:sp>
      <p:sp>
        <p:nvSpPr>
          <p:cNvPr id="10" name="Answer 2 لٌ" descr="ل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1" name="Answer 3 لٍ" descr="ل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لٍ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لًا" descr="ل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مَ" descr="م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0" name="Answer 2 مَا" descr="مَ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11" name="Answer 3 مًا" descr="م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مًا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مًا" descr="م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مًا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هٍ" descr="ه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هٍ</a:t>
            </a:r>
          </a:p>
        </p:txBody>
      </p:sp>
      <p:sp>
        <p:nvSpPr>
          <p:cNvPr id="10" name="Answer 2 هٌ" descr="ه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هٌ</a:t>
            </a:r>
          </a:p>
        </p:txBody>
      </p:sp>
      <p:sp>
        <p:nvSpPr>
          <p:cNvPr id="11" name="Answer 3 هًا" descr="ه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هًا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هٍ" descr="ه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5" descr="Flowe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Beautiful!" descr="Beautiful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Beautiful!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0" descr="Flowe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قًا" descr="ق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قًا</a:t>
            </a:r>
          </a:p>
        </p:txBody>
      </p:sp>
      <p:sp>
        <p:nvSpPr>
          <p:cNvPr id="10" name="Answer 2 قٌ" descr="ق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قٌ</a:t>
            </a:r>
          </a:p>
        </p:txBody>
      </p:sp>
      <p:sp>
        <p:nvSpPr>
          <p:cNvPr id="11" name="Answer 3 قٍ" descr="ق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قٍ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قِ + نۡ" descr="ق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قِ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1" descr="Flowe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عِنَبًا" descr="عِنَب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عِنَبًا</a:t>
            </a:r>
          </a:p>
        </p:txBody>
      </p:sp>
      <p:sp>
        <p:nvSpPr>
          <p:cNvPr id="10" name="Answer 2 عِنَبٍ" descr="عِنَبٍ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عِنَبٍ</a:t>
            </a:r>
          </a:p>
        </p:txBody>
      </p:sp>
      <p:sp>
        <p:nvSpPr>
          <p:cNvPr id="11" name="Answer 3 عِنَبٌ" descr="عِنَب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عِنَبٌ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عِنَبًا" descr="عِنَبًا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عِنَبًا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2" descr="Flowe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لًا" descr="ل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لًا</a:t>
            </a:r>
          </a:p>
        </p:txBody>
      </p:sp>
      <p:sp>
        <p:nvSpPr>
          <p:cNvPr id="10" name="Answer 2 لٌ" descr="ل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لٌ</a:t>
            </a:r>
          </a:p>
        </p:txBody>
      </p:sp>
      <p:sp>
        <p:nvSpPr>
          <p:cNvPr id="11" name="Answer 3 لٍ" descr="ل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لٍ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لًا" descr="ل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3" descr="Flow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مَ" descr="مَ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</a:t>
            </a:r>
          </a:p>
        </p:txBody>
      </p:sp>
      <p:sp>
        <p:nvSpPr>
          <p:cNvPr id="10" name="Answer 2 مَا" descr="مَا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مَا</a:t>
            </a:r>
          </a:p>
        </p:txBody>
      </p:sp>
      <p:sp>
        <p:nvSpPr>
          <p:cNvPr id="11" name="Answer 3 مًا" descr="م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مًا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مًا" descr="م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مًا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lower 4" descr="Flow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1460500"/>
            <a:ext cx="2286000" cy="4330700"/>
          </a:xfrm>
          <a:prstGeom prst="rect">
            <a:avLst/>
          </a:prstGeom>
        </p:spPr>
      </p:pic>
      <p:sp>
        <p:nvSpPr>
          <p:cNvPr id="9" name="Answer 1 هٍ" descr="هٍ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هٍ</a:t>
            </a:r>
          </a:p>
        </p:txBody>
      </p:sp>
      <p:sp>
        <p:nvSpPr>
          <p:cNvPr id="10" name="Answer 2 هٌ" descr="ه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هٌ</a:t>
            </a:r>
          </a:p>
        </p:txBody>
      </p:sp>
      <p:sp>
        <p:nvSpPr>
          <p:cNvPr id="11" name="Answer 3 هًا" descr="هًا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هًا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هٍ" descr="ه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مًا" descr="م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مًا</a:t>
            </a:r>
          </a:p>
        </p:txBody>
      </p:sp>
      <p:sp>
        <p:nvSpPr>
          <p:cNvPr id="10" name="Answer 2 مٍ" descr="مٍ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مٍ</a:t>
            </a:r>
          </a:p>
        </p:txBody>
      </p:sp>
      <p:sp>
        <p:nvSpPr>
          <p:cNvPr id="11" name="Answer 3 مٌ" descr="م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مٌ" descr="م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هُو" descr="هُو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هُو</a:t>
            </a:r>
          </a:p>
        </p:txBody>
      </p:sp>
      <p:sp>
        <p:nvSpPr>
          <p:cNvPr id="10" name="Answer 2 هٌ" descr="ه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هٌ</a:t>
            </a:r>
          </a:p>
        </p:txBody>
      </p:sp>
      <p:sp>
        <p:nvSpPr>
          <p:cNvPr id="11" name="Answer 3 هُ" descr="ه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هٌ" descr="ه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وًا" descr="و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وًا</a:t>
            </a:r>
          </a:p>
        </p:txBody>
      </p:sp>
      <p:sp>
        <p:nvSpPr>
          <p:cNvPr id="10" name="Answer 2 وٌ" descr="و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وٌ</a:t>
            </a:r>
          </a:p>
        </p:txBody>
      </p:sp>
      <p:sp>
        <p:nvSpPr>
          <p:cNvPr id="11" name="Answer 3 وٍ" descr="و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وٍ" descr="و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وٍ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ضَمَّتَانِ" descr="ضَمَّتَان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sp>
        <p:nvSpPr>
          <p:cNvPr id="10" name="Answer 2 كَسۡرَتَانِ" descr="كَسۡرَتَان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11" name="Answer 3 فَتۡحَتَانِ" descr="فَتۡحَتَان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4" name="Find بٌ" descr="ب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تًا" descr="ت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0" name="Answer 2 تٌ" descr="ت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1" name="Answer 3 تٍ" descr="ت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تَ + نۡ" descr="ت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تَ + نۡ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" fill="hold" autoRev="1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5" descr="Pizza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Pizza is ready!" descr="Pizza is ready!"/>
          <p:cNvSpPr/>
          <p:nvPr/>
        </p:nvSpPr>
        <p:spPr>
          <a:xfrm>
            <a:off x="6350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700" b="1" lang="en-US">
                <a:solidFill>
                  <a:srgbClr val="2FB57A"/>
                </a:solidFill>
                <a:latin typeface="Arial"/>
                <a:cs typeface="Arial"/>
              </a:rPr>
              <a:t>Pizza is ready!</a:t>
            </a:r>
          </a:p>
        </p:txBody>
      </p:sp>
      <p:sp>
        <p:nvSpPr>
          <p:cNvPr id="10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ound anchor" descr="sound anchor (invisible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5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9" dur="300" fill="hold" repeatCount="2000" autoRev="1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0" descr="Pizza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مًا" descr="م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مًا</a:t>
            </a:r>
          </a:p>
        </p:txBody>
      </p:sp>
      <p:sp>
        <p:nvSpPr>
          <p:cNvPr id="10" name="Answer 2 مٍ" descr="مٍ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مٍ</a:t>
            </a:r>
          </a:p>
        </p:txBody>
      </p:sp>
      <p:sp>
        <p:nvSpPr>
          <p:cNvPr id="11" name="Answer 3 مٌ" descr="مٌ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مٌ" descr="م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1" descr="Pizza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هُو" descr="هُو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هُو</a:t>
            </a:r>
          </a:p>
        </p:txBody>
      </p:sp>
      <p:sp>
        <p:nvSpPr>
          <p:cNvPr id="10" name="Answer 2 هٌ" descr="ه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هٌ</a:t>
            </a:r>
          </a:p>
        </p:txBody>
      </p:sp>
      <p:sp>
        <p:nvSpPr>
          <p:cNvPr id="11" name="Answer 3 هُ" descr="هُ">
            <a:hlinkClick action="ppaction://hlinksldjump" r:id="rId4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هٌ" descr="ه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place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2" descr="Pizza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وًا" descr="و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وًا</a:t>
            </a:r>
          </a:p>
        </p:txBody>
      </p:sp>
      <p:sp>
        <p:nvSpPr>
          <p:cNvPr id="10" name="Answer 2 وٌ" descr="وٌ">
            <a:hlinkClick action="ppaction://hlinksldjump" r:id="rId4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وٌ</a:t>
            </a:r>
          </a:p>
        </p:txBody>
      </p:sp>
      <p:sp>
        <p:nvSpPr>
          <p:cNvPr id="11" name="Answer 3 وٍ" descr="و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وٍ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وٍ" descr="و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وٍ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place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3" descr="Pizza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ضَمَّتَانِ" descr="ضَمَّتَانِ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sp>
        <p:nvSpPr>
          <p:cNvPr id="10" name="Answer 2 كَسۡرَتَانِ" descr="كَسۡرَتَانِ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11" name="Answer 3 فَتۡحَتَانِ" descr="فَتۡحَتَانِ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5" name="Find بٌ" descr="ب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ar 3"/>
          <p:cNvSpPr/>
          <p:nvPr/>
        </p:nvSpPr>
        <p:spPr>
          <a:xfrm>
            <a:off x="12954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4"/>
          <p:cNvSpPr/>
          <p:nvPr/>
        </p:nvSpPr>
        <p:spPr>
          <a:xfrm>
            <a:off x="18161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5"/>
          <p:cNvSpPr/>
          <p:nvPr/>
        </p:nvSpPr>
        <p:spPr>
          <a:xfrm>
            <a:off x="23368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zza 4" descr="Pizz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51000"/>
            <a:ext cx="4064000" cy="4064000"/>
          </a:xfrm>
          <a:prstGeom prst="rect">
            <a:avLst/>
          </a:prstGeom>
        </p:spPr>
      </p:pic>
      <p:sp>
        <p:nvSpPr>
          <p:cNvPr id="9" name="Answer 1 تًا" descr="تًا">
            <a:hlinkClick action="ppaction://hlinksldjump" r:id="rId4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تًا</a:t>
            </a:r>
          </a:p>
        </p:txBody>
      </p:sp>
      <p:sp>
        <p:nvSpPr>
          <p:cNvPr id="10" name="Answer 2 تٌ" descr="تٌ">
            <a:hlinkClick action="ppaction://hlinksldjump" r:id="rId5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تٌ</a:t>
            </a:r>
          </a:p>
        </p:txBody>
      </p:sp>
      <p:sp>
        <p:nvSpPr>
          <p:cNvPr id="11" name="Answer 3 تٍ" descr="تٍ">
            <a:hlinkClick action="ppaction://hlinksldjump" r:id="rId5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12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تَ + نۡ" descr="ت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تَ + نۡ</a:t>
            </a:r>
          </a:p>
        </p:txBody>
      </p:sp>
      <p:sp>
        <p:nvSpPr>
          <p:cNvPr id="16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بًا" descr="بًا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1" name="Answer 2 بٍ" descr="بٍ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12" name="Answer 3 بٌ" descr="بٌ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بًا" descr="ب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ضَمَّتَانِ" descr="ضَمَّتَانِ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sp>
        <p:nvSpPr>
          <p:cNvPr id="11" name="Answer 2 كَسۡرَتَانِ" descr="كَسۡرَتَانِ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12" name="Answer 3 فَتۡحَتَانِ" descr="فَتۡحَتَانِ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5" name="Find تٍ" descr="ت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ثٌ" descr="ث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ثٌ</a:t>
            </a:r>
          </a:p>
        </p:txBody>
      </p:sp>
      <p:sp>
        <p:nvSpPr>
          <p:cNvPr id="11" name="Answer 2 ثًا" descr="ثًا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ثًا</a:t>
            </a:r>
          </a:p>
        </p:txBody>
      </p:sp>
      <p:sp>
        <p:nvSpPr>
          <p:cNvPr id="12" name="Answer 3 ثٍ" descr="ثٍ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ثٍ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5" name="Find ثِ + نۡ" descr="ث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ثِ + نۡ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شَجَرَةً" descr="شَجَرَةً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شَجَرَةً</a:t>
            </a:r>
          </a:p>
        </p:txBody>
      </p:sp>
      <p:sp>
        <p:nvSpPr>
          <p:cNvPr id="11" name="Answer 2 شَجَرَةٌ" descr="شَجَرَةٌ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شَجَرَةٌ</a:t>
            </a:r>
          </a:p>
        </p:txBody>
      </p:sp>
      <p:sp>
        <p:nvSpPr>
          <p:cNvPr id="12" name="Answer 3 شَجَرَةٍ" descr="شَجَرَةٍ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شَجَرَةٍ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شَجَرَةٍ" descr="شَجَرَة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شَجَرَةٍ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يٍ" descr="ي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يٍ</a:t>
            </a:r>
          </a:p>
        </p:txBody>
      </p:sp>
      <p:sp>
        <p:nvSpPr>
          <p:cNvPr id="11" name="Answer 2 يًا" descr="يًا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يًا</a:t>
            </a:r>
          </a:p>
        </p:txBody>
      </p:sp>
      <p:sp>
        <p:nvSpPr>
          <p:cNvPr id="12" name="Answer 3 يٌ" descr="يٌ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يٌ</a:t>
            </a:r>
          </a:p>
        </p:txBody>
      </p:sp>
      <p:sp>
        <p:nvSpPr>
          <p:cNvPr id="1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5" name="Find يٌ" descr="ي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يٌ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one 6"/>
          <p:cNvSpPr/>
          <p:nvPr/>
        </p:nvSpPr>
        <p:spPr>
          <a:xfrm>
            <a:off x="1968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826000"/>
            <a:ext cx="1905000" cy="1270000"/>
          </a:xfrm>
          <a:prstGeom prst="rect">
            <a:avLst/>
          </a:prstGeom>
        </p:spPr>
      </p:pic>
      <p:sp>
        <p:nvSpPr>
          <p:cNvPr id="11" name="Home sweet home!" descr="Home sweet home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600" b="1" lang="en-US">
                <a:solidFill>
                  <a:srgbClr val="2FB57A"/>
                </a:solidFill>
                <a:latin typeface="Arial"/>
                <a:cs typeface="Arial"/>
              </a:rPr>
              <a:t>Home sweet home!</a:t>
            </a:r>
          </a:p>
        </p:txBody>
      </p:sp>
      <p:sp>
        <p:nvSpPr>
          <p:cNvPr id="12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00 E" pathEditMode="relative" ptsTypes="AA">
                                      <p:cBhvr>
                                        <p:cTn id="4" dur="200" fill="hold" repeatCount="2000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4699000"/>
            <a:ext cx="1905000" cy="1270000"/>
          </a:xfrm>
          <a:prstGeom prst="rect">
            <a:avLst/>
          </a:prstGeom>
        </p:spPr>
      </p:pic>
      <p:sp>
        <p:nvSpPr>
          <p:cNvPr id="10" name="Answer 1 بًا" descr="بًا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1" name="Answer 2 بٍ" descr="بٍ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بٍ</a:t>
            </a:r>
          </a:p>
        </p:txBody>
      </p:sp>
      <p:sp>
        <p:nvSpPr>
          <p:cNvPr id="12" name="Answer 3 بٌ" descr="بٌ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بٌ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بًا" descr="ب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بًا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300" y="4699000"/>
            <a:ext cx="1905000" cy="1270000"/>
          </a:xfrm>
          <a:prstGeom prst="rect">
            <a:avLst/>
          </a:prstGeom>
        </p:spPr>
      </p:pic>
      <p:sp>
        <p:nvSpPr>
          <p:cNvPr id="10" name="Answer 1 ضَمَّتَانِ" descr="ضَمَّتَانِ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sp>
        <p:nvSpPr>
          <p:cNvPr id="11" name="Answer 2 كَسۡرَتَانِ" descr="كَسۡرَتَانِ">
            <a:hlinkClick action="ppaction://hlinksldjump" r:id="rId6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12" name="Answer 3 فَتۡحَتَانِ" descr="فَتۡحَتَانِ">
            <a:hlinkClick action="ppaction://hlinksldjump" r:id="rId5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7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6" name="Find تٍ" descr="ت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تٍ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0" y="4699000"/>
            <a:ext cx="1905000" cy="1270000"/>
          </a:xfrm>
          <a:prstGeom prst="rect">
            <a:avLst/>
          </a:prstGeom>
        </p:spPr>
      </p:pic>
      <p:sp>
        <p:nvSpPr>
          <p:cNvPr id="10" name="Answer 1 ثٌ" descr="ثٌ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ثٌ</a:t>
            </a:r>
          </a:p>
        </p:txBody>
      </p:sp>
      <p:sp>
        <p:nvSpPr>
          <p:cNvPr id="11" name="Answer 2 ثًا" descr="ثًا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ثًا</a:t>
            </a:r>
          </a:p>
        </p:txBody>
      </p:sp>
      <p:sp>
        <p:nvSpPr>
          <p:cNvPr id="12" name="Answer 3 ثٍ" descr="ثٍ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ثٍ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6" name="Find ثِ + نۡ" descr="ثِ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ثِ + نۡ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E9D8B4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4699000"/>
            <a:ext cx="1905000" cy="1270000"/>
          </a:xfrm>
          <a:prstGeom prst="rect">
            <a:avLst/>
          </a:prstGeom>
        </p:spPr>
      </p:pic>
      <p:sp>
        <p:nvSpPr>
          <p:cNvPr id="10" name="Answer 1 شَجَرَةً" descr="شَجَرَةً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شَجَرَةً</a:t>
            </a:r>
          </a:p>
        </p:txBody>
      </p:sp>
      <p:sp>
        <p:nvSpPr>
          <p:cNvPr id="11" name="Answer 2 شَجَرَةٌ" descr="شَجَرَةٌ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شَجَرَةٌ</a:t>
            </a:r>
          </a:p>
        </p:txBody>
      </p:sp>
      <p:sp>
        <p:nvSpPr>
          <p:cNvPr id="12" name="Answer 3 شَجَرَةٍ" descr="شَجَرَةٍ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شَجَرَةٍ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شَجَرَةٍ" descr="شَجَرَةٍ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شَجَرَةٍ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each" descr="Be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me" descr="Ho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810000"/>
            <a:ext cx="2095500" cy="2095500"/>
          </a:xfrm>
          <a:prstGeom prst="rect">
            <a:avLst/>
          </a:prstGeom>
        </p:spPr>
      </p:pic>
      <p:sp>
        <p:nvSpPr>
          <p:cNvPr id="4" name="Stone 1"/>
          <p:cNvSpPr/>
          <p:nvPr/>
        </p:nvSpPr>
        <p:spPr>
          <a:xfrm>
            <a:off x="93345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one 2"/>
          <p:cNvSpPr/>
          <p:nvPr/>
        </p:nvSpPr>
        <p:spPr>
          <a:xfrm>
            <a:off x="78613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one 3"/>
          <p:cNvSpPr/>
          <p:nvPr/>
        </p:nvSpPr>
        <p:spPr>
          <a:xfrm>
            <a:off x="63881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one 4"/>
          <p:cNvSpPr/>
          <p:nvPr/>
        </p:nvSpPr>
        <p:spPr>
          <a:xfrm>
            <a:off x="49149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one 5"/>
          <p:cNvSpPr/>
          <p:nvPr/>
        </p:nvSpPr>
        <p:spPr>
          <a:xfrm>
            <a:off x="3441700" y="5715000"/>
            <a:ext cx="1143000" cy="381000"/>
          </a:xfrm>
          <a:prstGeom prst="ellipse">
            <a:avLst/>
          </a:prstGeom>
          <a:solidFill>
            <a:srgbClr val="D9C49A"/>
          </a:solidFill>
          <a:ln w="38100">
            <a:solidFill>
              <a:srgbClr val="C9A27A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Turtle" descr="Turt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700" y="4699000"/>
            <a:ext cx="1905000" cy="1270000"/>
          </a:xfrm>
          <a:prstGeom prst="rect">
            <a:avLst/>
          </a:prstGeom>
        </p:spPr>
      </p:pic>
      <p:sp>
        <p:nvSpPr>
          <p:cNvPr id="10" name="Answer 1 يٍ" descr="يٍ">
            <a:hlinkClick action="ppaction://hlinksldjump" r:id="rId5"/>
          </p:cNvPr>
          <p:cNvSpPr/>
          <p:nvPr/>
        </p:nvSpPr>
        <p:spPr>
          <a:xfrm>
            <a:off x="8191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يٍ</a:t>
            </a:r>
          </a:p>
        </p:txBody>
      </p:sp>
      <p:sp>
        <p:nvSpPr>
          <p:cNvPr id="11" name="Answer 2 يًا" descr="يًا">
            <a:hlinkClick action="ppaction://hlinksldjump" r:id="rId5"/>
          </p:cNvPr>
          <p:cNvSpPr/>
          <p:nvPr/>
        </p:nvSpPr>
        <p:spPr>
          <a:xfrm>
            <a:off x="4889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يًا</a:t>
            </a:r>
          </a:p>
        </p:txBody>
      </p:sp>
      <p:sp>
        <p:nvSpPr>
          <p:cNvPr id="12" name="Answer 3 يٌ" descr="يٌ">
            <a:hlinkClick action="ppaction://hlinksldjump" r:id="rId6"/>
          </p:cNvPr>
          <p:cNvSpPr/>
          <p:nvPr/>
        </p:nvSpPr>
        <p:spPr>
          <a:xfrm>
            <a:off x="1587500" y="1651000"/>
            <a:ext cx="2794000" cy="11430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200" b="1" lang="ar-SA">
                <a:solidFill>
                  <a:srgbClr val="2E2640"/>
                </a:solidFill>
                <a:latin typeface="Arial"/>
                <a:cs typeface="Arial"/>
              </a:rPr>
              <a:t>يٌ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4826000" y="30480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6" name="Find يٌ" descr="ي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يٌ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نٍ" descr="ن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نٍ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نٌ" descr="نٌ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نًا" descr="ن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نًا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3" name="Find نَ + نۡ" descr="ن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نَ + نۡ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طَعَامٌ" descr="طَعَام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طَعَامٌ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طَعَامٍ" descr="طَعَام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طَعَامٍ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طَعَامًا" descr="طَعَام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Arial"/>
                <a:cs typeface="Arial"/>
              </a:rPr>
              <a:t>طَعَامًا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طَعَامٌ" descr="طَعَام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طَعَامٌ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جًا" descr="ج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جًا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جٌ" descr="ج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جٍ" descr="جٍ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جٍ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جٌ" descr="ج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جٌ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حًا" descr="ح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حًا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حَا" descr="حَ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حَ" descr="حَ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حًا" descr="ح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خٍ" descr="خ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خٍ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خٌ" descr="خ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خٌ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خًا" descr="خًا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11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3" name="Find خٌ" descr="خ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خٌ</a:t>
            </a:r>
          </a:p>
        </p:txBody>
      </p:sp>
      <p:sp>
        <p:nvSpPr>
          <p:cNvPr id="14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uzz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5" descr="Honey ja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sp>
        <p:nvSpPr>
          <p:cNvPr id="5" name="Yummy honey!" descr="Yummy honey!"/>
          <p:cNvSpPr/>
          <p:nvPr/>
        </p:nvSpPr>
        <p:spPr>
          <a:xfrm>
            <a:off x="444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100" b="1" lang="en-US">
                <a:solidFill>
                  <a:srgbClr val="2FB57A"/>
                </a:solidFill>
                <a:latin typeface="Arial"/>
                <a:cs typeface="Arial"/>
              </a:rPr>
              <a:t>Yummy honey!</a:t>
            </a:r>
          </a:p>
        </p:txBody>
      </p:sp>
      <p:sp>
        <p:nvSpPr>
          <p:cNvPr id="6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0" descr="Honey jar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4605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نٍ" descr="ن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نٍ</a:t>
            </a:r>
          </a:p>
        </p:txBody>
      </p:sp>
      <p:pic>
        <p:nvPicPr>
          <p:cNvPr id="7" name="Flower 2" descr="Flower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نٌ" descr="نٌ">
            <a:hlinkClick action="ppaction://hlinksldjump" r:id="rId8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نٌ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نًا" descr="ن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نًا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4" name="Find نَ + نۡ" descr="ن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نَ + نۡ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1" descr="Honey jar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طَعَامٌ" descr="طَعَامٌ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طَعَامٌ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طَعَامٍ" descr="طَعَامٍ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500" b="1" lang="ar-SA">
                <a:solidFill>
                  <a:srgbClr val="2E2640"/>
                </a:solidFill>
                <a:latin typeface="Arial"/>
                <a:cs typeface="Arial"/>
              </a:rPr>
              <a:t>طَعَامٍ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طَعَامًا" descr="طَعَامًا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2800" b="1" lang="ar-SA">
                <a:solidFill>
                  <a:srgbClr val="2E2640"/>
                </a:solidFill>
                <a:latin typeface="Arial"/>
                <a:cs typeface="Arial"/>
              </a:rPr>
              <a:t>طَعَامًا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طَعَامٌ" descr="طَعَامٌ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طَعَامٌ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2" descr="Honey jar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جًا" descr="ج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جًا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جٌ" descr="ج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جٍ" descr="جٍ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جٍ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جٌ" descr="ج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جٌ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3" descr="Honey ja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حًا" descr="حًا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حًا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حَا" descr="حَا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حَا</a:t>
            </a:r>
          </a:p>
        </p:txBody>
      </p:sp>
      <p:pic>
        <p:nvPicPr>
          <p:cNvPr id="9" name="Flower 3" descr="Flower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حَ" descr="حَ">
            <a:hlinkClick action="ppaction://hlinksldjump" r:id="rId9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حًا" descr="ح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Meadow" descr="Mea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oney jar 4" descr="Honey ja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556000"/>
            <a:ext cx="1651000" cy="2063750"/>
          </a:xfrm>
          <a:prstGeom prst="rect">
            <a:avLst/>
          </a:prstGeom>
        </p:spPr>
      </p:pic>
      <p:pic>
        <p:nvPicPr>
          <p:cNvPr id="4" name="Bee" descr="B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2667000"/>
            <a:ext cx="1397000" cy="1079500"/>
          </a:xfrm>
          <a:prstGeom prst="rect">
            <a:avLst/>
          </a:prstGeom>
        </p:spPr>
      </p:pic>
      <p:pic>
        <p:nvPicPr>
          <p:cNvPr id="5" name="Flower 1" descr="Flower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500" y="2095500"/>
            <a:ext cx="1905000" cy="2736850"/>
          </a:xfrm>
          <a:prstGeom prst="rect">
            <a:avLst/>
          </a:prstGeom>
        </p:spPr>
      </p:pic>
      <p:sp>
        <p:nvSpPr>
          <p:cNvPr id="6" name="Answer 1 خٍ" descr="خٍ">
            <a:hlinkClick action="ppaction://hlinksldjump" r:id="rId8"/>
          </p:cNvPr>
          <p:cNvSpPr/>
          <p:nvPr/>
        </p:nvSpPr>
        <p:spPr>
          <a:xfrm>
            <a:off x="8890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خٍ</a:t>
            </a:r>
          </a:p>
        </p:txBody>
      </p:sp>
      <p:pic>
        <p:nvPicPr>
          <p:cNvPr id="7" name="Flower 2" descr="Flower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2500" y="2095500"/>
            <a:ext cx="1905000" cy="2736850"/>
          </a:xfrm>
          <a:prstGeom prst="rect">
            <a:avLst/>
          </a:prstGeom>
        </p:spPr>
      </p:pic>
      <p:sp>
        <p:nvSpPr>
          <p:cNvPr id="8" name="Answer 2 خٌ" descr="خٌ">
            <a:hlinkClick action="ppaction://hlinksldjump" r:id="rId9"/>
          </p:cNvPr>
          <p:cNvSpPr/>
          <p:nvPr/>
        </p:nvSpPr>
        <p:spPr>
          <a:xfrm>
            <a:off x="6223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خٌ</a:t>
            </a:r>
          </a:p>
        </p:txBody>
      </p:sp>
      <p:pic>
        <p:nvPicPr>
          <p:cNvPr id="9" name="Flower 3" descr="Flower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5500" y="2095500"/>
            <a:ext cx="1905000" cy="2736850"/>
          </a:xfrm>
          <a:prstGeom prst="rect">
            <a:avLst/>
          </a:prstGeom>
        </p:spPr>
      </p:pic>
      <p:sp>
        <p:nvSpPr>
          <p:cNvPr id="10" name="Answer 3 خًا" descr="خًا">
            <a:hlinkClick action="ppaction://hlinksldjump" r:id="rId8"/>
          </p:cNvPr>
          <p:cNvSpPr/>
          <p:nvPr/>
        </p:nvSpPr>
        <p:spPr>
          <a:xfrm>
            <a:off x="3556000" y="2603500"/>
            <a:ext cx="1524000" cy="889000"/>
          </a:xfrm>
          <a:prstGeom prst="roundRect">
            <a:avLst>
              <a:gd name="adj" fmla="val 25000"/>
            </a:avLst>
          </a:prstGeom>
          <a:solidFill>
            <a:srgbClr val="FFF8D6"/>
          </a:solidFill>
          <a:ln w="508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خًا</a:t>
            </a:r>
          </a:p>
        </p:txBody>
      </p:sp>
      <p:sp>
        <p:nvSpPr>
          <p:cNvPr id="11" name="Try again!" descr="Try again!"/>
          <p:cNvSpPr/>
          <p:nvPr/>
        </p:nvSpPr>
        <p:spPr>
          <a:xfrm>
            <a:off x="9144000" y="5270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2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4" name="Find خٌ" descr="خ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خٌ</a:t>
            </a:r>
          </a:p>
        </p:txBody>
      </p:sp>
      <p:sp>
        <p:nvSpPr>
          <p:cNvPr id="15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 -0.0200 E" pathEditMode="relative" ptsTypes="AA">
                                      <p:cBhvr>
                                        <p:cTn id="4" dur="500" fill="hold" repeatCount="indefinite" autoRev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حٍ" descr="ح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7" name="Answer 2 حٌ" descr="حٌ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8" name="Answer 3 حًا" descr="حً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حًا" descr="ح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خٍ" descr="خ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خٍ</a:t>
            </a:r>
          </a:p>
        </p:txBody>
      </p:sp>
      <p:sp>
        <p:nvSpPr>
          <p:cNvPr id="7" name="Answer 2 خِ" descr="خِ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8" name="Answer 3 خِي" descr="خِي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خٍ" descr="خ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خٍ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دًا" descr="دً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دًا</a:t>
            </a:r>
          </a:p>
        </p:txBody>
      </p:sp>
      <p:sp>
        <p:nvSpPr>
          <p:cNvPr id="7" name="Answer 2 دٌ" descr="دٌ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8" name="Answer 3 دٍ" descr="دٍ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دٍ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1" name="Find دًا" descr="د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دًا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كَسۡرَتَانِ" descr="كَسۡرَتَانِ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7" name="Answer 2 فَتۡحَتَانِ" descr="فَتۡحَتَانِ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8" name="Answer 3 ضَمَّتَانِ" descr="ضَمَّتَانِ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1" name="Find ذٌ" descr="ذ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ذٌ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رٌ" descr="ر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7" name="Answer 2 رٍ" descr="رٍ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رٍ</a:t>
            </a:r>
          </a:p>
        </p:txBody>
      </p:sp>
      <p:sp>
        <p:nvSpPr>
          <p:cNvPr id="8" name="Answer 3 رًا" descr="رً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رًا</a:t>
            </a:r>
          </a:p>
        </p:txBody>
      </p:sp>
      <p:sp>
        <p:nvSpPr>
          <p:cNvPr id="9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1" name="Find رَ + نۡ" descr="ر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رَ + نۡ</a:t>
            </a:r>
          </a:p>
        </p:txBody>
      </p:sp>
      <p:sp>
        <p:nvSpPr>
          <p:cNvPr id="12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250" fill="hold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1905000"/>
            <a:ext cx="1270000" cy="1365250"/>
          </a:xfrm>
          <a:prstGeom prst="rect">
            <a:avLst/>
          </a:prstGeom>
        </p:spPr>
      </p:pic>
      <p:sp>
        <p:nvSpPr>
          <p:cNvPr id="6" name="Bananas! Yum!" descr="Bananas! Yum!"/>
          <p:cNvSpPr/>
          <p:nvPr/>
        </p:nvSpPr>
        <p:spPr>
          <a:xfrm>
            <a:off x="5715000" y="2413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FB57A"/>
                </a:solidFill>
                <a:latin typeface="Arial"/>
                <a:cs typeface="Arial"/>
              </a:rPr>
              <a:t>Bananas! Yum!</a:t>
            </a:r>
          </a:p>
        </p:txBody>
      </p:sp>
      <p:sp>
        <p:nvSpPr>
          <p:cNvPr id="7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300" fill="hold" repeatCount="3000" autoRev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5270500"/>
            <a:ext cx="1270000" cy="1365250"/>
          </a:xfrm>
          <a:prstGeom prst="rect">
            <a:avLst/>
          </a:prstGeom>
        </p:spPr>
      </p:pic>
      <p:sp>
        <p:nvSpPr>
          <p:cNvPr id="6" name="Answer 1 حٍ" descr="ح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حٍ</a:t>
            </a:r>
          </a:p>
        </p:txBody>
      </p:sp>
      <p:sp>
        <p:nvSpPr>
          <p:cNvPr id="7" name="Answer 2 حٌ" descr="حٌ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حٌ</a:t>
            </a:r>
          </a:p>
        </p:txBody>
      </p:sp>
      <p:sp>
        <p:nvSpPr>
          <p:cNvPr id="8" name="Answer 3 حًا" descr="حً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حًا" descr="ح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حًا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660900"/>
            <a:ext cx="1270000" cy="1365250"/>
          </a:xfrm>
          <a:prstGeom prst="rect">
            <a:avLst/>
          </a:prstGeom>
        </p:spPr>
      </p:pic>
      <p:sp>
        <p:nvSpPr>
          <p:cNvPr id="6" name="Answer 1 خٍ" descr="خٍ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خٍ</a:t>
            </a:r>
          </a:p>
        </p:txBody>
      </p:sp>
      <p:sp>
        <p:nvSpPr>
          <p:cNvPr id="7" name="Answer 2 خِ" descr="خِ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خِ</a:t>
            </a:r>
          </a:p>
        </p:txBody>
      </p:sp>
      <p:sp>
        <p:nvSpPr>
          <p:cNvPr id="8" name="Answer 3 خِي" descr="خِي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خِي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خٍ" descr="خٍ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خٍ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51300"/>
            <a:ext cx="1270000" cy="1365250"/>
          </a:xfrm>
          <a:prstGeom prst="rect">
            <a:avLst/>
          </a:prstGeom>
        </p:spPr>
      </p:pic>
      <p:sp>
        <p:nvSpPr>
          <p:cNvPr id="6" name="Answer 1 دًا" descr="دًا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دًا</a:t>
            </a:r>
          </a:p>
        </p:txBody>
      </p:sp>
      <p:sp>
        <p:nvSpPr>
          <p:cNvPr id="7" name="Answer 2 دٌ" descr="دٌ">
            <a:hlinkClick action="ppaction://hlinksldjump" r:id="rId7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دٌ</a:t>
            </a:r>
          </a:p>
        </p:txBody>
      </p:sp>
      <p:sp>
        <p:nvSpPr>
          <p:cNvPr id="8" name="Answer 3 دٍ" descr="دٍ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دٍ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Find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Find</a:t>
            </a:r>
          </a:p>
        </p:txBody>
      </p:sp>
      <p:sp>
        <p:nvSpPr>
          <p:cNvPr id="12" name="Find دًا" descr="دًا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دًا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3441700"/>
            <a:ext cx="1270000" cy="1365250"/>
          </a:xfrm>
          <a:prstGeom prst="rect">
            <a:avLst/>
          </a:prstGeom>
        </p:spPr>
      </p:pic>
      <p:sp>
        <p:nvSpPr>
          <p:cNvPr id="6" name="Answer 1 كَسۡرَتَانِ" descr="كَسۡرَتَانِ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كَسۡرَتَانِ</a:t>
            </a:r>
          </a:p>
        </p:txBody>
      </p:sp>
      <p:sp>
        <p:nvSpPr>
          <p:cNvPr id="7" name="Answer 2 فَتۡحَتَانِ" descr="فَتۡحَتَانِ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فَتۡحَتَانِ</a:t>
            </a:r>
          </a:p>
        </p:txBody>
      </p:sp>
      <p:sp>
        <p:nvSpPr>
          <p:cNvPr id="8" name="Answer 3 ضَمَّتَانِ" descr="ضَمَّتَانِ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ضَمَّتَانِ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What is it called?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100" b="1" lang="en-US">
                <a:solidFill>
                  <a:srgbClr val="2E2640"/>
                </a:solidFill>
                <a:latin typeface="Arial"/>
                <a:cs typeface="Arial"/>
              </a:rPr>
              <a:t>What is it called?</a:t>
            </a:r>
          </a:p>
        </p:txBody>
      </p:sp>
      <p:sp>
        <p:nvSpPr>
          <p:cNvPr id="12" name="Find ذٌ" descr="ذٌ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ذٌ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Jungle" descr="Ju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alm tree" descr="Palm tre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206500"/>
            <a:ext cx="2286000" cy="5441950"/>
          </a:xfrm>
          <a:prstGeom prst="rect">
            <a:avLst/>
          </a:prstGeom>
        </p:spPr>
      </p:pic>
      <p:pic>
        <p:nvPicPr>
          <p:cNvPr id="4" name="Bananas" descr="Banan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1270000"/>
            <a:ext cx="889000" cy="800100"/>
          </a:xfrm>
          <a:prstGeom prst="rect">
            <a:avLst/>
          </a:prstGeom>
        </p:spPr>
      </p:pic>
      <p:pic>
        <p:nvPicPr>
          <p:cNvPr id="5" name="Monkey" descr="Monke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832100"/>
            <a:ext cx="1270000" cy="1365250"/>
          </a:xfrm>
          <a:prstGeom prst="rect">
            <a:avLst/>
          </a:prstGeom>
        </p:spPr>
      </p:pic>
      <p:sp>
        <p:nvSpPr>
          <p:cNvPr id="6" name="Answer 1 رٌ" descr="رٌ">
            <a:hlinkClick action="ppaction://hlinksldjump" r:id="rId6"/>
          </p:cNvPr>
          <p:cNvSpPr/>
          <p:nvPr/>
        </p:nvSpPr>
        <p:spPr>
          <a:xfrm>
            <a:off x="6096000" y="1587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FF0F3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رٌ</a:t>
            </a:r>
          </a:p>
        </p:txBody>
      </p:sp>
      <p:sp>
        <p:nvSpPr>
          <p:cNvPr id="7" name="Answer 2 رٍ" descr="رٍ">
            <a:hlinkClick action="ppaction://hlinksldjump" r:id="rId6"/>
          </p:cNvPr>
          <p:cNvSpPr/>
          <p:nvPr/>
        </p:nvSpPr>
        <p:spPr>
          <a:xfrm>
            <a:off x="6096000" y="30480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رٍ</a:t>
            </a:r>
          </a:p>
        </p:txBody>
      </p:sp>
      <p:sp>
        <p:nvSpPr>
          <p:cNvPr id="8" name="Answer 3 رًا" descr="رًا">
            <a:hlinkClick action="ppaction://hlinksldjump" r:id="rId7"/>
          </p:cNvPr>
          <p:cNvSpPr/>
          <p:nvPr/>
        </p:nvSpPr>
        <p:spPr>
          <a:xfrm>
            <a:off x="6096000" y="4508500"/>
            <a:ext cx="5207000" cy="1206500"/>
          </a:xfrm>
          <a:prstGeom prst="roundRect">
            <a:avLst>
              <a:gd name="adj" fmla="val 25000"/>
            </a:avLst>
          </a:prstGeom>
          <a:solidFill>
            <a:srgbClr val="F1FBEA"/>
          </a:solidFill>
          <a:ln w="50800">
            <a:solidFill>
              <a:srgbClr val="9C93B0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600" b="1" lang="ar-SA">
                <a:solidFill>
                  <a:srgbClr val="2E2640"/>
                </a:solidFill>
                <a:latin typeface="Arial"/>
                <a:cs typeface="Arial"/>
              </a:rPr>
              <a:t>رًا</a:t>
            </a:r>
          </a:p>
        </p:txBody>
      </p:sp>
      <p:sp>
        <p:nvSpPr>
          <p:cNvPr id="9" name="Try again!" descr="Try again!"/>
          <p:cNvSpPr/>
          <p:nvPr/>
        </p:nvSpPr>
        <p:spPr>
          <a:xfrm>
            <a:off x="8509000" y="5524500"/>
            <a:ext cx="2794000" cy="1397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0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Prompt" descr="How do we write it?"/>
          <p:cNvSpPr/>
          <p:nvPr/>
        </p:nvSpPr>
        <p:spPr>
          <a:xfrm>
            <a:off x="3048000" y="190500"/>
            <a:ext cx="400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400" b="1" lang="en-US">
                <a:solidFill>
                  <a:srgbClr val="2E2640"/>
                </a:solidFill>
                <a:latin typeface="Arial"/>
                <a:cs typeface="Arial"/>
              </a:rPr>
              <a:t>How do we write it?</a:t>
            </a:r>
          </a:p>
        </p:txBody>
      </p:sp>
      <p:sp>
        <p:nvSpPr>
          <p:cNvPr id="12" name="Find رَ + نۡ" descr="رَ + نۡ"/>
          <p:cNvSpPr/>
          <p:nvPr/>
        </p:nvSpPr>
        <p:spPr>
          <a:xfrm>
            <a:off x="7048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Traditional Arabic"/>
                <a:cs typeface="Traditional Arabic"/>
              </a:rPr>
              <a:t>رَ + نۡ</a:t>
            </a:r>
          </a:p>
        </p:txBody>
      </p:sp>
      <p:sp>
        <p:nvSpPr>
          <p:cNvPr id="13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مَطَرٍ" descr="مَطَ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مَطَرٍ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قَمَرٍ" descr="قَمَ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قَمَرٍ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قَلَمٍ" descr="قَلَم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قَلَمٍ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نُورًا" descr="نُور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نُورًا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بَحۡرٍ" descr="بَحۡ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0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0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قَمَرٍ" descr="قَمَ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قَمَرٍ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قَلَمٍ" descr="قَلَم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قَلَمٍ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نُورًا" descr="نُور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نُورًا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بَحۡرٍ" descr="بَحۡ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نَهۡرٌ" descr="نَهۡر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1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1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قَلَمٍ" descr="قَلَم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قَلَمٍ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نُورًا" descr="نُور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نُورًا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بَحۡرٍ" descr="بَحۡ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نَهۡرٌ" descr="نَهۡر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شَجَرًا" descr="شَجَر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شَجَرًا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2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2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نُورًا" descr="نُور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نُورًا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بَحۡرٍ" descr="بَحۡ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نَهۡرٌ" descr="نَهۡر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شَجَرًا" descr="شَجَر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شَجَرًا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بَيۡتٌ" descr="بَيۡت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3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3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بَحۡرٍ" descr="بَحۡر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بَحۡرٍ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نَهۡرٌ" descr="نَهۡر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نَهۡرٌ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شَجَرًا" descr="شَجَرًا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شَجَرًا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بَيۡتٌ" descr="بَيۡتٌ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Traditional Arabic"/>
                <a:cs typeface="Traditional Arabic"/>
              </a:rPr>
              <a:t>بَيۡتٌ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Prompt" descr="Block Tower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1900" b="1" lang="en-US">
                <a:solidFill>
                  <a:srgbClr val="2E2640"/>
                </a:solidFill>
                <a:latin typeface="Arial"/>
                <a:cs typeface="Arial"/>
              </a:rPr>
              <a:t>Block Tower!  Read the word, then tap your team.</a:t>
            </a:r>
          </a:p>
        </p:txBody>
      </p:sp>
      <p:sp>
        <p:nvSpPr>
          <p:cNvPr id="19" name="Word card"/>
          <p:cNvSpPr/>
          <p:nvPr/>
        </p:nvSpPr>
        <p:spPr>
          <a:xfrm>
            <a:off x="3873500" y="1079500"/>
            <a:ext cx="4445000" cy="20955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Word سَمَاءٍ" descr="سَمَاءٍ"/>
          <p:cNvSpPr/>
          <p:nvPr/>
        </p:nvSpPr>
        <p:spPr>
          <a:xfrm>
            <a:off x="4064000" y="1143000"/>
            <a:ext cx="4064000" cy="1968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0500" b="1" lang="ar-SA">
                <a:solidFill>
                  <a:srgbClr val="2E2640"/>
                </a:solidFill>
                <a:latin typeface="Arial"/>
                <a:cs typeface="Arial"/>
              </a:rPr>
              <a:t>سَمَاءٍ</a:t>
            </a:r>
          </a:p>
        </p:txBody>
      </p:sp>
      <p:sp>
        <p:nvSpPr>
          <p:cNvPr id="21" name="Red point" descr="Red ✓">
            <a:hlinkClick action="ppaction://hlinksldjump" r:id="rId3"/>
          </p:cNvPr>
          <p:cNvSpPr/>
          <p:nvPr/>
        </p:nvSpPr>
        <p:spPr>
          <a:xfrm>
            <a:off x="3556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2" name="Blue point" descr="Blue ✓">
            <a:hlinkClick action="ppaction://hlinksldjump" r:id="rId4"/>
          </p:cNvPr>
          <p:cNvSpPr/>
          <p:nvPr/>
        </p:nvSpPr>
        <p:spPr>
          <a:xfrm>
            <a:off x="6731000" y="3556000"/>
            <a:ext cx="1905000" cy="8255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3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pop.wav"/>
      </p:stSnd>
    </p:sndAc>
  </p:transition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4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4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5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5</a:t>
            </a:r>
          </a:p>
        </p:txBody>
      </p:sp>
      <p:sp>
        <p:nvSpPr>
          <p:cNvPr id="17" name="Blue wins" descr="Blue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0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0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1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1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2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2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3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3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d ground"/>
          <p:cNvSpPr/>
          <p:nvPr/>
        </p:nvSpPr>
        <p:spPr>
          <a:xfrm>
            <a:off x="8255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d block 1"/>
          <p:cNvSpPr/>
          <p:nvPr/>
        </p:nvSpPr>
        <p:spPr>
          <a:xfrm>
            <a:off x="10795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d block 2"/>
          <p:cNvSpPr/>
          <p:nvPr/>
        </p:nvSpPr>
        <p:spPr>
          <a:xfrm>
            <a:off x="12065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d block 3"/>
          <p:cNvSpPr/>
          <p:nvPr/>
        </p:nvSpPr>
        <p:spPr>
          <a:xfrm>
            <a:off x="10795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d block 4"/>
          <p:cNvSpPr/>
          <p:nvPr/>
        </p:nvSpPr>
        <p:spPr>
          <a:xfrm>
            <a:off x="12065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d block 5"/>
          <p:cNvSpPr/>
          <p:nvPr/>
        </p:nvSpPr>
        <p:spPr>
          <a:xfrm>
            <a:off x="1079500" y="254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B8A1FF"/>
          </a:solidFill>
          <a:ln w="50800">
            <a:solidFill>
              <a:srgbClr val="E553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d score" descr="Red: 5"/>
          <p:cNvSpPr/>
          <p:nvPr/>
        </p:nvSpPr>
        <p:spPr>
          <a:xfrm>
            <a:off x="9525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Red: 5</a:t>
            </a:r>
          </a:p>
        </p:txBody>
      </p:sp>
      <p:sp>
        <p:nvSpPr>
          <p:cNvPr id="10" name="Blue ground"/>
          <p:cNvSpPr/>
          <p:nvPr/>
        </p:nvSpPr>
        <p:spPr>
          <a:xfrm>
            <a:off x="9271000" y="5715000"/>
            <a:ext cx="2095500" cy="127000"/>
          </a:xfrm>
          <a:prstGeom prst="rect">
            <a:avLst/>
          </a:prstGeom>
          <a:solidFill>
            <a:srgbClr val="C9BE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Blue block 1"/>
          <p:cNvSpPr/>
          <p:nvPr/>
        </p:nvSpPr>
        <p:spPr>
          <a:xfrm>
            <a:off x="9525000" y="508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8F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Blue block 2"/>
          <p:cNvSpPr/>
          <p:nvPr/>
        </p:nvSpPr>
        <p:spPr>
          <a:xfrm>
            <a:off x="9652000" y="444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FFD166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lue block 3"/>
          <p:cNvSpPr/>
          <p:nvPr/>
        </p:nvSpPr>
        <p:spPr>
          <a:xfrm>
            <a:off x="9525000" y="3810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7BDFF2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lue block 4"/>
          <p:cNvSpPr/>
          <p:nvPr/>
        </p:nvSpPr>
        <p:spPr>
          <a:xfrm>
            <a:off x="9652000" y="3175000"/>
            <a:ext cx="1460500" cy="571500"/>
          </a:xfrm>
          <a:prstGeom prst="roundRect">
            <a:avLst>
              <a:gd name="adj" fmla="val 20000"/>
            </a:avLst>
          </a:prstGeom>
          <a:solidFill>
            <a:srgbClr val="95E1A3"/>
          </a:solidFill>
          <a:ln w="50800">
            <a:solidFill>
              <a:srgbClr val="3FA7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Blue block 5"/>
          <p:cNvSpPr/>
          <p:nvPr/>
        </p:nvSpPr>
        <p:spPr>
          <a:xfrm>
            <a:off x="9525000" y="2540000"/>
            <a:ext cx="1460500" cy="571500"/>
          </a:xfrm>
          <a:prstGeom prst="roundRect">
            <a:avLst>
              <a:gd name="adj" fmla="val 20000"/>
            </a:avLst>
          </a:prstGeom>
          <a:noFill/>
          <a:ln w="50800">
            <a:solidFill>
              <a:srgbClr val="C9BED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Blue score" descr="Blue: 4"/>
          <p:cNvSpPr/>
          <p:nvPr/>
        </p:nvSpPr>
        <p:spPr>
          <a:xfrm>
            <a:off x="9398000" y="5905500"/>
            <a:ext cx="1714500" cy="444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3FA7C9"/>
                </a:solidFill>
                <a:latin typeface="Arial"/>
                <a:cs typeface="Arial"/>
              </a:rPr>
              <a:t>Blue: 4</a:t>
            </a:r>
          </a:p>
        </p:txBody>
      </p:sp>
      <p:sp>
        <p:nvSpPr>
          <p:cNvPr id="17" name="Red wins" descr="Red team wins!"/>
          <p:cNvSpPr/>
          <p:nvPr/>
        </p:nvSpPr>
        <p:spPr>
          <a:xfrm>
            <a:off x="3556000" y="1905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54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1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4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17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921000" y="1270000"/>
            <a:ext cx="6350000" cy="3175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ell done" descr="Well done!"/>
          <p:cNvSpPr/>
          <p:nvPr/>
        </p:nvSpPr>
        <p:spPr>
          <a:xfrm>
            <a:off x="3175000" y="15875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900" b="1" lang="en-US">
                <a:solidFill>
                  <a:srgbClr val="8A6CF0"/>
                </a:solidFill>
                <a:latin typeface="Arial"/>
                <a:cs typeface="Arial"/>
              </a:rPr>
              <a:t>Well done!</a:t>
            </a:r>
          </a:p>
        </p:txBody>
      </p:sp>
      <p:sp>
        <p:nvSpPr>
          <p:cNvPr id="5" name="Star 1"/>
          <p:cNvSpPr/>
          <p:nvPr/>
        </p:nvSpPr>
        <p:spPr>
          <a:xfrm>
            <a:off x="3556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4635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5715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6794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7874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lay again" descr="↺  Play again">
            <a:hlinkClick action="ppaction://hlinksldjump" r:id="rId3"/>
          </p:cNvPr>
          <p:cNvSpPr/>
          <p:nvPr/>
        </p:nvSpPr>
        <p:spPr>
          <a:xfrm>
            <a:off x="4508500" y="4953000"/>
            <a:ext cx="3175000" cy="889000"/>
          </a:xfrm>
          <a:prstGeom prst="roundRect">
            <a:avLst>
              <a:gd name="adj" fmla="val 30000"/>
            </a:avLst>
          </a:prstGeom>
          <a:solidFill>
            <a:srgbClr val="1971C2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FFFFFF"/>
                </a:solidFill>
                <a:latin typeface="Arial"/>
                <a:cs typeface="Arial"/>
              </a:rPr>
              <a:t>↺  Play again</a:t>
            </a:r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Tanween Review Games</dc:title>
  <dc:subject>Interactive reading games for children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