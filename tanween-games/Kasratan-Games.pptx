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bonk.wav" ContentType="audio/wav"/>
  <Override PartName="/ppt/media/snd_buzz.wav" ContentType="audio/wav"/>
  <Override PartName="/ppt/media/snd_cheer.wav" ContentType="audio/wav"/>
  <Override PartName="/ppt/media/snd_ding.wav" ContentType="audio/wav"/>
  <Override PartName="/ppt/media/snd_munch.wav" ContentType="audio/wav"/>
  <Override PartName="/ppt/media/snd_pop.wav" ContentType="audio/wav"/>
  <Override PartName="/ppt/media/snd_sparkle.wav" ContentType="audio/wav"/>
  <Override PartName="/ppt/media/snd_swish.wav" ContentType="audio/wav"/>
  <Override PartName="/ppt/media/snd_tada.wav" ContentType="audio/wav"/>
  <Override PartName="/ppt/media/snd_thunk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4.xml"/><Relationship Id="rId9" Type="http://schemas.openxmlformats.org/officeDocument/2006/relationships/slide" Target="slide9.xml"/><Relationship Id="rId10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0.xml"/><Relationship Id="rId9" Type="http://schemas.openxmlformats.org/officeDocument/2006/relationships/slide" Target="slide5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6.xml"/><Relationship Id="rId9" Type="http://schemas.openxmlformats.org/officeDocument/2006/relationships/slide" Target="slide11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2.xml"/><Relationship Id="rId9" Type="http://schemas.openxmlformats.org/officeDocument/2006/relationships/slide" Target="slide7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3.xml"/><Relationship Id="rId9" Type="http://schemas.openxmlformats.org/officeDocument/2006/relationships/slide" Target="slide8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14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4.xml"/><Relationship Id="rId9" Type="http://schemas.openxmlformats.org/officeDocument/2006/relationships/slide" Target="slide9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0.xml"/><Relationship Id="rId9" Type="http://schemas.openxmlformats.org/officeDocument/2006/relationships/slide" Target="slide5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6.xml"/><Relationship Id="rId9" Type="http://schemas.openxmlformats.org/officeDocument/2006/relationships/slide" Target="slide11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2.xml"/><Relationship Id="rId9" Type="http://schemas.openxmlformats.org/officeDocument/2006/relationships/slide" Target="slide7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3.xml"/><Relationship Id="rId9" Type="http://schemas.openxmlformats.org/officeDocument/2006/relationships/slide" Target="slide8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6.xml"/><Relationship Id="rId7" Type="http://schemas.openxmlformats.org/officeDocument/2006/relationships/slide" Target="slide21.xml"/><Relationship Id="rId8" Type="http://schemas.openxmlformats.org/officeDocument/2006/relationships/slide" Target="slide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2.xml"/><Relationship Id="rId7" Type="http://schemas.openxmlformats.org/officeDocument/2006/relationships/slide" Target="slide17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3.xml"/><Relationship Id="rId7" Type="http://schemas.openxmlformats.org/officeDocument/2006/relationships/slide" Target="slide18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4.xml"/><Relationship Id="rId7" Type="http://schemas.openxmlformats.org/officeDocument/2006/relationships/slide" Target="slide19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0.xml"/><Relationship Id="rId7" Type="http://schemas.openxmlformats.org/officeDocument/2006/relationships/slide" Target="slide25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6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6.xml"/><Relationship Id="rId7" Type="http://schemas.openxmlformats.org/officeDocument/2006/relationships/slide" Target="slide21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2.xml"/><Relationship Id="rId7" Type="http://schemas.openxmlformats.org/officeDocument/2006/relationships/slide" Target="slide17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3.xml"/><Relationship Id="rId7" Type="http://schemas.openxmlformats.org/officeDocument/2006/relationships/slide" Target="slide18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4.xml"/><Relationship Id="rId7" Type="http://schemas.openxmlformats.org/officeDocument/2006/relationships/slide" Target="slide19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0.xml"/><Relationship Id="rId7" Type="http://schemas.openxmlformats.org/officeDocument/2006/relationships/slide" Target="slide25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Relationship Id="rId4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3.xml"/><Relationship Id="rId5" Type="http://schemas.openxmlformats.org/officeDocument/2006/relationships/slide" Target="slide28.xml"/><Relationship Id="rId6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4.xml"/><Relationship Id="rId5" Type="http://schemas.openxmlformats.org/officeDocument/2006/relationships/slide" Target="slide29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.xml"/><Relationship Id="rId5" Type="http://schemas.openxmlformats.org/officeDocument/2006/relationships/slide" Target="slide35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6.xml"/><Relationship Id="rId5" Type="http://schemas.openxmlformats.org/officeDocument/2006/relationships/slide" Target="slide31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2.xml"/><Relationship Id="rId5" Type="http://schemas.openxmlformats.org/officeDocument/2006/relationships/slide" Target="slide37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38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3.xml"/><Relationship Id="rId5" Type="http://schemas.openxmlformats.org/officeDocument/2006/relationships/slide" Target="slide28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4.xml"/><Relationship Id="rId5" Type="http://schemas.openxmlformats.org/officeDocument/2006/relationships/slide" Target="slide29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.xml"/><Relationship Id="rId5" Type="http://schemas.openxmlformats.org/officeDocument/2006/relationships/slide" Target="slide35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6.xml"/><Relationship Id="rId5" Type="http://schemas.openxmlformats.org/officeDocument/2006/relationships/slide" Target="slide31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2.xml"/><Relationship Id="rId5" Type="http://schemas.openxmlformats.org/officeDocument/2006/relationships/slide" Target="slide37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5.xml"/><Relationship Id="rId6" Type="http://schemas.openxmlformats.org/officeDocument/2006/relationships/slide" Target="slide40.xml"/><Relationship Id="rId7" Type="http://schemas.openxmlformats.org/officeDocument/2006/relationships/slide" Target="slide5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6.xml"/><Relationship Id="rId6" Type="http://schemas.openxmlformats.org/officeDocument/2006/relationships/slide" Target="slide41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2.xml"/><Relationship Id="rId6" Type="http://schemas.openxmlformats.org/officeDocument/2006/relationships/slide" Target="slide47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8.xml"/><Relationship Id="rId6" Type="http://schemas.openxmlformats.org/officeDocument/2006/relationships/slide" Target="slide43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.xml"/><Relationship Id="rId6" Type="http://schemas.openxmlformats.org/officeDocument/2006/relationships/slide" Target="slide44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0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5.xml"/><Relationship Id="rId6" Type="http://schemas.openxmlformats.org/officeDocument/2006/relationships/slide" Target="slide40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6.xml"/><Relationship Id="rId6" Type="http://schemas.openxmlformats.org/officeDocument/2006/relationships/slide" Target="slide41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2.xml"/><Relationship Id="rId6" Type="http://schemas.openxmlformats.org/officeDocument/2006/relationships/slide" Target="slide47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8.xml"/><Relationship Id="rId6" Type="http://schemas.openxmlformats.org/officeDocument/2006/relationships/slide" Target="slide43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.xml"/><Relationship Id="rId6" Type="http://schemas.openxmlformats.org/officeDocument/2006/relationships/slide" Target="slide44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Relationship Id="rId4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57.xml"/><Relationship Id="rId5" Type="http://schemas.openxmlformats.org/officeDocument/2006/relationships/slide" Target="slide52.xml"/><Relationship Id="rId6" Type="http://schemas.openxmlformats.org/officeDocument/2006/relationships/slide" Target="slide6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58.xml"/><Relationship Id="rId5" Type="http://schemas.openxmlformats.org/officeDocument/2006/relationships/slide" Target="slide53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59.xml"/><Relationship Id="rId5" Type="http://schemas.openxmlformats.org/officeDocument/2006/relationships/slide" Target="slide54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55.xml"/><Relationship Id="rId5" Type="http://schemas.openxmlformats.org/officeDocument/2006/relationships/slide" Target="slide60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56.xml"/><Relationship Id="rId5" Type="http://schemas.openxmlformats.org/officeDocument/2006/relationships/slide" Target="slide61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62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57.xml"/><Relationship Id="rId5" Type="http://schemas.openxmlformats.org/officeDocument/2006/relationships/slide" Target="slide52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58.xml"/><Relationship Id="rId5" Type="http://schemas.openxmlformats.org/officeDocument/2006/relationships/slide" Target="slide53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59.xml"/><Relationship Id="rId5" Type="http://schemas.openxmlformats.org/officeDocument/2006/relationships/slide" Target="slide54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55.xml"/><Relationship Id="rId5" Type="http://schemas.openxmlformats.org/officeDocument/2006/relationships/slide" Target="slide60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56.xml"/><Relationship Id="rId5" Type="http://schemas.openxmlformats.org/officeDocument/2006/relationships/slide" Target="slide61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png"/><Relationship Id="rId4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69.xml"/><Relationship Id="rId5" Type="http://schemas.openxmlformats.org/officeDocument/2006/relationships/slide" Target="slide64.xml"/><Relationship Id="rId6" Type="http://schemas.openxmlformats.org/officeDocument/2006/relationships/slide" Target="slide7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65.xml"/><Relationship Id="rId5" Type="http://schemas.openxmlformats.org/officeDocument/2006/relationships/slide" Target="slide70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72.xml"/><Relationship Id="rId5" Type="http://schemas.openxmlformats.org/officeDocument/2006/relationships/slide" Target="slide67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73.xml"/><Relationship Id="rId5" Type="http://schemas.openxmlformats.org/officeDocument/2006/relationships/slide" Target="slide68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74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69.xml"/><Relationship Id="rId5" Type="http://schemas.openxmlformats.org/officeDocument/2006/relationships/slide" Target="slide64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65.xml"/><Relationship Id="rId5" Type="http://schemas.openxmlformats.org/officeDocument/2006/relationships/slide" Target="slide70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71.xml"/><Relationship Id="rId5" Type="http://schemas.openxmlformats.org/officeDocument/2006/relationships/slide" Target="slide66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72.xml"/><Relationship Id="rId5" Type="http://schemas.openxmlformats.org/officeDocument/2006/relationships/slide" Target="slide67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73.xml"/><Relationship Id="rId5" Type="http://schemas.openxmlformats.org/officeDocument/2006/relationships/slide" Target="slide68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7.png"/><Relationship Id="rId4" Type="http://schemas.openxmlformats.org/officeDocument/2006/relationships/slide" Target="slide7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1.xml"/><Relationship Id="rId6" Type="http://schemas.openxmlformats.org/officeDocument/2006/relationships/slide" Target="slide76.xml"/><Relationship Id="rId7" Type="http://schemas.openxmlformats.org/officeDocument/2006/relationships/slide" Target="slide8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2.xml"/><Relationship Id="rId6" Type="http://schemas.openxmlformats.org/officeDocument/2006/relationships/slide" Target="slide77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78.xml"/><Relationship Id="rId6" Type="http://schemas.openxmlformats.org/officeDocument/2006/relationships/slide" Target="slide83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4.xml"/><Relationship Id="rId6" Type="http://schemas.openxmlformats.org/officeDocument/2006/relationships/slide" Target="slide79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5.xml"/><Relationship Id="rId6" Type="http://schemas.openxmlformats.org/officeDocument/2006/relationships/slide" Target="slide80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6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1.xml"/><Relationship Id="rId6" Type="http://schemas.openxmlformats.org/officeDocument/2006/relationships/slide" Target="slide76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2.xml"/><Relationship Id="rId6" Type="http://schemas.openxmlformats.org/officeDocument/2006/relationships/slide" Target="slide77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78.xml"/><Relationship Id="rId6" Type="http://schemas.openxmlformats.org/officeDocument/2006/relationships/slide" Target="slide83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4.xml"/><Relationship Id="rId6" Type="http://schemas.openxmlformats.org/officeDocument/2006/relationships/slide" Target="slide79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5.xml"/><Relationship Id="rId6" Type="http://schemas.openxmlformats.org/officeDocument/2006/relationships/slide" Target="slide80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2.xml"/><Relationship Id="rId9" Type="http://schemas.openxmlformats.org/officeDocument/2006/relationships/slide" Target="slide87.xml"/><Relationship Id="rId10" Type="http://schemas.openxmlformats.org/officeDocument/2006/relationships/slide" Target="slide9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3.xml"/><Relationship Id="rId9" Type="http://schemas.openxmlformats.org/officeDocument/2006/relationships/slide" Target="slide88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89.xml"/><Relationship Id="rId9" Type="http://schemas.openxmlformats.org/officeDocument/2006/relationships/slide" Target="slide94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5.xml"/><Relationship Id="rId9" Type="http://schemas.openxmlformats.org/officeDocument/2006/relationships/slide" Target="slide90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1.xml"/><Relationship Id="rId9" Type="http://schemas.openxmlformats.org/officeDocument/2006/relationships/slide" Target="slide96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97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2.xml"/><Relationship Id="rId9" Type="http://schemas.openxmlformats.org/officeDocument/2006/relationships/slide" Target="slide87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3.xml"/><Relationship Id="rId9" Type="http://schemas.openxmlformats.org/officeDocument/2006/relationships/slide" Target="slide88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89.xml"/><Relationship Id="rId9" Type="http://schemas.openxmlformats.org/officeDocument/2006/relationships/slide" Target="slide94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5.xml"/><Relationship Id="rId9" Type="http://schemas.openxmlformats.org/officeDocument/2006/relationships/slide" Target="slide90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1.xml"/><Relationship Id="rId9" Type="http://schemas.openxmlformats.org/officeDocument/2006/relationships/slide" Target="slide96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3.xml"/><Relationship Id="rId7" Type="http://schemas.openxmlformats.org/officeDocument/2006/relationships/slide" Target="slide98.xml"/><Relationship Id="rId8" Type="http://schemas.openxmlformats.org/officeDocument/2006/relationships/slide" Target="slide10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4.xml"/><Relationship Id="rId7" Type="http://schemas.openxmlformats.org/officeDocument/2006/relationships/slide" Target="slide99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0.xml"/><Relationship Id="rId7" Type="http://schemas.openxmlformats.org/officeDocument/2006/relationships/slide" Target="slide105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6.xml"/><Relationship Id="rId7" Type="http://schemas.openxmlformats.org/officeDocument/2006/relationships/slide" Target="slide101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7.xml"/><Relationship Id="rId7" Type="http://schemas.openxmlformats.org/officeDocument/2006/relationships/slide" Target="slide102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8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3.xml"/><Relationship Id="rId7" Type="http://schemas.openxmlformats.org/officeDocument/2006/relationships/slide" Target="slide98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4.xml"/><Relationship Id="rId7" Type="http://schemas.openxmlformats.org/officeDocument/2006/relationships/slide" Target="slide99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0.xml"/><Relationship Id="rId7" Type="http://schemas.openxmlformats.org/officeDocument/2006/relationships/slide" Target="slide105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6.xml"/><Relationship Id="rId7" Type="http://schemas.openxmlformats.org/officeDocument/2006/relationships/slide" Target="slide101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7.xml"/><Relationship Id="rId7" Type="http://schemas.openxmlformats.org/officeDocument/2006/relationships/slide" Target="slide102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4.xml"/><Relationship Id="rId5" Type="http://schemas.openxmlformats.org/officeDocument/2006/relationships/slide" Target="slide109.xml"/><Relationship Id="rId6" Type="http://schemas.openxmlformats.org/officeDocument/2006/relationships/slide" Target="slide11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5.xml"/><Relationship Id="rId5" Type="http://schemas.openxmlformats.org/officeDocument/2006/relationships/slide" Target="slide110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6.xml"/><Relationship Id="rId5" Type="http://schemas.openxmlformats.org/officeDocument/2006/relationships/slide" Target="slide111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7.xml"/><Relationship Id="rId5" Type="http://schemas.openxmlformats.org/officeDocument/2006/relationships/slide" Target="slide112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8.xml"/><Relationship Id="rId5" Type="http://schemas.openxmlformats.org/officeDocument/2006/relationships/slide" Target="slide113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119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4.xml"/><Relationship Id="rId5" Type="http://schemas.openxmlformats.org/officeDocument/2006/relationships/slide" Target="slide109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5.xml"/><Relationship Id="rId5" Type="http://schemas.openxmlformats.org/officeDocument/2006/relationships/slide" Target="slide110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6.xml"/><Relationship Id="rId5" Type="http://schemas.openxmlformats.org/officeDocument/2006/relationships/slide" Target="slide111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7.xml"/><Relationship Id="rId5" Type="http://schemas.openxmlformats.org/officeDocument/2006/relationships/slide" Target="slide112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8.xml"/><Relationship Id="rId5" Type="http://schemas.openxmlformats.org/officeDocument/2006/relationships/slide" Target="slide113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5.xml"/><Relationship Id="rId6" Type="http://schemas.openxmlformats.org/officeDocument/2006/relationships/slide" Target="slide120.xml"/><Relationship Id="rId7" Type="http://schemas.openxmlformats.org/officeDocument/2006/relationships/slide" Target="slide130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6.xml"/><Relationship Id="rId6" Type="http://schemas.openxmlformats.org/officeDocument/2006/relationships/slide" Target="slide121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7.xml"/><Relationship Id="rId6" Type="http://schemas.openxmlformats.org/officeDocument/2006/relationships/slide" Target="slide122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8.xml"/><Relationship Id="rId6" Type="http://schemas.openxmlformats.org/officeDocument/2006/relationships/slide" Target="slide123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9.xml"/><Relationship Id="rId6" Type="http://schemas.openxmlformats.org/officeDocument/2006/relationships/slide" Target="slide124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30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5.xml"/><Relationship Id="rId6" Type="http://schemas.openxmlformats.org/officeDocument/2006/relationships/slide" Target="slide120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6.xml"/><Relationship Id="rId6" Type="http://schemas.openxmlformats.org/officeDocument/2006/relationships/slide" Target="slide121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7.xml"/><Relationship Id="rId6" Type="http://schemas.openxmlformats.org/officeDocument/2006/relationships/slide" Target="slide122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8.xml"/><Relationship Id="rId6" Type="http://schemas.openxmlformats.org/officeDocument/2006/relationships/slide" Target="slide123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9.xml"/><Relationship Id="rId6" Type="http://schemas.openxmlformats.org/officeDocument/2006/relationships/slide" Target="slide124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136.xml"/><Relationship Id="rId5" Type="http://schemas.openxmlformats.org/officeDocument/2006/relationships/slide" Target="slide131.xml"/><Relationship Id="rId6" Type="http://schemas.openxmlformats.org/officeDocument/2006/relationships/slide" Target="slide14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132.xml"/><Relationship Id="rId5" Type="http://schemas.openxmlformats.org/officeDocument/2006/relationships/slide" Target="slide137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138.xml"/><Relationship Id="rId5" Type="http://schemas.openxmlformats.org/officeDocument/2006/relationships/slide" Target="slide133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140.xml"/><Relationship Id="rId5" Type="http://schemas.openxmlformats.org/officeDocument/2006/relationships/slide" Target="slide135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141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136.xml"/><Relationship Id="rId5" Type="http://schemas.openxmlformats.org/officeDocument/2006/relationships/slide" Target="slide131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132.xml"/><Relationship Id="rId5" Type="http://schemas.openxmlformats.org/officeDocument/2006/relationships/slide" Target="slide137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138.xml"/><Relationship Id="rId5" Type="http://schemas.openxmlformats.org/officeDocument/2006/relationships/slide" Target="slide133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140.xml"/><Relationship Id="rId5" Type="http://schemas.openxmlformats.org/officeDocument/2006/relationships/slide" Target="slide135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147.xml"/><Relationship Id="rId5" Type="http://schemas.openxmlformats.org/officeDocument/2006/relationships/slide" Target="slide142.xml"/><Relationship Id="rId6" Type="http://schemas.openxmlformats.org/officeDocument/2006/relationships/slide" Target="slide15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148.xml"/><Relationship Id="rId5" Type="http://schemas.openxmlformats.org/officeDocument/2006/relationships/slide" Target="slide143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145.xml"/><Relationship Id="rId5" Type="http://schemas.openxmlformats.org/officeDocument/2006/relationships/slide" Target="slide150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152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147.xml"/><Relationship Id="rId5" Type="http://schemas.openxmlformats.org/officeDocument/2006/relationships/slide" Target="slide142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148.xml"/><Relationship Id="rId5" Type="http://schemas.openxmlformats.org/officeDocument/2006/relationships/slide" Target="slide143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149.xml"/><Relationship Id="rId5" Type="http://schemas.openxmlformats.org/officeDocument/2006/relationships/slide" Target="slide144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145.xml"/><Relationship Id="rId5" Type="http://schemas.openxmlformats.org/officeDocument/2006/relationships/slide" Target="slide150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8.xml"/><Relationship Id="rId6" Type="http://schemas.openxmlformats.org/officeDocument/2006/relationships/slide" Target="slide153.xml"/><Relationship Id="rId7" Type="http://schemas.openxmlformats.org/officeDocument/2006/relationships/slide" Target="slide163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4.xml"/><Relationship Id="rId6" Type="http://schemas.openxmlformats.org/officeDocument/2006/relationships/slide" Target="slide159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5.xml"/><Relationship Id="rId6" Type="http://schemas.openxmlformats.org/officeDocument/2006/relationships/slide" Target="slide160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1.xml"/><Relationship Id="rId6" Type="http://schemas.openxmlformats.org/officeDocument/2006/relationships/slide" Target="slide156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2.xml"/><Relationship Id="rId6" Type="http://schemas.openxmlformats.org/officeDocument/2006/relationships/slide" Target="slide157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3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8.xml"/><Relationship Id="rId6" Type="http://schemas.openxmlformats.org/officeDocument/2006/relationships/slide" Target="slide153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4.xml"/><Relationship Id="rId6" Type="http://schemas.openxmlformats.org/officeDocument/2006/relationships/slide" Target="slide159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5.xml"/><Relationship Id="rId6" Type="http://schemas.openxmlformats.org/officeDocument/2006/relationships/slide" Target="slide160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1.xml"/><Relationship Id="rId6" Type="http://schemas.openxmlformats.org/officeDocument/2006/relationships/slide" Target="slide156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2.xml"/><Relationship Id="rId6" Type="http://schemas.openxmlformats.org/officeDocument/2006/relationships/slide" Target="slide157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69.xml"/><Relationship Id="rId9" Type="http://schemas.openxmlformats.org/officeDocument/2006/relationships/slide" Target="slide164.xml"/><Relationship Id="rId10" Type="http://schemas.openxmlformats.org/officeDocument/2006/relationships/slide" Target="slide174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0.xml"/><Relationship Id="rId9" Type="http://schemas.openxmlformats.org/officeDocument/2006/relationships/slide" Target="slide165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1.xml"/><Relationship Id="rId9" Type="http://schemas.openxmlformats.org/officeDocument/2006/relationships/slide" Target="slide166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2.xml"/><Relationship Id="rId9" Type="http://schemas.openxmlformats.org/officeDocument/2006/relationships/slide" Target="slide167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68.xml"/><Relationship Id="rId9" Type="http://schemas.openxmlformats.org/officeDocument/2006/relationships/slide" Target="slide173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174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69.xml"/><Relationship Id="rId9" Type="http://schemas.openxmlformats.org/officeDocument/2006/relationships/slide" Target="slide164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0.xml"/><Relationship Id="rId9" Type="http://schemas.openxmlformats.org/officeDocument/2006/relationships/slide" Target="slide165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1.xml"/><Relationship Id="rId9" Type="http://schemas.openxmlformats.org/officeDocument/2006/relationships/slide" Target="slide166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2.xml"/><Relationship Id="rId9" Type="http://schemas.openxmlformats.org/officeDocument/2006/relationships/slide" Target="slide167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68.xml"/><Relationship Id="rId9" Type="http://schemas.openxmlformats.org/officeDocument/2006/relationships/slide" Target="slide173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75.xml"/><Relationship Id="rId7" Type="http://schemas.openxmlformats.org/officeDocument/2006/relationships/slide" Target="slide180.xml"/><Relationship Id="rId8" Type="http://schemas.openxmlformats.org/officeDocument/2006/relationships/slide" Target="slide185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1.xml"/><Relationship Id="rId7" Type="http://schemas.openxmlformats.org/officeDocument/2006/relationships/slide" Target="slide176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2.xml"/><Relationship Id="rId7" Type="http://schemas.openxmlformats.org/officeDocument/2006/relationships/slide" Target="slide177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3.xml"/><Relationship Id="rId7" Type="http://schemas.openxmlformats.org/officeDocument/2006/relationships/slide" Target="slide178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4.xml"/><Relationship Id="rId7" Type="http://schemas.openxmlformats.org/officeDocument/2006/relationships/slide" Target="slide179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5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75.xml"/><Relationship Id="rId7" Type="http://schemas.openxmlformats.org/officeDocument/2006/relationships/slide" Target="slide180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1.xml"/><Relationship Id="rId7" Type="http://schemas.openxmlformats.org/officeDocument/2006/relationships/slide" Target="slide176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2.xml"/><Relationship Id="rId7" Type="http://schemas.openxmlformats.org/officeDocument/2006/relationships/slide" Target="slide177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3.xml"/><Relationship Id="rId7" Type="http://schemas.openxmlformats.org/officeDocument/2006/relationships/slide" Target="slide178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4.xml"/><Relationship Id="rId7" Type="http://schemas.openxmlformats.org/officeDocument/2006/relationships/slide" Target="slide179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0.png"/><Relationship Id="rId4" Type="http://schemas.openxmlformats.org/officeDocument/2006/relationships/slide" Target="slide186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2.xml"/><Relationship Id="rId4" Type="http://schemas.openxmlformats.org/officeDocument/2006/relationships/slide" Target="slide187.xml"/><Relationship Id="rId5" Type="http://schemas.openxmlformats.org/officeDocument/2006/relationships/slide" Target="slide22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3.xml"/><Relationship Id="rId4" Type="http://schemas.openxmlformats.org/officeDocument/2006/relationships/slide" Target="slide188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4.xml"/><Relationship Id="rId4" Type="http://schemas.openxmlformats.org/officeDocument/2006/relationships/slide" Target="slide189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5.xml"/><Relationship Id="rId4" Type="http://schemas.openxmlformats.org/officeDocument/2006/relationships/slide" Target="slide190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6.xml"/><Relationship Id="rId4" Type="http://schemas.openxmlformats.org/officeDocument/2006/relationships/slide" Target="slide191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8.xml"/><Relationship Id="rId4" Type="http://schemas.openxmlformats.org/officeDocument/2006/relationships/slide" Target="slide193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9.xml"/><Relationship Id="rId4" Type="http://schemas.openxmlformats.org/officeDocument/2006/relationships/slide" Target="slide194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0.xml"/><Relationship Id="rId4" Type="http://schemas.openxmlformats.org/officeDocument/2006/relationships/slide" Target="slide195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1.xml"/><Relationship Id="rId4" Type="http://schemas.openxmlformats.org/officeDocument/2006/relationships/slide" Target="slide196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2.xml"/><Relationship Id="rId4" Type="http://schemas.openxmlformats.org/officeDocument/2006/relationships/slide" Target="slide197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4.xml"/><Relationship Id="rId4" Type="http://schemas.openxmlformats.org/officeDocument/2006/relationships/slide" Target="slide199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5.xml"/><Relationship Id="rId4" Type="http://schemas.openxmlformats.org/officeDocument/2006/relationships/slide" Target="slide200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6.xml"/><Relationship Id="rId4" Type="http://schemas.openxmlformats.org/officeDocument/2006/relationships/slide" Target="slide201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7.xml"/><Relationship Id="rId4" Type="http://schemas.openxmlformats.org/officeDocument/2006/relationships/slide" Target="slide202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8.xml"/><Relationship Id="rId4" Type="http://schemas.openxmlformats.org/officeDocument/2006/relationships/slide" Target="slide203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0.xml"/><Relationship Id="rId4" Type="http://schemas.openxmlformats.org/officeDocument/2006/relationships/slide" Target="slide205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1.xml"/><Relationship Id="rId4" Type="http://schemas.openxmlformats.org/officeDocument/2006/relationships/slide" Target="slide206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2.xml"/><Relationship Id="rId4" Type="http://schemas.openxmlformats.org/officeDocument/2006/relationships/slide" Target="slide207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3.xml"/><Relationship Id="rId4" Type="http://schemas.openxmlformats.org/officeDocument/2006/relationships/slide" Target="slide208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4.xml"/><Relationship Id="rId4" Type="http://schemas.openxmlformats.org/officeDocument/2006/relationships/slide" Target="slide209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6.xml"/><Relationship Id="rId4" Type="http://schemas.openxmlformats.org/officeDocument/2006/relationships/slide" Target="slide211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7.xml"/><Relationship Id="rId4" Type="http://schemas.openxmlformats.org/officeDocument/2006/relationships/slide" Target="slide212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8.xml"/><Relationship Id="rId4" Type="http://schemas.openxmlformats.org/officeDocument/2006/relationships/slide" Target="slide213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9.xml"/><Relationship Id="rId4" Type="http://schemas.openxmlformats.org/officeDocument/2006/relationships/slide" Target="slide214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0.xml"/><Relationship Id="rId4" Type="http://schemas.openxmlformats.org/officeDocument/2006/relationships/slide" Target="slide215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7.xml"/><Relationship Id="rId5" Type="http://schemas.openxmlformats.org/officeDocument/2006/relationships/slide" Target="slide222.xml"/><Relationship Id="rId6" Type="http://schemas.openxmlformats.org/officeDocument/2006/relationships/slide" Target="slide23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3.xml"/><Relationship Id="rId5" Type="http://schemas.openxmlformats.org/officeDocument/2006/relationships/slide" Target="slide228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9.xml"/><Relationship Id="rId5" Type="http://schemas.openxmlformats.org/officeDocument/2006/relationships/slide" Target="slide224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30.xml"/><Relationship Id="rId5" Type="http://schemas.openxmlformats.org/officeDocument/2006/relationships/slide" Target="slide225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6.xml"/><Relationship Id="rId5" Type="http://schemas.openxmlformats.org/officeDocument/2006/relationships/slide" Target="slide231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232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7.xml"/><Relationship Id="rId5" Type="http://schemas.openxmlformats.org/officeDocument/2006/relationships/slide" Target="slide222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3.xml"/><Relationship Id="rId5" Type="http://schemas.openxmlformats.org/officeDocument/2006/relationships/slide" Target="slide228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9.xml"/><Relationship Id="rId5" Type="http://schemas.openxmlformats.org/officeDocument/2006/relationships/slide" Target="slide224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30.xml"/><Relationship Id="rId5" Type="http://schemas.openxmlformats.org/officeDocument/2006/relationships/slide" Target="slide225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6.xml"/><Relationship Id="rId5" Type="http://schemas.openxmlformats.org/officeDocument/2006/relationships/slide" Target="slide231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8.xml"/><Relationship Id="rId6" Type="http://schemas.openxmlformats.org/officeDocument/2006/relationships/slide" Target="slide233.xml"/><Relationship Id="rId7" Type="http://schemas.openxmlformats.org/officeDocument/2006/relationships/slide" Target="slide243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9.xml"/><Relationship Id="rId6" Type="http://schemas.openxmlformats.org/officeDocument/2006/relationships/slide" Target="slide234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0.xml"/><Relationship Id="rId6" Type="http://schemas.openxmlformats.org/officeDocument/2006/relationships/slide" Target="slide235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1.xml"/><Relationship Id="rId6" Type="http://schemas.openxmlformats.org/officeDocument/2006/relationships/slide" Target="slide236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2.xml"/><Relationship Id="rId6" Type="http://schemas.openxmlformats.org/officeDocument/2006/relationships/slide" Target="slide237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3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8.xml"/><Relationship Id="rId6" Type="http://schemas.openxmlformats.org/officeDocument/2006/relationships/slide" Target="slide233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9.xml"/><Relationship Id="rId6" Type="http://schemas.openxmlformats.org/officeDocument/2006/relationships/slide" Target="slide234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0.xml"/><Relationship Id="rId6" Type="http://schemas.openxmlformats.org/officeDocument/2006/relationships/slide" Target="slide235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1.xml"/><Relationship Id="rId6" Type="http://schemas.openxmlformats.org/officeDocument/2006/relationships/slide" Target="slide236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2.xml"/><Relationship Id="rId6" Type="http://schemas.openxmlformats.org/officeDocument/2006/relationships/slide" Target="slide237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249.xml"/><Relationship Id="rId5" Type="http://schemas.openxmlformats.org/officeDocument/2006/relationships/slide" Target="slide244.xml"/><Relationship Id="rId6" Type="http://schemas.openxmlformats.org/officeDocument/2006/relationships/slide" Target="slide254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250.xml"/><Relationship Id="rId5" Type="http://schemas.openxmlformats.org/officeDocument/2006/relationships/slide" Target="slide245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251.xml"/><Relationship Id="rId5" Type="http://schemas.openxmlformats.org/officeDocument/2006/relationships/slide" Target="slide246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252.xml"/><Relationship Id="rId5" Type="http://schemas.openxmlformats.org/officeDocument/2006/relationships/slide" Target="slide247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253.xml"/><Relationship Id="rId5" Type="http://schemas.openxmlformats.org/officeDocument/2006/relationships/slide" Target="slide248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254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249.xml"/><Relationship Id="rId5" Type="http://schemas.openxmlformats.org/officeDocument/2006/relationships/slide" Target="slide244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250.xml"/><Relationship Id="rId5" Type="http://schemas.openxmlformats.org/officeDocument/2006/relationships/slide" Target="slide245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251.xml"/><Relationship Id="rId5" Type="http://schemas.openxmlformats.org/officeDocument/2006/relationships/slide" Target="slide246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252.xml"/><Relationship Id="rId5" Type="http://schemas.openxmlformats.org/officeDocument/2006/relationships/slide" Target="slide247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253.xml"/><Relationship Id="rId5" Type="http://schemas.openxmlformats.org/officeDocument/2006/relationships/slide" Target="slide248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260.xml"/><Relationship Id="rId5" Type="http://schemas.openxmlformats.org/officeDocument/2006/relationships/slide" Target="slide255.xml"/><Relationship Id="rId6" Type="http://schemas.openxmlformats.org/officeDocument/2006/relationships/slide" Target="slide265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256.xml"/><Relationship Id="rId5" Type="http://schemas.openxmlformats.org/officeDocument/2006/relationships/slide" Target="slide261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262.xml"/><Relationship Id="rId5" Type="http://schemas.openxmlformats.org/officeDocument/2006/relationships/slide" Target="slide257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258.xml"/><Relationship Id="rId5" Type="http://schemas.openxmlformats.org/officeDocument/2006/relationships/slide" Target="slide263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264.xml"/><Relationship Id="rId5" Type="http://schemas.openxmlformats.org/officeDocument/2006/relationships/slide" Target="slide259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265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260.xml"/><Relationship Id="rId5" Type="http://schemas.openxmlformats.org/officeDocument/2006/relationships/slide" Target="slide255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256.xml"/><Relationship Id="rId5" Type="http://schemas.openxmlformats.org/officeDocument/2006/relationships/slide" Target="slide261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262.xml"/><Relationship Id="rId5" Type="http://schemas.openxmlformats.org/officeDocument/2006/relationships/slide" Target="slide257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258.xml"/><Relationship Id="rId5" Type="http://schemas.openxmlformats.org/officeDocument/2006/relationships/slide" Target="slide263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264.xml"/><Relationship Id="rId5" Type="http://schemas.openxmlformats.org/officeDocument/2006/relationships/slide" Target="slide259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1.xml"/><Relationship Id="rId6" Type="http://schemas.openxmlformats.org/officeDocument/2006/relationships/slide" Target="slide266.xml"/><Relationship Id="rId7" Type="http://schemas.openxmlformats.org/officeDocument/2006/relationships/slide" Target="slide276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2.xml"/><Relationship Id="rId6" Type="http://schemas.openxmlformats.org/officeDocument/2006/relationships/slide" Target="slide267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3.xml"/><Relationship Id="rId6" Type="http://schemas.openxmlformats.org/officeDocument/2006/relationships/slide" Target="slide268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4.xml"/><Relationship Id="rId6" Type="http://schemas.openxmlformats.org/officeDocument/2006/relationships/slide" Target="slide269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5.xml"/><Relationship Id="rId6" Type="http://schemas.openxmlformats.org/officeDocument/2006/relationships/slide" Target="slide270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6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1.xml"/><Relationship Id="rId6" Type="http://schemas.openxmlformats.org/officeDocument/2006/relationships/slide" Target="slide266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2.xml"/><Relationship Id="rId6" Type="http://schemas.openxmlformats.org/officeDocument/2006/relationships/slide" Target="slide267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3.xml"/><Relationship Id="rId6" Type="http://schemas.openxmlformats.org/officeDocument/2006/relationships/slide" Target="slide268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4.xml"/><Relationship Id="rId6" Type="http://schemas.openxmlformats.org/officeDocument/2006/relationships/slide" Target="slide269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5.xml"/><Relationship Id="rId6" Type="http://schemas.openxmlformats.org/officeDocument/2006/relationships/slide" Target="slide270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77.xml"/><Relationship Id="rId9" Type="http://schemas.openxmlformats.org/officeDocument/2006/relationships/slide" Target="slide282.xml"/><Relationship Id="rId10" Type="http://schemas.openxmlformats.org/officeDocument/2006/relationships/slide" Target="slide28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3.xml"/><Relationship Id="rId9" Type="http://schemas.openxmlformats.org/officeDocument/2006/relationships/slide" Target="slide278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4.xml"/><Relationship Id="rId9" Type="http://schemas.openxmlformats.org/officeDocument/2006/relationships/slide" Target="slide279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0.xml"/><Relationship Id="rId9" Type="http://schemas.openxmlformats.org/officeDocument/2006/relationships/slide" Target="slide285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6.xml"/><Relationship Id="rId9" Type="http://schemas.openxmlformats.org/officeDocument/2006/relationships/slide" Target="slide281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287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77.xml"/><Relationship Id="rId9" Type="http://schemas.openxmlformats.org/officeDocument/2006/relationships/slide" Target="slide282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3.xml"/><Relationship Id="rId9" Type="http://schemas.openxmlformats.org/officeDocument/2006/relationships/slide" Target="slide278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4.xml"/><Relationship Id="rId9" Type="http://schemas.openxmlformats.org/officeDocument/2006/relationships/slide" Target="slide279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0.xml"/><Relationship Id="rId9" Type="http://schemas.openxmlformats.org/officeDocument/2006/relationships/slide" Target="slide285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6.xml"/><Relationship Id="rId9" Type="http://schemas.openxmlformats.org/officeDocument/2006/relationships/slide" Target="slide281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3.xml"/><Relationship Id="rId7" Type="http://schemas.openxmlformats.org/officeDocument/2006/relationships/slide" Target="slide288.xml"/><Relationship Id="rId8" Type="http://schemas.openxmlformats.org/officeDocument/2006/relationships/slide" Target="slide298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89.xml"/><Relationship Id="rId7" Type="http://schemas.openxmlformats.org/officeDocument/2006/relationships/slide" Target="slide294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5.xml"/><Relationship Id="rId7" Type="http://schemas.openxmlformats.org/officeDocument/2006/relationships/slide" Target="slide290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1.xml"/><Relationship Id="rId7" Type="http://schemas.openxmlformats.org/officeDocument/2006/relationships/slide" Target="slide296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7.xml"/><Relationship Id="rId7" Type="http://schemas.openxmlformats.org/officeDocument/2006/relationships/slide" Target="slide292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8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3.xml"/><Relationship Id="rId7" Type="http://schemas.openxmlformats.org/officeDocument/2006/relationships/slide" Target="slide288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89.xml"/><Relationship Id="rId7" Type="http://schemas.openxmlformats.org/officeDocument/2006/relationships/slide" Target="slide294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5.xml"/><Relationship Id="rId7" Type="http://schemas.openxmlformats.org/officeDocument/2006/relationships/slide" Target="slide290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1.xml"/><Relationship Id="rId7" Type="http://schemas.openxmlformats.org/officeDocument/2006/relationships/slide" Target="slide296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7.xml"/><Relationship Id="rId7" Type="http://schemas.openxmlformats.org/officeDocument/2006/relationships/slide" Target="slide292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99.xml"/><Relationship Id="rId5" Type="http://schemas.openxmlformats.org/officeDocument/2006/relationships/slide" Target="slide304.xml"/><Relationship Id="rId6" Type="http://schemas.openxmlformats.org/officeDocument/2006/relationships/slide" Target="slide309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5.xml"/><Relationship Id="rId5" Type="http://schemas.openxmlformats.org/officeDocument/2006/relationships/slide" Target="slide300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1.xml"/><Relationship Id="rId5" Type="http://schemas.openxmlformats.org/officeDocument/2006/relationships/slide" Target="slide306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2.xml"/><Relationship Id="rId5" Type="http://schemas.openxmlformats.org/officeDocument/2006/relationships/slide" Target="slide307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8.xml"/><Relationship Id="rId5" Type="http://schemas.openxmlformats.org/officeDocument/2006/relationships/slide" Target="slide303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309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99.xml"/><Relationship Id="rId5" Type="http://schemas.openxmlformats.org/officeDocument/2006/relationships/slide" Target="slide304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5.xml"/><Relationship Id="rId5" Type="http://schemas.openxmlformats.org/officeDocument/2006/relationships/slide" Target="slide300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1.xml"/><Relationship Id="rId5" Type="http://schemas.openxmlformats.org/officeDocument/2006/relationships/slide" Target="slide306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2.xml"/><Relationship Id="rId5" Type="http://schemas.openxmlformats.org/officeDocument/2006/relationships/slide" Target="slide307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8.xml"/><Relationship Id="rId5" Type="http://schemas.openxmlformats.org/officeDocument/2006/relationships/slide" Target="slide303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5.xml"/><Relationship Id="rId6" Type="http://schemas.openxmlformats.org/officeDocument/2006/relationships/slide" Target="slide310.xml"/><Relationship Id="rId7" Type="http://schemas.openxmlformats.org/officeDocument/2006/relationships/slide" Target="slide320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1.xml"/><Relationship Id="rId6" Type="http://schemas.openxmlformats.org/officeDocument/2006/relationships/slide" Target="slide316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7.xml"/><Relationship Id="rId6" Type="http://schemas.openxmlformats.org/officeDocument/2006/relationships/slide" Target="slide312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8.xml"/><Relationship Id="rId6" Type="http://schemas.openxmlformats.org/officeDocument/2006/relationships/slide" Target="slide313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9.xml"/><Relationship Id="rId6" Type="http://schemas.openxmlformats.org/officeDocument/2006/relationships/slide" Target="slide314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20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5.xml"/><Relationship Id="rId6" Type="http://schemas.openxmlformats.org/officeDocument/2006/relationships/slide" Target="slide310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1.xml"/><Relationship Id="rId6" Type="http://schemas.openxmlformats.org/officeDocument/2006/relationships/slide" Target="slide316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7.xml"/><Relationship Id="rId6" Type="http://schemas.openxmlformats.org/officeDocument/2006/relationships/slide" Target="slide312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8.xml"/><Relationship Id="rId6" Type="http://schemas.openxmlformats.org/officeDocument/2006/relationships/slide" Target="slide313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9.xml"/><Relationship Id="rId6" Type="http://schemas.openxmlformats.org/officeDocument/2006/relationships/slide" Target="slide314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326.xml"/><Relationship Id="rId5" Type="http://schemas.openxmlformats.org/officeDocument/2006/relationships/slide" Target="slide321.xml"/><Relationship Id="rId6" Type="http://schemas.openxmlformats.org/officeDocument/2006/relationships/slide" Target="slide331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327.xml"/><Relationship Id="rId5" Type="http://schemas.openxmlformats.org/officeDocument/2006/relationships/slide" Target="slide322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328.xml"/><Relationship Id="rId5" Type="http://schemas.openxmlformats.org/officeDocument/2006/relationships/slide" Target="slide323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329.xml"/><Relationship Id="rId5" Type="http://schemas.openxmlformats.org/officeDocument/2006/relationships/slide" Target="slide324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330.xml"/><Relationship Id="rId5" Type="http://schemas.openxmlformats.org/officeDocument/2006/relationships/slide" Target="slide325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331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326.xml"/><Relationship Id="rId5" Type="http://schemas.openxmlformats.org/officeDocument/2006/relationships/slide" Target="slide321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327.xml"/><Relationship Id="rId5" Type="http://schemas.openxmlformats.org/officeDocument/2006/relationships/slide" Target="slide322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328.xml"/><Relationship Id="rId5" Type="http://schemas.openxmlformats.org/officeDocument/2006/relationships/slide" Target="slide323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329.xml"/><Relationship Id="rId5" Type="http://schemas.openxmlformats.org/officeDocument/2006/relationships/slide" Target="slide324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330.xml"/><Relationship Id="rId5" Type="http://schemas.openxmlformats.org/officeDocument/2006/relationships/slide" Target="slide325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337.xml"/><Relationship Id="rId5" Type="http://schemas.openxmlformats.org/officeDocument/2006/relationships/slide" Target="slide332.xml"/><Relationship Id="rId6" Type="http://schemas.openxmlformats.org/officeDocument/2006/relationships/slide" Target="slide342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338.xml"/><Relationship Id="rId5" Type="http://schemas.openxmlformats.org/officeDocument/2006/relationships/slide" Target="slide333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339.xml"/><Relationship Id="rId5" Type="http://schemas.openxmlformats.org/officeDocument/2006/relationships/slide" Target="slide334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335.xml"/><Relationship Id="rId5" Type="http://schemas.openxmlformats.org/officeDocument/2006/relationships/slide" Target="slide340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341.xml"/><Relationship Id="rId5" Type="http://schemas.openxmlformats.org/officeDocument/2006/relationships/slide" Target="slide336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342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337.xml"/><Relationship Id="rId5" Type="http://schemas.openxmlformats.org/officeDocument/2006/relationships/slide" Target="slide332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338.xml"/><Relationship Id="rId5" Type="http://schemas.openxmlformats.org/officeDocument/2006/relationships/slide" Target="slide333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339.xml"/><Relationship Id="rId5" Type="http://schemas.openxmlformats.org/officeDocument/2006/relationships/slide" Target="slide334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335.xml"/><Relationship Id="rId5" Type="http://schemas.openxmlformats.org/officeDocument/2006/relationships/slide" Target="slide340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341.xml"/><Relationship Id="rId5" Type="http://schemas.openxmlformats.org/officeDocument/2006/relationships/slide" Target="slide336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3.xml"/><Relationship Id="rId6" Type="http://schemas.openxmlformats.org/officeDocument/2006/relationships/slide" Target="slide348.xml"/><Relationship Id="rId7" Type="http://schemas.openxmlformats.org/officeDocument/2006/relationships/slide" Target="slide353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4.xml"/><Relationship Id="rId6" Type="http://schemas.openxmlformats.org/officeDocument/2006/relationships/slide" Target="slide349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5.xml"/><Relationship Id="rId6" Type="http://schemas.openxmlformats.org/officeDocument/2006/relationships/slide" Target="slide350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6.xml"/><Relationship Id="rId6" Type="http://schemas.openxmlformats.org/officeDocument/2006/relationships/slide" Target="slide351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2.xml"/><Relationship Id="rId6" Type="http://schemas.openxmlformats.org/officeDocument/2006/relationships/slide" Target="slide347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3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3.xml"/><Relationship Id="rId6" Type="http://schemas.openxmlformats.org/officeDocument/2006/relationships/slide" Target="slide348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4.xml"/><Relationship Id="rId6" Type="http://schemas.openxmlformats.org/officeDocument/2006/relationships/slide" Target="slide349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5.xml"/><Relationship Id="rId6" Type="http://schemas.openxmlformats.org/officeDocument/2006/relationships/slide" Target="slide350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6.xml"/><Relationship Id="rId6" Type="http://schemas.openxmlformats.org/officeDocument/2006/relationships/slide" Target="slide351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2.xml"/><Relationship Id="rId6" Type="http://schemas.openxmlformats.org/officeDocument/2006/relationships/slide" Target="slide347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9.xml"/><Relationship Id="rId9" Type="http://schemas.openxmlformats.org/officeDocument/2006/relationships/slide" Target="slide354.xml"/><Relationship Id="rId10" Type="http://schemas.openxmlformats.org/officeDocument/2006/relationships/slide" Target="slide364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0.xml"/><Relationship Id="rId9" Type="http://schemas.openxmlformats.org/officeDocument/2006/relationships/slide" Target="slide355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6.xml"/><Relationship Id="rId9" Type="http://schemas.openxmlformats.org/officeDocument/2006/relationships/slide" Target="slide361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2.xml"/><Relationship Id="rId9" Type="http://schemas.openxmlformats.org/officeDocument/2006/relationships/slide" Target="slide357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3.xml"/><Relationship Id="rId9" Type="http://schemas.openxmlformats.org/officeDocument/2006/relationships/slide" Target="slide358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364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9.xml"/><Relationship Id="rId9" Type="http://schemas.openxmlformats.org/officeDocument/2006/relationships/slide" Target="slide354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0.xml"/><Relationship Id="rId9" Type="http://schemas.openxmlformats.org/officeDocument/2006/relationships/slide" Target="slide355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6.xml"/><Relationship Id="rId9" Type="http://schemas.openxmlformats.org/officeDocument/2006/relationships/slide" Target="slide361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2.xml"/><Relationship Id="rId9" Type="http://schemas.openxmlformats.org/officeDocument/2006/relationships/slide" Target="slide357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3.xml"/><Relationship Id="rId9" Type="http://schemas.openxmlformats.org/officeDocument/2006/relationships/slide" Target="slide358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0.xml"/><Relationship Id="rId7" Type="http://schemas.openxmlformats.org/officeDocument/2006/relationships/slide" Target="slide365.xml"/><Relationship Id="rId8" Type="http://schemas.openxmlformats.org/officeDocument/2006/relationships/slide" Target="slide375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1.xml"/><Relationship Id="rId7" Type="http://schemas.openxmlformats.org/officeDocument/2006/relationships/slide" Target="slide366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2.xml"/><Relationship Id="rId7" Type="http://schemas.openxmlformats.org/officeDocument/2006/relationships/slide" Target="slide367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68.xml"/><Relationship Id="rId7" Type="http://schemas.openxmlformats.org/officeDocument/2006/relationships/slide" Target="slide373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4.xml"/><Relationship Id="rId7" Type="http://schemas.openxmlformats.org/officeDocument/2006/relationships/slide" Target="slide369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5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0.xml"/><Relationship Id="rId7" Type="http://schemas.openxmlformats.org/officeDocument/2006/relationships/slide" Target="slide365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1.xml"/><Relationship Id="rId7" Type="http://schemas.openxmlformats.org/officeDocument/2006/relationships/slide" Target="slide366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2.xml"/><Relationship Id="rId7" Type="http://schemas.openxmlformats.org/officeDocument/2006/relationships/slide" Target="slide367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68.xml"/><Relationship Id="rId7" Type="http://schemas.openxmlformats.org/officeDocument/2006/relationships/slide" Target="slide373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4.xml"/><Relationship Id="rId7" Type="http://schemas.openxmlformats.org/officeDocument/2006/relationships/slide" Target="slide369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1.xml"/><Relationship Id="rId4" Type="http://schemas.openxmlformats.org/officeDocument/2006/relationships/slide" Target="slide376.xml"/><Relationship Id="rId5" Type="http://schemas.openxmlformats.org/officeDocument/2006/relationships/slide" Target="slide410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2.xml"/><Relationship Id="rId4" Type="http://schemas.openxmlformats.org/officeDocument/2006/relationships/slide" Target="slide377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3.xml"/><Relationship Id="rId4" Type="http://schemas.openxmlformats.org/officeDocument/2006/relationships/slide" Target="slide378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4.xml"/><Relationship Id="rId4" Type="http://schemas.openxmlformats.org/officeDocument/2006/relationships/slide" Target="slide379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5.xml"/><Relationship Id="rId4" Type="http://schemas.openxmlformats.org/officeDocument/2006/relationships/slide" Target="slide380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7.xml"/><Relationship Id="rId4" Type="http://schemas.openxmlformats.org/officeDocument/2006/relationships/slide" Target="slide382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8.xml"/><Relationship Id="rId4" Type="http://schemas.openxmlformats.org/officeDocument/2006/relationships/slide" Target="slide383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9.xml"/><Relationship Id="rId4" Type="http://schemas.openxmlformats.org/officeDocument/2006/relationships/slide" Target="slide384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0.xml"/><Relationship Id="rId4" Type="http://schemas.openxmlformats.org/officeDocument/2006/relationships/slide" Target="slide385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1.xml"/><Relationship Id="rId4" Type="http://schemas.openxmlformats.org/officeDocument/2006/relationships/slide" Target="slide386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3.xml"/><Relationship Id="rId4" Type="http://schemas.openxmlformats.org/officeDocument/2006/relationships/slide" Target="slide388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4.xml"/><Relationship Id="rId4" Type="http://schemas.openxmlformats.org/officeDocument/2006/relationships/slide" Target="slide389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5.xml"/><Relationship Id="rId4" Type="http://schemas.openxmlformats.org/officeDocument/2006/relationships/slide" Target="slide390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6.xml"/><Relationship Id="rId4" Type="http://schemas.openxmlformats.org/officeDocument/2006/relationships/slide" Target="slide391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7.xml"/><Relationship Id="rId4" Type="http://schemas.openxmlformats.org/officeDocument/2006/relationships/slide" Target="slide392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9.xml"/><Relationship Id="rId4" Type="http://schemas.openxmlformats.org/officeDocument/2006/relationships/slide" Target="slide394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0.xml"/><Relationship Id="rId4" Type="http://schemas.openxmlformats.org/officeDocument/2006/relationships/slide" Target="slide395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1.xml"/><Relationship Id="rId4" Type="http://schemas.openxmlformats.org/officeDocument/2006/relationships/slide" Target="slide396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2.xml"/><Relationship Id="rId4" Type="http://schemas.openxmlformats.org/officeDocument/2006/relationships/slide" Target="slide397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3.xml"/><Relationship Id="rId4" Type="http://schemas.openxmlformats.org/officeDocument/2006/relationships/slide" Target="slide398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5.xml"/><Relationship Id="rId4" Type="http://schemas.openxmlformats.org/officeDocument/2006/relationships/slide" Target="slide400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6.xml"/><Relationship Id="rId4" Type="http://schemas.openxmlformats.org/officeDocument/2006/relationships/slide" Target="slide401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7.xml"/><Relationship Id="rId4" Type="http://schemas.openxmlformats.org/officeDocument/2006/relationships/slide" Target="slide402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8.xml"/><Relationship Id="rId4" Type="http://schemas.openxmlformats.org/officeDocument/2006/relationships/slide" Target="slide403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9.xml"/><Relationship Id="rId4" Type="http://schemas.openxmlformats.org/officeDocument/2006/relationships/slide" Target="slide404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41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Kasratan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8A6CF0"/>
                </a:solidFill>
                <a:latin typeface="Arial"/>
                <a:cs typeface="Arial"/>
              </a:rPr>
              <a:t>Kasratan Games</a:t>
            </a:r>
          </a:p>
        </p:txBody>
      </p:sp>
      <p:sp>
        <p:nvSpPr>
          <p:cNvPr id="5" name="Sample" descr="بٍ  قَلَمٍ  شَجَرَةٍ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Arial"/>
                <a:cs typeface="Arial"/>
              </a:rPr>
              <a:t>بٍ  قَلَمٍ  شَجَرَةٍ</a:t>
            </a:r>
          </a:p>
        </p:txBody>
      </p:sp>
      <p:sp>
        <p:nvSpPr>
          <p:cNvPr id="6" name="Subtitle" descr="Bee, monkey, darts, basketball, pizza and more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E2640"/>
                </a:solidFill>
                <a:latin typeface="Arial"/>
                <a:cs typeface="Arial"/>
              </a:rPr>
              <a:t>Bee, monkey, darts, basketball, pizza and more!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sy Bee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Busy Bee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Fly to the right flowe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Fly to the right flower.</a:t>
            </a:r>
          </a:p>
        </p:txBody>
      </p:sp>
      <p:sp>
        <p:nvSpPr>
          <p:cNvPr id="7" name="Line 3" descr="3.  Fill the honey ja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Fill the honey jar!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42038"/>
            <a:ext cx="2095500" cy="1611923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ٍ" descr="ب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ِ" descr="ب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ِي" descr="بِي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ٍ" descr="ب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تِي" descr="تِي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تٍ" descr="ت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تِ" descr="تِ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تِ + نۡ" descr="ت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تِ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وَرۡدَةٍ" descr="وَرۡدَة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وَرۡدَةِ" descr="وَرۡدَة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وَرۡدَةً" descr="وَرۡدَةً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وَرۡدَةً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وَرۡدَةٍ" descr="وَرۡد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وَرۡدَةٍ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َلَسَ" descr="جَلَس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رِبَ" descr="شَرِبَ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نَهۡرٍ" descr="نَهۡر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ِ" descr="ي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ٍ" descr="ي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ِي" descr="يِي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يٍ" descr="ي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ٍ" descr="ب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ِ" descr="ب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ِي" descr="بِي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ٍ" descr="ب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تِي" descr="تِي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تٍ" descr="ت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تِ" descr="تِ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تِ + نۡ" descr="ت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تِ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وَرۡدَةٍ" descr="وَرۡدَة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وَرۡدَةِ" descr="وَرۡدَة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وَرۡدَةً" descr="وَرۡدَةً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وَرۡدَةً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وَرۡدَةٍ" descr="وَرۡد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وَرۡدَةٍ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َلَسَ" descr="جَلَس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رِبَ" descr="شَرِبَ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نَهۡرٍ" descr="نَهۡر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ِ" descr="ي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ٍ" descr="ي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ِي" descr="يِي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ٍ" descr="ي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onkey Climb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Monkey Climb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Help the monkey reach the banana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Help the monkey reach the bananas!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036" y="2095500"/>
            <a:ext cx="1768929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نٍ" descr="ن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7" name="Answer 2 نِي" descr="نِي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8" name="Answer 3 نِ" descr="نِ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نِ + نۡ" descr="ن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نِ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نَهۡرِ" descr="نَهۡر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نَهۡرِ</a:t>
            </a:r>
          </a:p>
        </p:txBody>
      </p:sp>
      <p:sp>
        <p:nvSpPr>
          <p:cNvPr id="7" name="Answer 2 نَهۡرٌ" descr="نَهۡرٌ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8" name="Answer 3 نَهۡرٍ" descr="نَهۡر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نَهۡرٍ" descr="نَهۡ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سَمِعَ" descr="سَمِع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7" name="Answer 2 نَامَ" descr="نَام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8" name="Answer 3 شَجَرَةٍ" descr="شَجَرَة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حِ" descr="ح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7" name="Answer 2 حِي" descr="حِي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8" name="Answer 3 حٍ" descr="ح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حٍ" descr="ح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خٍ" descr="خ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7" name="Answer 2 خِ" descr="خِ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8" name="Answer 3 خِي" descr="خِي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خٍ" descr="خ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نٍ" descr="ن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7" name="Answer 2 نِي" descr="نِي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8" name="Answer 3 نِ" descr="نِ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نِ + نۡ" descr="ن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نِ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نَهۡرِ" descr="نَهۡر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نَهۡرِ</a:t>
            </a:r>
          </a:p>
        </p:txBody>
      </p:sp>
      <p:sp>
        <p:nvSpPr>
          <p:cNvPr id="7" name="Answer 2 نَهۡرٌ" descr="نَهۡرٌ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8" name="Answer 3 نَهۡرٍ" descr="نَهۡر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نَهۡرٍ" descr="نَهۡ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سَمِعَ" descr="سَمِع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7" name="Answer 2 نَامَ" descr="نَامَ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8" name="Answer 3 شَجَرَةٍ" descr="شَجَرَة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حِ" descr="ح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7" name="Answer 2 حِي" descr="حِي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8" name="Answer 3 حٍ" descr="ح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حٍ" descr="ح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خٍ" descr="خ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7" name="Answer 2 خِ" descr="خِ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8" name="Answer 3 خِي" descr="خِي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خٍ" descr="خ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Dar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8A6CF0"/>
                </a:solidFill>
                <a:latin typeface="Arial"/>
                <a:cs typeface="Arial"/>
              </a:rPr>
              <a:t>How to play: Darts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hrow at the right bo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Throw at the right board.</a:t>
            </a:r>
          </a:p>
        </p:txBody>
      </p:sp>
      <p:sp>
        <p:nvSpPr>
          <p:cNvPr id="7" name="Line 3" descr="3.  Bullseye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Bullseye!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َكۡتَبَةِ" descr="مَكۡتَبَة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مَكۡتَبَةِ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كۡتَبَةٌ" descr="مَكۡتَبَةٌ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كۡتَبَةٍ" descr="مَكۡتَبَة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مَكۡتَبَةٍ" descr="مَكۡتَب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يَلۡعَبُ" descr="يَلۡعَب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طَرٍ" descr="مَطَر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مَطَرٍ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كَتَبَ" descr="كَتَبَ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دٍ" descr="د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دِ" descr="دِ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دِي" descr="دِي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دٍ" descr="د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ذِي" descr="ذِي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ذِ" descr="ذِ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ذٍ" descr="ذ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ذٍ" descr="ذ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رٍ" descr="ر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رِي" descr="رِي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رِ" descr="رِ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رِ + نۡ" descr="ر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رِ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َكۡتَبَةِ" descr="مَكۡتَبَة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مَكۡتَبَةِ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كۡتَبَةٌ" descr="مَكۡتَبَةٌ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كۡتَبَةٍ" descr="مَكۡتَبَة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َكۡتَبَةٍ" descr="مَكۡتَب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يَلۡعَبُ" descr="يَلۡعَب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طَرٍ" descr="مَطَر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مَطَرٍ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كَتَبَ" descr="كَتَبَ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دٍ" descr="د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دِ" descr="دِ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دِي" descr="دِي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دٍ" descr="د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ذِي" descr="ذِي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ذِ" descr="ذِ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ذٍ" descr="ذ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ذٍ" descr="ذ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رٍ" descr="ر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رِي" descr="رِي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رِ" descr="رِ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رِ + نۡ" descr="ر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رِ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asketball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Basketball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Shoot the right ball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Shoot the right ball.</a:t>
            </a:r>
          </a:p>
        </p:txBody>
      </p:sp>
      <p:sp>
        <p:nvSpPr>
          <p:cNvPr id="7" name="Line 3" descr="3.  Swish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Swish!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جَلَسَ" descr="جَلَس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يَلۡعَبُ" descr="يَلۡعَبُ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جَبَلٍ" descr="جَبَل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جَبَلٍ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رِي" descr="رِي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رٍ" descr="ر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رِ" descr="رِ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رٍ" descr="ر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زٍ" descr="زٍ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زٍ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زِ" descr="زِ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زِي" descr="زِي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زٍ" descr="ز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زٍ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سِي" descr="سِي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سِ" descr="سِ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سٍ" descr="س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سِ + نۡ" descr="س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سِ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شَجَرٌ" descr="شَجَر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شَجَرِ" descr="شَجَرِ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شَجَرِ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شَجَرٍ" descr="شَجَر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شَجَرٍ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شَجَرٍ" descr="شَجَ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شَجَرٍ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جَلَسَ" descr="جَلَس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يَلۡعَبُ" descr="يَلۡعَبُ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جَبَلٍ" descr="جَبَل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جَبَلٍ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رِي" descr="رِي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رٍ" descr="ر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رِ" descr="رِ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رٍ" descr="ر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زٍ" descr="زٍ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زٍ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زِ" descr="زِ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زِي" descr="زِي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زٍ" descr="ز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سِي" descr="سِي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سِ" descr="سِ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سٍ" descr="س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سِ + نۡ" descr="س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سِ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شَجَرٌ" descr="شَجَر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شَجَرِ" descr="شَجَرِ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شَجَرِ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شَجَرٍ" descr="شَجَر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شَجَرٍ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شَجَرٍ" descr="شَجَ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Grow a Flow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Grow a Flower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Water the flower until it bloom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Water the flower until it blooms!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1792" y="2095500"/>
            <a:ext cx="1005417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سِ" descr="س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0" name="Answer 2 سِي" descr="سِي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1" name="Answer 3 سٍ" descr="س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ٍ" descr="س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شِي" descr="ش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0" name="Answer 2 شٍ" descr="ش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1" name="Answer 3 شِ" descr="ش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ٍ" descr="ش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صِ" descr="ص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0" name="Answer 2 صٍ" descr="ص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1" name="Answer 3 صِي" descr="صِي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صِ + نۡ" descr="ص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صِ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بَلَدٍ" descr="بَلَد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10" name="Answer 2 بَلَدِ" descr="بَلَد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بَلَدِ</a:t>
            </a:r>
          </a:p>
        </p:txBody>
      </p:sp>
      <p:sp>
        <p:nvSpPr>
          <p:cNvPr id="11" name="Answer 3 بَلَدٌ" descr="بَلَد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لَدٍ" descr="بَلَد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طَعَامٍ" descr="طَعَام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طَعَامٍ</a:t>
            </a:r>
          </a:p>
        </p:txBody>
      </p:sp>
      <p:sp>
        <p:nvSpPr>
          <p:cNvPr id="10" name="Answer 2 يَلۡعَبُ" descr="يَلۡعَ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1" name="Answer 3 سَمِعَ" descr="سَمِع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سِ" descr="س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0" name="Answer 2 سِي" descr="سِي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1" name="Answer 3 سٍ" descr="س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ٍ" descr="س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شِي" descr="ش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0" name="Answer 2 شٍ" descr="ش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1" name="Answer 3 شِ" descr="ش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ٍ" descr="ش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صِ" descr="ص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0" name="Answer 2 صٍ" descr="ص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1" name="Answer 3 صِي" descr="صِي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صِ + نۡ" descr="ص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صِ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بَلَدٍ" descr="بَلَد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10" name="Answer 2 بَلَدِ" descr="بَلَد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بَلَدِ</a:t>
            </a:r>
          </a:p>
        </p:txBody>
      </p:sp>
      <p:sp>
        <p:nvSpPr>
          <p:cNvPr id="11" name="Answer 3 بَلَدٌ" descr="بَلَد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َلَدٍ" descr="بَلَد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طَعَامٍ" descr="طَعَام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طَعَامٍ</a:t>
            </a:r>
          </a:p>
        </p:txBody>
      </p:sp>
      <p:sp>
        <p:nvSpPr>
          <p:cNvPr id="10" name="Answer 2 يَلۡعَبُ" descr="يَلۡعَب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1" name="Answer 3 سَمِعَ" descr="سَمِعَ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izza Party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Pizza Party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Every right answer adds a topping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Every right answer adds a topping!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ضِ" descr="ض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0" name="Answer 2 ضِي" descr="ضِي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1" name="Answer 3 ضٍ" descr="ض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ٍ" descr="ض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طٍ" descr="ط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0" name="Answer 2 طِ" descr="ط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1" name="Answer 3 طِي" descr="طِي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طِ + نۡ" descr="ط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طِ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نَجۡمِ" descr="نَجۡم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نَجۡمِ</a:t>
            </a:r>
          </a:p>
        </p:txBody>
      </p:sp>
      <p:sp>
        <p:nvSpPr>
          <p:cNvPr id="10" name="Answer 2 نَجۡمٌ" descr="نَجۡم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نَجۡمٌ</a:t>
            </a:r>
          </a:p>
        </p:txBody>
      </p:sp>
      <p:sp>
        <p:nvSpPr>
          <p:cNvPr id="11" name="Answer 3 نَجۡمٍ" descr="نَجۡم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نَجۡمٍ" descr="نَجۡم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نَجۡمٍ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شَرِبَ" descr="شَرِ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0" name="Answer 2 الۡقَمَرُ" descr="الۡقَمَر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11" name="Answer 3 قَلَمٍ" descr="قَلَم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قَلَمٍ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غِي" descr="غ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0" name="Answer 2 غٍ" descr="غ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غٍ</a:t>
            </a:r>
          </a:p>
        </p:txBody>
      </p:sp>
      <p:sp>
        <p:nvSpPr>
          <p:cNvPr id="11" name="Answer 3 غِ" descr="غ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غٍ" descr="غ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ضِ" descr="ض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0" name="Answer 2 ضِي" descr="ضِي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1" name="Answer 3 ضٍ" descr="ض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ضٍ" descr="ض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طٍ" descr="ط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0" name="Answer 2 طِ" descr="ط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1" name="Answer 3 طِي" descr="طِي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طِ + نۡ" descr="ط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طِ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نَجۡمِ" descr="نَجۡم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نَجۡمِ</a:t>
            </a:r>
          </a:p>
        </p:txBody>
      </p:sp>
      <p:sp>
        <p:nvSpPr>
          <p:cNvPr id="10" name="Answer 2 نَجۡمٌ" descr="نَجۡم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نَجۡمٌ</a:t>
            </a:r>
          </a:p>
        </p:txBody>
      </p:sp>
      <p:sp>
        <p:nvSpPr>
          <p:cNvPr id="11" name="Answer 3 نَجۡمٍ" descr="نَجۡم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َجۡمٍ" descr="نَجۡم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نَجۡمٍ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شَرِبَ" descr="شَرِ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0" name="Answer 2 الۡقَمَرُ" descr="الۡقَمَر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11" name="Answer 3 قَلَمٍ" descr="قَلَم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قَلَمٍ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غِي" descr="غ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0" name="Answer 2 غٍ" descr="غ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غٍ</a:t>
            </a:r>
          </a:p>
        </p:txBody>
      </p:sp>
      <p:sp>
        <p:nvSpPr>
          <p:cNvPr id="11" name="Answer 3 غِ" descr="غ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غٍ" descr="غ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urtle Tri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Turtle Trip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Help the turtle walk hom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Help the turtle walk home!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349500"/>
            <a:ext cx="2095500" cy="1397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عِ" descr="ع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1" name="Answer 2 عٍ" descr="ع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12" name="Answer 3 عِي" descr="عِي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عِ + نۡ" descr="ع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عِ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نُورٌ" descr="نُور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1" name="Answer 2 نُورِ" descr="نُورِ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نُورِ</a:t>
            </a:r>
          </a:p>
        </p:txBody>
      </p:sp>
      <p:sp>
        <p:nvSpPr>
          <p:cNvPr id="12" name="Answer 3 نُورٍ" descr="نُور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ُورٍ" descr="نُو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مَدۡرَسَةٍ" descr="مَدۡرَسَة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11" name="Answer 2 قَالَ" descr="قَالَ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2" name="Answer 3 ذَهَبَ" descr="ذَهَبَ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قِ" descr="ق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1" name="Answer 2 قِي" descr="قِي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2" name="Answer 3 قٍ" descr="ق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قٍ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ٍ" descr="ق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كِ" descr="ك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1" name="Answer 2 كِي" descr="كِي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12" name="Answer 3 كٍ" descr="ك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كٍ" descr="ك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عِ" descr="ع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1" name="Answer 2 عٍ" descr="ع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12" name="Answer 3 عِي" descr="عِي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عِ + نۡ" descr="ع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عِ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نُورٌ" descr="نُور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1" name="Answer 2 نُورِ" descr="نُورِ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نُورِ</a:t>
            </a:r>
          </a:p>
        </p:txBody>
      </p:sp>
      <p:sp>
        <p:nvSpPr>
          <p:cNvPr id="12" name="Answer 3 نُورٍ" descr="نُور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نُورٍ" descr="نُو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مَدۡرَسَةٍ" descr="مَدۡرَسَة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11" name="Answer 2 قَالَ" descr="قَالَ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2" name="Answer 3 ذَهَبَ" descr="ذَهَبَ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قِ" descr="ق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1" name="Answer 2 قِي" descr="قِي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2" name="Answer 3 قٍ" descr="ق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قٍ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قٍ" descr="ق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كِ" descr="ك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1" name="Answer 2 كِي" descr="كِي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12" name="Answer 3 كٍ" descr="ك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كٍ" descr="ك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وَلَدًا" descr="وَلَد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وَلَدًا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وَلَدِ" descr="وَلَدِ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وَلَدِ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وَلَدٍ" descr="وَلَد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وَلَدٍ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وَلَدٍ" descr="وَلَد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وَلَدٍ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فَتَحَ" descr="فَتَح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َعَامٍ" descr="طَعَام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طَعَامٍ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كَتَبَ" descr="كَتَب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لٍ" descr="ل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لِ" descr="ل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لِي" descr="لِي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لٍ" descr="ل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مِي" descr="مِي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مِ" descr="مِ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مٍ" descr="م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مٍ" descr="م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هٍ" descr="ه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هِ" descr="ه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هِي" descr="هِي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هِ + نۡ" descr="ه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هِ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وَلَدًا" descr="وَلَد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وَلَدًا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وَلَدِ" descr="وَلَدِ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وَلَدِ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وَلَدٍ" descr="وَلَد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وَلَدٍ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وَلَدٍ" descr="وَلَد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وَلَدٍ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فَتَحَ" descr="فَتَح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َعَامٍ" descr="طَعَام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طَعَامٍ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كَتَبَ" descr="كَتَب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لٍ" descr="ل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لِ" descr="ل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لِي" descr="لِي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لِي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لٍ" descr="ل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مِي" descr="مِي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مِ" descr="مِ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مٍ" descr="م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ٍ" descr="م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هٍ" descr="ه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هِ" descr="ه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هِي" descr="هِي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هِ + نۡ" descr="ه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هِ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يَكۡتُبُ" descr="يَكۡتُب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7" name="Answer 2 قَمَرٍ" descr="قَمَر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8" name="Answer 3 نَامَ" descr="نَام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هِي" descr="هِي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7" name="Answer 2 هٍ" descr="ه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8" name="Answer 3 هِ" descr="هِ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هٍ" descr="ه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وٍ" descr="و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7" name="Answer 2 وِ" descr="وِ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8" name="Answer 3 وِي" descr="وِي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وٍ" descr="و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بِ" descr="ب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7" name="Answer 2 بٍ" descr="ب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8" name="Answer 3 بِي" descr="بِي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بِ + نۡ" descr="ب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بِ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قَلۡبٌ" descr="قَلۡب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sp>
        <p:nvSpPr>
          <p:cNvPr id="7" name="Answer 2 قَلۡبٍ" descr="قَلۡب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قَلۡبٍ</a:t>
            </a:r>
          </a:p>
        </p:txBody>
      </p:sp>
      <p:sp>
        <p:nvSpPr>
          <p:cNvPr id="8" name="Answer 3 قَلۡبِ" descr="قَلۡبِ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قَلۡبٍ" descr="قَلۡب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قَلۡبٍ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يَكۡتُبُ" descr="يَكۡتُب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7" name="Answer 2 قَمَرٍ" descr="قَمَر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8" name="Answer 3 نَامَ" descr="نَام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هِي" descr="هِي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7" name="Answer 2 هٍ" descr="ه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8" name="Answer 3 هِ" descr="هِ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هٍ" descr="ه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وٍ" descr="و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7" name="Answer 2 وِ" descr="وِ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sp>
        <p:nvSpPr>
          <p:cNvPr id="8" name="Answer 3 وِي" descr="وِي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وٍ" descr="و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بِ" descr="ب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7" name="Answer 2 بٍ" descr="ب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8" name="Answer 3 بِي" descr="بِي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بِ + نۡ" descr="ب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بِ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قَلۡبٌ" descr="قَلۡب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قَلۡبٌ</a:t>
            </a:r>
          </a:p>
        </p:txBody>
      </p:sp>
      <p:sp>
        <p:nvSpPr>
          <p:cNvPr id="7" name="Answer 2 قَلۡبٍ" descr="قَلۡب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قَلۡبٍ</a:t>
            </a:r>
          </a:p>
        </p:txBody>
      </p:sp>
      <p:sp>
        <p:nvSpPr>
          <p:cNvPr id="8" name="Answer 3 قَلۡبِ" descr="قَلۡبِ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قَلۡبِ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قَلۡبٍ" descr="قَلۡب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قَلۡبٍ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بِ" descr="ب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بٍ" descr="ب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بِي" descr="بِي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بٍ" descr="ب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تِي" descr="تِي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تِ" descr="تِ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تٍ" descr="ت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تٍ" descr="ت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ثِ" descr="ث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ثِي" descr="ثِي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ثٍ" descr="ث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ثِ + نۡ" descr="ث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ثِ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َدۡرَسَةِ" descr="مَدۡرَسَة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مَدۡرَسَةِ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دۡرَسَةً" descr="مَدۡرَسَةً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مَدۡرَسَةً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دۡرَسَةٍ" descr="مَدۡرَسَة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َدۡرَسَةٍ" descr="مَدۡرَس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الۡقَمَرُ" descr="الۡقَمَر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فَتَحَ" descr="فَتَحَ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قَلَمٍ" descr="قَلَم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قَلَمٍ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بِ" descr="ب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بٍ" descr="ب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بِي" descr="بِي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بٍ" descr="ب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تِي" descr="تِي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تِ" descr="تِ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تٍ" descr="ت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تٍ" descr="ت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ثِ" descr="ث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ثِي" descr="ثِي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ثٍ" descr="ث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ثِ + نۡ" descr="ث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ثِ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َدۡرَسَةِ" descr="مَدۡرَسَة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مَدۡرَسَةِ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َدۡرَسَةً" descr="مَدۡرَسَةً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مَدۡرَسَةً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دۡرَسَةٍ" descr="مَدۡرَسَة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َدۡرَسَةٍ" descr="مَدۡرَس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الۡقَمَرُ" descr="الۡقَمَرُ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فَتَحَ" descr="فَتَحَ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قَلَمٍ" descr="قَلَم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قَلَمٍ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نِ" descr="ن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نٍ" descr="ن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نِي" descr="نِي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نٍ" descr="ن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يِ" descr="ي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يِي" descr="يِي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يٍ" descr="ي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يِ + نۡ" descr="ي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يِ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جَمَلًا" descr="جَمَل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جَمَلًا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جَمَلِ" descr="جَمَلِ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جَمَلِ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جَمَلٍ" descr="جَمَل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جَمَلٍ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جَمَلٍ" descr="جَمَل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جَمَلٍ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يَلۡعَبُ" descr="يَلۡعَبُ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يَكۡتُبُ" descr="يَكۡتُبُ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رَجُلٍ" descr="رَجُل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رَجُلٍ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خِ" descr="خ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خٍ" descr="خ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خِي" descr="خِي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خٍ" descr="خ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نِ" descr="ن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نٍ" descr="ن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نِي" descr="نِي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نٍ" descr="ن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يِ" descr="ي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يِي" descr="يِي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يٍ" descr="ي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يِ + نۡ" descr="ي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يِ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جَمَلًا" descr="جَمَل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جَمَلًا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جَمَلِ" descr="جَمَلِ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جَمَلِ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جَمَلٍ" descr="جَمَل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جَمَلٍ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جَمَلٍ" descr="جَمَل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جَمَلٍ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يَلۡعَبُ" descr="يَلۡعَبُ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يَكۡتُبُ" descr="يَكۡتُبُ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رَجُلٍ" descr="رَجُل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رَجُلٍ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خِ" descr="خ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خٍ" descr="خ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خِي" descr="خِي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خٍ" descr="خ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حِ" descr="ح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0" name="Answer 2 حٍ" descr="ح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1" name="Answer 3 حِي" descr="حِي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حِ + نۡ" descr="ح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حِ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كِتَابٍ" descr="كِتَاب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كِتَابٍ</a:t>
            </a:r>
          </a:p>
        </p:txBody>
      </p:sp>
      <p:sp>
        <p:nvSpPr>
          <p:cNvPr id="10" name="Answer 2 كِتَابِ" descr="كِتَاب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كِتَابِ</a:t>
            </a:r>
          </a:p>
        </p:txBody>
      </p:sp>
      <p:sp>
        <p:nvSpPr>
          <p:cNvPr id="11" name="Answer 3 كِتَابٌ" descr="كِتَاب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كِتَابٍ" descr="كِتَاب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كِتَابٍ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ذَهَبَ" descr="ذَه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0" name="Answer 2 يَلۡعَبُ" descr="يَلۡعَب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1" name="Answer 3 مَدۡرَسَةٍ" descr="مَدۡرَسَة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ذِي" descr="ذ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0" name="Answer 2 ذِ" descr="ذ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1" name="Answer 3 ذٍ" descr="ذ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ذٍ" descr="ذ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رِي" descr="ر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0" name="Answer 2 رٍ" descr="ر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1" name="Answer 3 رِ" descr="ر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رٍ" descr="ر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حِ" descr="ح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0" name="Answer 2 حٍ" descr="ح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1" name="Answer 3 حِي" descr="حِي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حِ + نۡ" descr="ح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حِ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كِتَابٍ" descr="كِتَاب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كِتَابٍ</a:t>
            </a:r>
          </a:p>
        </p:txBody>
      </p:sp>
      <p:sp>
        <p:nvSpPr>
          <p:cNvPr id="10" name="Answer 2 كِتَابِ" descr="كِتَاب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كِتَابِ</a:t>
            </a:r>
          </a:p>
        </p:txBody>
      </p:sp>
      <p:sp>
        <p:nvSpPr>
          <p:cNvPr id="11" name="Answer 3 كِتَابٌ" descr="كِتَاب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كِتَابٌ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كِتَابٍ" descr="كِتَاب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كِتَابٍ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ذَهَبَ" descr="ذَهَب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10" name="Answer 2 يَلۡعَبُ" descr="يَلۡعَبُ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11" name="Answer 3 مَدۡرَسَةٍ" descr="مَدۡرَسَة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ذِي" descr="ذ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0" name="Answer 2 ذِ" descr="ذ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sp>
        <p:nvSpPr>
          <p:cNvPr id="11" name="Answer 3 ذٍ" descr="ذ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ذٍ" descr="ذ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رِي" descr="ر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0" name="Answer 2 رٍ" descr="ر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1" name="Answer 3 رِ" descr="ر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رٍ" descr="ر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مَكۡتَبَةٌ" descr="مَكۡتَب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sp>
        <p:nvSpPr>
          <p:cNvPr id="10" name="Answer 2 مَكۡتَبَةِ" descr="مَكۡتَبَة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مَكۡتَبَةِ</a:t>
            </a:r>
          </a:p>
        </p:txBody>
      </p:sp>
      <p:sp>
        <p:nvSpPr>
          <p:cNvPr id="11" name="Answer 3 مَكۡتَبَةٍ" descr="مَكۡتَبَة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َكۡتَبَةٍ" descr="مَكۡتَب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سَمِعَ" descr="سَمِع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0" name="Answer 2 جَلَسَ" descr="جَلَس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1" name="Answer 3 بَلَدٍ" descr="بَلَد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زِي" descr="ز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10" name="Answer 2 زِ" descr="ز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1" name="Answer 3 زٍ" descr="ز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زٍ" descr="ز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سٍ" descr="س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0" name="Answer 2 سِي" descr="سِي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1" name="Answer 3 سِ" descr="س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ٍ" descr="س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شِ" descr="ش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0" name="Answer 2 شِي" descr="شِي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1" name="Answer 3 شٍ" descr="ش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شِ + نۡ" descr="ش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شِ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مَكۡتَبَةٌ" descr="مَكۡتَبَة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sp>
        <p:nvSpPr>
          <p:cNvPr id="10" name="Answer 2 مَكۡتَبَةِ" descr="مَكۡتَبَة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مَكۡتَبَةِ</a:t>
            </a:r>
          </a:p>
        </p:txBody>
      </p:sp>
      <p:sp>
        <p:nvSpPr>
          <p:cNvPr id="11" name="Answer 3 مَكۡتَبَةٍ" descr="مَكۡتَبَة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َكۡتَبَةٍ" descr="مَكۡتَب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سَمِعَ" descr="سَمِع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0" name="Answer 2 جَلَسَ" descr="جَلَس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11" name="Answer 3 بَلَدٍ" descr="بَلَد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زِي" descr="ز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زِي</a:t>
            </a:r>
          </a:p>
        </p:txBody>
      </p:sp>
      <p:sp>
        <p:nvSpPr>
          <p:cNvPr id="10" name="Answer 2 زِ" descr="ز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زِ</a:t>
            </a:r>
          </a:p>
        </p:txBody>
      </p:sp>
      <p:sp>
        <p:nvSpPr>
          <p:cNvPr id="11" name="Answer 3 زٍ" descr="ز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زٍ" descr="ز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سٍ" descr="س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0" name="Answer 2 سِي" descr="سِي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1" name="Answer 3 سِ" descr="س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ٍ" descr="س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شِ" descr="ش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0" name="Answer 2 شِي" descr="شِي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1" name="Answer 3 شٍ" descr="ش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شِ + نۡ" descr="ش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شِ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كَتَبَ" descr="كَتَب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1" name="Answer 2 نَامَ" descr="نَامَ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2" name="Answer 3 شَجَرٍ" descr="شَجَر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شَجَرٍ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شٍ" descr="ش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1" name="Answer 2 شِ" descr="شِ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2" name="Answer 3 شِي" descr="شِي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ٍ" descr="ش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صٍ" descr="ص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1" name="Answer 2 صِ" descr="صِ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Answer 3 صِي" descr="صِي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صٍ" descr="ص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ضِي" descr="ضِي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1" name="Answer 2 ضِ" descr="ضِ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2" name="Answer 3 ضٍ" descr="ض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ضِ + نۡ" descr="ض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ضِ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مَكۡتَبَةٌ" descr="مَكۡتَبَة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sp>
        <p:nvSpPr>
          <p:cNvPr id="11" name="Answer 2 مَكۡتَبَةِ" descr="مَكۡتَبَةِ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مَكۡتَبَةِ</a:t>
            </a:r>
          </a:p>
        </p:txBody>
      </p:sp>
      <p:sp>
        <p:nvSpPr>
          <p:cNvPr id="12" name="Answer 3 مَكۡتَبَةٍ" descr="مَكۡتَبَة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َكۡتَبَةٍ" descr="مَكۡتَب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كَتَبَ" descr="كَتَب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11" name="Answer 2 نَامَ" descr="نَامَ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2" name="Answer 3 شَجَرٍ" descr="شَجَر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شَجَرٍ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شٍ" descr="ش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1" name="Answer 2 شِ" descr="شِ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sp>
        <p:nvSpPr>
          <p:cNvPr id="12" name="Answer 3 شِي" descr="شِي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شٍ" descr="ش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صٍ" descr="ص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1" name="Answer 2 صِ" descr="صِ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12" name="Answer 3 صِي" descr="صِي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صٍ" descr="ص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ضِي" descr="ضِي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1" name="Answer 2 ضِ" descr="ضِ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2" name="Answer 3 ضٍ" descr="ض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ضِ + نۡ" descr="ض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ضِ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مَكۡتَبَةٌ" descr="مَكۡتَبَة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sp>
        <p:nvSpPr>
          <p:cNvPr id="11" name="Answer 2 مَكۡتَبَةِ" descr="مَكۡتَبَةِ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مَكۡتَبَةِ</a:t>
            </a:r>
          </a:p>
        </p:txBody>
      </p:sp>
      <p:sp>
        <p:nvSpPr>
          <p:cNvPr id="12" name="Answer 3 مَكۡتَبَةٍ" descr="مَكۡتَبَة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مَكۡتَبَةٍ" descr="مَكۡتَب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ضِ" descr="ض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ضٍ" descr="ض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ضِي" descr="ضِي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ضٍ" descr="ض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طِ" descr="ط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ِي" descr="طِي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طٍ" descr="ط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طٍ" descr="ط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ظِي" descr="ظِي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ظِ" descr="ظِ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ظٍ" descr="ظ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ظِ + نۡ" descr="ظ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ظِ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كَلۡبٌ" descr="كَلۡب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كَلۡبٍ" descr="كَلۡب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كَلۡبِ" descr="كَلۡبِ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كَلۡبٍ" descr="كَلۡب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كَلۡبٍ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َبَلٍ" descr="جَبَل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جَبَلٍ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الۡبَابُ" descr="الۡبَابُ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فَتَحَ" descr="فَتَح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ضِ" descr="ض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ضٍ" descr="ض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ضِي" descr="ضِي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ٍ" descr="ض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طِ" descr="ط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ِي" descr="طِي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طٍ" descr="ط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ٍ" descr="ط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ظِي" descr="ظِي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ظِ" descr="ظِ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ظٍ" descr="ظ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ظِ + نۡ" descr="ظ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ظِ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كَلۡبٌ" descr="كَلۡب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كَلۡبٍ" descr="كَلۡب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كَلۡبِ" descr="كَلۡبِ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كَلۡبٍ" descr="كَلۡب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كَلۡبٍ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َبَلٍ" descr="جَبَل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جَبَلٍ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الۡبَابُ" descr="الۡبَابُ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فَتَحَ" descr="فَتَح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عٍ" descr="ع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7" name="Answer 2 عِي" descr="عِي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8" name="Answer 3 عِ" descr="عِ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عٍ" descr="ع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غِ" descr="غ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7" name="Answer 2 غٍ" descr="غ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غٍ</a:t>
            </a:r>
          </a:p>
        </p:txBody>
      </p:sp>
      <p:sp>
        <p:nvSpPr>
          <p:cNvPr id="8" name="Answer 3 غِي" descr="غِي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غِ + نۡ" descr="غ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غِ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قَمَرِ" descr="قَمَر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قَمَرِ</a:t>
            </a:r>
          </a:p>
        </p:txBody>
      </p:sp>
      <p:sp>
        <p:nvSpPr>
          <p:cNvPr id="7" name="Answer 2 قَمَرٍ" descr="قَمَر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8" name="Answer 3 قَمَرٌ" descr="قَمَرٌ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قَمَرٍ" descr="قَمَ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يَلۡعَبُ" descr="يَلۡعَب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7" name="Answer 2 مَطَرٍ" descr="مَطَر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مَطَرٍ</a:t>
            </a:r>
          </a:p>
        </p:txBody>
      </p:sp>
      <p:sp>
        <p:nvSpPr>
          <p:cNvPr id="8" name="Answer 3 الۡقَمَرُ" descr="الۡقَمَر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كِ" descr="ك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7" name="Answer 2 كٍ" descr="ك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8" name="Answer 3 كِي" descr="كِي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كٍ" descr="ك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عٍ" descr="ع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7" name="Answer 2 عِي" descr="عِي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sp>
        <p:nvSpPr>
          <p:cNvPr id="8" name="Answer 3 عِ" descr="عِ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عٍ" descr="ع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غِ" descr="غ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sp>
        <p:nvSpPr>
          <p:cNvPr id="7" name="Answer 2 غٍ" descr="غ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غٍ</a:t>
            </a:r>
          </a:p>
        </p:txBody>
      </p:sp>
      <p:sp>
        <p:nvSpPr>
          <p:cNvPr id="8" name="Answer 3 غِي" descr="غِي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غِ + نۡ" descr="غ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غِ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قَمَرِ" descr="قَمَر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قَمَرِ</a:t>
            </a:r>
          </a:p>
        </p:txBody>
      </p:sp>
      <p:sp>
        <p:nvSpPr>
          <p:cNvPr id="7" name="Answer 2 قَمَرٍ" descr="قَمَر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8" name="Answer 3 قَمَرٌ" descr="قَمَرٌ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قَمَرٍ" descr="قَمَ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يَلۡعَبُ" descr="يَلۡعَب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يَلۡعَبُ</a:t>
            </a:r>
          </a:p>
        </p:txBody>
      </p:sp>
      <p:sp>
        <p:nvSpPr>
          <p:cNvPr id="7" name="Answer 2 مَطَرٍ" descr="مَطَر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مَطَرٍ</a:t>
            </a:r>
          </a:p>
        </p:txBody>
      </p:sp>
      <p:sp>
        <p:nvSpPr>
          <p:cNvPr id="8" name="Answer 3 الۡقَمَرُ" descr="الۡقَمَرُ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كِ" descr="ك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7" name="Answer 2 كٍ" descr="ك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8" name="Answer 3 كِي" descr="كِي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كٍ" descr="ك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lock Tower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8A6CF0"/>
                </a:solidFill>
                <a:latin typeface="Arial"/>
                <a:cs typeface="Arial"/>
              </a:rPr>
              <a:t>How to play: Block Tower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 the wor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Read the word, then tap your team.</a:t>
            </a:r>
          </a:p>
        </p:txBody>
      </p:sp>
      <p:sp>
        <p:nvSpPr>
          <p:cNvPr id="7" name="Line 3" descr="3.  First tower of 5 blocks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First tower of 5 blocks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750" y="2095500"/>
            <a:ext cx="15875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رَجُلٍ" descr="رَجُل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رَجُلٍ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حَابٍ" descr="سَحَاب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سَحَابٍ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ٍ" descr="بَحۡ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اءٍ" descr="مَاء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قَمَرٍ" descr="قَمَ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حَابٍ" descr="سَحَاب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سَحَابٍ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ٍ" descr="بَحۡ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اءٍ" descr="مَاء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قَمَرٍ" descr="قَمَ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َهۡرٍ" descr="نَهۡ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ٍ" descr="بَحۡ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اءٍ" descr="مَاء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قَمَرٍ" descr="قَمَ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َهۡرٍ" descr="نَهۡ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مَكٍ" descr="سَمَك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سَمَكٍ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اءٍ" descr="مَاء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قَمَرٍ" descr="قَمَ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َهۡرٍ" descr="نَهۡ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مَكٍ" descr="سَمَك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سَمَكٍ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بَلٍ" descr="جَبَل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جَبَلٍ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قَمَرٍ" descr="قَمَ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َهۡرٍ" descr="نَهۡ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مَكٍ" descr="سَمَك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سَمَكٍ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بَلٍ" descr="جَبَل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جَبَلٍ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كَلۡبٍ" descr="كَلۡب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قِ" descr="ق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قٍ" descr="ق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قٍ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قِي" descr="قِي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قِ + نۡ" descr="ق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قِ + نۡ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وَرۡدَةٍ" descr="وَرۡدَة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وَرۡدَةٌ" descr="وَرۡدَة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وَرۡدَةٌ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وَرۡدَةِ" descr="وَرۡدَةِ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وَرۡدَةِ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وَرۡدَةٍ" descr="وَرۡد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وَرۡدَةٍ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فَتَحَ" descr="فَتَح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قَالَ" descr="قَالَ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اءٍ" descr="مَاء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ِي" descr="مِي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ِ" descr="مِ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ٍ" descr="م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ٍ" descr="م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هٍ" descr="ه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هِ" descr="هِ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هِي" descr="هِي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هٍ" descr="ه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قِ" descr="ق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قٍ" descr="ق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قٍ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قِي" descr="قِي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قِ + نۡ" descr="ق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قِ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وَرۡدَةٍ" descr="وَرۡدَة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وَرۡدَةٌ" descr="وَرۡدَة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وَرۡدَةٌ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وَرۡدَةِ" descr="وَرۡدَةِ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وَرۡدَةِ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وَرۡدَةٍ" descr="وَرۡد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وَرۡدَةٍ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فَتَحَ" descr="فَتَح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قَالَ" descr="قَالَ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اءٍ" descr="مَاء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ِي" descr="مِي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ِ" descr="مِ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ٍ" descr="م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ٍ" descr="م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هٍ" descr="ه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هِ" descr="هِ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هِي" descr="هِي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هٍ" descr="ه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مَطَرِ" descr="مَطَر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مَطَرِ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مَطَرٍ" descr="مَطَر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مَطَرٍ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مَطَرٌ" descr="مَطَرٌ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مَطَرٌ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َطَرٍ" descr="مَطَ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مَطَرٍ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ذَهَبَ" descr="ذَهَب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مَاءٍ" descr="مَاء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شَرِبَ" descr="شَرِبَ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وِ" descr="و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وٍ" descr="و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وٍ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وِي" descr="وِي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وٍ" descr="و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بِي" descr="بِي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بِ" descr="بِ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بٍ" descr="ب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بٍ" descr="ب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تِي" descr="تِي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تِ" descr="تِ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تٍ" descr="ت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تِ + نۡ" descr="ت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تِ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مَطَرِ" descr="مَطَر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مَطَرِ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مَطَرٍ" descr="مَطَر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مَطَرٍ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مَطَرٌ" descr="مَطَرٌ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مَطَرٌ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مَطَرٍ" descr="مَطَ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مَطَرٍ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ذَهَبَ" descr="ذَهَب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مَاءٍ" descr="مَاء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شَرِبَ" descr="شَرِبَ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وِ" descr="و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وِ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وٍ" descr="و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وِي" descr="وِي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وِي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وٍ" descr="و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بِي" descr="بِي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بِ" descr="بِ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بٍ" descr="ب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بٍ" descr="ب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تِي" descr="تِي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تِ" descr="تِ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تٍ" descr="ت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تِ + نۡ" descr="ت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تِ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يَكۡتُبُ" descr="يَكۡتُ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0" name="Answer 2 نَامَ" descr="نَام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1" name="Answer 3 رَجُلٍ" descr="رَجُل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رَجُلٍ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تِ" descr="ت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0" name="Answer 2 تِي" descr="تِي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1" name="Answer 3 تٍ" descr="ت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تٍ" descr="ت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ثِي" descr="ث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0" name="Answer 2 ثٍ" descr="ث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1" name="Answer 3 ثِ" descr="ث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ثٍ" descr="ث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نِي" descr="ن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0" name="Answer 2 نِ" descr="ن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1" name="Answer 3 نٍ" descr="ن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نِ + نۡ" descr="ن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نِ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حِصَانٌ" descr="حِصَا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10" name="Answer 2 حِصَانٍ" descr="حِصَان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حِصَانٍ</a:t>
            </a:r>
          </a:p>
        </p:txBody>
      </p:sp>
      <p:sp>
        <p:nvSpPr>
          <p:cNvPr id="11" name="Answer 3 حِصَانِ" descr="حِصَان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حِصَانٍ" descr="حِصَان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حِصَانٍ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يَكۡتُبُ" descr="يَكۡتُ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0" name="Answer 2 نَامَ" descr="نَام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1" name="Answer 3 رَجُلٍ" descr="رَجُل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رَجُلٍ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تِ" descr="ت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0" name="Answer 2 تِي" descr="تِي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1" name="Answer 3 تٍ" descr="ت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ٍ" descr="ت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ثِي" descr="ث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0" name="Answer 2 ثٍ" descr="ث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1" name="Answer 3 ثِ" descr="ث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ثٍ" descr="ث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نِي" descr="ن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0" name="Answer 2 نِ" descr="ن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1" name="Answer 3 نٍ" descr="ن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نِ + نۡ" descr="ن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نِ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حِصَانٌ" descr="حِصَا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حِصَانٌ</a:t>
            </a:r>
          </a:p>
        </p:txBody>
      </p:sp>
      <p:sp>
        <p:nvSpPr>
          <p:cNvPr id="10" name="Answer 2 حِصَانٍ" descr="حِصَان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حِصَانٍ</a:t>
            </a:r>
          </a:p>
        </p:txBody>
      </p:sp>
      <p:sp>
        <p:nvSpPr>
          <p:cNvPr id="11" name="Answer 3 حِصَانِ" descr="حِصَان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ِصَانٍ" descr="حِصَان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حِصَانٍ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نِي" descr="ن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0" name="Answer 2 نِ" descr="ن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1" name="Answer 3 نٍ" descr="ن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نٍ" descr="ن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يٍ" descr="ي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0" name="Answer 2 يِي" descr="يِي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1" name="Answer 3 يِ" descr="ي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ٍ" descr="ي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جِ" descr="ج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0" name="Answer 2 جِي" descr="جِي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11" name="Answer 3 جٍ" descr="ج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جِ + نۡ" descr="ج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جِ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بَيۡتٍ" descr="بَيۡت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بَيۡتٍ</a:t>
            </a:r>
          </a:p>
        </p:txBody>
      </p:sp>
      <p:sp>
        <p:nvSpPr>
          <p:cNvPr id="10" name="Answer 2 بَيۡتٌ" descr="بَيۡت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11" name="Answer 3 بَيۡتِ" descr="بَيۡت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يۡتٍ" descr="بَيۡت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بَيۡتٍ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سَمِعَ" descr="سَمِع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0" name="Answer 2 قَمَرٍ" descr="قَمَر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11" name="Answer 3 قَالَ" descr="قَال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نِي" descr="ن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0" name="Answer 2 نِ" descr="ن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1" name="Answer 3 نٍ" descr="ن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ٍ" descr="ن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يٍ" descr="ي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0" name="Answer 2 يِي" descr="يِي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1" name="Answer 3 يِ" descr="ي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يٍ" descr="ي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جِ" descr="ج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0" name="Answer 2 جِي" descr="جِي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sp>
        <p:nvSpPr>
          <p:cNvPr id="11" name="Answer 3 جٍ" descr="ج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جِ + نۡ" descr="ج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جِ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بَيۡتٍ" descr="بَيۡت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بَيۡتٍ</a:t>
            </a:r>
          </a:p>
        </p:txBody>
      </p:sp>
      <p:sp>
        <p:nvSpPr>
          <p:cNvPr id="10" name="Answer 2 بَيۡتٌ" descr="بَيۡت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11" name="Answer 3 بَيۡتِ" descr="بَيۡت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َيۡتٍ" descr="بَيۡت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بَيۡتٍ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سَمِعَ" descr="سَمِع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سَمِعَ</a:t>
            </a:r>
          </a:p>
        </p:txBody>
      </p:sp>
      <p:sp>
        <p:nvSpPr>
          <p:cNvPr id="10" name="Answer 2 قَمَرٍ" descr="قَمَر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11" name="Answer 3 قَالَ" descr="قَالَ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حِ" descr="ح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1" name="Answer 2 حٍ" descr="ح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2" name="Answer 3 حِي" descr="حِي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ٍ" descr="ح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خِي" descr="خِي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1" name="Answer 2 خٍ" descr="خ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12" name="Answer 3 خِ" descr="خِ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خِ + نۡ" descr="خ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خِ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رَجُلِ" descr="رَجُل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رَجُلِ</a:t>
            </a:r>
          </a:p>
        </p:txBody>
      </p:sp>
      <p:sp>
        <p:nvSpPr>
          <p:cNvPr id="11" name="Answer 2 رَجُلٌ" descr="رَجُلٌ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12" name="Answer 3 رَجُلٍ" descr="رَجُل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رَجُلٍ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رَجُلٍ" descr="رَجُل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رَجُلٍ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نَامَ" descr="نَام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1" name="Answer 2 وَلَدٍ" descr="وَلَد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وَلَدٍ</a:t>
            </a:r>
          </a:p>
        </p:txBody>
      </p:sp>
      <p:sp>
        <p:nvSpPr>
          <p:cNvPr id="12" name="Answer 3 يَكۡتُبُ" descr="يَكۡتُبُ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رِي" descr="رِي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1" name="Answer 2 رٍ" descr="ر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2" name="Answer 3 رِ" descr="رِ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رٍ" descr="ر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حِ" descr="ح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1" name="Answer 2 حٍ" descr="ح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2" name="Answer 3 حِي" descr="حِي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حٍ" descr="ح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خِي" descr="خِي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11" name="Answer 2 خٍ" descr="خ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12" name="Answer 3 خِ" descr="خِ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خِ + نۡ" descr="خ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خِ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رَجُلِ" descr="رَجُل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رَجُلِ</a:t>
            </a:r>
          </a:p>
        </p:txBody>
      </p:sp>
      <p:sp>
        <p:nvSpPr>
          <p:cNvPr id="11" name="Answer 2 رَجُلٌ" descr="رَجُلٌ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رَجُلٌ</a:t>
            </a:r>
          </a:p>
        </p:txBody>
      </p:sp>
      <p:sp>
        <p:nvSpPr>
          <p:cNvPr id="12" name="Answer 3 رَجُلٍ" descr="رَجُل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رَجُلٍ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رَجُلٍ" descr="رَجُل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رَجُلٍ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نَامَ" descr="نَام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1" name="Answer 2 وَلَدٍ" descr="وَلَد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وَلَدٍ</a:t>
            </a:r>
          </a:p>
        </p:txBody>
      </p:sp>
      <p:sp>
        <p:nvSpPr>
          <p:cNvPr id="12" name="Answer 3 يَكۡتُبُ" descr="يَكۡتُبُ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رِي" descr="رِي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رِي</a:t>
            </a:r>
          </a:p>
        </p:txBody>
      </p:sp>
      <p:sp>
        <p:nvSpPr>
          <p:cNvPr id="11" name="Answer 2 رٍ" descr="ر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2" name="Answer 3 رِ" descr="رِ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رٍ" descr="ر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ذٍ" descr="ذ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ذِ" descr="ذ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ذِي" descr="ذِي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ذِ + نۡ" descr="ذ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ذِ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شَجَرَةً" descr="شَجَرَةً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جَرَةٍ" descr="شَجَرَة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شَجَرَةٍ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َجَرَةِ" descr="شَجَرَةِ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شَجَرَةِ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َجَرَةٍ" descr="شَجَر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شَجَرَةٍ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ذَهَبَ" descr="ذَهَب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الۡبَابُ" descr="الۡبَابُ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كِتَابٍ" descr="كِتَاب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كِتَابٍ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سٍ" descr="س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سِ" descr="س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سِي" descr="سِي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سٍ" descr="س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شِي" descr="شِي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ِ" descr="شِ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ٍ" descr="ش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ٍ" descr="ش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ذٍ" descr="ذ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ذِ" descr="ذ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ذِي" descr="ذِي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ذِي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ذِ + نۡ" descr="ذ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ذِ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شَجَرَةً" descr="شَجَرَةً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َجَرَةٍ" descr="شَجَرَة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شَجَرَةٍ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َجَرَةِ" descr="شَجَرَةِ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شَجَرَةِ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َجَرَةٍ" descr="شَجَر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شَجَرَةٍ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ذَهَبَ" descr="ذَهَبَ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الۡبَابُ" descr="الۡبَابُ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كِتَابٍ" descr="كِتَاب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كِتَابٍ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سٍ" descr="س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سِ" descr="س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سِي" descr="سِي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سِي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سٍ" descr="س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شِي" descr="شِي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شِي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ِ" descr="شِ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ٍ" descr="ش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ٍ" descr="ش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بَلَدٌ" descr="بَلَد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7" name="Answer 2 بَلَدِ" descr="بَلَدِ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بَلَدِ</a:t>
            </a:r>
          </a:p>
        </p:txBody>
      </p:sp>
      <p:sp>
        <p:nvSpPr>
          <p:cNvPr id="8" name="Answer 3 بَلَدٍ" descr="بَلَد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بَلَدٍ" descr="بَلَد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بَحۡرٍ" descr="بَحۡر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7" name="Answer 2 شَرِبَ" descr="شَرِبَ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8" name="Answer 3 ذَهَبَ" descr="ذَهَبَ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صِ" descr="ص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7" name="Answer 2 صٍ" descr="ص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8" name="Answer 3 صِي" descr="صِي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صٍ" descr="ص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ضٍ" descr="ض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7" name="Answer 2 ضِي" descr="ضِي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8" name="Answer 3 ضِ" descr="ضِ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ضٍ" descr="ض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طِ" descr="ط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7" name="Answer 2 طٍ" descr="ط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8" name="Answer 3 طِي" descr="طِي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طِ + نۡ" descr="ط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طِ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بَلَدٌ" descr="بَلَد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7" name="Answer 2 بَلَدِ" descr="بَلَدِ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بَلَدِ</a:t>
            </a:r>
          </a:p>
        </p:txBody>
      </p:sp>
      <p:sp>
        <p:nvSpPr>
          <p:cNvPr id="8" name="Answer 3 بَلَدٍ" descr="بَلَد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بَلَدٍ" descr="بَلَد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بَحۡرٍ" descr="بَحۡر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7" name="Answer 2 شَرِبَ" descr="شَرِبَ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8" name="Answer 3 ذَهَبَ" descr="ذَهَبَ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ذَهَبَ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صِ" descr="ص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صِ</a:t>
            </a:r>
          </a:p>
        </p:txBody>
      </p:sp>
      <p:sp>
        <p:nvSpPr>
          <p:cNvPr id="7" name="Answer 2 صٍ" descr="ص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8" name="Answer 3 صِي" descr="صِي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صِي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صٍ" descr="ص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ضٍ" descr="ض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7" name="Answer 2 ضِي" descr="ضِي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8" name="Answer 3 ضِ" descr="ضِ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ضٍ" descr="ض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طِ" descr="ط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7" name="Answer 2 طٍ" descr="ط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8" name="Answer 3 طِي" descr="طِي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طِ + نۡ" descr="ط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طِ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رَجُلٍ" descr="رَجُل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رَجُلٍ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الۡبَابُ" descr="الۡبَابُ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نَامَ" descr="نَامَ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طِ" descr="ط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طٍ" descr="ط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طِي" descr="طِي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طٍ" descr="ط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ظٍ" descr="ظ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ظِي" descr="ظِي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ظِ" descr="ظِ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ظٍ" descr="ظ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ٍ" descr="ع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ِي" descr="عِي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ِ" descr="عِ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عِ + نۡ" descr="ع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عِ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نَهۡرِ" descr="نَهۡر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نَهۡرِ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نَهۡرٍ" descr="نَهۡر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نَهۡرٌ" descr="نَهۡرٌ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نَهۡرٍ" descr="نَهۡ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رَجُلٍ" descr="رَجُل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رَجُلٍ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الۡبَابُ" descr="الۡبَابُ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نَامَ" descr="نَامَ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طِ" descr="ط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طٍ" descr="ط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طِي" descr="طِي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طٍ" descr="ط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ظٍ" descr="ظ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ظِي" descr="ظِي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ظِي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ظِ" descr="ظِ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ظِ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ظٍ" descr="ظ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ٍ" descr="ع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ِي" descr="عِي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ِ" descr="عِ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عِ + نۡ" descr="ع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عِ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نَهۡرِ" descr="نَهۡر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نَهۡرِ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نَهۡرٍ" descr="نَهۡر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نَهۡرٌ" descr="نَهۡرٌ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نَهۡرٍ" descr="نَهۡ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عِ" descr="ع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عِي" descr="عِي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عٍ" descr="ع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عٍ" descr="ع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غٍ" descr="غٍ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غٍ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غِ" descr="غِ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غِي" descr="غِي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غٍ" descr="غ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غٍ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فِ" descr="ف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فٍ" descr="ف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فٍ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فِي" descr="فِي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فِ + نۡ" descr="ف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فِ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قَمَرٌ" descr="قَمَر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قَمَرٍ" descr="قَمَر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قَمَرِ" descr="قَمَرِ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قَمَرِ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قَمَرٍ" descr="قَمَ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شَرِبَ" descr="شَرِب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يَكۡتُبُ" descr="يَكۡتُبُ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سَحَابٍ" descr="سَحَاب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سَحَابٍ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عِ" descr="ع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عِ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عِي" descr="عِي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عِي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عٍ" descr="ع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عٍ" descr="ع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غٍ" descr="غٍ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غٍ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غِ" descr="غِ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غِ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غِي" descr="غِي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غِي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غٍ" descr="غ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فِ" descr="ف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فِ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فٍ" descr="ف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فِي" descr="فِي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فِي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فِ + نۡ" descr="ف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فِ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قَمَرٌ" descr="قَمَر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قَمَرٍ" descr="قَمَر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قَمَرِ" descr="قَمَرِ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قَمَرِ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قَمَرٍ" descr="قَمَ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شَرِبَ" descr="شَرِبَ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يَكۡتُبُ" descr="يَكۡتُبُ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سَحَابٍ" descr="سَحَاب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سَحَابٍ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قِي" descr="ق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0" name="Answer 2 قِ" descr="ق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1" name="Answer 3 قٍ" descr="ق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قٍ" descr="ق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كِي" descr="ك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10" name="Answer 2 كٍ" descr="ك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11" name="Answer 3 كِ" descr="ك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كِ + نۡ" descr="ك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مَكۡتَبَةِ" descr="مَكۡتَبَة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مَكۡتَبَةِ</a:t>
            </a:r>
          </a:p>
        </p:txBody>
      </p:sp>
      <p:sp>
        <p:nvSpPr>
          <p:cNvPr id="10" name="Answer 2 مَكۡتَبَةٍ" descr="مَكۡتَبَة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1" name="Answer 3 مَكۡتَبَةٌ" descr="مَكۡتَبَة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َكۡتَبَةٍ" descr="مَكۡتَب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يَكۡتُبُ" descr="يَكۡتُ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0" name="Answer 2 فَتَحَ" descr="فَتَح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3 بَابٍ" descr="بَاب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بَابٍ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هِي" descr="ه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10" name="Answer 2 هِ" descr="ه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1" name="Answer 3 هٍ" descr="ه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هٍ" descr="ه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قِي" descr="ق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قِي</a:t>
            </a:r>
          </a:p>
        </p:txBody>
      </p:sp>
      <p:sp>
        <p:nvSpPr>
          <p:cNvPr id="10" name="Answer 2 قِ" descr="ق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قِ</a:t>
            </a:r>
          </a:p>
        </p:txBody>
      </p:sp>
      <p:sp>
        <p:nvSpPr>
          <p:cNvPr id="11" name="Answer 3 قٍ" descr="ق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قٍ" descr="ق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كِي" descr="ك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كِي</a:t>
            </a:r>
          </a:p>
        </p:txBody>
      </p:sp>
      <p:sp>
        <p:nvSpPr>
          <p:cNvPr id="10" name="Answer 2 كٍ" descr="ك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11" name="Answer 3 كِ" descr="ك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كِ + نۡ" descr="ك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كِ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مَكۡتَبَةِ" descr="مَكۡتَبَة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مَكۡتَبَةِ</a:t>
            </a:r>
          </a:p>
        </p:txBody>
      </p:sp>
      <p:sp>
        <p:nvSpPr>
          <p:cNvPr id="10" name="Answer 2 مَكۡتَبَةٍ" descr="مَكۡتَبَة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1" name="Answer 3 مَكۡتَبَةٌ" descr="مَكۡتَبَة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َكۡتَبَةٍ" descr="مَكۡتَب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يَكۡتُبُ" descr="يَكۡتُبُ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0" name="Answer 2 فَتَحَ" descr="فَتَحَ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فَتَحَ</a:t>
            </a:r>
          </a:p>
        </p:txBody>
      </p:sp>
      <p:sp>
        <p:nvSpPr>
          <p:cNvPr id="11" name="Answer 3 بَابٍ" descr="بَاب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بَابٍ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هِي" descr="ه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sp>
        <p:nvSpPr>
          <p:cNvPr id="10" name="Answer 2 هِ" descr="ه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1" name="Answer 3 هٍ" descr="ه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هٍ" descr="ه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مِي" descr="م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0" name="Answer 2 مٍ" descr="م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11" name="Answer 3 مِ" descr="م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مِ + نۡ" descr="م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مِ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بَيۡتِ" descr="بَيۡت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بَيۡتِ</a:t>
            </a:r>
          </a:p>
        </p:txBody>
      </p:sp>
      <p:sp>
        <p:nvSpPr>
          <p:cNvPr id="10" name="Answer 2 بَيۡتٍ" descr="بَيۡت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بَيۡتٍ</a:t>
            </a:r>
          </a:p>
        </p:txBody>
      </p:sp>
      <p:sp>
        <p:nvSpPr>
          <p:cNvPr id="11" name="Answer 3 بَيۡتًا" descr="بَيۡتً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يۡتٍ" descr="بَيۡت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بَيۡتٍ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نَامَ" descr="نَا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0" name="Answer 2 حِصَانٍ" descr="حِصَان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حِصَانٍ</a:t>
            </a:r>
          </a:p>
        </p:txBody>
      </p:sp>
      <p:sp>
        <p:nvSpPr>
          <p:cNvPr id="11" name="Answer 3 الۡبَابُ" descr="الۡبَاب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بٍ" descr="ب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0" name="Answer 2 بِ" descr="ب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1" name="Answer 3 بِي" descr="بِي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ٍ" descr="ب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تِي" descr="ت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0" name="Answer 2 تٍ" descr="ت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1" name="Answer 3 تِ" descr="ت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تٍ" descr="ت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مِي" descr="م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مِي</a:t>
            </a:r>
          </a:p>
        </p:txBody>
      </p:sp>
      <p:sp>
        <p:nvSpPr>
          <p:cNvPr id="10" name="Answer 2 مٍ" descr="م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11" name="Answer 3 مِ" descr="م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مِ + نۡ" descr="م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مِ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بَيۡتِ" descr="بَيۡت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بَيۡتِ</a:t>
            </a:r>
          </a:p>
        </p:txBody>
      </p:sp>
      <p:sp>
        <p:nvSpPr>
          <p:cNvPr id="10" name="Answer 2 بَيۡتٍ" descr="بَيۡت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بَيۡتٍ</a:t>
            </a:r>
          </a:p>
        </p:txBody>
      </p:sp>
      <p:sp>
        <p:nvSpPr>
          <p:cNvPr id="11" name="Answer 3 بَيۡتًا" descr="بَيۡتً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َيۡتٍ" descr="بَيۡت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بَيۡتٍ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نَامَ" descr="نَا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نَامَ</a:t>
            </a:r>
          </a:p>
        </p:txBody>
      </p:sp>
      <p:sp>
        <p:nvSpPr>
          <p:cNvPr id="10" name="Answer 2 حِصَانٍ" descr="حِصَان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حِصَانٍ</a:t>
            </a:r>
          </a:p>
        </p:txBody>
      </p:sp>
      <p:sp>
        <p:nvSpPr>
          <p:cNvPr id="11" name="Answer 3 الۡبَابُ" descr="الۡبَاب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الۡبَابُ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بٍ" descr="ب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0" name="Answer 2 بِ" descr="ب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</a:t>
            </a:r>
          </a:p>
        </p:txBody>
      </p:sp>
      <p:sp>
        <p:nvSpPr>
          <p:cNvPr id="11" name="Answer 3 بِي" descr="بِي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بِي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ٍ" descr="ب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تِي" descr="ت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تِي</a:t>
            </a:r>
          </a:p>
        </p:txBody>
      </p:sp>
      <p:sp>
        <p:nvSpPr>
          <p:cNvPr id="10" name="Answer 2 تٍ" descr="ت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1" name="Answer 3 تِ" descr="ت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تٍ" descr="ت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وَرۡدَةٍ" descr="وَرۡدَة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وَرۡدَةٍ</a:t>
            </a:r>
          </a:p>
        </p:txBody>
      </p:sp>
      <p:sp>
        <p:nvSpPr>
          <p:cNvPr id="11" name="Answer 2 وَرۡدَةِ" descr="وَرۡدَةِ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وَرۡدَةِ</a:t>
            </a:r>
          </a:p>
        </p:txBody>
      </p:sp>
      <p:sp>
        <p:nvSpPr>
          <p:cNvPr id="12" name="Answer 3 وَرۡدَةٌ" descr="وَرۡدَة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وَرۡدَةٍ" descr="وَرۡد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وَرۡدَةٍ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بَلَدٍ" descr="بَلَد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11" name="Answer 2 يَكۡتُبُ" descr="يَكۡتُب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2" name="Answer 3 قَالَ" descr="قَالَ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5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ثٍ" descr="ث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1" name="Answer 2 ثِي" descr="ثِي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2" name="Answer 3 ثِ" descr="ثِ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ثٍ" descr="ث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نٍ" descr="ن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11" name="Answer 2 نِي" descr="نِي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2" name="Answer 3 نِ" descr="نِ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ٍ" descr="ن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يِي" descr="يِي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1" name="Answer 2 يٍ" descr="ي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2" name="Answer 3 يِ" descr="يِ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يِ + نۡ" descr="ي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يِ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وَرۡدَةٍ" descr="وَرۡدَة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وَرۡدَةٍ</a:t>
            </a:r>
          </a:p>
        </p:txBody>
      </p:sp>
      <p:sp>
        <p:nvSpPr>
          <p:cNvPr id="11" name="Answer 2 وَرۡدَةِ" descr="وَرۡدَةِ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وَرۡدَةِ</a:t>
            </a:r>
          </a:p>
        </p:txBody>
      </p:sp>
      <p:sp>
        <p:nvSpPr>
          <p:cNvPr id="12" name="Answer 3 وَرۡدَةٌ" descr="وَرۡدَة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وَرۡدَةٌ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وَرۡدَةٍ" descr="وَرۡد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وَرۡدَةٍ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بَلَدٍ" descr="بَلَد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11" name="Answer 2 يَكۡتُبُ" descr="يَكۡتُبُ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يَكۡتُبُ</a:t>
            </a:r>
          </a:p>
        </p:txBody>
      </p:sp>
      <p:sp>
        <p:nvSpPr>
          <p:cNvPr id="12" name="Answer 3 قَالَ" descr="قَالَ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قَالَ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ثٍ" descr="ث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1" name="Answer 2 ثِي" descr="ثِي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ثِي</a:t>
            </a:r>
          </a:p>
        </p:txBody>
      </p:sp>
      <p:sp>
        <p:nvSpPr>
          <p:cNvPr id="12" name="Answer 3 ثِ" descr="ثِ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ثٍ" descr="ث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نٍ" descr="ن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11" name="Answer 2 نِي" descr="نِي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نِي</a:t>
            </a:r>
          </a:p>
        </p:txBody>
      </p:sp>
      <p:sp>
        <p:nvSpPr>
          <p:cNvPr id="12" name="Answer 3 نِ" descr="نِ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نِ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نٍ" descr="ن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يِي" descr="يِي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sp>
        <p:nvSpPr>
          <p:cNvPr id="11" name="Answer 2 يٍ" descr="ي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2" name="Answer 3 يِ" descr="يِ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يِ + نۡ" descr="ي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يِ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الۡقَمَرُ" descr="الۡقَمَر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َابٍ" descr="بَاب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بَابٍ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َرِبَ" descr="شَرِب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3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ِ" descr="ي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ِي" descr="يِي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ٍ" descr="ي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يٍ" descr="ي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ٍ" descr="ج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جِي" descr="جِي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ِ" descr="جِ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جٍ" descr="ج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حِ" descr="ح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حٍ" descr="ح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حِي" descr="حِي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حِ + نۡ" descr="ح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حِ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حِصَانًا" descr="حِصَان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حِصَانٍ" descr="حِصَان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حِصَانٍ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حِصَانِ" descr="حِصَانِ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حِصَانِ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حِصَانٍ" descr="حِصَان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حِصَانٍ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الۡقَمَرُ" descr="الۡقَمَر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الۡقَمَرُ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َابٍ" descr="بَاب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بَابٍ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َرِبَ" descr="شَرِب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شَرِبَ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ِ" descr="ي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يِ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ِي" descr="يِي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يِي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ٍ" descr="ي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ٍ" descr="ي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ٍ" descr="ج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جِي" descr="جِي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جِي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ِ" descr="جِ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جٍ" descr="ج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حِ" descr="ح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حٍ" descr="ح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حِي" descr="حِي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حِ + نۡ" descr="ح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حِ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حِصَانًا" descr="حِصَان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حِصَانًا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حِصَانٍ" descr="حِصَان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حِصَانٍ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حِصَانِ" descr="حِصَانِ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حِصَانِ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حِصَانٍ" descr="حِصَان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حِصَانٍ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حِ" descr="ح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7" name="Answer 2 حٍ" descr="ح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8" name="Answer 3 حِي" descr="حِي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حٍ" descr="ح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خِ" descr="خ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7" name="Answer 2 خِي" descr="خِي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8" name="Answer 3 خٍ" descr="خ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خٍ" descr="خ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دِي" descr="دِي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7" name="Answer 2 دٍ" descr="د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8" name="Answer 3 دِ" descr="دِ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دِ + نۡ" descr="د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دِ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مَاءٍ" descr="مَاء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7" name="Answer 2 مَاءِ" descr="مَاءِ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مَاءِ</a:t>
            </a:r>
          </a:p>
        </p:txBody>
      </p:sp>
      <p:sp>
        <p:nvSpPr>
          <p:cNvPr id="8" name="Answer 3 مَاءٌ" descr="مَاء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مَاءٍ" descr="مَاء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جَلَسَ" descr="جَلَس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7" name="Answer 2 كَلۡبٍ" descr="كَلۡب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كَلۡبٍ</a:t>
            </a:r>
          </a:p>
        </p:txBody>
      </p:sp>
      <p:sp>
        <p:nvSpPr>
          <p:cNvPr id="8" name="Answer 3 كَتَبَ" descr="كَتَب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1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حِ" descr="ح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7" name="Answer 2 حٍ" descr="ح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8" name="Answer 3 حِي" descr="حِي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حٍ" descr="ح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خِ" descr="خ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7" name="Answer 2 خِي" descr="خِي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8" name="Answer 3 خٍ" descr="خ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خٍ" descr="خ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دِي" descr="دِي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دِي</a:t>
            </a:r>
          </a:p>
        </p:txBody>
      </p:sp>
      <p:sp>
        <p:nvSpPr>
          <p:cNvPr id="7" name="Answer 2 دٍ" descr="د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8" name="Answer 3 دِ" descr="دِ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دِ + نۡ" descr="د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دِ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مَاءٍ" descr="مَاء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7" name="Answer 2 مَاءِ" descr="مَاءِ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مَاءِ</a:t>
            </a:r>
          </a:p>
        </p:txBody>
      </p:sp>
      <p:sp>
        <p:nvSpPr>
          <p:cNvPr id="8" name="Answer 3 مَاءٌ" descr="مَاء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مَاءٌ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مَاءٍ" descr="مَاء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جَلَسَ" descr="جَلَسَ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جَلَسَ</a:t>
            </a:r>
          </a:p>
        </p:txBody>
      </p:sp>
      <p:sp>
        <p:nvSpPr>
          <p:cNvPr id="7" name="Answer 2 كَلۡبٍ" descr="كَلۡب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كَلۡبٍ</a:t>
            </a:r>
          </a:p>
        </p:txBody>
      </p:sp>
      <p:sp>
        <p:nvSpPr>
          <p:cNvPr id="8" name="Answer 3 كَتَبَ" descr="كَتَبَ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كَتَبَ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ich word has tanween?"/>
          <p:cNvSpPr/>
          <p:nvPr/>
        </p:nvSpPr>
        <p:spPr>
          <a:xfrm>
            <a:off x="3048000" y="190500"/>
            <a:ext cx="609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Which word has tanween?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عِنَبٍ" descr="عِنَب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عِنَبٍ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مَلٍ" descr="جَمَل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جَمَلٍ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ُورٍ" descr="نُو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لَدٍ" descr="بَلَد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دۡرَسَةٍ" descr="مَدۡرَسَة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مَلٍ" descr="جَمَل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جَمَلٍ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ُورٍ" descr="نُو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لَدٍ" descr="بَلَد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دۡرَسَةٍ" descr="مَدۡرَسَة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اءٍ" descr="مَاء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ُورٍ" descr="نُو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لَدٍ" descr="بَلَد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دۡرَسَةٍ" descr="مَدۡرَسَة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اءٍ" descr="مَاء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َجۡمٍ" descr="نَجۡم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لَدٍ" descr="بَلَد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دۡرَسَةٍ" descr="مَدۡرَسَة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اءٍ" descr="مَاء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َجۡمٍ" descr="نَجۡم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حِصَانٍ" descr="حِصَان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حِصَانٍ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دۡرَسَةٍ" descr="مَدۡرَسَة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اءٍ" descr="مَاء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مَاءٍ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َجۡمٍ" descr="نَجۡم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نَجۡمٍ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حِصَانٍ" descr="حِصَان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حِصَانٍ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قَلَمٍ" descr="قَلَم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قَلَمٍ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Kasratan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