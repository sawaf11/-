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buzz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arkle.wav" ContentType="audio/wav"/>
  <Override PartName="/ppt/media/snd_swish.wav" ContentType="audio/wav"/>
  <Override PartName="/ppt/media/snd_tada.wav" ContentType="audio/wav"/>
  <Override PartName="/ppt/media/snd_thunk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1.xml"/><Relationship Id="rId9" Type="http://schemas.openxmlformats.org/officeDocument/2006/relationships/slide" Target="slide6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1.xml"/><Relationship Id="rId9" Type="http://schemas.openxmlformats.org/officeDocument/2006/relationships/slide" Target="slide6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16.xml"/><Relationship Id="rId8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9.xml"/><Relationship Id="rId7" Type="http://schemas.openxmlformats.org/officeDocument/2006/relationships/slide" Target="slide24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5.xml"/><Relationship Id="rId7" Type="http://schemas.openxmlformats.org/officeDocument/2006/relationships/slide" Target="slide20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6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16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9.xml"/><Relationship Id="rId7" Type="http://schemas.openxmlformats.org/officeDocument/2006/relationships/slide" Target="slide24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5.xml"/><Relationship Id="rId7" Type="http://schemas.openxmlformats.org/officeDocument/2006/relationships/slide" Target="slide20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8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7.xml"/><Relationship Id="rId6" Type="http://schemas.openxmlformats.org/officeDocument/2006/relationships/slide" Target="slide42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.xml"/><Relationship Id="rId6" Type="http://schemas.openxmlformats.org/officeDocument/2006/relationships/slide" Target="slide48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7.xml"/><Relationship Id="rId6" Type="http://schemas.openxmlformats.org/officeDocument/2006/relationships/slide" Target="slide42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3.xml"/><Relationship Id="rId6" Type="http://schemas.openxmlformats.org/officeDocument/2006/relationships/slide" Target="slide48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6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67.xml"/><Relationship Id="rId5" Type="http://schemas.openxmlformats.org/officeDocument/2006/relationships/slide" Target="slide72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67.xml"/><Relationship Id="rId5" Type="http://schemas.openxmlformats.org/officeDocument/2006/relationships/slide" Target="slide72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1.xml"/><Relationship Id="rId6" Type="http://schemas.openxmlformats.org/officeDocument/2006/relationships/slide" Target="slide76.xml"/><Relationship Id="rId7" Type="http://schemas.openxmlformats.org/officeDocument/2006/relationships/slide" Target="slide8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3.xml"/><Relationship Id="rId6" Type="http://schemas.openxmlformats.org/officeDocument/2006/relationships/slide" Target="slide78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4.xml"/><Relationship Id="rId6" Type="http://schemas.openxmlformats.org/officeDocument/2006/relationships/slide" Target="slide79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5.xml"/><Relationship Id="rId6" Type="http://schemas.openxmlformats.org/officeDocument/2006/relationships/slide" Target="slide80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1.xml"/><Relationship Id="rId6" Type="http://schemas.openxmlformats.org/officeDocument/2006/relationships/slide" Target="slide76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3.xml"/><Relationship Id="rId6" Type="http://schemas.openxmlformats.org/officeDocument/2006/relationships/slide" Target="slide78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4.xml"/><Relationship Id="rId6" Type="http://schemas.openxmlformats.org/officeDocument/2006/relationships/slide" Target="slide79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5.xml"/><Relationship Id="rId6" Type="http://schemas.openxmlformats.org/officeDocument/2006/relationships/slide" Target="slide80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8.xml"/><Relationship Id="rId9" Type="http://schemas.openxmlformats.org/officeDocument/2006/relationships/slide" Target="slide93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4.xml"/><Relationship Id="rId9" Type="http://schemas.openxmlformats.org/officeDocument/2006/relationships/slide" Target="slide89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6.xml"/><Relationship Id="rId9" Type="http://schemas.openxmlformats.org/officeDocument/2006/relationships/slide" Target="slide91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9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8.xml"/><Relationship Id="rId9" Type="http://schemas.openxmlformats.org/officeDocument/2006/relationships/slide" Target="slide93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4.xml"/><Relationship Id="rId9" Type="http://schemas.openxmlformats.org/officeDocument/2006/relationships/slide" Target="slide89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6.xml"/><Relationship Id="rId9" Type="http://schemas.openxmlformats.org/officeDocument/2006/relationships/slide" Target="slide91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98.xml"/><Relationship Id="rId7" Type="http://schemas.openxmlformats.org/officeDocument/2006/relationships/slide" Target="slide103.xml"/><Relationship Id="rId8" Type="http://schemas.openxmlformats.org/officeDocument/2006/relationships/slide" Target="slide10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99.xml"/><Relationship Id="rId7" Type="http://schemas.openxmlformats.org/officeDocument/2006/relationships/slide" Target="slide104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0.xml"/><Relationship Id="rId7" Type="http://schemas.openxmlformats.org/officeDocument/2006/relationships/slide" Target="slide105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2.xml"/><Relationship Id="rId7" Type="http://schemas.openxmlformats.org/officeDocument/2006/relationships/slide" Target="slide107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98.xml"/><Relationship Id="rId7" Type="http://schemas.openxmlformats.org/officeDocument/2006/relationships/slide" Target="slide103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99.xml"/><Relationship Id="rId7" Type="http://schemas.openxmlformats.org/officeDocument/2006/relationships/slide" Target="slide104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0.xml"/><Relationship Id="rId7" Type="http://schemas.openxmlformats.org/officeDocument/2006/relationships/slide" Target="slide105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2.xml"/><Relationship Id="rId7" Type="http://schemas.openxmlformats.org/officeDocument/2006/relationships/slide" Target="slide107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4.xml"/><Relationship Id="rId5" Type="http://schemas.openxmlformats.org/officeDocument/2006/relationships/slide" Target="slide109.xml"/><Relationship Id="rId6" Type="http://schemas.openxmlformats.org/officeDocument/2006/relationships/slide" Target="slide1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5.xml"/><Relationship Id="rId5" Type="http://schemas.openxmlformats.org/officeDocument/2006/relationships/slide" Target="slide110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11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4.xml"/><Relationship Id="rId5" Type="http://schemas.openxmlformats.org/officeDocument/2006/relationships/slide" Target="slide109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5.xml"/><Relationship Id="rId5" Type="http://schemas.openxmlformats.org/officeDocument/2006/relationships/slide" Target="slide110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5.xml"/><Relationship Id="rId6" Type="http://schemas.openxmlformats.org/officeDocument/2006/relationships/slide" Target="slide120.xml"/><Relationship Id="rId7" Type="http://schemas.openxmlformats.org/officeDocument/2006/relationships/slide" Target="slide13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6.xml"/><Relationship Id="rId6" Type="http://schemas.openxmlformats.org/officeDocument/2006/relationships/slide" Target="slide121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2.xml"/><Relationship Id="rId6" Type="http://schemas.openxmlformats.org/officeDocument/2006/relationships/slide" Target="slide127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4.xml"/><Relationship Id="rId6" Type="http://schemas.openxmlformats.org/officeDocument/2006/relationships/slide" Target="slide129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3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5.xml"/><Relationship Id="rId6" Type="http://schemas.openxmlformats.org/officeDocument/2006/relationships/slide" Target="slide120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6.xml"/><Relationship Id="rId6" Type="http://schemas.openxmlformats.org/officeDocument/2006/relationships/slide" Target="slide121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2.xml"/><Relationship Id="rId6" Type="http://schemas.openxmlformats.org/officeDocument/2006/relationships/slide" Target="slide127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4.xml"/><Relationship Id="rId6" Type="http://schemas.openxmlformats.org/officeDocument/2006/relationships/slide" Target="slide129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6.xml"/><Relationship Id="rId5" Type="http://schemas.openxmlformats.org/officeDocument/2006/relationships/slide" Target="slide131.xml"/><Relationship Id="rId6" Type="http://schemas.openxmlformats.org/officeDocument/2006/relationships/slide" Target="slide14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7.xml"/><Relationship Id="rId5" Type="http://schemas.openxmlformats.org/officeDocument/2006/relationships/slide" Target="slide132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35.xml"/><Relationship Id="rId5" Type="http://schemas.openxmlformats.org/officeDocument/2006/relationships/slide" Target="slide140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14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6.xml"/><Relationship Id="rId5" Type="http://schemas.openxmlformats.org/officeDocument/2006/relationships/slide" Target="slide131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7.xml"/><Relationship Id="rId5" Type="http://schemas.openxmlformats.org/officeDocument/2006/relationships/slide" Target="slide132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35.xml"/><Relationship Id="rId5" Type="http://schemas.openxmlformats.org/officeDocument/2006/relationships/slide" Target="slide140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8.xml"/><Relationship Id="rId5" Type="http://schemas.openxmlformats.org/officeDocument/2006/relationships/slide" Target="slide143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15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8.xml"/><Relationship Id="rId5" Type="http://schemas.openxmlformats.org/officeDocument/2006/relationships/slide" Target="slide143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7.xml"/><Relationship Id="rId6" Type="http://schemas.openxmlformats.org/officeDocument/2006/relationships/slide" Target="slide162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7.xml"/><Relationship Id="rId6" Type="http://schemas.openxmlformats.org/officeDocument/2006/relationships/slide" Target="slide162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9.xml"/><Relationship Id="rId9" Type="http://schemas.openxmlformats.org/officeDocument/2006/relationships/slide" Target="slide164.xml"/><Relationship Id="rId10" Type="http://schemas.openxmlformats.org/officeDocument/2006/relationships/slide" Target="slide174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2.xml"/><Relationship Id="rId9" Type="http://schemas.openxmlformats.org/officeDocument/2006/relationships/slide" Target="slide167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3.xml"/><Relationship Id="rId9" Type="http://schemas.openxmlformats.org/officeDocument/2006/relationships/slide" Target="slide168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7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9.xml"/><Relationship Id="rId9" Type="http://schemas.openxmlformats.org/officeDocument/2006/relationships/slide" Target="slide164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2.xml"/><Relationship Id="rId9" Type="http://schemas.openxmlformats.org/officeDocument/2006/relationships/slide" Target="slide167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3.xml"/><Relationship Id="rId9" Type="http://schemas.openxmlformats.org/officeDocument/2006/relationships/slide" Target="slide168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75.xml"/><Relationship Id="rId8" Type="http://schemas.openxmlformats.org/officeDocument/2006/relationships/slide" Target="slide18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4.xml"/><Relationship Id="rId7" Type="http://schemas.openxmlformats.org/officeDocument/2006/relationships/slide" Target="slide179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75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4.xml"/><Relationship Id="rId7" Type="http://schemas.openxmlformats.org/officeDocument/2006/relationships/slide" Target="slide179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png"/><Relationship Id="rId4" Type="http://schemas.openxmlformats.org/officeDocument/2006/relationships/slide" Target="slide18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2.xml"/><Relationship Id="rId4" Type="http://schemas.openxmlformats.org/officeDocument/2006/relationships/slide" Target="slide187.xml"/><Relationship Id="rId5" Type="http://schemas.openxmlformats.org/officeDocument/2006/relationships/slide" Target="slide22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3.xml"/><Relationship Id="rId4" Type="http://schemas.openxmlformats.org/officeDocument/2006/relationships/slide" Target="slide18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4.xml"/><Relationship Id="rId4" Type="http://schemas.openxmlformats.org/officeDocument/2006/relationships/slide" Target="slide18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5.xml"/><Relationship Id="rId4" Type="http://schemas.openxmlformats.org/officeDocument/2006/relationships/slide" Target="slide19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6.xml"/><Relationship Id="rId4" Type="http://schemas.openxmlformats.org/officeDocument/2006/relationships/slide" Target="slide19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8.xml"/><Relationship Id="rId4" Type="http://schemas.openxmlformats.org/officeDocument/2006/relationships/slide" Target="slide19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9.xml"/><Relationship Id="rId4" Type="http://schemas.openxmlformats.org/officeDocument/2006/relationships/slide" Target="slide19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0.xml"/><Relationship Id="rId4" Type="http://schemas.openxmlformats.org/officeDocument/2006/relationships/slide" Target="slide19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1.xml"/><Relationship Id="rId4" Type="http://schemas.openxmlformats.org/officeDocument/2006/relationships/slide" Target="slide19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2.xml"/><Relationship Id="rId4" Type="http://schemas.openxmlformats.org/officeDocument/2006/relationships/slide" Target="slide19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4.xml"/><Relationship Id="rId4" Type="http://schemas.openxmlformats.org/officeDocument/2006/relationships/slide" Target="slide19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6.xml"/><Relationship Id="rId4" Type="http://schemas.openxmlformats.org/officeDocument/2006/relationships/slide" Target="slide20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7.xml"/><Relationship Id="rId4" Type="http://schemas.openxmlformats.org/officeDocument/2006/relationships/slide" Target="slide20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8.xml"/><Relationship Id="rId4" Type="http://schemas.openxmlformats.org/officeDocument/2006/relationships/slide" Target="slide20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0.xml"/><Relationship Id="rId4" Type="http://schemas.openxmlformats.org/officeDocument/2006/relationships/slide" Target="slide20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1.xml"/><Relationship Id="rId4" Type="http://schemas.openxmlformats.org/officeDocument/2006/relationships/slide" Target="slide20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2.xml"/><Relationship Id="rId4" Type="http://schemas.openxmlformats.org/officeDocument/2006/relationships/slide" Target="slide20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3.xml"/><Relationship Id="rId4" Type="http://schemas.openxmlformats.org/officeDocument/2006/relationships/slide" Target="slide20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4.xml"/><Relationship Id="rId4" Type="http://schemas.openxmlformats.org/officeDocument/2006/relationships/slide" Target="slide20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6.xml"/><Relationship Id="rId4" Type="http://schemas.openxmlformats.org/officeDocument/2006/relationships/slide" Target="slide21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7.xml"/><Relationship Id="rId4" Type="http://schemas.openxmlformats.org/officeDocument/2006/relationships/slide" Target="slide21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8.xml"/><Relationship Id="rId4" Type="http://schemas.openxmlformats.org/officeDocument/2006/relationships/slide" Target="slide21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9.xml"/><Relationship Id="rId4" Type="http://schemas.openxmlformats.org/officeDocument/2006/relationships/slide" Target="slide21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0.xml"/><Relationship Id="rId4" Type="http://schemas.openxmlformats.org/officeDocument/2006/relationships/slide" Target="slide21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2.xml"/><Relationship Id="rId5" Type="http://schemas.openxmlformats.org/officeDocument/2006/relationships/slide" Target="slide227.xml"/><Relationship Id="rId6" Type="http://schemas.openxmlformats.org/officeDocument/2006/relationships/slide" Target="slide23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8.xml"/><Relationship Id="rId5" Type="http://schemas.openxmlformats.org/officeDocument/2006/relationships/slide" Target="slide223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5.xml"/><Relationship Id="rId5" Type="http://schemas.openxmlformats.org/officeDocument/2006/relationships/slide" Target="slide230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31.xml"/><Relationship Id="rId5" Type="http://schemas.openxmlformats.org/officeDocument/2006/relationships/slide" Target="slide226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232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2.xml"/><Relationship Id="rId5" Type="http://schemas.openxmlformats.org/officeDocument/2006/relationships/slide" Target="slide227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8.xml"/><Relationship Id="rId5" Type="http://schemas.openxmlformats.org/officeDocument/2006/relationships/slide" Target="slide223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5.xml"/><Relationship Id="rId5" Type="http://schemas.openxmlformats.org/officeDocument/2006/relationships/slide" Target="slide230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31.xml"/><Relationship Id="rId5" Type="http://schemas.openxmlformats.org/officeDocument/2006/relationships/slide" Target="slide226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3.xml"/><Relationship Id="rId6" Type="http://schemas.openxmlformats.org/officeDocument/2006/relationships/slide" Target="slide238.xml"/><Relationship Id="rId7" Type="http://schemas.openxmlformats.org/officeDocument/2006/relationships/slide" Target="slide243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3.xml"/><Relationship Id="rId6" Type="http://schemas.openxmlformats.org/officeDocument/2006/relationships/slide" Target="slide238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4.xml"/><Relationship Id="rId5" Type="http://schemas.openxmlformats.org/officeDocument/2006/relationships/slide" Target="slide249.xml"/><Relationship Id="rId6" Type="http://schemas.openxmlformats.org/officeDocument/2006/relationships/slide" Target="slide254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45.xml"/><Relationship Id="rId5" Type="http://schemas.openxmlformats.org/officeDocument/2006/relationships/slide" Target="slide250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46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25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4.xml"/><Relationship Id="rId5" Type="http://schemas.openxmlformats.org/officeDocument/2006/relationships/slide" Target="slide249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45.xml"/><Relationship Id="rId5" Type="http://schemas.openxmlformats.org/officeDocument/2006/relationships/slide" Target="slide250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46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62.xml"/><Relationship Id="rId5" Type="http://schemas.openxmlformats.org/officeDocument/2006/relationships/slide" Target="slide257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58.xml"/><Relationship Id="rId5" Type="http://schemas.openxmlformats.org/officeDocument/2006/relationships/slide" Target="slide263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65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62.xml"/><Relationship Id="rId5" Type="http://schemas.openxmlformats.org/officeDocument/2006/relationships/slide" Target="slide257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58.xml"/><Relationship Id="rId5" Type="http://schemas.openxmlformats.org/officeDocument/2006/relationships/slide" Target="slide263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6.xml"/><Relationship Id="rId6" Type="http://schemas.openxmlformats.org/officeDocument/2006/relationships/slide" Target="slide271.xml"/><Relationship Id="rId7" Type="http://schemas.openxmlformats.org/officeDocument/2006/relationships/slide" Target="slide276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3.xml"/><Relationship Id="rId6" Type="http://schemas.openxmlformats.org/officeDocument/2006/relationships/slide" Target="slide268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4.xml"/><Relationship Id="rId6" Type="http://schemas.openxmlformats.org/officeDocument/2006/relationships/slide" Target="slide269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5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6.xml"/><Relationship Id="rId6" Type="http://schemas.openxmlformats.org/officeDocument/2006/relationships/slide" Target="slide271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3.xml"/><Relationship Id="rId6" Type="http://schemas.openxmlformats.org/officeDocument/2006/relationships/slide" Target="slide268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4.xml"/><Relationship Id="rId6" Type="http://schemas.openxmlformats.org/officeDocument/2006/relationships/slide" Target="slide269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5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2.xml"/><Relationship Id="rId9" Type="http://schemas.openxmlformats.org/officeDocument/2006/relationships/slide" Target="slide277.xml"/><Relationship Id="rId10" Type="http://schemas.openxmlformats.org/officeDocument/2006/relationships/slide" Target="slide28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78.xml"/><Relationship Id="rId9" Type="http://schemas.openxmlformats.org/officeDocument/2006/relationships/slide" Target="slide283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4.xml"/><Relationship Id="rId9" Type="http://schemas.openxmlformats.org/officeDocument/2006/relationships/slide" Target="slide279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5.xml"/><Relationship Id="rId9" Type="http://schemas.openxmlformats.org/officeDocument/2006/relationships/slide" Target="slide280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6.xml"/><Relationship Id="rId9" Type="http://schemas.openxmlformats.org/officeDocument/2006/relationships/slide" Target="slide281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28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2.xml"/><Relationship Id="rId9" Type="http://schemas.openxmlformats.org/officeDocument/2006/relationships/slide" Target="slide277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78.xml"/><Relationship Id="rId9" Type="http://schemas.openxmlformats.org/officeDocument/2006/relationships/slide" Target="slide283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4.xml"/><Relationship Id="rId9" Type="http://schemas.openxmlformats.org/officeDocument/2006/relationships/slide" Target="slide279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5.xml"/><Relationship Id="rId9" Type="http://schemas.openxmlformats.org/officeDocument/2006/relationships/slide" Target="slide280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6.xml"/><Relationship Id="rId9" Type="http://schemas.openxmlformats.org/officeDocument/2006/relationships/slide" Target="slide281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3.xml"/><Relationship Id="rId7" Type="http://schemas.openxmlformats.org/officeDocument/2006/relationships/slide" Target="slide288.xml"/><Relationship Id="rId8" Type="http://schemas.openxmlformats.org/officeDocument/2006/relationships/slide" Target="slide298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89.xml"/><Relationship Id="rId7" Type="http://schemas.openxmlformats.org/officeDocument/2006/relationships/slide" Target="slide294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5.xml"/><Relationship Id="rId7" Type="http://schemas.openxmlformats.org/officeDocument/2006/relationships/slide" Target="slide290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6.xml"/><Relationship Id="rId7" Type="http://schemas.openxmlformats.org/officeDocument/2006/relationships/slide" Target="slide291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3.xml"/><Relationship Id="rId7" Type="http://schemas.openxmlformats.org/officeDocument/2006/relationships/slide" Target="slide288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89.xml"/><Relationship Id="rId7" Type="http://schemas.openxmlformats.org/officeDocument/2006/relationships/slide" Target="slide294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5.xml"/><Relationship Id="rId7" Type="http://schemas.openxmlformats.org/officeDocument/2006/relationships/slide" Target="slide290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6.xml"/><Relationship Id="rId7" Type="http://schemas.openxmlformats.org/officeDocument/2006/relationships/slide" Target="slide291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99.xml"/><Relationship Id="rId5" Type="http://schemas.openxmlformats.org/officeDocument/2006/relationships/slide" Target="slide304.xml"/><Relationship Id="rId6" Type="http://schemas.openxmlformats.org/officeDocument/2006/relationships/slide" Target="slide309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2.xml"/><Relationship Id="rId5" Type="http://schemas.openxmlformats.org/officeDocument/2006/relationships/slide" Target="slide307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8.xml"/><Relationship Id="rId5" Type="http://schemas.openxmlformats.org/officeDocument/2006/relationships/slide" Target="slide303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0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99.xml"/><Relationship Id="rId5" Type="http://schemas.openxmlformats.org/officeDocument/2006/relationships/slide" Target="slide304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2.xml"/><Relationship Id="rId5" Type="http://schemas.openxmlformats.org/officeDocument/2006/relationships/slide" Target="slide307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8.xml"/><Relationship Id="rId5" Type="http://schemas.openxmlformats.org/officeDocument/2006/relationships/slide" Target="slide303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5.xml"/><Relationship Id="rId6" Type="http://schemas.openxmlformats.org/officeDocument/2006/relationships/slide" Target="slide310.xml"/><Relationship Id="rId7" Type="http://schemas.openxmlformats.org/officeDocument/2006/relationships/slide" Target="slide320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6.xml"/><Relationship Id="rId6" Type="http://schemas.openxmlformats.org/officeDocument/2006/relationships/slide" Target="slide311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9.xml"/><Relationship Id="rId6" Type="http://schemas.openxmlformats.org/officeDocument/2006/relationships/slide" Target="slide314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2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5.xml"/><Relationship Id="rId6" Type="http://schemas.openxmlformats.org/officeDocument/2006/relationships/slide" Target="slide310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6.xml"/><Relationship Id="rId6" Type="http://schemas.openxmlformats.org/officeDocument/2006/relationships/slide" Target="slide311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9.xml"/><Relationship Id="rId6" Type="http://schemas.openxmlformats.org/officeDocument/2006/relationships/slide" Target="slide314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1.xml"/><Relationship Id="rId5" Type="http://schemas.openxmlformats.org/officeDocument/2006/relationships/slide" Target="slide326.xml"/><Relationship Id="rId6" Type="http://schemas.openxmlformats.org/officeDocument/2006/relationships/slide" Target="slide331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7.xml"/><Relationship Id="rId5" Type="http://schemas.openxmlformats.org/officeDocument/2006/relationships/slide" Target="slide322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3.xml"/><Relationship Id="rId5" Type="http://schemas.openxmlformats.org/officeDocument/2006/relationships/slide" Target="slide328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9.xml"/><Relationship Id="rId5" Type="http://schemas.openxmlformats.org/officeDocument/2006/relationships/slide" Target="slide324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30.xml"/><Relationship Id="rId5" Type="http://schemas.openxmlformats.org/officeDocument/2006/relationships/slide" Target="slide325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33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1.xml"/><Relationship Id="rId5" Type="http://schemas.openxmlformats.org/officeDocument/2006/relationships/slide" Target="slide326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7.xml"/><Relationship Id="rId5" Type="http://schemas.openxmlformats.org/officeDocument/2006/relationships/slide" Target="slide322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3.xml"/><Relationship Id="rId5" Type="http://schemas.openxmlformats.org/officeDocument/2006/relationships/slide" Target="slide328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9.xml"/><Relationship Id="rId5" Type="http://schemas.openxmlformats.org/officeDocument/2006/relationships/slide" Target="slide324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30.xml"/><Relationship Id="rId5" Type="http://schemas.openxmlformats.org/officeDocument/2006/relationships/slide" Target="slide325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41.xml"/><Relationship Id="rId5" Type="http://schemas.openxmlformats.org/officeDocument/2006/relationships/slide" Target="slide336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34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41.xml"/><Relationship Id="rId5" Type="http://schemas.openxmlformats.org/officeDocument/2006/relationships/slide" Target="slide336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8.xml"/><Relationship Id="rId6" Type="http://schemas.openxmlformats.org/officeDocument/2006/relationships/slide" Target="slide343.xml"/><Relationship Id="rId7" Type="http://schemas.openxmlformats.org/officeDocument/2006/relationships/slide" Target="slide353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9.xml"/><Relationship Id="rId6" Type="http://schemas.openxmlformats.org/officeDocument/2006/relationships/slide" Target="slide344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0.xml"/><Relationship Id="rId6" Type="http://schemas.openxmlformats.org/officeDocument/2006/relationships/slide" Target="slide345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6.xml"/><Relationship Id="rId6" Type="http://schemas.openxmlformats.org/officeDocument/2006/relationships/slide" Target="slide351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2.xml"/><Relationship Id="rId6" Type="http://schemas.openxmlformats.org/officeDocument/2006/relationships/slide" Target="slide347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8.xml"/><Relationship Id="rId6" Type="http://schemas.openxmlformats.org/officeDocument/2006/relationships/slide" Target="slide343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9.xml"/><Relationship Id="rId6" Type="http://schemas.openxmlformats.org/officeDocument/2006/relationships/slide" Target="slide344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0.xml"/><Relationship Id="rId6" Type="http://schemas.openxmlformats.org/officeDocument/2006/relationships/slide" Target="slide345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6.xml"/><Relationship Id="rId6" Type="http://schemas.openxmlformats.org/officeDocument/2006/relationships/slide" Target="slide351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2.xml"/><Relationship Id="rId6" Type="http://schemas.openxmlformats.org/officeDocument/2006/relationships/slide" Target="slide347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4.xml"/><Relationship Id="rId9" Type="http://schemas.openxmlformats.org/officeDocument/2006/relationships/slide" Target="slide359.xml"/><Relationship Id="rId10" Type="http://schemas.openxmlformats.org/officeDocument/2006/relationships/slide" Target="slide364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0.xml"/><Relationship Id="rId9" Type="http://schemas.openxmlformats.org/officeDocument/2006/relationships/slide" Target="slide355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6.xml"/><Relationship Id="rId9" Type="http://schemas.openxmlformats.org/officeDocument/2006/relationships/slide" Target="slide361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7.xml"/><Relationship Id="rId9" Type="http://schemas.openxmlformats.org/officeDocument/2006/relationships/slide" Target="slide362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8.xml"/><Relationship Id="rId9" Type="http://schemas.openxmlformats.org/officeDocument/2006/relationships/slide" Target="slide363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36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4.xml"/><Relationship Id="rId9" Type="http://schemas.openxmlformats.org/officeDocument/2006/relationships/slide" Target="slide359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0.xml"/><Relationship Id="rId9" Type="http://schemas.openxmlformats.org/officeDocument/2006/relationships/slide" Target="slide355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6.xml"/><Relationship Id="rId9" Type="http://schemas.openxmlformats.org/officeDocument/2006/relationships/slide" Target="slide361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7.xml"/><Relationship Id="rId9" Type="http://schemas.openxmlformats.org/officeDocument/2006/relationships/slide" Target="slide362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8.xml"/><Relationship Id="rId9" Type="http://schemas.openxmlformats.org/officeDocument/2006/relationships/slide" Target="slide363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1.xml"/><Relationship Id="rId7" Type="http://schemas.openxmlformats.org/officeDocument/2006/relationships/slide" Target="slide366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2.xml"/><Relationship Id="rId7" Type="http://schemas.openxmlformats.org/officeDocument/2006/relationships/slide" Target="slide367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3.xml"/><Relationship Id="rId7" Type="http://schemas.openxmlformats.org/officeDocument/2006/relationships/slide" Target="slide368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1.xml"/><Relationship Id="rId7" Type="http://schemas.openxmlformats.org/officeDocument/2006/relationships/slide" Target="slide366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2.xml"/><Relationship Id="rId7" Type="http://schemas.openxmlformats.org/officeDocument/2006/relationships/slide" Target="slide367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3.xml"/><Relationship Id="rId7" Type="http://schemas.openxmlformats.org/officeDocument/2006/relationships/slide" Target="slide368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1.xml"/><Relationship Id="rId4" Type="http://schemas.openxmlformats.org/officeDocument/2006/relationships/slide" Target="slide376.xml"/><Relationship Id="rId5" Type="http://schemas.openxmlformats.org/officeDocument/2006/relationships/slide" Target="slide410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2.xml"/><Relationship Id="rId4" Type="http://schemas.openxmlformats.org/officeDocument/2006/relationships/slide" Target="slide37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3.xml"/><Relationship Id="rId4" Type="http://schemas.openxmlformats.org/officeDocument/2006/relationships/slide" Target="slide37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4.xml"/><Relationship Id="rId4" Type="http://schemas.openxmlformats.org/officeDocument/2006/relationships/slide" Target="slide37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5.xml"/><Relationship Id="rId4" Type="http://schemas.openxmlformats.org/officeDocument/2006/relationships/slide" Target="slide38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7.xml"/><Relationship Id="rId4" Type="http://schemas.openxmlformats.org/officeDocument/2006/relationships/slide" Target="slide38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8.xml"/><Relationship Id="rId4" Type="http://schemas.openxmlformats.org/officeDocument/2006/relationships/slide" Target="slide38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9.xml"/><Relationship Id="rId4" Type="http://schemas.openxmlformats.org/officeDocument/2006/relationships/slide" Target="slide38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0.xml"/><Relationship Id="rId4" Type="http://schemas.openxmlformats.org/officeDocument/2006/relationships/slide" Target="slide38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1.xml"/><Relationship Id="rId4" Type="http://schemas.openxmlformats.org/officeDocument/2006/relationships/slide" Target="slide38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3.xml"/><Relationship Id="rId4" Type="http://schemas.openxmlformats.org/officeDocument/2006/relationships/slide" Target="slide38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4.xml"/><Relationship Id="rId4" Type="http://schemas.openxmlformats.org/officeDocument/2006/relationships/slide" Target="slide38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5.xml"/><Relationship Id="rId4" Type="http://schemas.openxmlformats.org/officeDocument/2006/relationships/slide" Target="slide39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6.xml"/><Relationship Id="rId4" Type="http://schemas.openxmlformats.org/officeDocument/2006/relationships/slide" Target="slide39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7.xml"/><Relationship Id="rId4" Type="http://schemas.openxmlformats.org/officeDocument/2006/relationships/slide" Target="slide39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9.xml"/><Relationship Id="rId4" Type="http://schemas.openxmlformats.org/officeDocument/2006/relationships/slide" Target="slide39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0.xml"/><Relationship Id="rId4" Type="http://schemas.openxmlformats.org/officeDocument/2006/relationships/slide" Target="slide39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1.xml"/><Relationship Id="rId4" Type="http://schemas.openxmlformats.org/officeDocument/2006/relationships/slide" Target="slide39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2.xml"/><Relationship Id="rId4" Type="http://schemas.openxmlformats.org/officeDocument/2006/relationships/slide" Target="slide39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3.xml"/><Relationship Id="rId4" Type="http://schemas.openxmlformats.org/officeDocument/2006/relationships/slide" Target="slide39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5.xml"/><Relationship Id="rId4" Type="http://schemas.openxmlformats.org/officeDocument/2006/relationships/slide" Target="slide40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6.xml"/><Relationship Id="rId4" Type="http://schemas.openxmlformats.org/officeDocument/2006/relationships/slide" Target="slide40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7.xml"/><Relationship Id="rId4" Type="http://schemas.openxmlformats.org/officeDocument/2006/relationships/slide" Target="slide40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8.xml"/><Relationship Id="rId4" Type="http://schemas.openxmlformats.org/officeDocument/2006/relationships/slide" Target="slide40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9.xml"/><Relationship Id="rId4" Type="http://schemas.openxmlformats.org/officeDocument/2006/relationships/slide" Target="slide40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1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Fathatan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8A6CF0"/>
                </a:solidFill>
                <a:latin typeface="Arial"/>
                <a:cs typeface="Arial"/>
              </a:rPr>
              <a:t>Fathatan Games</a:t>
            </a:r>
          </a:p>
        </p:txBody>
      </p:sp>
      <p:sp>
        <p:nvSpPr>
          <p:cNvPr id="5" name="Sample" descr="بًا  قَلَمًا  شَجَرَةً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300" b="1" lang="ar-SA">
                <a:solidFill>
                  <a:srgbClr val="2E2640"/>
                </a:solidFill>
                <a:latin typeface="Arial"/>
                <a:cs typeface="Arial"/>
              </a:rPr>
              <a:t>بًا  قَلَمًا  شَجَرَةً</a:t>
            </a:r>
          </a:p>
        </p:txBody>
      </p:sp>
      <p:sp>
        <p:nvSpPr>
          <p:cNvPr id="6" name="Subtitle" descr="Bee, monkey, darts, basketball, pizza and mor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Bee, monkey, darts, basketball, pizza and more!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sy Be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Busy Bee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Fly to the right flowe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Fly to the right flower.</a:t>
            </a:r>
          </a:p>
        </p:txBody>
      </p:sp>
      <p:sp>
        <p:nvSpPr>
          <p:cNvPr id="7" name="Line 3" descr="3.  Fill the honey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honey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42038"/>
            <a:ext cx="2095500" cy="161192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ًا" descr="ب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ا" descr="ب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" descr="ب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تَ" descr="ت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تَا" descr="ت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تًا" descr="ت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حۡرٌ" descr="بَحۡر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حۡرًا" descr="بَحۡر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حۡرَ" descr="بَحۡر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َحۡرًا" descr="بَحۡ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َمِعَ" descr="سَمِع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َطَرًا" descr="مَطَر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ًا" descr="ي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ا" descr="ي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َ" descr="ي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ًا" descr="ب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ا" descr="ب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" descr="ب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تَ" descr="ت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تَا" descr="ت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تًا" descr="ت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حۡرٌ" descr="بَحۡر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حۡرًا" descr="بَحۡر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حۡرَ" descr="بَحۡر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حۡرًا" descr="بَحۡ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َمِعَ" descr="سَمِع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َطَرًا" descr="مَطَر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ًا" descr="ي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ا" descr="ي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َ" descr="ي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onkey Climb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Monkey Climb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monkey reach the banana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Help the monkey reach the bananas!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36" y="2095500"/>
            <a:ext cx="1768929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َ" descr="ن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7" name="Answer 2 نًا" descr="ن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8" name="Answer 3 نَا" descr="نَ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مَاءَ" descr="مَاء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sp>
        <p:nvSpPr>
          <p:cNvPr id="7" name="Answer 2 مَاءً" descr="مَاء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8" name="Answer 3 مَاءٍ" descr="مَاء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7" name="Answer 2 كَلۡبًا" descr="كَلۡب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8" name="Answer 3 ذَهَبَ" descr="ذَهَب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ًا" descr="ح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7" name="Answer 2 حَ" descr="ح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Answer 3 حَا" descr="حَ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َا" descr="خ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7" name="Answer 2 خَ" descr="خ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Answer 3 خًا" descr="خ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َ" descr="ن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7" name="Answer 2 نًا" descr="ن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8" name="Answer 3 نَا" descr="نَ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مَاءَ" descr="مَاء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sp>
        <p:nvSpPr>
          <p:cNvPr id="7" name="Answer 2 مَاءً" descr="مَاء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8" name="Answer 3 مَاءٍ" descr="مَاء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7" name="Answer 2 كَلۡبًا" descr="كَلۡب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8" name="Answer 3 ذَهَبَ" descr="ذَهَب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ًا" descr="ح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7" name="Answer 2 حَ" descr="ح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Answer 3 حَا" descr="حَ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َا" descr="خ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7" name="Answer 2 خَ" descr="خ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Answer 3 خًا" descr="خ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ar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8A6CF0"/>
                </a:solidFill>
                <a:latin typeface="Arial"/>
                <a:cs typeface="Arial"/>
              </a:rPr>
              <a:t>How to play: Darts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hrow at the right bo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Throw at the right board.</a:t>
            </a:r>
          </a:p>
        </p:txBody>
      </p:sp>
      <p:sp>
        <p:nvSpPr>
          <p:cNvPr id="7" name="Line 3" descr="3.  Bullseye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Bullseye!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اءً" descr="مَاءً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اءَ" descr="مَاء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ءٍ" descr="مَاء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امَ" descr="نَام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حِصَانًا" descr="حِصَان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َا" descr="د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ًا" descr="د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َ" descr="د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ا" descr="ذ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ذًا" descr="ذ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ذَ" descr="ذ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َا" descr="ر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َ" descr="ر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ًا" descr="ر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َ + نۡ" descr="ر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اءً" descr="مَاءً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اءَ" descr="مَاء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ءٍ" descr="مَاء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امَ" descr="نَام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حِصَانًا" descr="حِصَان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َا" descr="د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ًا" descr="د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َ" descr="د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ا" descr="ذ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ذًا" descr="ذ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ذَ" descr="ذ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َا" descr="ر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َ" descr="ر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ًا" descr="ر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َ + نۡ" descr="ر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sketball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Basketball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Shoot the right bal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Shoot the right ball.</a:t>
            </a:r>
          </a:p>
        </p:txBody>
      </p:sp>
      <p:sp>
        <p:nvSpPr>
          <p:cNvPr id="7" name="Line 3" descr="3.  Swi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Swish!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قَالَ" descr="قَال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شَرِبَ" descr="شَرِب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رَجُلًا" descr="رَجُل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رَجُلًا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رَا" descr="ر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رَ" descr="ر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رًا" descr="ر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رًا" descr="ر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زَا" descr="ز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زًا" descr="ز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زَ" descr="ز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زًا" descr="ز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سًا" descr="س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سَا" descr="سَ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سَ" descr="سَ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سَ + نۡ" descr="س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مَكۡتَبَةٌ" descr="مَكۡتَبَة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مَكۡتَبَةً" descr="مَكۡتَبَةً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مَكۡتَبَةَ" descr="مَكۡتَبَة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مَكۡتَبَةً" descr="مَكۡتَبَة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قَالَ" descr="قَال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شَرِبَ" descr="شَرِب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رَجُلًا" descr="رَجُل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رَجُلًا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رَا" descr="ر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رَ" descr="ر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رًا" descr="ر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رًا" descr="ر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زَا" descr="ز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زًا" descr="ز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زَ" descr="ز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زًا" descr="ز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سًا" descr="س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َا" descr="سَ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سَ" descr="سَ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سَ + نۡ" descr="س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مَكۡتَبَةٌ" descr="مَكۡتَبَة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َكۡتَبَةً" descr="مَكۡتَبَةً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مَكۡتَبَةَ" descr="مَكۡتَبَة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مَكۡتَبَةً" descr="مَكۡتَبَة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Grow a Flow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Grow a Flower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ter the flower until it bloom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Water the flower until it blooms!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792" y="2095500"/>
            <a:ext cx="1005417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َ" descr="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0" name="Answer 2 سَا" descr="س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1" name="Answer 3 سًا" descr="س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ًا" descr="س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ا" descr="ش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0" name="Answer 2 شَ" descr="ش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ًا" descr="ش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َا" descr="ص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0" name="Answer 2 صَ" descr="ص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Answer 3 صًا" descr="ص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صَ + نۡ" descr="ص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َجۡمَ" descr="نَجۡ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نَجۡمَ</a:t>
            </a:r>
          </a:p>
        </p:txBody>
      </p:sp>
      <p:sp>
        <p:nvSpPr>
          <p:cNvPr id="10" name="Answer 2 نَجۡمًا" descr="نَجۡم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sp>
        <p:nvSpPr>
          <p:cNvPr id="11" name="Answer 3 نَجۡمٌ" descr="نَجۡ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َجۡمًا" descr="نَجۡ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2 شَجَرًا" descr="شَجَر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1" name="Answer 3 ذَهَبَ" descr="ذَه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َ" descr="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0" name="Answer 2 سَا" descr="س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1" name="Answer 3 سًا" descr="س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ًا" descr="س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ا" descr="ش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0" name="Answer 2 شَ" descr="ش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ًا" descr="ش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َا" descr="ص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0" name="Answer 2 صَ" descr="ص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Answer 3 صًا" descr="ص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صَ + نۡ" descr="ص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َجۡمَ" descr="نَجۡ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نَجۡمَ</a:t>
            </a:r>
          </a:p>
        </p:txBody>
      </p:sp>
      <p:sp>
        <p:nvSpPr>
          <p:cNvPr id="10" name="Answer 2 نَجۡمًا" descr="نَجۡم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sp>
        <p:nvSpPr>
          <p:cNvPr id="11" name="Answer 3 نَجۡمٌ" descr="نَجۡ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َجۡمًا" descr="نَجۡ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2 شَجَرًا" descr="شَجَر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1" name="Answer 3 ذَهَبَ" descr="ذَه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izza Part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Pizza Party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topping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topping!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ًا" descr="ض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0" name="Answer 2 ضَ" descr="ض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1" name="Answer 3 ضَا" descr="ض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َ" descr="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Answer 2 طًا" descr="ط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1" name="Answer 3 طَا" descr="ط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طَ + نۡ" descr="ط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َبَلَ" descr="جَبَ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جَبَلَ</a:t>
            </a:r>
          </a:p>
        </p:txBody>
      </p:sp>
      <p:sp>
        <p:nvSpPr>
          <p:cNvPr id="10" name="Answer 2 جَبَلًا" descr="جَبَل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1" name="Answer 3 جَبَلٍ" descr="جَبَل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َبَلًا" descr="جَبَل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دۡرَسَةً" descr="مَدۡرَسَة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sp>
        <p:nvSpPr>
          <p:cNvPr id="10" name="Answer 2 يَلۡعَبُ" descr="يَلۡ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3 جَلَسَ" descr="جَلَ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َا" descr="غ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0" name="Answer 2 غَ" descr="غ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Answer 3 غًا" descr="غ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ًا" descr="ض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0" name="Answer 2 ضَ" descr="ض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1" name="Answer 3 ضَا" descr="ض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َ" descr="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Answer 2 طًا" descr="ط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1" name="Answer 3 طَا" descr="ط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طَ + نۡ" descr="ط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َبَلَ" descr="جَبَ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جَبَلَ</a:t>
            </a:r>
          </a:p>
        </p:txBody>
      </p:sp>
      <p:sp>
        <p:nvSpPr>
          <p:cNvPr id="10" name="Answer 2 جَبَلًا" descr="جَبَل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1" name="Answer 3 جَبَلٍ" descr="جَبَل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َبَلًا" descr="جَبَل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دۡرَسَةً" descr="مَدۡرَسَة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sp>
        <p:nvSpPr>
          <p:cNvPr id="10" name="Answer 2 يَلۡعَبُ" descr="يَلۡ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3 جَلَسَ" descr="جَلَ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َا" descr="غ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10" name="Answer 2 غَ" descr="غ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Answer 3 غًا" descr="غ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urtle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Turtle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turtle walk hom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Help the turtle walk home!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49500"/>
            <a:ext cx="2095500" cy="1397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َ" descr="ع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1" name="Answer 2 عَا" descr="عَ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2" name="Answer 3 عًا" descr="ع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عَ + نۡ" descr="ع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بَحۡرَ" descr="بَحۡر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بَحۡرَ</a:t>
            </a:r>
          </a:p>
        </p:txBody>
      </p:sp>
      <p:sp>
        <p:nvSpPr>
          <p:cNvPr id="11" name="Answer 2 بَحۡرًا" descr="بَحۡر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12" name="Answer 3 بَحۡرٌ" descr="بَحۡرٌ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حۡرًا" descr="بَحۡ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يَكۡتُبُ" descr="يَكۡتُب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1" name="Answer 2 بَيۡتًا" descr="بَيۡت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2" name="Answer 3 سَمِعَ" descr="سَمِع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قَ" descr="ق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Answer 2 قًا" descr="ق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2" name="Answer 3 قَا" descr="قَ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ًا" descr="ق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َا" descr="ك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1" name="Answer 2 كَ" descr="ك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Answer 3 كًا" descr="ك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ًا" descr="ك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َ" descr="ع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1" name="Answer 2 عَا" descr="عَ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12" name="Answer 3 عًا" descr="ع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عَ + نۡ" descr="ع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بَحۡرَ" descr="بَحۡر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بَحۡرَ</a:t>
            </a:r>
          </a:p>
        </p:txBody>
      </p:sp>
      <p:sp>
        <p:nvSpPr>
          <p:cNvPr id="11" name="Answer 2 بَحۡرًا" descr="بَحۡر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12" name="Answer 3 بَحۡرٌ" descr="بَحۡرٌ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َحۡرًا" descr="بَحۡ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يَكۡتُبُ" descr="يَكۡتُب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1" name="Answer 2 بَيۡتًا" descr="بَيۡت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2" name="Answer 3 سَمِعَ" descr="سَمِع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قَ" descr="ق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Answer 2 قًا" descr="ق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2" name="Answer 3 قَا" descr="قَ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ًا" descr="ق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َا" descr="ك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1" name="Answer 2 كَ" descr="ك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Answer 3 كًا" descr="ك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ًا" descr="ك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عَامَ" descr="طَعَام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ٌ" descr="طَعَام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عَامًا" descr="طَعَام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َعَامًا" descr="طَعَا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وَرۡدَةً" descr="وَرۡدَةً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لۡعَبُ" descr="يَلۡعَب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لَسَ" descr="جَلَس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َا" descr="ل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َ" descr="ل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ًا" descr="ل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لًا" descr="ل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َا" descr="م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َ" descr="م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ًا" descr="م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َ" descr="ه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ًا" descr="ه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َا" descr="هَ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هَ + نۡ" descr="ه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عَامَ" descr="طَعَام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ٌ" descr="طَعَام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عَامًا" descr="طَعَام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َعَامًا" descr="طَعَا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وَرۡدَةً" descr="وَرۡدَةً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لۡعَبُ" descr="يَلۡعَب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لَسَ" descr="جَلَس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َا" descr="ل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َ" descr="ل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ًا" descr="ل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لًا" descr="ل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َا" descr="م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َ" descr="م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ًا" descr="م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َ" descr="ه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ًا" descr="ه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َا" descr="هَ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هَ + نۡ" descr="ه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كَلۡبًا" descr="كَلۡب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7" name="Answer 2 الۡقَمَرُ" descr="الۡقَمَر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8" name="Answer 3 كَتَبَ" descr="كَتَب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ًا" descr="ه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7" name="Answer 2 هَ" descr="ه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Answer 3 هَا" descr="هَ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هًا" descr="ه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ًا" descr="و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7" name="Answer 2 وَا" descr="وَ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8" name="Answer 3 وَ" descr="و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بَا" descr="ب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7" name="Answer 2 بَ" descr="ب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Answer 3 بًا" descr="ب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بَ + نۡ" descr="ب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مَاءً" descr="مَاءً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7" name="Answer 2 مَاءَ" descr="مَاء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sp>
        <p:nvSpPr>
          <p:cNvPr id="8" name="Answer 3 مَاءٌ" descr="مَاء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كَلۡبًا" descr="كَلۡب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7" name="Answer 2 الۡقَمَرُ" descr="الۡقَمَرُ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8" name="Answer 3 كَتَبَ" descr="كَتَب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ًا" descr="ه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7" name="Answer 2 هَ" descr="ه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Answer 3 هَا" descr="هَ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ًا" descr="ه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ًا" descr="و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7" name="Answer 2 وَا" descr="وَ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sp>
        <p:nvSpPr>
          <p:cNvPr id="8" name="Answer 3 وَ" descr="و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بَا" descr="ب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7" name="Answer 2 بَ" descr="ب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Answer 3 بًا" descr="ب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بَ + نۡ" descr="ب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مَاءً" descr="مَاءً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7" name="Answer 2 مَاءَ" descr="مَاء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sp>
        <p:nvSpPr>
          <p:cNvPr id="8" name="Answer 3 مَاءٌ" descr="مَاء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َ" descr="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َا" descr="ب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ًا" descr="ب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تَ" descr="ت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تَا" descr="ت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تًا" descr="ت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َا" descr="ث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َ" descr="ث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ًا" descr="ث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َ + نۡ" descr="ث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دۡرَسَةَ" descr="مَدۡرَسَة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دۡرَسَةً" descr="مَدۡرَسَةً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دۡرَسَةٍ" descr="مَدۡرَسَةٍ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دۡرَسَةً" descr="مَدۡرَسَة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يَكۡتُبُ" descr="يَكۡتُبُ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وَلَدًا" descr="وَلَد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َ" descr="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َا" descr="ب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ًا" descr="ب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تَ" descr="ت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تَا" descr="ت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تًا" descr="ت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َا" descr="ث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َ" descr="ث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ًا" descr="ث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َ + نۡ" descr="ث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دۡرَسَةَ" descr="مَدۡرَسَة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دۡرَسَةً" descr="مَدۡرَسَةً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دۡرَسَةٍ" descr="مَدۡرَسَةٍ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دۡرَسَةً" descr="مَدۡرَسَة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يَكۡتُبُ" descr="يَكۡتُبُ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وَلَدًا" descr="وَلَد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َ" descr="ن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ًا" descr="ن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َا" descr="ن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نًا" descr="ن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يَا" descr="ي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يَ" descr="ي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يًا" descr="ي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يَ + نۡ" descr="ي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نَجۡمًا" descr="نَجۡم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نَجۡمٌ" descr="نَجۡم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نَجۡمَ" descr="نَجۡمَ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نَجۡمًا" descr="نَجۡ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قَالَ" descr="قَال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مَاءً" descr="مَاءً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شَرِبَ" descr="شَرِب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خًا" descr="خ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خَا" descr="خَ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خَ" descr="خَ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َ" descr="ن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ًا" descr="ن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َا" descr="ن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نًا" descr="ن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يَا" descr="ي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َ" descr="ي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يًا" descr="ي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يَ + نۡ" descr="ي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َجۡمًا" descr="نَجۡم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َجۡمٌ" descr="نَجۡم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َجۡمَ" descr="نَجۡمَ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نَجۡمًا" descr="نَجۡ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قَالَ" descr="قَال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َاءً" descr="مَاءً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شَرِبَ" descr="شَرِب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خًا" descr="خ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خَا" descr="خَ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خَ" descr="خَ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َا" descr="ح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0" name="Answer 2 حًا" descr="ح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3 حَ" descr="ح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حَ + نۡ" descr="ح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َلۡبَ" descr="قَلۡ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قَلۡبَ</a:t>
            </a:r>
          </a:p>
        </p:txBody>
      </p:sp>
      <p:sp>
        <p:nvSpPr>
          <p:cNvPr id="10" name="Answer 2 قَلۡبًا" descr="قَلۡب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1" name="Answer 3 قَلۡبٍ" descr="قَلۡب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َلۡبًا" descr="قَلۡ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كۡتُبُ" descr="يَكۡتُ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0" name="Answer 2 نُورًا" descr="نُور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1" name="Answer 3 يَلۡعَبُ" descr="يَلۡعَب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َا" descr="ذ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0" name="Answer 2 ذًا" descr="ذ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1" name="Answer 3 ذَ" descr="ذ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ًا" descr="ر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0" name="Answer 2 رَ" descr="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Answer 3 رَا" descr="ر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رًا" descr="ر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َا" descr="ح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0" name="Answer 2 حًا" descr="ح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3 حَ" descr="ح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حَ + نۡ" descr="ح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َلۡبَ" descr="قَلۡ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قَلۡبَ</a:t>
            </a:r>
          </a:p>
        </p:txBody>
      </p:sp>
      <p:sp>
        <p:nvSpPr>
          <p:cNvPr id="10" name="Answer 2 قَلۡبًا" descr="قَلۡب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1" name="Answer 3 قَلۡبٍ" descr="قَلۡب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َلۡبًا" descr="قَلۡ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كۡتُبُ" descr="يَكۡتُ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0" name="Answer 2 نُورًا" descr="نُور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1" name="Answer 3 يَلۡعَبُ" descr="يَلۡعَب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َا" descr="ذ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0" name="Answer 2 ذًا" descr="ذ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1" name="Answer 3 ذَ" descr="ذ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ًا" descr="ر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0" name="Answer 2 رَ" descr="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Answer 3 رَا" descr="ر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ًا" descr="ر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حِصَانَ" descr="حِصَا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حِصَانَ</a:t>
            </a:r>
          </a:p>
        </p:txBody>
      </p:sp>
      <p:sp>
        <p:nvSpPr>
          <p:cNvPr id="10" name="Answer 2 حِصَانًا" descr="حِصَان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1" name="Answer 3 حِصَانٍ" descr="حِصَان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ِصَانًا" descr="حِصَان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الۡقَمَرُ" descr="الۡقَمَ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0" name="Answer 2 جَبَلًا" descr="جَبَل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1" name="Answer 3 جَلَسَ" descr="جَلَس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َ" descr="ز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Answer 2 زَا" descr="ز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1" name="Answer 3 زًا" descr="ز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زًا" descr="ز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ا" descr="س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0" name="Answer 2 سَ" descr="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Answer 3 سًا" descr="س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ًا" descr="س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َ" descr="ش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Answer 2 شَا" descr="ش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1" name="Answer 3 شًا" descr="ش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شَ + نۡ" descr="ش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حِصَانَ" descr="حِصَا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حِصَانَ</a:t>
            </a:r>
          </a:p>
        </p:txBody>
      </p:sp>
      <p:sp>
        <p:nvSpPr>
          <p:cNvPr id="10" name="Answer 2 حِصَانًا" descr="حِصَان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1" name="Answer 3 حِصَانٍ" descr="حِصَان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ِصَانًا" descr="حِصَان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الۡقَمَرُ" descr="الۡقَمَ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0" name="Answer 2 جَبَلًا" descr="جَبَل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1" name="Answer 3 جَلَسَ" descr="جَلَس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َ" descr="ز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Answer 2 زَا" descr="ز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زَا</a:t>
            </a:r>
          </a:p>
        </p:txBody>
      </p:sp>
      <p:sp>
        <p:nvSpPr>
          <p:cNvPr id="11" name="Answer 3 زًا" descr="ز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زًا" descr="ز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ا" descr="س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sp>
        <p:nvSpPr>
          <p:cNvPr id="10" name="Answer 2 سَ" descr="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Answer 3 سًا" descr="س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ًا" descr="س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َ" descr="ش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Answer 2 شَا" descr="ش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1" name="Answer 3 شًا" descr="ش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شَ + نۡ" descr="ش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ذَهَبَ" descr="ذَهَب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2 جَلَسَ" descr="جَلَس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Answer 3 نَهۡرًا" descr="نَهۡر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شَا" descr="ش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1" name="Answer 2 شًا" descr="ش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Answer 3 شَ" descr="ش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َ" descr="ص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Answer 2 صًا" descr="ص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2" name="Answer 3 صَا" descr="صَ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صًا" descr="ص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َ" descr="ض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1" name="Answer 2 ضًا" descr="ض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2" name="Answer 3 ضَا" descr="ضَ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ضَ + نۡ" descr="ض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سَمَاءً" descr="سَمَاءً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1" name="Answer 2 سَمَاءٌ" descr="سَمَاء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2" name="Answer 3 سَمَاءَ" descr="سَمَاء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ذَهَبَ" descr="ذَهَب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2 جَلَسَ" descr="جَلَس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2" name="Answer 3 نَهۡرًا" descr="نَهۡر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شَا" descr="ش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sp>
        <p:nvSpPr>
          <p:cNvPr id="11" name="Answer 2 شًا" descr="ش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Answer 3 شَ" descr="ش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َ" descr="ص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Answer 2 صًا" descr="ص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2" name="Answer 3 صَا" descr="صَ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ًا" descr="ص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َ" descr="ض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1" name="Answer 2 ضًا" descr="ض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2" name="Answer 3 ضَا" descr="ضَ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ضَ + نۡ" descr="ض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سَمَاءً" descr="سَمَاءً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1" name="Answer 2 سَمَاءٌ" descr="سَمَاء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2" name="Answer 3 سَمَاءَ" descr="سَمَاء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َا" descr="ض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َ" descr="ض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ًا" descr="ض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" descr="ط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ًا" descr="ط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ا" descr="طَ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َ" descr="ظ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َا" descr="ظ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ًا" descr="ظ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ظَ + نۡ" descr="ظ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ظَ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لَدَ" descr="بَلَد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لَدًا" descr="بَلَد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لَدٍ" descr="بَلَد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َلَدًا" descr="بَلَد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قَمَرُ" descr="الۡقَمَر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لَدًا" descr="بَلَد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َا" descr="ض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َ" descr="ض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ًا" descr="ض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" descr="ط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ًا" descr="ط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ا" descr="طَ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َ" descr="ظ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َا" descr="ظ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ًا" descr="ظ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ظَ + نۡ" descr="ظ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ظَ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لَدَ" descr="بَلَد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لَدًا" descr="بَلَد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لَدٍ" descr="بَلَد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لَدًا" descr="بَلَد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قَمَرُ" descr="الۡقَمَر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لَدًا" descr="بَلَد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َا" descr="ع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7" name="Answer 2 عَ" descr="ع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Answer 3 عًا" descr="ع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غَ" descr="غ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7" name="Answer 2 غَا" descr="غَا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Answer 3 غًا" descr="غ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غَ + نۡ" descr="غ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سَحَابَ" descr="سَحَاب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سَحَابَ</a:t>
            </a:r>
          </a:p>
        </p:txBody>
      </p:sp>
      <p:sp>
        <p:nvSpPr>
          <p:cNvPr id="7" name="Answer 2 سَحَابٌ" descr="سَحَاب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8" name="Answer 3 سَحَابًا" descr="سَحَاب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سَحَابًا" descr="سَحَا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7" name="Answer 2 مَكۡتَبَةً" descr="مَكۡتَبَة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8" name="Answer 3 قَالَ" descr="قَال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َا" descr="ك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7" name="Answer 2 كًا" descr="ك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8" name="Answer 3 كَ" descr="ك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ًا" descr="ك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َا" descr="ع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sp>
        <p:nvSpPr>
          <p:cNvPr id="7" name="Answer 2 عَ" descr="ع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Answer 3 عًا" descr="ع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غَ" descr="غ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7" name="Answer 2 غَا" descr="غَا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sp>
        <p:nvSpPr>
          <p:cNvPr id="8" name="Answer 3 غًا" descr="غ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غَ + نۡ" descr="غ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سَحَابَ" descr="سَحَاب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سَحَابَ</a:t>
            </a:r>
          </a:p>
        </p:txBody>
      </p:sp>
      <p:sp>
        <p:nvSpPr>
          <p:cNvPr id="7" name="Answer 2 سَحَابٌ" descr="سَحَاب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8" name="Answer 3 سَحَابًا" descr="سَحَاب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َحَابًا" descr="سَحَا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7" name="Answer 2 مَكۡتَبَةً" descr="مَكۡتَبَة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8" name="Answer 3 قَالَ" descr="قَال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َا" descr="ك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7" name="Answer 2 كًا" descr="ك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8" name="Answer 3 كَ" descr="ك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ًا" descr="ك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lock Tower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8A6CF0"/>
                </a:solidFill>
                <a:latin typeface="Arial"/>
                <a:cs typeface="Arial"/>
              </a:rPr>
              <a:t>How to play: Block Tower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tower of 5 block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tower of 5 blocks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750" y="2095500"/>
            <a:ext cx="15875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ً" descr="مَدۡرَس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اءً" descr="سَمَاء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ًا" descr="جَمَل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طَرًا" descr="مَط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اءً" descr="سَمَاء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ًا" descr="جَمَل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طَرًا" descr="مَط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عِنَبًا" descr="عِنَ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ًا" descr="جَمَل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طَرًا" descr="مَط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عِنَبًا" descr="عِنَ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حَابًا" descr="سَحَا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طَرًا" descr="مَط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عِنَبًا" descr="عِنَ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حَابًا" descr="سَحَا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ًا" descr="بَحۡ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عِنَبًا" descr="عِنَ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حَابًا" descr="سَحَا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ًا" descr="بَحۡ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كِتَابًا" descr="كِتَا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كِتَابًا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َ" descr="ق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ا" descr="ق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قَ + نۡ" descr="ق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 + نۡ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نُورٌ" descr="نُور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ُورَ" descr="نُور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نُورَ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نُورًا" descr="نُور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نُورًا" descr="نُو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طَرًا" descr="مَطَر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فَتَحَ" descr="فَتَح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ًا" descr="م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" descr="م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" descr="م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َ" descr="ه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ًا" descr="ه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َا" descr="هَا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ًا" descr="ه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َ" descr="ق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ا" descr="ق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قَ + نۡ" descr="ق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نُورٌ" descr="نُور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ُورَ" descr="نُور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نُورَ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نُورًا" descr="نُور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نُورًا" descr="نُو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طَرًا" descr="مَطَر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فَتَحَ" descr="فَتَح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ًا" descr="م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" descr="م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" descr="م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َ" descr="ه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ًا" descr="ه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َا" descr="هَا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ًا" descr="ه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سَمَاءً" descr="سَمَاءً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َمَاءَ" descr="سَمَاءَ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سَمَاءٍ" descr="سَمَاء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سَمَاءٍ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يَكۡتُبُ" descr="يَكۡتُب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كَتَبَ" descr="كَتَب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حِصَانًا" descr="حِصَان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وَا" descr="و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وَ" descr="و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وًا" descr="و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بَ" descr="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بًا" descr="ب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بَا" descr="ب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تَا" descr="ت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تَ" descr="ت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تًا" descr="ت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سَمَاءً" descr="سَمَاءً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َمَاءَ" descr="سَمَاءَ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سَمَاءٍ" descr="سَمَاء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يَكۡتُبُ" descr="يَكۡتُب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كَتَبَ" descr="كَتَب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حِصَانًا" descr="حِصَان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وَا" descr="و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وَا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َ" descr="و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وًا" descr="و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بَ" descr="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بًا" descr="ب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بَا" descr="ب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تَا" descr="ت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تَ" descr="تَ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تًا" descr="ت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لَدًا" descr="بَلَد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sp>
        <p:nvSpPr>
          <p:cNvPr id="10" name="Answer 2 شَرِبَ" descr="شَرِ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1" name="Answer 3 قَالَ" descr="قَال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تًا" descr="ت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0" name="Answer 2 تَ" descr="ت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1" name="Answer 3 تَا" descr="ت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َا" descr="ث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0" name="Answer 2 ثَ" descr="ث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1" name="Answer 3 ثًا" descr="ث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ًا" descr="ث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َ" descr="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0" name="Answer 2 نًا" descr="ن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Answer 3 نَا" descr="ن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ُورٌ" descr="نُو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0" name="Answer 2 نُورَ" descr="نُور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نُورَ</a:t>
            </a:r>
          </a:p>
        </p:txBody>
      </p:sp>
      <p:sp>
        <p:nvSpPr>
          <p:cNvPr id="11" name="Answer 3 نُورًا" descr="نُور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ُورًا" descr="نُو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لَدًا" descr="بَلَد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sp>
        <p:nvSpPr>
          <p:cNvPr id="10" name="Answer 2 شَرِبَ" descr="شَرِ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1" name="Answer 3 قَالَ" descr="قَال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تًا" descr="ت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0" name="Answer 2 تَ" descr="ت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1" name="Answer 3 تَا" descr="ت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َا" descr="ث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0" name="Answer 2 ثَ" descr="ث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1" name="Answer 3 ثًا" descr="ث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ًا" descr="ث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َ" descr="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0" name="Answer 2 نًا" descr="ن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Answer 3 نَا" descr="ن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ُورٌ" descr="نُو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0" name="Answer 2 نُورَ" descr="نُور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نُورَ</a:t>
            </a:r>
          </a:p>
        </p:txBody>
      </p:sp>
      <p:sp>
        <p:nvSpPr>
          <p:cNvPr id="11" name="Answer 3 نُورًا" descr="نُور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ُورًا" descr="نُو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َا" descr="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0" name="Answer 2 نًا" descr="ن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Answer 3 نَ" descr="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ًا" descr="ن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يًا" descr="ي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0" name="Answer 2 يَا" descr="ي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1" name="Answer 3 يَ" descr="ي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َ" descr="ج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Answer 2 جًا" descr="ج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11" name="Answer 3 جَا" descr="ج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جَ + نۡ" descr="ج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َعَامًا" descr="طَعَام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0" name="Answer 2 طَعَامٌ" descr="طَعَا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11" name="Answer 3 طَعَامَ" descr="طَعَا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َعَامًا" descr="طَعَا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فَتَحَ" descr="فَتَ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0" name="Answer 2 شَرِبَ" descr="شَرِ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1" name="Answer 3 عِنَبًا" descr="عِنَب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َا" descr="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0" name="Answer 2 نًا" descr="ن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Answer 3 نَ" descr="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ًا" descr="ن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يًا" descr="ي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0" name="Answer 2 يَا" descr="ي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1" name="Answer 3 يَ" descr="ي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َ" descr="ج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Answer 2 جًا" descr="ج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11" name="Answer 3 جَا" descr="ج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جَ + نۡ" descr="ج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َعَامًا" descr="طَعَام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0" name="Answer 2 طَعَامٌ" descr="طَعَا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11" name="Answer 3 طَعَامَ" descr="طَعَا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َعَامًا" descr="طَعَا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فَتَحَ" descr="فَتَ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0" name="Answer 2 شَرِبَ" descr="شَرِ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1" name="Answer 3 عِنَبًا" descr="عِنَب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ًا" descr="ح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2 حَا" descr="حَ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Answer 3 حَ" descr="ح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َا" descr="خ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1" name="Answer 2 خًا" descr="خ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2" name="Answer 3 خَ" descr="خ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خَ + نۡ" descr="خ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خَ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قَلۡبٍ" descr="قَلۡب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11" name="Answer 2 قَلۡبًا" descr="قَلۡب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2" name="Answer 3 قَلۡبَ" descr="قَلۡب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َلۡبًا" descr="قَلۡ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يَكۡتُبُ" descr="يَكۡتُب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1" name="Answer 2 سَمَاءً" descr="سَمَاءً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2" name="Answer 3 يَلۡعَبُ" descr="يَلۡعَب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َ" descr="ر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Answer 2 رَا" descr="رَ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2" name="Answer 3 رًا" descr="ر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ًا" descr="ر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ًا" descr="ح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2 حَا" descr="حَ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2" name="Answer 3 حَ" descr="ح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َا" descr="خ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1" name="Answer 2 خًا" descr="خ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2" name="Answer 3 خَ" descr="خ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خَ + نۡ" descr="خ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خَ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قَلۡبٍ" descr="قَلۡب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11" name="Answer 2 قَلۡبًا" descr="قَلۡب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2" name="Answer 3 قَلۡبَ" descr="قَلۡب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َلۡبًا" descr="قَلۡ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يَكۡتُبُ" descr="يَكۡتُب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1" name="Answer 2 سَمَاءً" descr="سَمَاءً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2" name="Answer 3 يَلۡعَبُ" descr="يَلۡعَب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َ" descr="ر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Answer 2 رَا" descr="رَ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رَا</a:t>
            </a:r>
          </a:p>
        </p:txBody>
      </p:sp>
      <p:sp>
        <p:nvSpPr>
          <p:cNvPr id="12" name="Answer 3 رًا" descr="ر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رًا" descr="ر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َ" descr="ذ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ًا" descr="ذ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َا" descr="ذَ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ذَ + نۡ" descr="ذ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لۡبًا" descr="كَلۡب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لۡبٍ" descr="كَلۡب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لۡبَ" descr="كَلۡب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كَلۡبًا" descr="كَلۡ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َمَاءً" descr="سَمَاءً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َهَبَ" descr="ذَهَ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َا" descr="س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ًا" descr="س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َ" descr="س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ًا" descr="س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" descr="ش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ا" descr="ش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ًا" descr="ش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َ" descr="ذ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ًا" descr="ذ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َا" descr="ذَ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ذَ + نۡ" descr="ذ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لۡبًا" descr="كَلۡب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لۡبٍ" descr="كَلۡب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لۡبَ" descr="كَلۡب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َلۡبًا" descr="كَلۡ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َمَاءً" descr="سَمَاءً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َهَبَ" descr="ذَهَ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َا" descr="س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ًا" descr="س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َ" descr="س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ًا" descr="س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" descr="ش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ا" descr="ش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ًا" descr="ش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وَرۡدَةٍ" descr="وَرۡدَة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7" name="Answer 2 وَرۡدَةً" descr="وَرۡدَة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sp>
        <p:nvSpPr>
          <p:cNvPr id="8" name="Answer 3 وَرۡدَةَ" descr="وَرۡدَة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َرۡدَةً" descr="وَرۡدَة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نَهۡرًا" descr="نَهۡر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7" name="Answer 2 قَالَ" descr="قَال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Answer 3 جَلَسَ" descr="جَلَس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َ" descr="ص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7" name="Answer 2 صَا" descr="صَا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8" name="Answer 3 صًا" descr="ص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صًا" descr="ص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َا" descr="ض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7" name="Answer 2 ضَ" descr="ض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8" name="Answer 3 ضًا" descr="ض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َ" descr="ط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7" name="Answer 2 طًا" descr="ط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8" name="Answer 3 طَا" descr="طَ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طَ + نۡ" descr="ط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وَرۡدَةٍ" descr="وَرۡدَة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7" name="Answer 2 وَرۡدَةً" descr="وَرۡدَة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sp>
        <p:nvSpPr>
          <p:cNvPr id="8" name="Answer 3 وَرۡدَةَ" descr="وَرۡدَة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َرۡدَةً" descr="وَرۡدَة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نَهۡرًا" descr="نَهۡر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7" name="Answer 2 قَالَ" descr="قَال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8" name="Answer 3 جَلَسَ" descr="جَلَس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َ" descr="ص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7" name="Answer 2 صَا" descr="صَا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صَا</a:t>
            </a:r>
          </a:p>
        </p:txBody>
      </p:sp>
      <p:sp>
        <p:nvSpPr>
          <p:cNvPr id="8" name="Answer 3 صًا" descr="ص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صًا" descr="ص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َا" descr="ض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7" name="Answer 2 ضَ" descr="ض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8" name="Answer 3 ضًا" descr="ض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َ" descr="ط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7" name="Answer 2 طًا" descr="ط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8" name="Answer 3 طَا" descr="طَ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طَ + نۡ" descr="ط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َعَامًا" descr="طَعَام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امَ" descr="نَام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شَرِبَ" descr="شَرِب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َ" descr="ط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ا" descr="ط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ًا" descr="ط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ًا" descr="ظ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َ" descr="ظ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َا" descr="ظ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ًا" descr="ظ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ًا" descr="ع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َا" descr="عَ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َ" descr="ع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عَ + نۡ" descr="ع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َ" descr="عِن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ٌ" descr="عِنَبٌ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ًا" descr="عِنَب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ًا" descr="عِنَ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َعَامًا" descr="طَعَام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امَ" descr="نَام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شَرِبَ" descr="شَرِب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َ" descr="ط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ا" descr="ط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ًا" descr="ط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ًا" descr="ظ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َ" descr="ظ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َا" descr="ظ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ظَا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ًا" descr="ظ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ًا" descr="ع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َا" descr="عَ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َ" descr="ع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عَ + نۡ" descr="ع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َ" descr="عِنَب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ٌ" descr="عِنَبٌ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ًا" descr="عِنَب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ًا" descr="عِنَ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َ" descr="ع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َا" descr="عَا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ًا" descr="ع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غَ" descr="غ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غَا" descr="غَا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غًا" descr="غ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فَ" descr="ف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فًا" descr="ف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فَا" descr="ف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فَ + نۡ" descr="ف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وَلَدٌ" descr="وَلَد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وَلَدًا" descr="وَلَد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وَلَدَ" descr="وَلَد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وَلَدًا" descr="وَلَد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ذَهَبَ" descr="ذَهَ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وَرۡدَةً" descr="وَرۡدَةً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كَتَبَ" descr="كَتَب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َ" descr="ع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َا" descr="عَا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عَا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ًا" descr="ع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غَ" descr="غ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غَا" descr="غَا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غَا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غًا" descr="غًا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فَ" descr="ف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فًا" descr="ف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فَا" descr="فَ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فَا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فَ + نۡ" descr="ف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وَلَدٌ" descr="وَلَد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َلَدًا" descr="وَلَد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وَلَدَ" descr="وَلَد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وَلَدًا" descr="وَلَد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ذَهَبَ" descr="ذَهَ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َرۡدَةً" descr="وَرۡدَةً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كَتَبَ" descr="كَتَب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0" name="Answer 2 قَا" descr="ق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1" name="Answer 3 قَ" descr="ق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ًا" descr="ق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َا" descr="ك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0" name="Answer 2 كًا" descr="ك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1" name="Answer 3 كَ" descr="ك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كَ + نۡ" descr="ك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ِصَانًا" descr="حِصَان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0" name="Answer 2 حِصَانَ" descr="حِصَا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حِصَانَ</a:t>
            </a:r>
          </a:p>
        </p:txBody>
      </p:sp>
      <p:sp>
        <p:nvSpPr>
          <p:cNvPr id="11" name="Answer 3 حِصَانٌ" descr="حِصَا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ِصَانًا" descr="حِصَان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وَلَدًا" descr="وَلَد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1" name="Answer 3 شَرِبَ" descr="شَرِ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َ" descr="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Answer 2 هًا" descr="ه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1" name="Answer 3 هَا" descr="ه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ًا" descr="ه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0" name="Answer 2 قَا" descr="ق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</a:t>
            </a:r>
          </a:p>
        </p:txBody>
      </p:sp>
      <p:sp>
        <p:nvSpPr>
          <p:cNvPr id="11" name="Answer 3 قَ" descr="ق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ًا" descr="ق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َا" descr="ك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كَا</a:t>
            </a:r>
          </a:p>
        </p:txBody>
      </p:sp>
      <p:sp>
        <p:nvSpPr>
          <p:cNvPr id="10" name="Answer 2 كًا" descr="ك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1" name="Answer 3 كَ" descr="ك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كَ + نۡ" descr="ك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ِصَانًا" descr="حِصَان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0" name="Answer 2 حِصَانَ" descr="حِصَا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حِصَانَ</a:t>
            </a:r>
          </a:p>
        </p:txBody>
      </p:sp>
      <p:sp>
        <p:nvSpPr>
          <p:cNvPr id="11" name="Answer 3 حِصَانٌ" descr="حِصَا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ِصَانًا" descr="حِصَان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وَلَدًا" descr="وَلَد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1" name="Answer 3 شَرِبَ" descr="شَرِ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َ" descr="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0" name="Answer 2 هًا" descr="ه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1" name="Answer 3 هَا" descr="ه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ًا" descr="ه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ا" descr="م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0" name="Answer 2 مَ" descr="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Answer 3 مًا" descr="م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مَ + نۡ" descr="م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عِنَبَ" descr="عِن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عِنَبَ</a:t>
            </a:r>
          </a:p>
        </p:txBody>
      </p:sp>
      <p:sp>
        <p:nvSpPr>
          <p:cNvPr id="10" name="Answer 2 عِنَبًا" descr="عِنَب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1" name="Answer 3 عِنَبٌ" descr="عِنَب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ِنَبًا" descr="عِنَ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فَتَحَ" descr="فَتَ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0" name="Answer 2 وَلَدًا" descr="وَلَد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1" name="Answer 3 ذَهَبَ" descr="ذَه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ًا" descr="ب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0" name="Answer 2 بَ" descr="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Answer 3 بَا" descr="ب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َ" descr="ت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Answer 2 تَا" descr="ت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1" name="Answer 3 تًا" descr="ت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ا" descr="م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0" name="Answer 2 مَ" descr="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Answer 3 مًا" descr="م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مَ + نۡ" descr="م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عِنَبَ" descr="عِن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عِنَبَ</a:t>
            </a:r>
          </a:p>
        </p:txBody>
      </p:sp>
      <p:sp>
        <p:nvSpPr>
          <p:cNvPr id="10" name="Answer 2 عِنَبًا" descr="عِنَب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1" name="Answer 3 عِنَبٌ" descr="عِنَب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ِنَبًا" descr="عِنَ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فَتَحَ" descr="فَتَ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0" name="Answer 2 وَلَدًا" descr="وَلَد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1" name="Answer 3 ذَهَبَ" descr="ذَه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ًا" descr="ب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0" name="Answer 2 بَ" descr="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Answer 3 بَا" descr="ب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َ" descr="ت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Answer 2 تَا" descr="ت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1" name="Answer 3 تًا" descr="ت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مَطَرَ" descr="مَطَر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مَطَرَ</a:t>
            </a:r>
          </a:p>
        </p:txBody>
      </p:sp>
      <p:sp>
        <p:nvSpPr>
          <p:cNvPr id="11" name="Answer 2 مَطَرٍ" descr="مَطَر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12" name="Answer 3 مَطَرًا" descr="مَطَر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طَرًا" descr="مَطَ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يَلۡعَبُ" descr="يَلۡعَب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2 فَتَحَ" descr="فَتَح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Answer 3 وَلَدًا" descr="وَلَد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َا" descr="ث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1" name="Answer 2 ثًا" descr="ث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Answer 3 ثَ" descr="ث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ًا" descr="ث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ًا" descr="ن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Answer 2 نَا" descr="نَ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Answer 3 نَ" descr="ن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ًا" descr="ن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َا" descr="ي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1" name="Answer 2 يًا" descr="ي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2" name="Answer 3 يَ" descr="ي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يَ + نۡ" descr="ي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مَطَرَ" descr="مَطَر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مَطَرَ</a:t>
            </a:r>
          </a:p>
        </p:txBody>
      </p:sp>
      <p:sp>
        <p:nvSpPr>
          <p:cNvPr id="11" name="Answer 2 مَطَرٍ" descr="مَطَر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12" name="Answer 3 مَطَرًا" descr="مَطَر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طَرًا" descr="مَطَ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مَطَرًا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يَلۡعَبُ" descr="يَلۡعَبُ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2 فَتَحَ" descr="فَتَح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2" name="Answer 3 وَلَدًا" descr="وَلَد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َا" descr="ث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1" name="Answer 2 ثًا" descr="ث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Answer 3 ثَ" descr="ث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ثًا" descr="ث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ًا" descr="ن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Answer 2 نَا" descr="نَ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Answer 3 نَ" descr="ن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ًا" descr="ن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َا" descr="يَ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sp>
        <p:nvSpPr>
          <p:cNvPr id="11" name="Answer 2 يًا" descr="ي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2" name="Answer 3 يَ" descr="يَ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يَ + نۡ" descr="ي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يۡتًا" descr="بَيۡت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َلۡعَبُ" descr="يَلۡعَبُ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" descr="ي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ا" descr="ي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ًا" descr="ي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ًا" descr="ج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ا" descr="ج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" descr="ج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ًا" descr="ج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ًا" descr="ح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َ" descr="ح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َا" descr="حَ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حَ + نۡ" descr="ح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حَ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عَامًا" descr="طَعَام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َ" descr="طَعَام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عَامٍ" descr="طَعَام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َعَامًا" descr="طَعَا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يۡتًا" descr="بَيۡت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َلۡعَبُ" descr="يَلۡعَبُ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َ" descr="ي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َا" descr="يَ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ًا" descr="ي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ًا" descr="ج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ا" descr="ج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" descr="ج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ًا" descr="ج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ًا" descr="ح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َ" descr="ح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َا" descr="حَ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حَ + نۡ" descr="ح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حَ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عَامًا" descr="طَعَام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َ" descr="طَعَامَ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عَامٍ" descr="طَعَام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َعَامًا" descr="طَعَام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َا" descr="ح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7" name="Answer 2 حَ" descr="ح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Answer 3 حًا" descr="ح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َا" descr="خ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7" name="Answer 2 خًا" descr="خ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8" name="Answer 3 خَ" descr="خ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َا" descr="د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7" name="Answer 2 دَ" descr="د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8" name="Answer 3 دًا" descr="د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دَ + نۡ" descr="د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دَ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مَاءٍ" descr="مَاء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7" name="Answer 2 مَاءً" descr="مَاء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8" name="Answer 3 مَاءَ" descr="مَاء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7" name="Answer 2 ذَهَبَ" descr="ذَهَب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8" name="Answer 3 سَمَاءً" descr="سَمَاءً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َا" descr="ح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sp>
        <p:nvSpPr>
          <p:cNvPr id="7" name="Answer 2 حَ" descr="ح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Answer 3 حًا" descr="ح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َا" descr="خ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7" name="Answer 2 خًا" descr="خ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8" name="Answer 3 خَ" descr="خ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َا" descr="دَ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دَا</a:t>
            </a:r>
          </a:p>
        </p:txBody>
      </p:sp>
      <p:sp>
        <p:nvSpPr>
          <p:cNvPr id="7" name="Answer 2 دَ" descr="د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8" name="Answer 3 دًا" descr="د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دَ + نۡ" descr="د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دَ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مَاءٍ" descr="مَاء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7" name="Answer 2 مَاءً" descr="مَاءً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8" name="Answer 3 مَاءَ" descr="مَاء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َاءً" descr="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مَاءً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7" name="Answer 2 ذَهَبَ" descr="ذَهَب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8" name="Answer 3 سَمَاءً" descr="سَمَاءً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كِتَابًا" descr="كِتَا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كِتَابًا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ً" descr="مَدۡرَس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ًا" descr="سَمَك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ًا" descr="حِصَان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ً" descr="مَدۡرَس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ًا" descr="سَمَك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ًا" descr="حِصَان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ًا" descr="بَحۡ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ًا" descr="سَمَك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ًا" descr="حِصَان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ًا" descr="بَحۡ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كَلۡبًا" descr="كَلۡ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ً" descr="شَجَر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ًا" descr="حِصَان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ًا" descr="بَحۡ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كَلۡبًا" descr="كَلۡ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ًا" descr="شَج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ًا" descr="حِصَان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ًا" descr="بَحۡ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كَلۡبًا" descr="كَلۡب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ًا" descr="شَج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ًا" descr="قَم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Fathatan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