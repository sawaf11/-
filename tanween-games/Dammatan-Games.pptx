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buzz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arkle.wav" ContentType="audio/wav"/>
  <Override PartName="/ppt/media/snd_swish.wav" ContentType="audio/wav"/>
  <Override PartName="/ppt/media/snd_tada.wav" ContentType="audio/wav"/>
  <Override PartName="/ppt/media/snd_thunk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.xml"/><Relationship Id="rId9" Type="http://schemas.openxmlformats.org/officeDocument/2006/relationships/slide" Target="slide4.xml"/><Relationship Id="rId10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0.xml"/><Relationship Id="rId9" Type="http://schemas.openxmlformats.org/officeDocument/2006/relationships/slide" Target="slide5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1.xml"/><Relationship Id="rId9" Type="http://schemas.openxmlformats.org/officeDocument/2006/relationships/slide" Target="slide6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2.xml"/><Relationship Id="rId9" Type="http://schemas.openxmlformats.org/officeDocument/2006/relationships/slide" Target="slide7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3.xml"/><Relationship Id="rId9" Type="http://schemas.openxmlformats.org/officeDocument/2006/relationships/slide" Target="slide8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1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.xml"/><Relationship Id="rId9" Type="http://schemas.openxmlformats.org/officeDocument/2006/relationships/slide" Target="slide4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0.xml"/><Relationship Id="rId9" Type="http://schemas.openxmlformats.org/officeDocument/2006/relationships/slide" Target="slide5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1.xml"/><Relationship Id="rId9" Type="http://schemas.openxmlformats.org/officeDocument/2006/relationships/slide" Target="slide6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2.xml"/><Relationship Id="rId9" Type="http://schemas.openxmlformats.org/officeDocument/2006/relationships/slide" Target="slide7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3.xml"/><Relationship Id="rId9" Type="http://schemas.openxmlformats.org/officeDocument/2006/relationships/slide" Target="slide8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1.xml"/><Relationship Id="rId7" Type="http://schemas.openxmlformats.org/officeDocument/2006/relationships/slide" Target="slide16.xml"/><Relationship Id="rId8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3.xml"/><Relationship Id="rId7" Type="http://schemas.openxmlformats.org/officeDocument/2006/relationships/slide" Target="slide18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4.xml"/><Relationship Id="rId7" Type="http://schemas.openxmlformats.org/officeDocument/2006/relationships/slide" Target="slide19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0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6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1.xml"/><Relationship Id="rId7" Type="http://schemas.openxmlformats.org/officeDocument/2006/relationships/slide" Target="slide16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3.xml"/><Relationship Id="rId7" Type="http://schemas.openxmlformats.org/officeDocument/2006/relationships/slide" Target="slide18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4.xml"/><Relationship Id="rId7" Type="http://schemas.openxmlformats.org/officeDocument/2006/relationships/slide" Target="slide19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0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3.xml"/><Relationship Id="rId5" Type="http://schemas.openxmlformats.org/officeDocument/2006/relationships/slide" Target="slide28.xml"/><Relationship Id="rId6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5.xml"/><Relationship Id="rId5" Type="http://schemas.openxmlformats.org/officeDocument/2006/relationships/slide" Target="slide30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7.xml"/><Relationship Id="rId5" Type="http://schemas.openxmlformats.org/officeDocument/2006/relationships/slide" Target="slide32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8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3.xml"/><Relationship Id="rId5" Type="http://schemas.openxmlformats.org/officeDocument/2006/relationships/slide" Target="slide28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5.xml"/><Relationship Id="rId5" Type="http://schemas.openxmlformats.org/officeDocument/2006/relationships/slide" Target="slide30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7.xml"/><Relationship Id="rId5" Type="http://schemas.openxmlformats.org/officeDocument/2006/relationships/slide" Target="slide32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40.xml"/><Relationship Id="rId7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2.xml"/><Relationship Id="rId6" Type="http://schemas.openxmlformats.org/officeDocument/2006/relationships/slide" Target="slide47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.xml"/><Relationship Id="rId6" Type="http://schemas.openxmlformats.org/officeDocument/2006/relationships/slide" Target="slide48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.xml"/><Relationship Id="rId6" Type="http://schemas.openxmlformats.org/officeDocument/2006/relationships/slide" Target="slide44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40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2.xml"/><Relationship Id="rId6" Type="http://schemas.openxmlformats.org/officeDocument/2006/relationships/slide" Target="slide47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.xml"/><Relationship Id="rId6" Type="http://schemas.openxmlformats.org/officeDocument/2006/relationships/slide" Target="slide48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.xml"/><Relationship Id="rId6" Type="http://schemas.openxmlformats.org/officeDocument/2006/relationships/slide" Target="slide44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52.xml"/><Relationship Id="rId5" Type="http://schemas.openxmlformats.org/officeDocument/2006/relationships/slide" Target="slide57.xml"/><Relationship Id="rId6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54.xml"/><Relationship Id="rId5" Type="http://schemas.openxmlformats.org/officeDocument/2006/relationships/slide" Target="slide59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55.xml"/><Relationship Id="rId5" Type="http://schemas.openxmlformats.org/officeDocument/2006/relationships/slide" Target="slide60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6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52.xml"/><Relationship Id="rId5" Type="http://schemas.openxmlformats.org/officeDocument/2006/relationships/slide" Target="slide57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54.xml"/><Relationship Id="rId5" Type="http://schemas.openxmlformats.org/officeDocument/2006/relationships/slide" Target="slide59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55.xml"/><Relationship Id="rId5" Type="http://schemas.openxmlformats.org/officeDocument/2006/relationships/slide" Target="slide60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65.xml"/><Relationship Id="rId5" Type="http://schemas.openxmlformats.org/officeDocument/2006/relationships/slide" Target="slide70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65.xml"/><Relationship Id="rId5" Type="http://schemas.openxmlformats.org/officeDocument/2006/relationships/slide" Target="slide70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7.xml"/><Relationship Id="rId6" Type="http://schemas.openxmlformats.org/officeDocument/2006/relationships/slide" Target="slide82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5.xml"/><Relationship Id="rId6" Type="http://schemas.openxmlformats.org/officeDocument/2006/relationships/slide" Target="slide80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6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7.xml"/><Relationship Id="rId6" Type="http://schemas.openxmlformats.org/officeDocument/2006/relationships/slide" Target="slide82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5.xml"/><Relationship Id="rId6" Type="http://schemas.openxmlformats.org/officeDocument/2006/relationships/slide" Target="slide80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2.xml"/><Relationship Id="rId9" Type="http://schemas.openxmlformats.org/officeDocument/2006/relationships/slide" Target="slide87.xml"/><Relationship Id="rId10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3.xml"/><Relationship Id="rId9" Type="http://schemas.openxmlformats.org/officeDocument/2006/relationships/slide" Target="slide88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9.xml"/><Relationship Id="rId9" Type="http://schemas.openxmlformats.org/officeDocument/2006/relationships/slide" Target="slide94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5.xml"/><Relationship Id="rId9" Type="http://schemas.openxmlformats.org/officeDocument/2006/relationships/slide" Target="slide90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6.xml"/><Relationship Id="rId9" Type="http://schemas.openxmlformats.org/officeDocument/2006/relationships/slide" Target="slide91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97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2.xml"/><Relationship Id="rId9" Type="http://schemas.openxmlformats.org/officeDocument/2006/relationships/slide" Target="slide87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3.xml"/><Relationship Id="rId9" Type="http://schemas.openxmlformats.org/officeDocument/2006/relationships/slide" Target="slide88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9.xml"/><Relationship Id="rId9" Type="http://schemas.openxmlformats.org/officeDocument/2006/relationships/slide" Target="slide94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5.xml"/><Relationship Id="rId9" Type="http://schemas.openxmlformats.org/officeDocument/2006/relationships/slide" Target="slide90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6.xml"/><Relationship Id="rId9" Type="http://schemas.openxmlformats.org/officeDocument/2006/relationships/slide" Target="slide91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3.xml"/><Relationship Id="rId7" Type="http://schemas.openxmlformats.org/officeDocument/2006/relationships/slide" Target="slide98.xml"/><Relationship Id="rId8" Type="http://schemas.openxmlformats.org/officeDocument/2006/relationships/slide" Target="slide10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4.xml"/><Relationship Id="rId7" Type="http://schemas.openxmlformats.org/officeDocument/2006/relationships/slide" Target="slide99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5.xml"/><Relationship Id="rId7" Type="http://schemas.openxmlformats.org/officeDocument/2006/relationships/slide" Target="slide100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6.xml"/><Relationship Id="rId7" Type="http://schemas.openxmlformats.org/officeDocument/2006/relationships/slide" Target="slide101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2.xml"/><Relationship Id="rId7" Type="http://schemas.openxmlformats.org/officeDocument/2006/relationships/slide" Target="slide107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8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3.xml"/><Relationship Id="rId7" Type="http://schemas.openxmlformats.org/officeDocument/2006/relationships/slide" Target="slide98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4.xml"/><Relationship Id="rId7" Type="http://schemas.openxmlformats.org/officeDocument/2006/relationships/slide" Target="slide99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5.xml"/><Relationship Id="rId7" Type="http://schemas.openxmlformats.org/officeDocument/2006/relationships/slide" Target="slide100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6.xml"/><Relationship Id="rId7" Type="http://schemas.openxmlformats.org/officeDocument/2006/relationships/slide" Target="slide101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2.xml"/><Relationship Id="rId7" Type="http://schemas.openxmlformats.org/officeDocument/2006/relationships/slide" Target="slide107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4.xml"/><Relationship Id="rId5" Type="http://schemas.openxmlformats.org/officeDocument/2006/relationships/slide" Target="slide109.xml"/><Relationship Id="rId6" Type="http://schemas.openxmlformats.org/officeDocument/2006/relationships/slide" Target="slide1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5.xml"/><Relationship Id="rId5" Type="http://schemas.openxmlformats.org/officeDocument/2006/relationships/slide" Target="slide110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7.xml"/><Relationship Id="rId5" Type="http://schemas.openxmlformats.org/officeDocument/2006/relationships/slide" Target="slide112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3.xml"/><Relationship Id="rId5" Type="http://schemas.openxmlformats.org/officeDocument/2006/relationships/slide" Target="slide118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119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4.xml"/><Relationship Id="rId5" Type="http://schemas.openxmlformats.org/officeDocument/2006/relationships/slide" Target="slide109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5.xml"/><Relationship Id="rId5" Type="http://schemas.openxmlformats.org/officeDocument/2006/relationships/slide" Target="slide110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7.xml"/><Relationship Id="rId5" Type="http://schemas.openxmlformats.org/officeDocument/2006/relationships/slide" Target="slide112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3.xml"/><Relationship Id="rId5" Type="http://schemas.openxmlformats.org/officeDocument/2006/relationships/slide" Target="slide118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5.xml"/><Relationship Id="rId6" Type="http://schemas.openxmlformats.org/officeDocument/2006/relationships/slide" Target="slide120.xml"/><Relationship Id="rId7" Type="http://schemas.openxmlformats.org/officeDocument/2006/relationships/slide" Target="slide13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1.xml"/><Relationship Id="rId6" Type="http://schemas.openxmlformats.org/officeDocument/2006/relationships/slide" Target="slide126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2.xml"/><Relationship Id="rId6" Type="http://schemas.openxmlformats.org/officeDocument/2006/relationships/slide" Target="slide127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4.xml"/><Relationship Id="rId6" Type="http://schemas.openxmlformats.org/officeDocument/2006/relationships/slide" Target="slide129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3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5.xml"/><Relationship Id="rId6" Type="http://schemas.openxmlformats.org/officeDocument/2006/relationships/slide" Target="slide120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1.xml"/><Relationship Id="rId6" Type="http://schemas.openxmlformats.org/officeDocument/2006/relationships/slide" Target="slide126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2.xml"/><Relationship Id="rId6" Type="http://schemas.openxmlformats.org/officeDocument/2006/relationships/slide" Target="slide127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4.xml"/><Relationship Id="rId6" Type="http://schemas.openxmlformats.org/officeDocument/2006/relationships/slide" Target="slide129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36.xml"/><Relationship Id="rId5" Type="http://schemas.openxmlformats.org/officeDocument/2006/relationships/slide" Target="slide131.xml"/><Relationship Id="rId6" Type="http://schemas.openxmlformats.org/officeDocument/2006/relationships/slide" Target="slide14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137.xml"/><Relationship Id="rId5" Type="http://schemas.openxmlformats.org/officeDocument/2006/relationships/slide" Target="slide132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133.xml"/><Relationship Id="rId5" Type="http://schemas.openxmlformats.org/officeDocument/2006/relationships/slide" Target="slide138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141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36.xml"/><Relationship Id="rId5" Type="http://schemas.openxmlformats.org/officeDocument/2006/relationships/slide" Target="slide131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137.xml"/><Relationship Id="rId5" Type="http://schemas.openxmlformats.org/officeDocument/2006/relationships/slide" Target="slide132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133.xml"/><Relationship Id="rId5" Type="http://schemas.openxmlformats.org/officeDocument/2006/relationships/slide" Target="slide138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147.xml"/><Relationship Id="rId5" Type="http://schemas.openxmlformats.org/officeDocument/2006/relationships/slide" Target="slide142.xml"/><Relationship Id="rId6" Type="http://schemas.openxmlformats.org/officeDocument/2006/relationships/slide" Target="slide15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143.xml"/><Relationship Id="rId5" Type="http://schemas.openxmlformats.org/officeDocument/2006/relationships/slide" Target="slide148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15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147.xml"/><Relationship Id="rId5" Type="http://schemas.openxmlformats.org/officeDocument/2006/relationships/slide" Target="slide142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143.xml"/><Relationship Id="rId5" Type="http://schemas.openxmlformats.org/officeDocument/2006/relationships/slide" Target="slide148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8.xml"/><Relationship Id="rId6" Type="http://schemas.openxmlformats.org/officeDocument/2006/relationships/slide" Target="slide153.xml"/><Relationship Id="rId7" Type="http://schemas.openxmlformats.org/officeDocument/2006/relationships/slide" Target="slide16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6.xml"/><Relationship Id="rId6" Type="http://schemas.openxmlformats.org/officeDocument/2006/relationships/slide" Target="slide161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2.xml"/><Relationship Id="rId6" Type="http://schemas.openxmlformats.org/officeDocument/2006/relationships/slide" Target="slide157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8.xml"/><Relationship Id="rId6" Type="http://schemas.openxmlformats.org/officeDocument/2006/relationships/slide" Target="slide153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6.xml"/><Relationship Id="rId6" Type="http://schemas.openxmlformats.org/officeDocument/2006/relationships/slide" Target="slide161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2.xml"/><Relationship Id="rId6" Type="http://schemas.openxmlformats.org/officeDocument/2006/relationships/slide" Target="slide157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4.xml"/><Relationship Id="rId9" Type="http://schemas.openxmlformats.org/officeDocument/2006/relationships/slide" Target="slide169.xml"/><Relationship Id="rId10" Type="http://schemas.openxmlformats.org/officeDocument/2006/relationships/slide" Target="slide174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0.xml"/><Relationship Id="rId9" Type="http://schemas.openxmlformats.org/officeDocument/2006/relationships/slide" Target="slide165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1.xml"/><Relationship Id="rId9" Type="http://schemas.openxmlformats.org/officeDocument/2006/relationships/slide" Target="slide166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7.xml"/><Relationship Id="rId9" Type="http://schemas.openxmlformats.org/officeDocument/2006/relationships/slide" Target="slide172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3.xml"/><Relationship Id="rId9" Type="http://schemas.openxmlformats.org/officeDocument/2006/relationships/slide" Target="slide168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17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4.xml"/><Relationship Id="rId9" Type="http://schemas.openxmlformats.org/officeDocument/2006/relationships/slide" Target="slide169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0.xml"/><Relationship Id="rId9" Type="http://schemas.openxmlformats.org/officeDocument/2006/relationships/slide" Target="slide165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1.xml"/><Relationship Id="rId9" Type="http://schemas.openxmlformats.org/officeDocument/2006/relationships/slide" Target="slide166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7.xml"/><Relationship Id="rId9" Type="http://schemas.openxmlformats.org/officeDocument/2006/relationships/slide" Target="slide172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3.xml"/><Relationship Id="rId9" Type="http://schemas.openxmlformats.org/officeDocument/2006/relationships/slide" Target="slide168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0.xml"/><Relationship Id="rId7" Type="http://schemas.openxmlformats.org/officeDocument/2006/relationships/slide" Target="slide175.xml"/><Relationship Id="rId8" Type="http://schemas.openxmlformats.org/officeDocument/2006/relationships/slide" Target="slide18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1.xml"/><Relationship Id="rId7" Type="http://schemas.openxmlformats.org/officeDocument/2006/relationships/slide" Target="slide176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77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3.xml"/><Relationship Id="rId7" Type="http://schemas.openxmlformats.org/officeDocument/2006/relationships/slide" Target="slide178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79.xml"/><Relationship Id="rId7" Type="http://schemas.openxmlformats.org/officeDocument/2006/relationships/slide" Target="slide184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5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0.xml"/><Relationship Id="rId7" Type="http://schemas.openxmlformats.org/officeDocument/2006/relationships/slide" Target="slide175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1.xml"/><Relationship Id="rId7" Type="http://schemas.openxmlformats.org/officeDocument/2006/relationships/slide" Target="slide176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77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3.xml"/><Relationship Id="rId7" Type="http://schemas.openxmlformats.org/officeDocument/2006/relationships/slide" Target="slide178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79.xml"/><Relationship Id="rId7" Type="http://schemas.openxmlformats.org/officeDocument/2006/relationships/slide" Target="slide184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png"/><Relationship Id="rId4" Type="http://schemas.openxmlformats.org/officeDocument/2006/relationships/slide" Target="slide18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2.xml"/><Relationship Id="rId4" Type="http://schemas.openxmlformats.org/officeDocument/2006/relationships/slide" Target="slide187.xml"/><Relationship Id="rId5" Type="http://schemas.openxmlformats.org/officeDocument/2006/relationships/slide" Target="slide22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3.xml"/><Relationship Id="rId4" Type="http://schemas.openxmlformats.org/officeDocument/2006/relationships/slide" Target="slide188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4.xml"/><Relationship Id="rId4" Type="http://schemas.openxmlformats.org/officeDocument/2006/relationships/slide" Target="slide18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5.xml"/><Relationship Id="rId4" Type="http://schemas.openxmlformats.org/officeDocument/2006/relationships/slide" Target="slide190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6.xml"/><Relationship Id="rId4" Type="http://schemas.openxmlformats.org/officeDocument/2006/relationships/slide" Target="slide19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8.xml"/><Relationship Id="rId4" Type="http://schemas.openxmlformats.org/officeDocument/2006/relationships/slide" Target="slide19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9.xml"/><Relationship Id="rId4" Type="http://schemas.openxmlformats.org/officeDocument/2006/relationships/slide" Target="slide194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0.xml"/><Relationship Id="rId4" Type="http://schemas.openxmlformats.org/officeDocument/2006/relationships/slide" Target="slide19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1.xml"/><Relationship Id="rId4" Type="http://schemas.openxmlformats.org/officeDocument/2006/relationships/slide" Target="slide196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2.xml"/><Relationship Id="rId4" Type="http://schemas.openxmlformats.org/officeDocument/2006/relationships/slide" Target="slide197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4.xml"/><Relationship Id="rId4" Type="http://schemas.openxmlformats.org/officeDocument/2006/relationships/slide" Target="slide19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5.xml"/><Relationship Id="rId4" Type="http://schemas.openxmlformats.org/officeDocument/2006/relationships/slide" Target="slide200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6.xml"/><Relationship Id="rId4" Type="http://schemas.openxmlformats.org/officeDocument/2006/relationships/slide" Target="slide20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7.xml"/><Relationship Id="rId4" Type="http://schemas.openxmlformats.org/officeDocument/2006/relationships/slide" Target="slide202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8.xml"/><Relationship Id="rId4" Type="http://schemas.openxmlformats.org/officeDocument/2006/relationships/slide" Target="slide20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0.xml"/><Relationship Id="rId4" Type="http://schemas.openxmlformats.org/officeDocument/2006/relationships/slide" Target="slide20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1.xml"/><Relationship Id="rId4" Type="http://schemas.openxmlformats.org/officeDocument/2006/relationships/slide" Target="slide206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2.xml"/><Relationship Id="rId4" Type="http://schemas.openxmlformats.org/officeDocument/2006/relationships/slide" Target="slide207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3.xml"/><Relationship Id="rId4" Type="http://schemas.openxmlformats.org/officeDocument/2006/relationships/slide" Target="slide208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4.xml"/><Relationship Id="rId4" Type="http://schemas.openxmlformats.org/officeDocument/2006/relationships/slide" Target="slide20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6.xml"/><Relationship Id="rId4" Type="http://schemas.openxmlformats.org/officeDocument/2006/relationships/slide" Target="slide21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7.xml"/><Relationship Id="rId4" Type="http://schemas.openxmlformats.org/officeDocument/2006/relationships/slide" Target="slide212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8.xml"/><Relationship Id="rId4" Type="http://schemas.openxmlformats.org/officeDocument/2006/relationships/slide" Target="slide21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9.xml"/><Relationship Id="rId4" Type="http://schemas.openxmlformats.org/officeDocument/2006/relationships/slide" Target="slide214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0.xml"/><Relationship Id="rId4" Type="http://schemas.openxmlformats.org/officeDocument/2006/relationships/slide" Target="slide21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2.xml"/><Relationship Id="rId5" Type="http://schemas.openxmlformats.org/officeDocument/2006/relationships/slide" Target="slide227.xml"/><Relationship Id="rId6" Type="http://schemas.openxmlformats.org/officeDocument/2006/relationships/slide" Target="slide23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3.xml"/><Relationship Id="rId5" Type="http://schemas.openxmlformats.org/officeDocument/2006/relationships/slide" Target="slide228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9.xml"/><Relationship Id="rId5" Type="http://schemas.openxmlformats.org/officeDocument/2006/relationships/slide" Target="slide224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5.xml"/><Relationship Id="rId5" Type="http://schemas.openxmlformats.org/officeDocument/2006/relationships/slide" Target="slide230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6.xml"/><Relationship Id="rId5" Type="http://schemas.openxmlformats.org/officeDocument/2006/relationships/slide" Target="slide231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232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2.xml"/><Relationship Id="rId5" Type="http://schemas.openxmlformats.org/officeDocument/2006/relationships/slide" Target="slide227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3.xml"/><Relationship Id="rId5" Type="http://schemas.openxmlformats.org/officeDocument/2006/relationships/slide" Target="slide228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9.xml"/><Relationship Id="rId5" Type="http://schemas.openxmlformats.org/officeDocument/2006/relationships/slide" Target="slide224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5.xml"/><Relationship Id="rId5" Type="http://schemas.openxmlformats.org/officeDocument/2006/relationships/slide" Target="slide230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6.xml"/><Relationship Id="rId5" Type="http://schemas.openxmlformats.org/officeDocument/2006/relationships/slide" Target="slide231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8.xml"/><Relationship Id="rId6" Type="http://schemas.openxmlformats.org/officeDocument/2006/relationships/slide" Target="slide233.xml"/><Relationship Id="rId7" Type="http://schemas.openxmlformats.org/officeDocument/2006/relationships/slide" Target="slide243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8.xml"/><Relationship Id="rId6" Type="http://schemas.openxmlformats.org/officeDocument/2006/relationships/slide" Target="slide233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244.xml"/><Relationship Id="rId5" Type="http://schemas.openxmlformats.org/officeDocument/2006/relationships/slide" Target="slide249.xml"/><Relationship Id="rId6" Type="http://schemas.openxmlformats.org/officeDocument/2006/relationships/slide" Target="slide254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250.xml"/><Relationship Id="rId5" Type="http://schemas.openxmlformats.org/officeDocument/2006/relationships/slide" Target="slide245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246.xml"/><Relationship Id="rId5" Type="http://schemas.openxmlformats.org/officeDocument/2006/relationships/slide" Target="slide251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254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244.xml"/><Relationship Id="rId5" Type="http://schemas.openxmlformats.org/officeDocument/2006/relationships/slide" Target="slide249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250.xml"/><Relationship Id="rId5" Type="http://schemas.openxmlformats.org/officeDocument/2006/relationships/slide" Target="slide245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246.xml"/><Relationship Id="rId5" Type="http://schemas.openxmlformats.org/officeDocument/2006/relationships/slide" Target="slide251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260.xml"/><Relationship Id="rId5" Type="http://schemas.openxmlformats.org/officeDocument/2006/relationships/slide" Target="slide255.xml"/><Relationship Id="rId6" Type="http://schemas.openxmlformats.org/officeDocument/2006/relationships/slide" Target="slide265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256.xml"/><Relationship Id="rId5" Type="http://schemas.openxmlformats.org/officeDocument/2006/relationships/slide" Target="slide261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257.xml"/><Relationship Id="rId5" Type="http://schemas.openxmlformats.org/officeDocument/2006/relationships/slide" Target="slide262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258.xml"/><Relationship Id="rId5" Type="http://schemas.openxmlformats.org/officeDocument/2006/relationships/slide" Target="slide263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65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260.xml"/><Relationship Id="rId5" Type="http://schemas.openxmlformats.org/officeDocument/2006/relationships/slide" Target="slide255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256.xml"/><Relationship Id="rId5" Type="http://schemas.openxmlformats.org/officeDocument/2006/relationships/slide" Target="slide261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257.xml"/><Relationship Id="rId5" Type="http://schemas.openxmlformats.org/officeDocument/2006/relationships/slide" Target="slide262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258.xml"/><Relationship Id="rId5" Type="http://schemas.openxmlformats.org/officeDocument/2006/relationships/slide" Target="slide263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1.xml"/><Relationship Id="rId6" Type="http://schemas.openxmlformats.org/officeDocument/2006/relationships/slide" Target="slide266.xml"/><Relationship Id="rId7" Type="http://schemas.openxmlformats.org/officeDocument/2006/relationships/slide" Target="slide276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2.xml"/><Relationship Id="rId6" Type="http://schemas.openxmlformats.org/officeDocument/2006/relationships/slide" Target="slide267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8.xml"/><Relationship Id="rId6" Type="http://schemas.openxmlformats.org/officeDocument/2006/relationships/slide" Target="slide273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0.xml"/><Relationship Id="rId6" Type="http://schemas.openxmlformats.org/officeDocument/2006/relationships/slide" Target="slide275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6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1.xml"/><Relationship Id="rId6" Type="http://schemas.openxmlformats.org/officeDocument/2006/relationships/slide" Target="slide266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2.xml"/><Relationship Id="rId6" Type="http://schemas.openxmlformats.org/officeDocument/2006/relationships/slide" Target="slide267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8.xml"/><Relationship Id="rId6" Type="http://schemas.openxmlformats.org/officeDocument/2006/relationships/slide" Target="slide273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0.xml"/><Relationship Id="rId6" Type="http://schemas.openxmlformats.org/officeDocument/2006/relationships/slide" Target="slide275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2.xml"/><Relationship Id="rId9" Type="http://schemas.openxmlformats.org/officeDocument/2006/relationships/slide" Target="slide277.xml"/><Relationship Id="rId10" Type="http://schemas.openxmlformats.org/officeDocument/2006/relationships/slide" Target="slide28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3.xml"/><Relationship Id="rId9" Type="http://schemas.openxmlformats.org/officeDocument/2006/relationships/slide" Target="slide278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79.xml"/><Relationship Id="rId9" Type="http://schemas.openxmlformats.org/officeDocument/2006/relationships/slide" Target="slide284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5.xml"/><Relationship Id="rId9" Type="http://schemas.openxmlformats.org/officeDocument/2006/relationships/slide" Target="slide280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6.xml"/><Relationship Id="rId9" Type="http://schemas.openxmlformats.org/officeDocument/2006/relationships/slide" Target="slide281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287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2.xml"/><Relationship Id="rId9" Type="http://schemas.openxmlformats.org/officeDocument/2006/relationships/slide" Target="slide277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3.xml"/><Relationship Id="rId9" Type="http://schemas.openxmlformats.org/officeDocument/2006/relationships/slide" Target="slide278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79.xml"/><Relationship Id="rId9" Type="http://schemas.openxmlformats.org/officeDocument/2006/relationships/slide" Target="slide284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5.xml"/><Relationship Id="rId9" Type="http://schemas.openxmlformats.org/officeDocument/2006/relationships/slide" Target="slide280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6.xml"/><Relationship Id="rId9" Type="http://schemas.openxmlformats.org/officeDocument/2006/relationships/slide" Target="slide281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88.xml"/><Relationship Id="rId7" Type="http://schemas.openxmlformats.org/officeDocument/2006/relationships/slide" Target="slide293.xml"/><Relationship Id="rId8" Type="http://schemas.openxmlformats.org/officeDocument/2006/relationships/slide" Target="slide298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4.xml"/><Relationship Id="rId7" Type="http://schemas.openxmlformats.org/officeDocument/2006/relationships/slide" Target="slide289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5.xml"/><Relationship Id="rId7" Type="http://schemas.openxmlformats.org/officeDocument/2006/relationships/slide" Target="slide290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6.xml"/><Relationship Id="rId7" Type="http://schemas.openxmlformats.org/officeDocument/2006/relationships/slide" Target="slide291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8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88.xml"/><Relationship Id="rId7" Type="http://schemas.openxmlformats.org/officeDocument/2006/relationships/slide" Target="slide293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4.xml"/><Relationship Id="rId7" Type="http://schemas.openxmlformats.org/officeDocument/2006/relationships/slide" Target="slide289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5.xml"/><Relationship Id="rId7" Type="http://schemas.openxmlformats.org/officeDocument/2006/relationships/slide" Target="slide290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6.xml"/><Relationship Id="rId7" Type="http://schemas.openxmlformats.org/officeDocument/2006/relationships/slide" Target="slide291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4.xml"/><Relationship Id="rId5" Type="http://schemas.openxmlformats.org/officeDocument/2006/relationships/slide" Target="slide299.xml"/><Relationship Id="rId6" Type="http://schemas.openxmlformats.org/officeDocument/2006/relationships/slide" Target="slide309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0.xml"/><Relationship Id="rId5" Type="http://schemas.openxmlformats.org/officeDocument/2006/relationships/slide" Target="slide305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1.xml"/><Relationship Id="rId5" Type="http://schemas.openxmlformats.org/officeDocument/2006/relationships/slide" Target="slide306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7.xml"/><Relationship Id="rId5" Type="http://schemas.openxmlformats.org/officeDocument/2006/relationships/slide" Target="slide302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8.xml"/><Relationship Id="rId5" Type="http://schemas.openxmlformats.org/officeDocument/2006/relationships/slide" Target="slide303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09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4.xml"/><Relationship Id="rId5" Type="http://schemas.openxmlformats.org/officeDocument/2006/relationships/slide" Target="slide299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0.xml"/><Relationship Id="rId5" Type="http://schemas.openxmlformats.org/officeDocument/2006/relationships/slide" Target="slide305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1.xml"/><Relationship Id="rId5" Type="http://schemas.openxmlformats.org/officeDocument/2006/relationships/slide" Target="slide306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7.xml"/><Relationship Id="rId5" Type="http://schemas.openxmlformats.org/officeDocument/2006/relationships/slide" Target="slide302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8.xml"/><Relationship Id="rId5" Type="http://schemas.openxmlformats.org/officeDocument/2006/relationships/slide" Target="slide303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0.xml"/><Relationship Id="rId6" Type="http://schemas.openxmlformats.org/officeDocument/2006/relationships/slide" Target="slide315.xml"/><Relationship Id="rId7" Type="http://schemas.openxmlformats.org/officeDocument/2006/relationships/slide" Target="slide320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1.xml"/><Relationship Id="rId6" Type="http://schemas.openxmlformats.org/officeDocument/2006/relationships/slide" Target="slide316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7.xml"/><Relationship Id="rId6" Type="http://schemas.openxmlformats.org/officeDocument/2006/relationships/slide" Target="slide312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8.xml"/><Relationship Id="rId6" Type="http://schemas.openxmlformats.org/officeDocument/2006/relationships/slide" Target="slide313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4.xml"/><Relationship Id="rId6" Type="http://schemas.openxmlformats.org/officeDocument/2006/relationships/slide" Target="slide319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2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0.xml"/><Relationship Id="rId6" Type="http://schemas.openxmlformats.org/officeDocument/2006/relationships/slide" Target="slide315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1.xml"/><Relationship Id="rId6" Type="http://schemas.openxmlformats.org/officeDocument/2006/relationships/slide" Target="slide316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7.xml"/><Relationship Id="rId6" Type="http://schemas.openxmlformats.org/officeDocument/2006/relationships/slide" Target="slide312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8.xml"/><Relationship Id="rId6" Type="http://schemas.openxmlformats.org/officeDocument/2006/relationships/slide" Target="slide313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4.xml"/><Relationship Id="rId6" Type="http://schemas.openxmlformats.org/officeDocument/2006/relationships/slide" Target="slide319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26.xml"/><Relationship Id="rId5" Type="http://schemas.openxmlformats.org/officeDocument/2006/relationships/slide" Target="slide321.xml"/><Relationship Id="rId6" Type="http://schemas.openxmlformats.org/officeDocument/2006/relationships/slide" Target="slide331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327.xml"/><Relationship Id="rId5" Type="http://schemas.openxmlformats.org/officeDocument/2006/relationships/slide" Target="slide322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23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324.xml"/><Relationship Id="rId5" Type="http://schemas.openxmlformats.org/officeDocument/2006/relationships/slide" Target="slide329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330.xml"/><Relationship Id="rId5" Type="http://schemas.openxmlformats.org/officeDocument/2006/relationships/slide" Target="slide325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331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26.xml"/><Relationship Id="rId5" Type="http://schemas.openxmlformats.org/officeDocument/2006/relationships/slide" Target="slide321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327.xml"/><Relationship Id="rId5" Type="http://schemas.openxmlformats.org/officeDocument/2006/relationships/slide" Target="slide322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23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324.xml"/><Relationship Id="rId5" Type="http://schemas.openxmlformats.org/officeDocument/2006/relationships/slide" Target="slide329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330.xml"/><Relationship Id="rId5" Type="http://schemas.openxmlformats.org/officeDocument/2006/relationships/slide" Target="slide325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337.xml"/><Relationship Id="rId5" Type="http://schemas.openxmlformats.org/officeDocument/2006/relationships/slide" Target="slide332.xml"/><Relationship Id="rId6" Type="http://schemas.openxmlformats.org/officeDocument/2006/relationships/slide" Target="slide342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338.xml"/><Relationship Id="rId5" Type="http://schemas.openxmlformats.org/officeDocument/2006/relationships/slide" Target="slide333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339.xml"/><Relationship Id="rId5" Type="http://schemas.openxmlformats.org/officeDocument/2006/relationships/slide" Target="slide334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335.xml"/><Relationship Id="rId5" Type="http://schemas.openxmlformats.org/officeDocument/2006/relationships/slide" Target="slide340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341.xml"/><Relationship Id="rId5" Type="http://schemas.openxmlformats.org/officeDocument/2006/relationships/slide" Target="slide336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34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337.xml"/><Relationship Id="rId5" Type="http://schemas.openxmlformats.org/officeDocument/2006/relationships/slide" Target="slide332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338.xml"/><Relationship Id="rId5" Type="http://schemas.openxmlformats.org/officeDocument/2006/relationships/slide" Target="slide333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339.xml"/><Relationship Id="rId5" Type="http://schemas.openxmlformats.org/officeDocument/2006/relationships/slide" Target="slide334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335.xml"/><Relationship Id="rId5" Type="http://schemas.openxmlformats.org/officeDocument/2006/relationships/slide" Target="slide340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341.xml"/><Relationship Id="rId5" Type="http://schemas.openxmlformats.org/officeDocument/2006/relationships/slide" Target="slide336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3.xml"/><Relationship Id="rId6" Type="http://schemas.openxmlformats.org/officeDocument/2006/relationships/slide" Target="slide348.xml"/><Relationship Id="rId7" Type="http://schemas.openxmlformats.org/officeDocument/2006/relationships/slide" Target="slide353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9.xml"/><Relationship Id="rId6" Type="http://schemas.openxmlformats.org/officeDocument/2006/relationships/slide" Target="slide344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5.xml"/><Relationship Id="rId6" Type="http://schemas.openxmlformats.org/officeDocument/2006/relationships/slide" Target="slide350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6.xml"/><Relationship Id="rId6" Type="http://schemas.openxmlformats.org/officeDocument/2006/relationships/slide" Target="slide351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7.xml"/><Relationship Id="rId6" Type="http://schemas.openxmlformats.org/officeDocument/2006/relationships/slide" Target="slide352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3.xml"/><Relationship Id="rId6" Type="http://schemas.openxmlformats.org/officeDocument/2006/relationships/slide" Target="slide348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9.xml"/><Relationship Id="rId6" Type="http://schemas.openxmlformats.org/officeDocument/2006/relationships/slide" Target="slide344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5.xml"/><Relationship Id="rId6" Type="http://schemas.openxmlformats.org/officeDocument/2006/relationships/slide" Target="slide350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6.xml"/><Relationship Id="rId6" Type="http://schemas.openxmlformats.org/officeDocument/2006/relationships/slide" Target="slide351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7.xml"/><Relationship Id="rId6" Type="http://schemas.openxmlformats.org/officeDocument/2006/relationships/slide" Target="slide352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4.xml"/><Relationship Id="rId9" Type="http://schemas.openxmlformats.org/officeDocument/2006/relationships/slide" Target="slide359.xml"/><Relationship Id="rId10" Type="http://schemas.openxmlformats.org/officeDocument/2006/relationships/slide" Target="slide364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0.xml"/><Relationship Id="rId9" Type="http://schemas.openxmlformats.org/officeDocument/2006/relationships/slide" Target="slide355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6.xml"/><Relationship Id="rId9" Type="http://schemas.openxmlformats.org/officeDocument/2006/relationships/slide" Target="slide361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7.xml"/><Relationship Id="rId9" Type="http://schemas.openxmlformats.org/officeDocument/2006/relationships/slide" Target="slide362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3.xml"/><Relationship Id="rId9" Type="http://schemas.openxmlformats.org/officeDocument/2006/relationships/slide" Target="slide358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36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4.xml"/><Relationship Id="rId9" Type="http://schemas.openxmlformats.org/officeDocument/2006/relationships/slide" Target="slide359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0.xml"/><Relationship Id="rId9" Type="http://schemas.openxmlformats.org/officeDocument/2006/relationships/slide" Target="slide355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6.xml"/><Relationship Id="rId9" Type="http://schemas.openxmlformats.org/officeDocument/2006/relationships/slide" Target="slide361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7.xml"/><Relationship Id="rId9" Type="http://schemas.openxmlformats.org/officeDocument/2006/relationships/slide" Target="slide362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3.xml"/><Relationship Id="rId9" Type="http://schemas.openxmlformats.org/officeDocument/2006/relationships/slide" Target="slide358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0.xml"/><Relationship Id="rId7" Type="http://schemas.openxmlformats.org/officeDocument/2006/relationships/slide" Target="slide365.xml"/><Relationship Id="rId8" Type="http://schemas.openxmlformats.org/officeDocument/2006/relationships/slide" Target="slide375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1.xml"/><Relationship Id="rId7" Type="http://schemas.openxmlformats.org/officeDocument/2006/relationships/slide" Target="slide366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2.xml"/><Relationship Id="rId7" Type="http://schemas.openxmlformats.org/officeDocument/2006/relationships/slide" Target="slide367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3.xml"/><Relationship Id="rId7" Type="http://schemas.openxmlformats.org/officeDocument/2006/relationships/slide" Target="slide368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69.xml"/><Relationship Id="rId7" Type="http://schemas.openxmlformats.org/officeDocument/2006/relationships/slide" Target="slide374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5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0.xml"/><Relationship Id="rId7" Type="http://schemas.openxmlformats.org/officeDocument/2006/relationships/slide" Target="slide365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1.xml"/><Relationship Id="rId7" Type="http://schemas.openxmlformats.org/officeDocument/2006/relationships/slide" Target="slide366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2.xml"/><Relationship Id="rId7" Type="http://schemas.openxmlformats.org/officeDocument/2006/relationships/slide" Target="slide367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3.xml"/><Relationship Id="rId7" Type="http://schemas.openxmlformats.org/officeDocument/2006/relationships/slide" Target="slide368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69.xml"/><Relationship Id="rId7" Type="http://schemas.openxmlformats.org/officeDocument/2006/relationships/slide" Target="slide374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1.xml"/><Relationship Id="rId4" Type="http://schemas.openxmlformats.org/officeDocument/2006/relationships/slide" Target="slide376.xml"/><Relationship Id="rId5" Type="http://schemas.openxmlformats.org/officeDocument/2006/relationships/slide" Target="slide410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2.xml"/><Relationship Id="rId4" Type="http://schemas.openxmlformats.org/officeDocument/2006/relationships/slide" Target="slide377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3.xml"/><Relationship Id="rId4" Type="http://schemas.openxmlformats.org/officeDocument/2006/relationships/slide" Target="slide37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4.xml"/><Relationship Id="rId4" Type="http://schemas.openxmlformats.org/officeDocument/2006/relationships/slide" Target="slide379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5.xml"/><Relationship Id="rId4" Type="http://schemas.openxmlformats.org/officeDocument/2006/relationships/slide" Target="slide38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7.xml"/><Relationship Id="rId4" Type="http://schemas.openxmlformats.org/officeDocument/2006/relationships/slide" Target="slide38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8.xml"/><Relationship Id="rId4" Type="http://schemas.openxmlformats.org/officeDocument/2006/relationships/slide" Target="slide383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9.xml"/><Relationship Id="rId4" Type="http://schemas.openxmlformats.org/officeDocument/2006/relationships/slide" Target="slide38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0.xml"/><Relationship Id="rId4" Type="http://schemas.openxmlformats.org/officeDocument/2006/relationships/slide" Target="slide385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1.xml"/><Relationship Id="rId4" Type="http://schemas.openxmlformats.org/officeDocument/2006/relationships/slide" Target="slide386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3.xml"/><Relationship Id="rId4" Type="http://schemas.openxmlformats.org/officeDocument/2006/relationships/slide" Target="slide38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4.xml"/><Relationship Id="rId4" Type="http://schemas.openxmlformats.org/officeDocument/2006/relationships/slide" Target="slide389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5.xml"/><Relationship Id="rId4" Type="http://schemas.openxmlformats.org/officeDocument/2006/relationships/slide" Target="slide39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6.xml"/><Relationship Id="rId4" Type="http://schemas.openxmlformats.org/officeDocument/2006/relationships/slide" Target="slide391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7.xml"/><Relationship Id="rId4" Type="http://schemas.openxmlformats.org/officeDocument/2006/relationships/slide" Target="slide39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9.xml"/><Relationship Id="rId4" Type="http://schemas.openxmlformats.org/officeDocument/2006/relationships/slide" Target="slide39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0.xml"/><Relationship Id="rId4" Type="http://schemas.openxmlformats.org/officeDocument/2006/relationships/slide" Target="slide395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1.xml"/><Relationship Id="rId4" Type="http://schemas.openxmlformats.org/officeDocument/2006/relationships/slide" Target="slide396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2.xml"/><Relationship Id="rId4" Type="http://schemas.openxmlformats.org/officeDocument/2006/relationships/slide" Target="slide397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3.xml"/><Relationship Id="rId4" Type="http://schemas.openxmlformats.org/officeDocument/2006/relationships/slide" Target="slide39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5.xml"/><Relationship Id="rId4" Type="http://schemas.openxmlformats.org/officeDocument/2006/relationships/slide" Target="slide40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6.xml"/><Relationship Id="rId4" Type="http://schemas.openxmlformats.org/officeDocument/2006/relationships/slide" Target="slide401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7.xml"/><Relationship Id="rId4" Type="http://schemas.openxmlformats.org/officeDocument/2006/relationships/slide" Target="slide40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8.xml"/><Relationship Id="rId4" Type="http://schemas.openxmlformats.org/officeDocument/2006/relationships/slide" Target="slide403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9.xml"/><Relationship Id="rId4" Type="http://schemas.openxmlformats.org/officeDocument/2006/relationships/slide" Target="slide40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1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Dammatan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8A6CF0"/>
                </a:solidFill>
                <a:latin typeface="Arial"/>
                <a:cs typeface="Arial"/>
              </a:rPr>
              <a:t>Dammatan Games</a:t>
            </a:r>
          </a:p>
        </p:txBody>
      </p:sp>
      <p:sp>
        <p:nvSpPr>
          <p:cNvPr id="5" name="Sample" descr="بٌ  قَلَمٌ  شَجَرَةٌ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Arial"/>
                <a:cs typeface="Arial"/>
              </a:rPr>
              <a:t>بٌ  قَلَمٌ  شَجَرَةٌ</a:t>
            </a:r>
          </a:p>
        </p:txBody>
      </p:sp>
      <p:sp>
        <p:nvSpPr>
          <p:cNvPr id="6" name="Subtitle" descr="Bee, monkey, darts, basketball, pizza and mor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Bee, monkey, darts, basketball, pizza and more!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sy Be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Busy Bee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Fly to the right flowe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Fly to the right flower.</a:t>
            </a:r>
          </a:p>
        </p:txBody>
      </p:sp>
      <p:sp>
        <p:nvSpPr>
          <p:cNvPr id="7" name="Line 3" descr="3.  Fill the honey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honey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42038"/>
            <a:ext cx="2095500" cy="161192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ُ" descr="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ٌ" descr="ب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ُو" descr="بُو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تُو" descr="ت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تٌ" descr="ت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تُ" descr="ت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تُ + نۡ" descr="ت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تُ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ابُ" descr="بَا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بَابُ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ابٍ" descr="بَابٍ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بَابٍ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ابٌ" descr="بَاب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بَابٌ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َابٌ" descr="بَا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بَابٌ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الۡقَمَرُ" descr="الۡقَمَر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كَلۡبٌ" descr="كَلۡب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َالَ" descr="قَال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ُ" descr="ي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ُو" descr="يُو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ٌ" descr="ي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ُ" descr="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ٌ" descr="ب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ُو" descr="بُو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تُو" descr="ت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تٌ" descr="ت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تُ" descr="ت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تُ + نۡ" descr="ت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تُ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ابُ" descr="بَا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بَابُ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ابٍ" descr="بَابٍ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بَابٍ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ابٌ" descr="بَاب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بَابٌ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ابٌ" descr="بَا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بَابٌ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الۡقَمَرُ" descr="الۡقَمَر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كَلۡبٌ" descr="كَلۡب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َالَ" descr="قَال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ُ" descr="ي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ُو" descr="يُو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ٌ" descr="ي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onkey Climb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Monkey Climb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monkey reach the banana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Help the monkey reach the bananas!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36" y="2095500"/>
            <a:ext cx="1768929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نُو" descr="ن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7" name="Answer 2 نُ" descr="ن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8" name="Answer 3 نٌ" descr="ن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نُ + نۡ" descr="ن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وَلَدًا" descr="وَلَد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7" name="Answer 2 وَلَدٌ" descr="وَلَد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8" name="Answer 3 وَلَدُ" descr="وَلَد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وَلَدٌ" descr="وَلَ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7" name="Answer 2 سَمَكٌ" descr="سَمَك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8" name="Answer 3 نَامَ" descr="نَام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حُو" descr="ح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7" name="Answer 2 حُ" descr="ح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8" name="Answer 3 حٌ" descr="ح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خٌ" descr="خ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7" name="Answer 2 خُ" descr="خُ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8" name="Answer 3 خُو" descr="خُو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نُو" descr="ن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7" name="Answer 2 نُ" descr="ن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8" name="Answer 3 نٌ" descr="ن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نُ + نۡ" descr="ن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وَلَدًا" descr="وَلَد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7" name="Answer 2 وَلَدٌ" descr="وَلَد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8" name="Answer 3 وَلَدُ" descr="وَلَد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وَلَدٌ" descr="وَلَ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7" name="Answer 2 سَمَكٌ" descr="سَمَك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8" name="Answer 3 نَامَ" descr="نَام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حُو" descr="ح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7" name="Answer 2 حُ" descr="ح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8" name="Answer 3 حٌ" descr="ح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خٌ" descr="خ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7" name="Answer 2 خُ" descr="خُ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8" name="Answer 3 خُو" descr="خُو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ar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8A6CF0"/>
                </a:solidFill>
                <a:latin typeface="Arial"/>
                <a:cs typeface="Arial"/>
              </a:rPr>
              <a:t>How to play: Darts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hrow at the right bo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Throw at the right board.</a:t>
            </a:r>
          </a:p>
        </p:txBody>
      </p:sp>
      <p:sp>
        <p:nvSpPr>
          <p:cNvPr id="7" name="Line 3" descr="3.  Bullseye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Bullseye!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اءُ" descr="مَاء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مَاءُ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اءٍ" descr="مَاءٍ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اءٌ" descr="مَاء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اءٌ" descr="مَاء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فَتَحَ" descr="فَتَح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دۡرَسَةٌ" descr="مَدۡرَسَة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مَدۡرَسَةٌ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دُ" descr="د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دُو" descr="دُو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دٌ" descr="د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دٌ" descr="د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ُ" descr="ذ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ذٌ" descr="ذ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ذُو" descr="ذُو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ذٌ" descr="ذ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ُو" descr="رُو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رٌ" descr="ر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رُ" descr="رُ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رُ + نۡ" descr="ر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اءُ" descr="مَاء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مَاءُ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اءٍ" descr="مَاءٍ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اءٌ" descr="مَاء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َاءٌ" descr="مَاء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فَتَحَ" descr="فَتَح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دۡرَسَةٌ" descr="مَدۡرَسَة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دُ" descr="د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دُو" descr="دُو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دٌ" descr="د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دٌ" descr="د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ُ" descr="ذ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ذٌ" descr="ذ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ذُو" descr="ذُو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ذٌ" descr="ذ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ُو" descr="رُو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رٌ" descr="ر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رُ" descr="رُ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رُ + نۡ" descr="ر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sketball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Basketball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Shoot the right bal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Shoot the right ball.</a:t>
            </a:r>
          </a:p>
        </p:txBody>
      </p:sp>
      <p:sp>
        <p:nvSpPr>
          <p:cNvPr id="7" name="Line 3" descr="3.  Swi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Swish!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يَلۡعَبُ" descr="يَلۡعَب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سَحَابٌ" descr="سَحَاب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الۡبَابُ" descr="الۡبَاب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رُو" descr="ر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رٌ" descr="ر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رُ" descr="ر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زٌ" descr="ز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زُ" descr="زُ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زُو" descr="زُو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زٌ" descr="ز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سٌ" descr="س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سُو" descr="س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سُ" descr="س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سُ + نۡ" descr="س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سُ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مَطَرُ" descr="مَطَر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مَطَرُ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مَطَرٌ" descr="مَطَر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مَطَرٌ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مَطَرًا" descr="مَطَرً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مَطَرٌ" descr="مَط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مَطَرٌ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يَلۡعَبُ" descr="يَلۡعَب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سَحَابٌ" descr="سَحَاب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الۡبَابُ" descr="الۡبَاب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رُو" descr="ر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رٌ" descr="ر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رُ" descr="ر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زٌ" descr="ز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زُ" descr="زُ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زُو" descr="زُو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زٌ" descr="ز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سٌ" descr="س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سُو" descr="س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سُ" descr="س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سُ + نۡ" descr="س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سُ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مَطَرُ" descr="مَطَر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مَطَرُ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َطَرٌ" descr="مَطَر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مَطَرًا" descr="مَطَرً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مَطَرٌ" descr="مَط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مَطَرٌ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Grow a Flow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Grow a Flower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Water the flower until it bloom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Water the flower until it blooms!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792" y="2095500"/>
            <a:ext cx="1005417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سٌ" descr="س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0" name="Answer 2 سُو" descr="س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1" name="Answer 3 سُ" descr="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ٌ" descr="س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ُ" descr="ش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0" name="Answer 2 شُو" descr="شُو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1" name="Answer 3 شٌ" descr="ش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صٌ" descr="ص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0" name="Answer 2 صُو" descr="ص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1" name="Answer 3 صُ" descr="ص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صُ + نۡ" descr="ص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َحۡرٌ" descr="بَح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0" name="Answer 2 بَحۡرُ" descr="بَحۡر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بَحۡرُ</a:t>
            </a:r>
          </a:p>
        </p:txBody>
      </p:sp>
      <p:sp>
        <p:nvSpPr>
          <p:cNvPr id="11" name="Answer 3 بَحۡرٍ" descr="بَحۡر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حۡرٌ" descr="بَح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0" name="Answer 2 جَمَلٌ" descr="جَمَ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1" name="Answer 3 كَتَبَ" descr="كَت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سٌ" descr="س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0" name="Answer 2 سُو" descr="س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1" name="Answer 3 سُ" descr="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ٌ" descr="س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ُ" descr="ش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0" name="Answer 2 شُو" descr="شُو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1" name="Answer 3 شٌ" descr="ش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صٌ" descr="ص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0" name="Answer 2 صُو" descr="ص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1" name="Answer 3 صُ" descr="ص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صُ + نۡ" descr="ص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َحۡرٌ" descr="بَح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0" name="Answer 2 بَحۡرُ" descr="بَحۡر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بَحۡرُ</a:t>
            </a:r>
          </a:p>
        </p:txBody>
      </p:sp>
      <p:sp>
        <p:nvSpPr>
          <p:cNvPr id="11" name="Answer 3 بَحۡرٍ" descr="بَحۡر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حۡرٌ" descr="بَح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0" name="Answer 2 جَمَلٌ" descr="جَمَ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1" name="Answer 3 كَتَبَ" descr="كَت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izza Part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Pizza Party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topping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topping!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ٌ" descr="ض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0" name="Answer 2 ضُو" descr="ض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1" name="Answer 3 ضُ" descr="ض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ٌ" descr="ط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0" name="Answer 2 طُو" descr="ط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1" name="Answer 3 طُ" descr="ط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طُ + نۡ" descr="ط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ُورُ" descr="نُو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نُورُ</a:t>
            </a:r>
          </a:p>
        </p:txBody>
      </p:sp>
      <p:sp>
        <p:nvSpPr>
          <p:cNvPr id="10" name="Answer 2 نُورٌ" descr="نُو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Answer 3 نُورًا" descr="نُور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ُورٌ" descr="نُو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َتَبَ" descr="كَت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0" name="Answer 2 فَتَحَ" descr="فَتَح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نُورٌ" descr="نُو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غُ" descr="غ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0" name="Answer 2 غٌ" descr="غ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1" name="Answer 3 غُو" descr="غ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غٌ" descr="غ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ٌ" descr="ض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0" name="Answer 2 ضُو" descr="ض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1" name="Answer 3 ضُ" descr="ض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ٌ" descr="ط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0" name="Answer 2 طُو" descr="ط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1" name="Answer 3 طُ" descr="ط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طُ + نۡ" descr="ط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ُورُ" descr="نُو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نُورُ</a:t>
            </a:r>
          </a:p>
        </p:txBody>
      </p:sp>
      <p:sp>
        <p:nvSpPr>
          <p:cNvPr id="10" name="Answer 2 نُورٌ" descr="نُو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Answer 3 نُورًا" descr="نُور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ُورٌ" descr="نُو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َتَبَ" descr="كَت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0" name="Answer 2 فَتَحَ" descr="فَتَح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نُورٌ" descr="نُو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غُ" descr="غ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0" name="Answer 2 غٌ" descr="غ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1" name="Answer 3 غُو" descr="غ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غٌ" descr="غ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urtle Tri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Turtle Trip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turtle walk hom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Help the turtle walk home!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49500"/>
            <a:ext cx="2095500" cy="1397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عٌ" descr="ع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1" name="Answer 2 عُ" descr="ع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Answer 3 عُو" descr="ع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عُ + نۡ" descr="ع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عُ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بَيۡتٌ" descr="بَيۡت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1" name="Answer 2 بَيۡتُ" descr="بَيۡت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بَيۡتُ</a:t>
            </a:r>
          </a:p>
        </p:txBody>
      </p:sp>
      <p:sp>
        <p:nvSpPr>
          <p:cNvPr id="12" name="Answer 3 بَيۡتٍ" descr="بَيۡت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يۡتٌ" descr="بَيۡت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نُورٌ" descr="نُور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Answer 2 الۡبَابُ" descr="الۡبَاب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2" name="Answer 3 يَكۡتُبُ" descr="يَكۡتُبُ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قٌ" descr="ق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1" name="Answer 2 قُ" descr="ق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2" name="Answer 3 قُو" descr="ق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ٌ" descr="ق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كُو" descr="كُو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1" name="Answer 2 كٌ" descr="ك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2" name="Answer 3 كُ" descr="ك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ٌ" descr="ك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عٌ" descr="ع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1" name="Answer 2 عُ" descr="ع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Answer 3 عُو" descr="ع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عُ + نۡ" descr="ع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عُ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بَيۡتٌ" descr="بَيۡت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1" name="Answer 2 بَيۡتُ" descr="بَيۡت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بَيۡتُ</a:t>
            </a:r>
          </a:p>
        </p:txBody>
      </p:sp>
      <p:sp>
        <p:nvSpPr>
          <p:cNvPr id="12" name="Answer 3 بَيۡتٍ" descr="بَيۡت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َيۡتٌ" descr="بَيۡت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نُورٌ" descr="نُور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Answer 2 الۡبَابُ" descr="الۡبَاب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2" name="Answer 3 يَكۡتُبُ" descr="يَكۡتُبُ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قٌ" descr="ق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1" name="Answer 2 قُ" descr="ق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2" name="Answer 3 قُو" descr="ق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ٌ" descr="ق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كُو" descr="كُو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1" name="Answer 2 كٌ" descr="ك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2" name="Answer 3 كُ" descr="ك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ٌ" descr="ك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َمَلٍ" descr="جَمَل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جَمَلٍ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َمَلٌ" descr="جَمَل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مَلُ" descr="جَمَل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جَمَلُ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َمَلٌ" descr="جَمَل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الۡبَابُ" descr="الۡبَا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َطَرٌ" descr="مَطَر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مَطَرٌ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َتَبَ" descr="كَتَب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ٌ" descr="ل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ُ" descr="ل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لُو" descr="لُو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لٌ" descr="ل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مُو" descr="م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ُ" descr="م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ٌ" descr="م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ٌ" descr="م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هُو" descr="ه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هٌ" descr="ه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هُ" descr="ه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هُ + نۡ" descr="ه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هُ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َمَلٍ" descr="جَمَل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جَمَلٍ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َمَلٌ" descr="جَمَل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مَلُ" descr="جَمَل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جَمَلُ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َمَلٌ" descr="جَمَل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الۡبَابُ" descr="الۡبَا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َطَرٌ" descr="مَطَر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مَطَرٌ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َتَبَ" descr="كَتَب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ٌ" descr="ل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ُ" descr="ل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لُو" descr="لُو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لٌ" descr="ل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مُو" descr="م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ُ" descr="م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ٌ" descr="م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ٌ" descr="م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هُو" descr="ه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هٌ" descr="ه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هُ" descr="ه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هُ + نۡ" descr="ه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هُ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فَتَحَ" descr="فَتَح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7" name="Answer 2 يَكۡتُبُ" descr="يَكۡتُب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8" name="Answer 3 مَاءٌ" descr="مَاء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هُ" descr="ه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7" name="Answer 2 هُو" descr="ه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8" name="Answer 3 هٌ" descr="ه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وُ" descr="و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7" name="Answer 2 وٌ" descr="و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8" name="Answer 3 وُو" descr="وُو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وٌ" descr="و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بُ" descr="ب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7" name="Answer 2 بُو" descr="ب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8" name="Answer 3 بٌ" descr="ب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بُ + نۡ" descr="ب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بُ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شَجَرٌ" descr="شَجَر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7" name="Answer 2 شَجَرٍ" descr="شَج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8" name="Answer 3 شَجَرُ" descr="شَجَرُ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شَجَرٌ" descr="شَج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فَتَحَ" descr="فَتَح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7" name="Answer 2 يَكۡتُبُ" descr="يَكۡتُب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8" name="Answer 3 مَاءٌ" descr="مَاء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هُ" descr="ه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7" name="Answer 2 هُو" descr="ه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8" name="Answer 3 هٌ" descr="ه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وُ" descr="و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7" name="Answer 2 وٌ" descr="و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8" name="Answer 3 وُو" descr="وُو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وٌ" descr="و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بُ" descr="ب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7" name="Answer 2 بُو" descr="ب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8" name="Answer 3 بٌ" descr="ب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بُ + نۡ" descr="ب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بُ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شَجَرٌ" descr="شَجَر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7" name="Answer 2 شَجَرٍ" descr="شَج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8" name="Answer 3 شَجَرُ" descr="شَجَرُ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َجَرٌ" descr="شَج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ُو" descr="بُو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ٌ" descr="ب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ُ" descr="بُ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تُ" descr="ت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تٌ" descr="ت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تُو" descr="تُو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ثُو" descr="ثُو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ثٌ" descr="ث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ثُ" descr="ثُ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ثُ + نۡ" descr="ث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ِنَبُ" descr="عِنَب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عِنَبُ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نَبٍ" descr="عِنَبٍ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نَبٌ" descr="عِنَب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ِنَبٌ" descr="عِنَ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كَلۡبٌ" descr="كَلۡب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َامَ" descr="نَام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سَمِعَ" descr="سَمِعَ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ُو" descr="بُو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ٌ" descr="ب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ُ" descr="بُ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تُ" descr="ت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تٌ" descr="ت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تُو" descr="تُو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ثُو" descr="ثُو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ثٌ" descr="ث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ثُ" descr="ثُ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ثُ + نۡ" descr="ث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ِنَبُ" descr="عِنَب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عِنَبُ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نَبٍ" descr="عِنَبٍ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نَبٌ" descr="عِنَب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ِنَبٌ" descr="عِنَ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كَلۡبٌ" descr="كَلۡب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َامَ" descr="نَام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سَمِعَ" descr="سَمِعَ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ُو" descr="ن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ٌ" descr="ن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ُ" descr="ن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نٌ" descr="ن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يٌ" descr="ي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يُو" descr="ي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يُ" descr="ي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يُ + نۡ" descr="ي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يُ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قَلۡبٌ" descr="قَلۡب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قَلۡبُ" descr="قَلۡبُ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قَلۡبُ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قَلۡبًا" descr="قَلۡب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قَلۡبٌ" descr="قَل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كَتَبَ" descr="كَتَ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جَلَسَ" descr="جَلَس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كِتَابٌ" descr="كِتَاب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خٌ" descr="خ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خُو" descr="خ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خُ" descr="خ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ُو" descr="ن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ٌ" descr="ن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ُ" descr="ن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نٌ" descr="ن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يٌ" descr="ي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يُو" descr="ي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يُ" descr="ي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يُ + نۡ" descr="ي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يُ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قَلۡبٌ" descr="قَلۡب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قَلۡبُ" descr="قَلۡبُ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قَلۡبًا" descr="قَلۡب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قَلۡبٌ" descr="قَل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كَتَبَ" descr="كَتَ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جَلَسَ" descr="جَلَس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كِتَابٌ" descr="كِتَاب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خٌ" descr="خ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خُو" descr="خ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خُ" descr="خ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ُ" descr="ح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Answer 2 حٌ" descr="ح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Answer 3 حُو" descr="ح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حُ + نۡ" descr="ح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َجَرَةً" descr="شَجَرَةً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10" name="Answer 2 شَجَرَةُ" descr="شَجَرَة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شَجَرَةُ</a:t>
            </a:r>
          </a:p>
        </p:txBody>
      </p:sp>
      <p:sp>
        <p:nvSpPr>
          <p:cNvPr id="11" name="Answer 3 شَجَرَةٌ" descr="شَجَر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َجَرَةٌ" descr="شَجَر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طَعَامٌ" descr="طَعَا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10" name="Answer 2 ذَهَبَ" descr="ذَهَ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Answer 3 كَتَبَ" descr="كَتَ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ُو" descr="ذ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0" name="Answer 2 ذُ" descr="ذ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Answer 3 ذٌ" descr="ذ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ٌ" descr="ذ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رُو" descr="ر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Answer 2 رُ" descr="ر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1" name="Answer 3 رٌ" descr="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ُ" descr="ح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Answer 2 حٌ" descr="ح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Answer 3 حُو" descr="ح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حُ + نۡ" descr="ح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َجَرَةً" descr="شَجَرَةً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10" name="Answer 2 شَجَرَةُ" descr="شَجَرَة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شَجَرَةُ</a:t>
            </a:r>
          </a:p>
        </p:txBody>
      </p:sp>
      <p:sp>
        <p:nvSpPr>
          <p:cNvPr id="11" name="Answer 3 شَجَرَةٌ" descr="شَجَر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َجَرَةٌ" descr="شَجَر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طَعَامٌ" descr="طَعَا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10" name="Answer 2 ذَهَبَ" descr="ذَهَ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Answer 3 كَتَبَ" descr="كَتَ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ُو" descr="ذ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0" name="Answer 2 ذُ" descr="ذ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Answer 3 ذٌ" descr="ذ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ٌ" descr="ذ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رُو" descr="ر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Answer 2 رُ" descr="ر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1" name="Answer 3 رٌ" descr="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َمَاءً" descr="سَمَاءً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0" name="Answer 2 سَمَاءُ" descr="سَمَاء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سَمَاءُ</a:t>
            </a:r>
          </a:p>
        </p:txBody>
      </p:sp>
      <p:sp>
        <p:nvSpPr>
          <p:cNvPr id="11" name="Answer 3 سَمَاءٌ" descr="سَمَاء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َمَاءٌ" descr="سَمَاء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َاءٌ" descr="مَاء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0" name="Answer 2 كَتَبَ" descr="كَتَ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1" name="Answer 3 فَتَحَ" descr="فَتَح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زُو" descr="ز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0" name="Answer 2 زُ" descr="ز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1" name="Answer 3 زٌ" descr="ز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زٌ" descr="ز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ُو" descr="س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0" name="Answer 2 سٌ" descr="س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1" name="Answer 3 سُ" descr="س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ٌ" descr="س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ُو" descr="ش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0" name="Answer 2 شٌ" descr="ش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1" name="Answer 3 شُ" descr="ش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شُ + نۡ" descr="ش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َمَاءً" descr="سَمَاءً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0" name="Answer 2 سَمَاءُ" descr="سَمَاء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سَمَاءُ</a:t>
            </a:r>
          </a:p>
        </p:txBody>
      </p:sp>
      <p:sp>
        <p:nvSpPr>
          <p:cNvPr id="11" name="Answer 3 سَمَاءٌ" descr="سَمَاء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َمَاءٌ" descr="سَمَاء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َاءٌ" descr="مَاء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0" name="Answer 2 كَتَبَ" descr="كَتَ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1" name="Answer 3 فَتَحَ" descr="فَتَح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زُو" descr="ز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0" name="Answer 2 زُ" descr="ز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1" name="Answer 3 زٌ" descr="ز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زٌ" descr="ز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ُو" descr="س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0" name="Answer 2 سٌ" descr="س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1" name="Answer 3 سُ" descr="س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ٌ" descr="س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ُو" descr="ش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0" name="Answer 2 شٌ" descr="ش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1" name="Answer 3 شُ" descr="ش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شُ + نۡ" descr="ش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سَمِعَ" descr="سَمِع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1" name="Answer 2 قَمَرٌ" descr="قَمَر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2" name="Answer 3 ذَهَبَ" descr="ذَهَب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شُو" descr="شُو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1" name="Answer 2 شٌ" descr="ش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2" name="Answer 3 شُ" descr="ش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صُ" descr="ص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1" name="Answer 2 صُو" descr="صُو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2" name="Answer 3 صٌ" descr="ص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ضٌ" descr="ض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1" name="Answer 2 ضُو" descr="ضُو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Answer 3 ضُ" descr="ضُ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ضُ + نۡ" descr="ض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ضُ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قَمَرُ" descr="قَمَر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قَمَرُ</a:t>
            </a:r>
          </a:p>
        </p:txBody>
      </p:sp>
      <p:sp>
        <p:nvSpPr>
          <p:cNvPr id="11" name="Answer 2 قَمَرٍ" descr="قَمَر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2" name="Answer 3 قَمَرٌ" descr="قَمَر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َمَرٌ" descr="قَم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سَمِعَ" descr="سَمِع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1" name="Answer 2 قَمَرٌ" descr="قَمَر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2" name="Answer 3 ذَهَبَ" descr="ذَهَب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شُو" descr="شُو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1" name="Answer 2 شٌ" descr="ش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2" name="Answer 3 شُ" descr="ش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صُ" descr="ص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1" name="Answer 2 صُو" descr="صُو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2" name="Answer 3 صٌ" descr="ص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ضٌ" descr="ض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1" name="Answer 2 ضُو" descr="ضُو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Answer 3 ضُ" descr="ضُ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ضُ + نۡ" descr="ض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ضُ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قَمَرُ" descr="قَمَر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قَمَرُ</a:t>
            </a:r>
          </a:p>
        </p:txBody>
      </p:sp>
      <p:sp>
        <p:nvSpPr>
          <p:cNvPr id="11" name="Answer 2 قَمَرٍ" descr="قَمَر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2" name="Answer 3 قَمَرٌ" descr="قَمَر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َمَرٌ" descr="قَم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ضٌ" descr="ض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ُو" descr="ضُو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ُ" descr="ضُ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ُو" descr="ط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ُ" descr="ط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ٌ" descr="ط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ٌ" descr="ط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ظُو" descr="ظ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ظٌ" descr="ظ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ظُ" descr="ظ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ظُ + نۡ" descr="ظ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ظُ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َجَرَةٌ" descr="شَجَرَة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جَرَةً" descr="شَجَرَةً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َجَرَةُ" descr="شَجَرَةُ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َجَرَةٌ" descr="شَجَر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الۡبَابُ" descr="الۡبَا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رِبَ" descr="شَرِب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بَلٌ" descr="جَبَل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ضٌ" descr="ض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ُو" descr="ضُو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ُ" descr="ضُ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ُو" descr="ط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ُ" descr="ط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ٌ" descr="ط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ٌ" descr="ط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ظُو" descr="ظ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ظٌ" descr="ظ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ظُ" descr="ظ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ظُ + نۡ" descr="ظ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ظُ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َجَرَةٌ" descr="شَجَرَة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جَرَةً" descr="شَجَرَةً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َجَرَةُ" descr="شَجَرَةُ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َجَرَةٌ" descr="شَجَر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الۡبَابُ" descr="الۡبَا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رِبَ" descr="شَرِب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بَلٌ" descr="جَبَل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عُو" descr="ع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7" name="Answer 2 عُ" descr="ع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8" name="Answer 3 عٌ" descr="ع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غُ" descr="غ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7" name="Answer 2 غٌ" descr="غ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8" name="Answer 3 غُو" descr="غُو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غُ + نۡ" descr="غ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غُ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حِصَانًا" descr="حِصَان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7" name="Answer 2 حِصَانُ" descr="حِصَان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حِصَانُ</a:t>
            </a:r>
          </a:p>
        </p:txBody>
      </p:sp>
      <p:sp>
        <p:nvSpPr>
          <p:cNvPr id="8" name="Answer 3 حِصَانٌ" descr="حِصَان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ِصَانٌ" descr="حِصَان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قَالَ" descr="قَال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7" name="Answer 2 كِتَابٌ" descr="كِتَاب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8" name="Answer 3 يَلۡعَبُ" descr="يَلۡعَب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كٌ" descr="ك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7" name="Answer 2 كُ" descr="كُ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8" name="Answer 3 كُو" descr="كُو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كٌ" descr="ك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عُو" descr="ع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7" name="Answer 2 عُ" descr="ع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8" name="Answer 3 عٌ" descr="ع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غُ" descr="غ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7" name="Answer 2 غٌ" descr="غ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8" name="Answer 3 غُو" descr="غُو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غُ + نۡ" descr="غ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غُ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حِصَانًا" descr="حِصَان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7" name="Answer 2 حِصَانُ" descr="حِصَان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حِصَانُ</a:t>
            </a:r>
          </a:p>
        </p:txBody>
      </p:sp>
      <p:sp>
        <p:nvSpPr>
          <p:cNvPr id="8" name="Answer 3 حِصَانٌ" descr="حِصَان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ِصَانٌ" descr="حِصَان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قَالَ" descr="قَال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7" name="Answer 2 كِتَابٌ" descr="كِتَاب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8" name="Answer 3 يَلۡعَبُ" descr="يَلۡعَب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كٌ" descr="ك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7" name="Answer 2 كُ" descr="كُ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8" name="Answer 3 كُو" descr="كُو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ٌ" descr="ك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lock Tower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8A6CF0"/>
                </a:solidFill>
                <a:latin typeface="Arial"/>
                <a:cs typeface="Arial"/>
              </a:rPr>
              <a:t>How to play: Block Tower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tower of 5 block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tower of 5 blocks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750" y="2095500"/>
            <a:ext cx="15875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جۡمٌ" descr="نَجۡ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ٌ" descr="جَب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رَجُلٌ" descr="رَجُ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ٌ" descr="حِصَان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ٌ" descr="جَب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رَجُلٌ" descr="رَجُ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ٌ" descr="حِصَان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وَلَدٌ" descr="و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رَجُلٌ" descr="رَجُ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ٌ" descr="حِصَان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وَلَدٌ" descr="و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ٌ" descr="شَجَ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ٌ" descr="حِصَان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وَلَدٌ" descr="و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ٌ" descr="شَجَ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ٌ" descr="بَحۡ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ٌ" descr="حِصَان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وَلَدٌ" descr="و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ٌ" descr="شَجَ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ٌ" descr="بَحۡ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ٌ" descr="جَم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قٌ" descr="ق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ُ" descr="قُ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ُو" descr="قُو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قُ + نۡ" descr="ق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 + نۡ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ِنَبٌ" descr="عِنَب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نَبٍ" descr="عِنَب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نَبُ" descr="عِنَبُ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عِنَبُ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ِنَبٌ" descr="عِنَ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َمَرٌ" descr="قَمَر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جَلَسَ" descr="جَلَس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ٌ" descr="م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ُ" descr="مُ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ُو" descr="مُو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ٌ" descr="م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هٌ" descr="ه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هُو" descr="هُو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هُ" descr="هُ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قٌ" descr="ق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ُ" descr="قُ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ُو" descr="قُو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قُ + نۡ" descr="ق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ِنَبٌ" descr="عِنَب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نَبٍ" descr="عِنَب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نَبُ" descr="عِنَبُ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عِنَبُ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ِنَبٌ" descr="عِنَ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َمَرٌ" descr="قَمَر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جَلَسَ" descr="جَلَس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ٌ" descr="م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ُ" descr="مُ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ُو" descr="مُو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ٌ" descr="م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هٌ" descr="ه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هُو" descr="هُو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هُ" descr="هُ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وَلَدُ" descr="وَلَد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وَلَدُ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وَلَدٌ" descr="وَلَد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وَلَدٍ" descr="وَلَدٍ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وَلَدٌ" descr="وَلَ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نَامَ" descr="نَام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يَلۡعَبُ" descr="يَلۡعَ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نُورٌ" descr="نُور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وُو" descr="و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وٌ" descr="و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وُ" descr="و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وٌ" descr="و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بُو" descr="ب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بُ" descr="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بٌ" descr="ب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تُو" descr="ت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تٌ" descr="ت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تُ" descr="ت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تُ + نۡ" descr="ت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تُ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وَلَدُ" descr="وَلَد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وَلَدُ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وَلَدٌ" descr="وَلَد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وَلَدٍ" descr="وَلَدٍ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وَلَدٌ" descr="وَلَ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َامَ" descr="نَام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يَلۡعَبُ" descr="يَلۡعَ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ُورٌ" descr="نُور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وُو" descr="و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وٌ" descr="و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وُ" descr="و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وٌ" descr="و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بُو" descr="ب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بُ" descr="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بٌ" descr="ب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تُو" descr="ت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تٌ" descr="ت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تُ" descr="ت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تُ + نۡ" descr="ت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تُ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َجَرٌ" descr="شَج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0" name="Answer 2 نَامَ" descr="نَا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3 فَتَحَ" descr="فَتَح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تُ" descr="ت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0" name="Answer 2 تُو" descr="تُو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1" name="Answer 3 تٌ" descr="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ثٌ" descr="ث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0" name="Answer 2 ثُو" descr="ث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1" name="Answer 3 ثُ" descr="ث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ٌ" descr="ث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ُو" descr="ن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0" name="Answer 2 نُ" descr="ن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Answer 3 نٌ" descr="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نُ + نۡ" descr="ن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جَبَلًا" descr="جَبَل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0" name="Answer 2 جَبَلُ" descr="جَبَل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جَبَلُ</a:t>
            </a:r>
          </a:p>
        </p:txBody>
      </p:sp>
      <p:sp>
        <p:nvSpPr>
          <p:cNvPr id="11" name="Answer 3 جَبَلٌ" descr="جَب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َبَلٌ" descr="جَبَل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َجَرٌ" descr="شَج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0" name="Answer 2 نَامَ" descr="نَا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3 فَتَحَ" descr="فَتَح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تُ" descr="ت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0" name="Answer 2 تُو" descr="تُو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1" name="Answer 3 تٌ" descr="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ثٌ" descr="ث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0" name="Answer 2 ثُو" descr="ث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1" name="Answer 3 ثُ" descr="ث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ٌ" descr="ث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ُو" descr="ن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0" name="Answer 2 نُ" descr="ن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Answer 3 نٌ" descr="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نُ + نۡ" descr="ن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جَبَلًا" descr="جَبَل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0" name="Answer 2 جَبَلُ" descr="جَبَل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جَبَلُ</a:t>
            </a:r>
          </a:p>
        </p:txBody>
      </p:sp>
      <p:sp>
        <p:nvSpPr>
          <p:cNvPr id="11" name="Answer 3 جَبَلٌ" descr="جَب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َبَلٌ" descr="جَبَل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ُ" descr="ن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0" name="Answer 2 نٌ" descr="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Answer 3 نُو" descr="ن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ٌ" descr="ن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يٌ" descr="ي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0" name="Answer 2 يُ" descr="ي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1" name="Answer 3 يُو" descr="ي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ٌ" descr="ج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0" name="Answer 2 جُو" descr="ج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1" name="Answer 3 جُ" descr="ج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جُ + نۡ" descr="ج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َلۡبٌ" descr="كَلۡ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0" name="Answer 2 كَلۡبًا" descr="كَلۡب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11" name="Answer 3 كَلۡبُ" descr="كَلۡ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كَلۡبٌ" descr="كَل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0" name="Answer 2 شَجَرَةٌ" descr="شَجَر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1" name="Answer 3 فَتَحَ" descr="فَتَح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ُ" descr="ن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0" name="Answer 2 نٌ" descr="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Answer 3 نُو" descr="ن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ٌ" descr="ن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يٌ" descr="ي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0" name="Answer 2 يُ" descr="ي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1" name="Answer 3 يُو" descr="ي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ٌ" descr="ج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0" name="Answer 2 جُو" descr="ج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1" name="Answer 3 جُ" descr="ج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جُ + نۡ" descr="ج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َلۡبٌ" descr="كَلۡ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0" name="Answer 2 كَلۡبًا" descr="كَلۡب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11" name="Answer 3 كَلۡبُ" descr="كَلۡ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َلۡبٌ" descr="كَل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0" name="Answer 2 شَجَرَةٌ" descr="شَجَر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1" name="Answer 3 فَتَحَ" descr="فَتَح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حُ" descr="ح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1" name="Answer 2 حُو" descr="حُو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Answer 3 حٌ" descr="ح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خُو" descr="خُو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1" name="Answer 2 خٌ" descr="خ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2" name="Answer 3 خُ" descr="خ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خُ + نۡ" descr="خ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خُ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نُورٌ" descr="نُور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Answer 2 نُورٍ" descr="نُور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2" name="Answer 3 نُورُ" descr="نُورُ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ُورٌ" descr="نُو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مَاءٌ" descr="مَاء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1" name="Answer 2 شَرِبَ" descr="شَرِبَ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2" name="Answer 3 قَالَ" descr="قَال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رٌ" descr="ر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Answer 2 رُ" descr="ر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Answer 3 رُو" descr="ر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حُ" descr="ح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1" name="Answer 2 حُو" descr="حُو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Answer 3 حٌ" descr="ح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خُو" descr="خُو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1" name="Answer 2 خٌ" descr="خ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2" name="Answer 3 خُ" descr="خ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خُ + نۡ" descr="خ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خُ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نُورٌ" descr="نُور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Answer 2 نُورٍ" descr="نُور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2" name="Answer 3 نُورُ" descr="نُورُ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ُورٌ" descr="نُو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مَاءٌ" descr="مَاء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1" name="Answer 2 شَرِبَ" descr="شَرِبَ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2" name="Answer 3 قَالَ" descr="قَال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رٌ" descr="ر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Answer 2 رُ" descr="ر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Answer 3 رُو" descr="ر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ُو" descr="ذ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ذٌ" descr="ذ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ُ" descr="ذ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ذُ + نۡ" descr="ذ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ذُ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َجَرُ" descr="شَجَر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شَجَرُ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جَرًا" descr="شَجَرً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َجَرٌ" descr="شَجَر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َجَرٌ" descr="شَج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حۡرٌ" descr="بَحۡر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رِبَ" descr="شَرِبَ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َالَ" descr="قَال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سُ" descr="س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ٌ" descr="س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ُو" descr="سُو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ٌ" descr="س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ُ" descr="ش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ُو" descr="شُو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ٌ" descr="ش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ُو" descr="ذ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ذٌ" descr="ذ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ُ" descr="ذ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ذُ + نۡ" descr="ذ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ذُ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َجَرُ" descr="شَجَر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شَجَرُ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جَرًا" descr="شَجَرً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َجَرٌ" descr="شَجَر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َجَرٌ" descr="شَج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حۡرٌ" descr="بَحۡر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رِبَ" descr="شَرِبَ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َالَ" descr="قَال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سُ" descr="س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ٌ" descr="س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ُو" descr="سُو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ٌ" descr="س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ُ" descr="ش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ُو" descr="شُو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ٌ" descr="ش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بَحۡرٌ" descr="بَحۡر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7" name="Answer 2 بَحۡرُ" descr="بَحۡرُ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بَحۡرُ</a:t>
            </a:r>
          </a:p>
        </p:txBody>
      </p:sp>
      <p:sp>
        <p:nvSpPr>
          <p:cNvPr id="8" name="Answer 3 بَحۡرٍ" descr="بَحۡر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بَحۡرٌ" descr="بَح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قَالَ" descr="قَال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7" name="Answer 2 سَمَاءٌ" descr="سَمَاء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8" name="Answer 3 الۡقَمَرُ" descr="الۡقَمَر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صُو" descr="ص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7" name="Answer 2 صُ" descr="ص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8" name="Answer 3 صٌ" descr="ص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ضُ" descr="ض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7" name="Answer 2 ضٌ" descr="ض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8" name="Answer 3 ضُو" descr="ضُو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طُو" descr="ط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7" name="Answer 2 طٌ" descr="ط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8" name="Answer 3 طُ" descr="ط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طُ + نۡ" descr="ط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بَحۡرٌ" descr="بَحۡر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7" name="Answer 2 بَحۡرُ" descr="بَحۡرُ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بَحۡرُ</a:t>
            </a:r>
          </a:p>
        </p:txBody>
      </p:sp>
      <p:sp>
        <p:nvSpPr>
          <p:cNvPr id="8" name="Answer 3 بَحۡرٍ" descr="بَحۡر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بَحۡرٌ" descr="بَح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قَالَ" descr="قَال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7" name="Answer 2 سَمَاءٌ" descr="سَمَاء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8" name="Answer 3 الۡقَمَرُ" descr="الۡقَمَر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صُو" descr="ص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7" name="Answer 2 صُ" descr="ص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8" name="Answer 3 صٌ" descr="ص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ضُ" descr="ض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7" name="Answer 2 ضٌ" descr="ض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8" name="Answer 3 ضُو" descr="ضُو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طُو" descr="ط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7" name="Answer 2 طٌ" descr="ط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8" name="Answer 3 طُ" descr="ط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طُ + نۡ" descr="ط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وَلَدٌ" descr="وَلَد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َالَ" descr="قَال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ٌ" descr="ط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ُو" descr="طُو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طُ" descr="طُ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طٌ" descr="ط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ظٌ" descr="ظ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ظُ" descr="ظُ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ظُو" descr="ظُو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ظٌ" descr="ظ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ُو" descr="عُو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ُ" descr="عُ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ٌ" descr="ع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عُ + نۡ" descr="ع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َلَدٍ" descr="بَلَد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َلَدُ" descr="بَلَدُ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بَلَدُ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َلَدٌ" descr="بَلَد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بَلَدٌ" descr="بَلَ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وَلَدٌ" descr="وَلَد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َالَ" descr="قَال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ٌ" descr="ط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ُو" descr="طُو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طُ" descr="طُ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طٌ" descr="ط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ظٌ" descr="ظ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ظُ" descr="ظُ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ظُو" descr="ظُو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ظٌ" descr="ظ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ُو" descr="عُو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ُ" descr="عُ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ٌ" descr="ع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عُ + نۡ" descr="ع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َلَدٍ" descr="بَلَد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َلَدُ" descr="بَلَدُ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بَلَدُ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َلَدٌ" descr="بَلَد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بَلَدٌ" descr="بَلَ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ٌ" descr="ع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ُو" descr="ع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عُ" descr="ع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غٌ" descr="غ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غُو" descr="غ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غُ" descr="غ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غٌ" descr="غ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فُو" descr="ف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فُ" descr="ف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فٌ" descr="ف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فُ + نۡ" descr="ف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حِصَانٍ" descr="حِصَان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حِصَانٌ" descr="حِصَان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حِصَانُ" descr="حِصَان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حِصَانٌ" descr="حِصَان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جَمَلٌ" descr="جَمَل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نَامَ" descr="نَامَ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الۡبَابُ" descr="الۡبَاب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ٌ" descr="ع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ُو" descr="ع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عُ" descr="ع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غٌ" descr="غ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غُو" descr="غُو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غُ" descr="غ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غٌ" descr="غ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فُو" descr="فُو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فُ" descr="ف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فٌ" descr="ف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فُ + نۡ" descr="ف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حِصَانٍ" descr="حِصَان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حِصَانٌ" descr="حِصَان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حِصَانُ" descr="حِصَانُ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حِصَانٌ" descr="حِصَان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جَمَلٌ" descr="جَمَل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َامَ" descr="نَامَ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الۡبَابُ" descr="الۡبَابُ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ُو" descr="ق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0" name="Answer 2 قٌ" descr="ق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1" name="Answer 3 قُ" descr="ق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ٌ" descr="ق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ُ" descr="ك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0" name="Answer 2 كُو" descr="كُو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1" name="Answer 3 كٌ" descr="ك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كُ + نۡ" descr="ك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مَاءُ" descr="مَاء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مَاءُ</a:t>
            </a:r>
          </a:p>
        </p:txBody>
      </p:sp>
      <p:sp>
        <p:nvSpPr>
          <p:cNvPr id="10" name="Answer 2 مَاءٌ" descr="مَاء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1" name="Answer 3 مَاءٍ" descr="مَاء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َاءٌ" descr="مَاء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َيۡتٌ" descr="بَيۡت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0" name="Answer 2 فَتَحَ" descr="فَتَ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يَكۡتُبُ" descr="يَكۡتُ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هُو" descr="ه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0" name="Answer 2 هٌ" descr="ه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1" name="Answer 3 هُ" descr="ه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ُو" descr="ق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0" name="Answer 2 قٌ" descr="ق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1" name="Answer 3 قُ" descr="ق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ٌ" descr="ق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ُ" descr="ك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0" name="Answer 2 كُو" descr="كُو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1" name="Answer 3 كٌ" descr="ك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كُ + نۡ" descr="ك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مَاءُ" descr="مَاء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مَاءُ</a:t>
            </a:r>
          </a:p>
        </p:txBody>
      </p:sp>
      <p:sp>
        <p:nvSpPr>
          <p:cNvPr id="10" name="Answer 2 مَاءٌ" descr="مَاء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1" name="Answer 3 مَاءٍ" descr="مَاء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اءٌ" descr="مَاء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َيۡتٌ" descr="بَيۡت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0" name="Answer 2 فَتَحَ" descr="فَتَ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يَكۡتُبُ" descr="يَكۡتُ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هُو" descr="ه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0" name="Answer 2 هٌ" descr="ه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1" name="Answer 3 هُ" descr="ه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ُ" descr="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Answer 2 مٌ" descr="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Answer 3 مُو" descr="م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مُ + نۡ" descr="م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َيۡتُ" descr="بَيۡت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بَيۡتُ</a:t>
            </a:r>
          </a:p>
        </p:txBody>
      </p:sp>
      <p:sp>
        <p:nvSpPr>
          <p:cNvPr id="10" name="Answer 2 بَيۡتًا" descr="بَيۡت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1" name="Answer 3 بَيۡتٌ" descr="بَي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يۡتٌ" descr="بَيۡت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َتَبَ" descr="كَت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0" name="Answer 2 فَتَحَ" descr="فَتَح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ٌ" descr="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0" name="Answer 2 بُ" descr="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1" name="Answer 3 بُو" descr="ب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تُ" descr="ت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0" name="Answer 2 تُو" descr="تُو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1" name="Answer 3 تٌ" descr="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ُ" descr="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Answer 2 مٌ" descr="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Answer 3 مُو" descr="م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مُ + نۡ" descr="م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َيۡتُ" descr="بَيۡت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بَيۡتُ</a:t>
            </a:r>
          </a:p>
        </p:txBody>
      </p:sp>
      <p:sp>
        <p:nvSpPr>
          <p:cNvPr id="10" name="Answer 2 بَيۡتًا" descr="بَيۡت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1" name="Answer 3 بَيۡتٌ" descr="بَي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يۡتٌ" descr="بَيۡت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َتَبَ" descr="كَت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0" name="Answer 2 فَتَحَ" descr="فَتَح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ٌ" descr="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0" name="Answer 2 بُ" descr="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1" name="Answer 3 بُو" descr="ب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تُ" descr="ت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0" name="Answer 2 تُو" descr="تُو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1" name="Answer 3 تٌ" descr="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وَلَدٌ" descr="وَلَد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1" name="Answer 2 وَلَدُ" descr="وَلَد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وَلَدُ</a:t>
            </a:r>
          </a:p>
        </p:txBody>
      </p:sp>
      <p:sp>
        <p:nvSpPr>
          <p:cNvPr id="12" name="Answer 3 وَلَدٍ" descr="وَلَد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وَلَدٌ" descr="وَلَ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فَتَحَ" descr="فَتَح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2 كِتَابٌ" descr="كِتَاب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2" name="Answer 3 شَرِبَ" descr="شَرِب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ثٌ" descr="ث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1" name="Answer 2 ثُو" descr="ثُو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2" name="Answer 3 ثُ" descr="ثُ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ٌ" descr="ث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نٌ" descr="ن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Answer 2 نُ" descr="ن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Answer 3 نُو" descr="ن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ٌ" descr="ن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يٌ" descr="ي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1" name="Answer 2 يُ" descr="ي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Answer 3 يُو" descr="ي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يُ + نۡ" descr="ي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يُ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وَلَدٌ" descr="وَلَد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1" name="Answer 2 وَلَدُ" descr="وَلَد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وَلَدُ</a:t>
            </a:r>
          </a:p>
        </p:txBody>
      </p:sp>
      <p:sp>
        <p:nvSpPr>
          <p:cNvPr id="12" name="Answer 3 وَلَدٍ" descr="وَلَد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وَلَدٌ" descr="وَلَ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فَتَحَ" descr="فَتَح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2 كِتَابٌ" descr="كِتَاب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2" name="Answer 3 شَرِبَ" descr="شَرِب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ثٌ" descr="ث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1" name="Answer 2 ثُو" descr="ثُو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2" name="Answer 3 ثُ" descr="ثُ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ثٌ" descr="ث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نٌ" descr="ن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Answer 2 نُ" descr="ن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Answer 3 نُو" descr="ن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ٌ" descr="ن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يٌ" descr="ي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1" name="Answer 2 يُ" descr="ي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Answer 3 يُو" descr="يُو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يُ + نۡ" descr="ي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يُ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نَجۡمٌ" descr="نَجۡم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الۡبَابُ" descr="الۡبَاب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َمِعَ" descr="سَمِع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ُو" descr="ي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ُ" descr="ي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ٌ" descr="ي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ٌ" descr="ج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ُ" descr="ج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ُو" descr="جُو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ٌ" descr="ج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ٌ" descr="ح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ُ" descr="ح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ُو" descr="حُو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حُ + نۡ" descr="ح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حۡرُ" descr="بَحۡر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حۡرٌ" descr="بَحۡر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حۡرٍ" descr="بَحۡر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َحۡرٌ" descr="بَح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نَجۡمٌ" descr="نَجۡم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الۡبَابُ" descr="الۡبَاب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َمِعَ" descr="سَمِع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ُو" descr="يُو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ُ" descr="ي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ٌ" descr="ي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ٌ" descr="ج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ُ" descr="ج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ُو" descr="جُو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ٌ" descr="ج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ٌ" descr="ح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ُ" descr="ح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ُو" descr="حُو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حُ + نۡ" descr="ح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حۡرُ" descr="بَحۡر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حۡرٌ" descr="بَحۡر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حۡرٍ" descr="بَحۡر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حۡرٌ" descr="بَح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ُ" descr="ح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7" name="Answer 2 حُو" descr="ح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8" name="Answer 3 حٌ" descr="ح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خُو" descr="خ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7" name="Answer 2 خُ" descr="خ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8" name="Answer 3 خٌ" descr="خ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دُ" descr="د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7" name="Answer 2 دُو" descr="د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8" name="Answer 3 دٌ" descr="د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دُ + نۡ" descr="د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دُ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رَجُلُ" descr="رَجُل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رَجُلُ</a:t>
            </a:r>
          </a:p>
        </p:txBody>
      </p:sp>
      <p:sp>
        <p:nvSpPr>
          <p:cNvPr id="7" name="Answer 2 رَجُلٌ" descr="رَجُل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8" name="Answer 3 رَجُلٍ" descr="رَجُل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رَجُلٌ" descr="رَجُل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قَمَرٌ" descr="قَمَر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7" name="Answer 2 فَتَحَ" descr="فَتَح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8" name="Answer 3 قَالَ" descr="قَال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ُ" descr="ح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7" name="Answer 2 حُو" descr="ح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8" name="Answer 3 حٌ" descr="ح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خُو" descr="خُو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7" name="Answer 2 خُ" descr="خ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8" name="Answer 3 خٌ" descr="خ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دُ" descr="د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7" name="Answer 2 دُو" descr="د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8" name="Answer 3 دٌ" descr="د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دُ + نۡ" descr="د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دُ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رَجُلُ" descr="رَجُل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رَجُلُ</a:t>
            </a:r>
          </a:p>
        </p:txBody>
      </p:sp>
      <p:sp>
        <p:nvSpPr>
          <p:cNvPr id="7" name="Answer 2 رَجُلٌ" descr="رَجُل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8" name="Answer 3 رَجُلٍ" descr="رَجُل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رَجُلٌ" descr="رَجُل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قَمَرٌ" descr="قَمَر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7" name="Answer 2 فَتَحَ" descr="فَتَح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8" name="Answer 3 قَالَ" descr="قَال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ٌ" descr="مَاء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رَجُلٌ" descr="رَجُ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لَدٌ" descr="ب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كۡتَبَةٌ" descr="مَكۡتَب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رَجُلٌ" descr="رَجُ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لَدٌ" descr="ب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كۡتَبَةٌ" descr="مَكۡتَب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وَلَدٌ" descr="و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لَدٌ" descr="ب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كۡتَبَةٌ" descr="مَكۡتَب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وَلَدٌ" descr="و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ٌ" descr="جَم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كۡتَبَةٌ" descr="مَكۡتَب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وَلَدٌ" descr="و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ٌ" descr="جَم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كٌ" descr="سَمَك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كۡتَبَةٌ" descr="مَكۡتَب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وَلَدٌ" descr="وَلَد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ٌ" descr="جَم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كٌ" descr="سَمَك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حَابٌ" descr="سَحَاب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Dammatan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