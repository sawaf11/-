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E9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9B65B"/>
          </a:solidFill>
          <a:ln w="12700">
            <a:solidFill>
              <a:srgbClr val="E9B6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99A3D"/>
          </a:solidFill>
          <a:ln w="12700">
            <a:solidFill>
              <a:srgbClr val="D99A3D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8A3D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7DC"/>
          </a:solidFill>
          <a:ln w="12700">
            <a:solidFill>
              <a:srgbClr val="FFF7DC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F0BE"/>
          </a:solidFill>
          <a:ln w="12700">
            <a:solidFill>
              <a:srgbClr val="FFF0BE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6EC6CA"/>
          </a:solidFill>
          <a:ln w="12700">
            <a:solidFill>
              <a:srgbClr val="6EC6CA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4845F"/>
          </a:solidFill>
          <a:ln w="12700">
            <a:solidFill>
              <a:srgbClr val="F4845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471A"/>
          </a:solidFill>
          <a:ln w="12700">
            <a:solidFill>
              <a:srgbClr val="B5471A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B7A78"/>
          </a:solidFill>
          <a:ln w="12700">
            <a:solidFill>
              <a:srgbClr val="2B7A78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15-ha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