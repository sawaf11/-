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DAGGER ALIF (small alif): the small alif written with the letter gives the same stretch as a full alif - hold the sound for two counts (ba -&gt; baa). It is written small, beside the letter.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pluck3.wav"/><Relationship Id="rIdSnd7" Type="http://schemas.openxmlformats.org/officeDocument/2006/relationships/audio" Target="../media/bell3.wav"/><Relationship Id="rIdSnd8" Type="http://schemas.openxmlformats.org/officeDocument/2006/relationships/audio" Target="../media/whoosh.wav"/><Relationship Id="rIdSnd9" Type="http://schemas.openxmlformats.org/officeDocument/2006/relationships/audio" Target="../media/win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Snd1" Type="http://schemas.openxmlformats.org/officeDocument/2006/relationships/audio" Target="../media/pluck1.wav"/><Relationship Id="rIdSnd2" Type="http://schemas.openxmlformats.org/officeDocument/2006/relationships/audio" Target="../media/bell1.wav"/><Relationship Id="rIdSnd3" Type="http://schemas.openxmlformats.org/officeDocument/2006/relationships/audio" Target="../media/bloop.wav"/><Relationship Id="rIdSnd4" Type="http://schemas.openxmlformats.org/officeDocument/2006/relationships/audio" Target="../media/pluck2.wav"/><Relationship Id="rIdSnd5" Type="http://schemas.openxmlformats.org/officeDocument/2006/relationships/audio" Target="../media/bell2.wav"/><Relationship Id="rIdSnd6" Type="http://schemas.openxmlformats.org/officeDocument/2006/relationships/audio" Target="../media/whoosh.wav"/><Relationship Id="rIdSnd7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S01 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13000" dirty="0"/>
          </a:p>
        </p:txBody>
      </p:sp>
      <p:sp>
        <p:nvSpPr>
          <p:cNvPr id="14" name="S02 F1 mark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13000" dirty="0"/>
          </a:p>
        </p:txBody>
      </p:sp>
      <p:sp>
        <p:nvSpPr>
          <p:cNvPr id="15" name="S03 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70434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17" name="S03 M1 alif"/>
          <p:cNvSpPr txBox="1"/>
          <p:nvPr/>
        </p:nvSpPr>
        <p:spPr>
          <a:xfrm>
            <a:off x="619853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18" name="S04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5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20" name="S06 F2 mark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S01 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000" dirty="0"/>
          </a:p>
        </p:txBody>
      </p:sp>
      <p:sp>
        <p:nvSpPr>
          <p:cNvPr id="17" name="S02 F1 mark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  <p:sp>
        <p:nvSpPr>
          <p:cNvPr id="18" name="S03 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9" name="S04 L2 letter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000" dirty="0"/>
          </a:p>
        </p:txBody>
      </p:sp>
      <p:sp>
        <p:nvSpPr>
          <p:cNvPr id="20" name="S05 F2 mark"/>
          <p:cNvSpPr txBox="1"/>
          <p:nvPr/>
        </p:nvSpPr>
        <p:spPr>
          <a:xfrm>
            <a:off x="571682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000" dirty="0"/>
          </a:p>
        </p:txBody>
      </p:sp>
      <p:sp>
        <p:nvSpPr>
          <p:cNvPr id="21" name="S06 M2 alif"/>
          <p:cNvSpPr txBox="1"/>
          <p:nvPr/>
        </p:nvSpPr>
        <p:spPr>
          <a:xfrm>
            <a:off x="511332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S07 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23" name="S08 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24" name="S09 F3 mark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25" name="S10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6" name="S11 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pluck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bell3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8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9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 animBg="1"/>
      <p:bldP spid="19" grpId="0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4FF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B5E48C"/>
          </a:solidFill>
          <a:ln w="12700">
            <a:solidFill>
              <a:srgbClr val="B5E48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99D98C"/>
          </a:solidFill>
          <a:ln w="12700">
            <a:solidFill>
              <a:srgbClr val="99D98C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1FFD9"/>
          </a:solidFill>
          <a:ln w="12700">
            <a:solidFill>
              <a:srgbClr val="F1FFD9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8DD"/>
          </a:solidFill>
          <a:ln w="12700">
            <a:solidFill>
              <a:srgbClr val="FFC8DD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A2D2FF"/>
          </a:solidFill>
          <a:ln w="12700">
            <a:solidFill>
              <a:srgbClr val="A2D2FF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60A"/>
          </a:solidFill>
          <a:ln w="12700">
            <a:solidFill>
              <a:srgbClr val="FFD60A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8FAB"/>
          </a:solidFill>
          <a:ln w="12700">
            <a:solidFill>
              <a:srgbClr val="FF8FAB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S0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8400" dirty="0"/>
          </a:p>
        </p:txBody>
      </p:sp>
      <p:sp>
        <p:nvSpPr>
          <p:cNvPr id="16" name="S02 F1 mark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400" dirty="0"/>
          </a:p>
        </p:txBody>
      </p:sp>
      <p:sp>
        <p:nvSpPr>
          <p:cNvPr id="17" name="S0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E36414"/>
          </a:solidFill>
          <a:ln w="12700">
            <a:solidFill>
              <a:srgbClr val="E36414"/>
            </a:solidFill>
            <a:prstDash val="solid"/>
          </a:ln>
        </p:spPr>
      </p:sp>
      <p:sp>
        <p:nvSpPr>
          <p:cNvPr id="18" name="S04 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8400" dirty="0"/>
          </a:p>
        </p:txBody>
      </p:sp>
      <p:sp>
        <p:nvSpPr>
          <p:cNvPr id="19" name="S05 F2 mark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400" dirty="0"/>
          </a:p>
        </p:txBody>
      </p:sp>
      <p:sp>
        <p:nvSpPr>
          <p:cNvPr id="20" name="S06 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21" name="S07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1B7F5C"/>
          </a:solidFill>
          <a:ln w="12700">
            <a:solidFill>
              <a:srgbClr val="1B7F5C"/>
            </a:solidFill>
            <a:prstDash val="solid"/>
          </a:ln>
        </p:spPr>
      </p:sp>
      <p:sp>
        <p:nvSpPr>
          <p:cNvPr id="22" name="S08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luck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bell1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blo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5" name="bell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pluck2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6" name="whoosh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7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  <p:bldP spid="17" grpId="0" animBg="1"/>
      <p:bldP spid="18" grpId="0"/>
      <p:bldP spid="19" grpId="0"/>
      <p:bldP spid="20" grpId="0"/>
      <p:bldP spid="21" grpId="0" animBg="1"/>
      <p:bldP spid="2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dagger 07-seen-sheen</dc:title>
  <dc:subject>PptxGenJS Presentation</dc:subject>
  <dc:creator>PptxGenJS</dc:creator>
  <cp:lastModifiedBy>PptxGenJS</cp:lastModifiedBy>
  <cp:revision>1</cp:revision>
  <dcterms:created xsi:type="dcterms:W3CDTF">2026-10-10T23:07:03Z</dcterms:created>
  <dcterms:modified xsi:type="dcterms:W3CDTF">2026-10-10T23:07:03Z</dcterms:modified>
</cp:coreProperties>
</file>