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notesMaster" Target="notesMasters/notesMaster1.xml"/><Relationship Id="rId110" Type="http://schemas.openxmlformats.org/officeDocument/2006/relationships/presProps" Target="presProps.xml"/><Relationship Id="rId111" Type="http://schemas.openxmlformats.org/officeDocument/2006/relationships/viewProps" Target="viewProps.xml"/><Relationship Id="rId112" Type="http://schemas.openxmlformats.org/officeDocument/2006/relationships/theme" Target="theme/theme1.xml"/><Relationship Id="rId1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13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13000" dirty="0"/>
          </a:p>
        </p:txBody>
      </p:sp>
      <p:sp>
        <p:nvSpPr>
          <p:cNvPr id="15" name="S03 M1 alif"/>
          <p:cNvSpPr txBox="1"/>
          <p:nvPr/>
        </p:nvSpPr>
        <p:spPr>
          <a:xfrm>
            <a:off x="2209190" y="119653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أَعَ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بَعَ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تَعَ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ثَعَ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جَعَ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حَعَ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خَعَ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دَعَ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ذَعَ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رَعَ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زَعَ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سَعَ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شَعَ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صَعَ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ضَعَ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طَعَ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ظَعَ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أَعَ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بَعَ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تَعَ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ثَعَ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جَعَ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حَعَ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خَعَ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دَعَ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ذَعَ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رَعَ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زَعَ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سَعَ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شَعَ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صَعَ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ضَعَ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طَعَ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ظَعَ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13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13000" dirty="0"/>
          </a:p>
        </p:txBody>
      </p:sp>
      <p:sp>
        <p:nvSpPr>
          <p:cNvPr id="15" name="S03 M1 alif"/>
          <p:cNvSpPr txBox="1"/>
          <p:nvPr/>
        </p:nvSpPr>
        <p:spPr>
          <a:xfrm>
            <a:off x="2209190" y="119653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أَغَ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بَغَ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تَغَ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ثَغَ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جَغَ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حَغَ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خَغَ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دَغَ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ذَغَ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رَغَ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زَغَ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سَغَ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شَغَ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صَغَ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ضَغَ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طَغَ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ظَغَ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عَغَ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أَغَ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بَغَ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تَغَ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ثَغَ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جَغَ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حَغَ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خَغَ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دَغَ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ذَغَ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رَغَ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زَغَ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سَغَ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شَغَ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صَغَ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ضَغَ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طَغَ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ظَغَ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عَغَ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107</Slides>
  <Notes>107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107</vt:i4>
      </vt:variant>
    </vt:vector>
  </HeadingPairs>
  <TitlesOfParts>
    <vt:vector size="1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dagger 10-ain-ghain</dc:title>
  <dc:subject>PptxGenJS Presentation</dc:subject>
  <dc:creator>PptxGenJS</dc:creator>
  <cp:lastModifiedBy>PptxGenJS</cp:lastModifiedBy>
  <cp:revision>1</cp:revision>
  <dcterms:created xsi:type="dcterms:W3CDTF">2026-10-10T23:07:03Z</dcterms:created>
  <dcterms:modified xsi:type="dcterms:W3CDTF">2026-10-10T23:07:03Z</dcterms:modified>
</cp:coreProperties>
</file>