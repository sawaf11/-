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DAGGER ALIF (small alif): the small alif written with the letter gives the same stretch as a full alif - hold the sound for two counts (ba -&gt; baa). It is written small, beside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تَمَ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ثَمَ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خَمَ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زَمَ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شَمَ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صَمَ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ضَمَ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غَمَ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فَمَ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كَمَ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682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1332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0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0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20" name="S06 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dagger 14-meem</dc:title>
  <dc:subject>PptxGenJS Presentation</dc:subject>
  <dc:creator>PptxGenJS</dc:creator>
  <cp:lastModifiedBy>PptxGenJS</cp:lastModifiedBy>
  <cp:revision>1</cp:revision>
  <dcterms:created xsi:type="dcterms:W3CDTF">2026-10-10T23:07:03Z</dcterms:created>
  <dcterms:modified xsi:type="dcterms:W3CDTF">2026-10-10T23:07:03Z</dcterms:modified>
</cp:coreProperties>
</file>