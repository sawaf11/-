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snd_boing.wav" ContentType="audio/wav"/>
  <Override PartName="/ppt/media/snd_bonk.wav" ContentType="audio/wav"/>
  <Override PartName="/ppt/media/snd_cheer.wav" ContentType="audio/wav"/>
  <Override PartName="/ppt/media/snd_ding.wav" ContentType="audio/wav"/>
  <Override PartName="/ppt/media/snd_munch.wav" ContentType="audio/wav"/>
  <Override PartName="/ppt/media/snd_pop.wav" ContentType="audio/wav"/>
  <Override PartName="/ppt/media/snd_splash.wav" ContentType="audio/wav"/>
  <Override PartName="/ppt/media/snd_tada.wav" ContentType="audio/wav"/>
  <Override PartName="/ppt/media/snd_vroom.wav" ContentType="audio/wav"/>
  <Override PartName="/ppt/media/snd_whistle.wav" ContentType="audio/wav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slides/slide224.xml" ContentType="application/vnd.openxmlformats-officedocument.presentationml.slide+xml"/>
  <Override PartName="/ppt/slides/slide225.xml" ContentType="application/vnd.openxmlformats-officedocument.presentationml.slide+xml"/>
  <Override PartName="/ppt/slides/slide226.xml" ContentType="application/vnd.openxmlformats-officedocument.presentationml.slide+xml"/>
  <Override PartName="/ppt/slides/slide227.xml" ContentType="application/vnd.openxmlformats-officedocument.presentationml.slide+xml"/>
  <Override PartName="/ppt/slides/slide228.xml" ContentType="application/vnd.openxmlformats-officedocument.presentationml.slide+xml"/>
  <Override PartName="/ppt/slides/slide229.xml" ContentType="application/vnd.openxmlformats-officedocument.presentationml.slide+xml"/>
  <Override PartName="/ppt/slides/slide23.xml" ContentType="application/vnd.openxmlformats-officedocument.presentationml.slide+xml"/>
  <Override PartName="/ppt/slides/slide230.xml" ContentType="application/vnd.openxmlformats-officedocument.presentationml.slide+xml"/>
  <Override PartName="/ppt/slides/slide231.xml" ContentType="application/vnd.openxmlformats-officedocument.presentationml.slide+xml"/>
  <Override PartName="/ppt/slides/slide232.xml" ContentType="application/vnd.openxmlformats-officedocument.presentationml.slide+xml"/>
  <Override PartName="/ppt/slides/slide233.xml" ContentType="application/vnd.openxmlformats-officedocument.presentationml.slide+xml"/>
  <Override PartName="/ppt/slides/slide234.xml" ContentType="application/vnd.openxmlformats-officedocument.presentationml.slide+xml"/>
  <Override PartName="/ppt/slides/slide235.xml" ContentType="application/vnd.openxmlformats-officedocument.presentationml.slide+xml"/>
  <Override PartName="/ppt/slides/slide236.xml" ContentType="application/vnd.openxmlformats-officedocument.presentationml.slide+xml"/>
  <Override PartName="/ppt/slides/slide237.xml" ContentType="application/vnd.openxmlformats-officedocument.presentationml.slide+xml"/>
  <Override PartName="/ppt/slides/slide238.xml" ContentType="application/vnd.openxmlformats-officedocument.presentationml.slide+xml"/>
  <Override PartName="/ppt/slides/slide239.xml" ContentType="application/vnd.openxmlformats-officedocument.presentationml.slide+xml"/>
  <Override PartName="/ppt/slides/slide24.xml" ContentType="application/vnd.openxmlformats-officedocument.presentationml.slide+xml"/>
  <Override PartName="/ppt/slides/slide240.xml" ContentType="application/vnd.openxmlformats-officedocument.presentationml.slide+xml"/>
  <Override PartName="/ppt/slides/slide241.xml" ContentType="application/vnd.openxmlformats-officedocument.presentationml.slide+xml"/>
  <Override PartName="/ppt/slides/slide242.xml" ContentType="application/vnd.openxmlformats-officedocument.presentationml.slide+xml"/>
  <Override PartName="/ppt/slides/slide243.xml" ContentType="application/vnd.openxmlformats-officedocument.presentationml.slide+xml"/>
  <Override PartName="/ppt/slides/slide244.xml" ContentType="application/vnd.openxmlformats-officedocument.presentationml.slide+xml"/>
  <Override PartName="/ppt/slides/slide245.xml" ContentType="application/vnd.openxmlformats-officedocument.presentationml.slide+xml"/>
  <Override PartName="/ppt/slides/slide246.xml" ContentType="application/vnd.openxmlformats-officedocument.presentationml.slide+xml"/>
  <Override PartName="/ppt/slides/slide247.xml" ContentType="application/vnd.openxmlformats-officedocument.presentationml.slide+xml"/>
  <Override PartName="/ppt/slides/slide248.xml" ContentType="application/vnd.openxmlformats-officedocument.presentationml.slide+xml"/>
  <Override PartName="/ppt/slides/slide249.xml" ContentType="application/vnd.openxmlformats-officedocument.presentationml.slide+xml"/>
  <Override PartName="/ppt/slides/slide25.xml" ContentType="application/vnd.openxmlformats-officedocument.presentationml.slide+xml"/>
  <Override PartName="/ppt/slides/slide250.xml" ContentType="application/vnd.openxmlformats-officedocument.presentationml.slide+xml"/>
  <Override PartName="/ppt/slides/slide251.xml" ContentType="application/vnd.openxmlformats-officedocument.presentationml.slide+xml"/>
  <Override PartName="/ppt/slides/slide252.xml" ContentType="application/vnd.openxmlformats-officedocument.presentationml.slide+xml"/>
  <Override PartName="/ppt/slides/slide253.xml" ContentType="application/vnd.openxmlformats-officedocument.presentationml.slide+xml"/>
  <Override PartName="/ppt/slides/slide254.xml" ContentType="application/vnd.openxmlformats-officedocument.presentationml.slide+xml"/>
  <Override PartName="/ppt/slides/slide255.xml" ContentType="application/vnd.openxmlformats-officedocument.presentationml.slide+xml"/>
  <Override PartName="/ppt/slides/slide256.xml" ContentType="application/vnd.openxmlformats-officedocument.presentationml.slide+xml"/>
  <Override PartName="/ppt/slides/slide257.xml" ContentType="application/vnd.openxmlformats-officedocument.presentationml.slide+xml"/>
  <Override PartName="/ppt/slides/slide258.xml" ContentType="application/vnd.openxmlformats-officedocument.presentationml.slide+xml"/>
  <Override PartName="/ppt/slides/slide259.xml" ContentType="application/vnd.openxmlformats-officedocument.presentationml.slide+xml"/>
  <Override PartName="/ppt/slides/slide26.xml" ContentType="application/vnd.openxmlformats-officedocument.presentationml.slide+xml"/>
  <Override PartName="/ppt/slides/slide260.xml" ContentType="application/vnd.openxmlformats-officedocument.presentationml.slide+xml"/>
  <Override PartName="/ppt/slides/slide261.xml" ContentType="application/vnd.openxmlformats-officedocument.presentationml.slide+xml"/>
  <Override PartName="/ppt/slides/slide262.xml" ContentType="application/vnd.openxmlformats-officedocument.presentationml.slide+xml"/>
  <Override PartName="/ppt/slides/slide263.xml" ContentType="application/vnd.openxmlformats-officedocument.presentationml.slide+xml"/>
  <Override PartName="/ppt/slides/slide264.xml" ContentType="application/vnd.openxmlformats-officedocument.presentationml.slide+xml"/>
  <Override PartName="/ppt/slides/slide265.xml" ContentType="application/vnd.openxmlformats-officedocument.presentationml.slide+xml"/>
  <Override PartName="/ppt/slides/slide266.xml" ContentType="application/vnd.openxmlformats-officedocument.presentationml.slide+xml"/>
  <Override PartName="/ppt/slides/slide267.xml" ContentType="application/vnd.openxmlformats-officedocument.presentationml.slide+xml"/>
  <Override PartName="/ppt/slides/slide268.xml" ContentType="application/vnd.openxmlformats-officedocument.presentationml.slide+xml"/>
  <Override PartName="/ppt/slides/slide269.xml" ContentType="application/vnd.openxmlformats-officedocument.presentationml.slide+xml"/>
  <Override PartName="/ppt/slides/slide27.xml" ContentType="application/vnd.openxmlformats-officedocument.presentationml.slide+xml"/>
  <Override PartName="/ppt/slides/slide270.xml" ContentType="application/vnd.openxmlformats-officedocument.presentationml.slide+xml"/>
  <Override PartName="/ppt/slides/slide271.xml" ContentType="application/vnd.openxmlformats-officedocument.presentationml.slide+xml"/>
  <Override PartName="/ppt/slides/slide272.xml" ContentType="application/vnd.openxmlformats-officedocument.presentationml.slide+xml"/>
  <Override PartName="/ppt/slides/slide273.xml" ContentType="application/vnd.openxmlformats-officedocument.presentationml.slide+xml"/>
  <Override PartName="/ppt/slides/slide274.xml" ContentType="application/vnd.openxmlformats-officedocument.presentationml.slide+xml"/>
  <Override PartName="/ppt/slides/slide275.xml" ContentType="application/vnd.openxmlformats-officedocument.presentationml.slide+xml"/>
  <Override PartName="/ppt/slides/slide276.xml" ContentType="application/vnd.openxmlformats-officedocument.presentationml.slide+xml"/>
  <Override PartName="/ppt/slides/slide277.xml" ContentType="application/vnd.openxmlformats-officedocument.presentationml.slide+xml"/>
  <Override PartName="/ppt/slides/slide278.xml" ContentType="application/vnd.openxmlformats-officedocument.presentationml.slide+xml"/>
  <Override PartName="/ppt/slides/slide279.xml" ContentType="application/vnd.openxmlformats-officedocument.presentationml.slide+xml"/>
  <Override PartName="/ppt/slides/slide28.xml" ContentType="application/vnd.openxmlformats-officedocument.presentationml.slide+xml"/>
  <Override PartName="/ppt/slides/slide280.xml" ContentType="application/vnd.openxmlformats-officedocument.presentationml.slide+xml"/>
  <Override PartName="/ppt/slides/slide281.xml" ContentType="application/vnd.openxmlformats-officedocument.presentationml.slide+xml"/>
  <Override PartName="/ppt/slides/slide282.xml" ContentType="application/vnd.openxmlformats-officedocument.presentationml.slide+xml"/>
  <Override PartName="/ppt/slides/slide283.xml" ContentType="application/vnd.openxmlformats-officedocument.presentationml.slide+xml"/>
  <Override PartName="/ppt/slides/slide284.xml" ContentType="application/vnd.openxmlformats-officedocument.presentationml.slide+xml"/>
  <Override PartName="/ppt/slides/slide285.xml" ContentType="application/vnd.openxmlformats-officedocument.presentationml.slide+xml"/>
  <Override PartName="/ppt/slides/slide286.xml" ContentType="application/vnd.openxmlformats-officedocument.presentationml.slide+xml"/>
  <Override PartName="/ppt/slides/slide287.xml" ContentType="application/vnd.openxmlformats-officedocument.presentationml.slide+xml"/>
  <Override PartName="/ppt/slides/slide288.xml" ContentType="application/vnd.openxmlformats-officedocument.presentationml.slide+xml"/>
  <Override PartName="/ppt/slides/slide289.xml" ContentType="application/vnd.openxmlformats-officedocument.presentationml.slide+xml"/>
  <Override PartName="/ppt/slides/slide29.xml" ContentType="application/vnd.openxmlformats-officedocument.presentationml.slide+xml"/>
  <Override PartName="/ppt/slides/slide290.xml" ContentType="application/vnd.openxmlformats-officedocument.presentationml.slide+xml"/>
  <Override PartName="/ppt/slides/slide291.xml" ContentType="application/vnd.openxmlformats-officedocument.presentationml.slide+xml"/>
  <Override PartName="/ppt/slides/slide292.xml" ContentType="application/vnd.openxmlformats-officedocument.presentationml.slide+xml"/>
  <Override PartName="/ppt/slides/slide293.xml" ContentType="application/vnd.openxmlformats-officedocument.presentationml.slide+xml"/>
  <Override PartName="/ppt/slides/slide294.xml" ContentType="application/vnd.openxmlformats-officedocument.presentationml.slide+xml"/>
  <Override PartName="/ppt/slides/slide295.xml" ContentType="application/vnd.openxmlformats-officedocument.presentationml.slide+xml"/>
  <Override PartName="/ppt/slides/slide296.xml" ContentType="application/vnd.openxmlformats-officedocument.presentationml.slide+xml"/>
  <Override PartName="/ppt/slides/slide297.xml" ContentType="application/vnd.openxmlformats-officedocument.presentationml.slide+xml"/>
  <Override PartName="/ppt/slides/slide298.xml" ContentType="application/vnd.openxmlformats-officedocument.presentationml.slide+xml"/>
  <Override PartName="/ppt/slides/slide29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00.xml" ContentType="application/vnd.openxmlformats-officedocument.presentationml.slide+xml"/>
  <Override PartName="/ppt/slides/slide301.xml" ContentType="application/vnd.openxmlformats-officedocument.presentationml.slide+xml"/>
  <Override PartName="/ppt/slides/slide302.xml" ContentType="application/vnd.openxmlformats-officedocument.presentationml.slide+xml"/>
  <Override PartName="/ppt/slides/slide303.xml" ContentType="application/vnd.openxmlformats-officedocument.presentationml.slide+xml"/>
  <Override PartName="/ppt/slides/slide304.xml" ContentType="application/vnd.openxmlformats-officedocument.presentationml.slide+xml"/>
  <Override PartName="/ppt/slides/slide305.xml" ContentType="application/vnd.openxmlformats-officedocument.presentationml.slide+xml"/>
  <Override PartName="/ppt/slides/slide306.xml" ContentType="application/vnd.openxmlformats-officedocument.presentationml.slide+xml"/>
  <Override PartName="/ppt/slides/slide307.xml" ContentType="application/vnd.openxmlformats-officedocument.presentationml.slide+xml"/>
  <Override PartName="/ppt/slides/slide308.xml" ContentType="application/vnd.openxmlformats-officedocument.presentationml.slide+xml"/>
  <Override PartName="/ppt/slides/slide309.xml" ContentType="application/vnd.openxmlformats-officedocument.presentationml.slide+xml"/>
  <Override PartName="/ppt/slides/slide31.xml" ContentType="application/vnd.openxmlformats-officedocument.presentationml.slide+xml"/>
  <Override PartName="/ppt/slides/slide310.xml" ContentType="application/vnd.openxmlformats-officedocument.presentationml.slide+xml"/>
  <Override PartName="/ppt/slides/slide311.xml" ContentType="application/vnd.openxmlformats-officedocument.presentationml.slide+xml"/>
  <Override PartName="/ppt/slides/slide312.xml" ContentType="application/vnd.openxmlformats-officedocument.presentationml.slide+xml"/>
  <Override PartName="/ppt/slides/slide313.xml" ContentType="application/vnd.openxmlformats-officedocument.presentationml.slide+xml"/>
  <Override PartName="/ppt/slides/slide314.xml" ContentType="application/vnd.openxmlformats-officedocument.presentationml.slide+xml"/>
  <Override PartName="/ppt/slides/slide315.xml" ContentType="application/vnd.openxmlformats-officedocument.presentationml.slide+xml"/>
  <Override PartName="/ppt/slides/slide316.xml" ContentType="application/vnd.openxmlformats-officedocument.presentationml.slide+xml"/>
  <Override PartName="/ppt/slides/slide317.xml" ContentType="application/vnd.openxmlformats-officedocument.presentationml.slide+xml"/>
  <Override PartName="/ppt/slides/slide318.xml" ContentType="application/vnd.openxmlformats-officedocument.presentationml.slide+xml"/>
  <Override PartName="/ppt/slides/slide319.xml" ContentType="application/vnd.openxmlformats-officedocument.presentationml.slide+xml"/>
  <Override PartName="/ppt/slides/slide32.xml" ContentType="application/vnd.openxmlformats-officedocument.presentationml.slide+xml"/>
  <Override PartName="/ppt/slides/slide320.xml" ContentType="application/vnd.openxmlformats-officedocument.presentationml.slide+xml"/>
  <Override PartName="/ppt/slides/slide321.xml" ContentType="application/vnd.openxmlformats-officedocument.presentationml.slide+xml"/>
  <Override PartName="/ppt/slides/slide322.xml" ContentType="application/vnd.openxmlformats-officedocument.presentationml.slide+xml"/>
  <Override PartName="/ppt/slides/slide323.xml" ContentType="application/vnd.openxmlformats-officedocument.presentationml.slide+xml"/>
  <Override PartName="/ppt/slides/slide324.xml" ContentType="application/vnd.openxmlformats-officedocument.presentationml.slide+xml"/>
  <Override PartName="/ppt/slides/slide325.xml" ContentType="application/vnd.openxmlformats-officedocument.presentationml.slide+xml"/>
  <Override PartName="/ppt/slides/slide326.xml" ContentType="application/vnd.openxmlformats-officedocument.presentationml.slide+xml"/>
  <Override PartName="/ppt/slides/slide327.xml" ContentType="application/vnd.openxmlformats-officedocument.presentationml.slide+xml"/>
  <Override PartName="/ppt/slides/slide328.xml" ContentType="application/vnd.openxmlformats-officedocument.presentationml.slide+xml"/>
  <Override PartName="/ppt/slides/slide329.xml" ContentType="application/vnd.openxmlformats-officedocument.presentationml.slide+xml"/>
  <Override PartName="/ppt/slides/slide33.xml" ContentType="application/vnd.openxmlformats-officedocument.presentationml.slide+xml"/>
  <Override PartName="/ppt/slides/slide330.xml" ContentType="application/vnd.openxmlformats-officedocument.presentationml.slide+xml"/>
  <Override PartName="/ppt/slides/slide331.xml" ContentType="application/vnd.openxmlformats-officedocument.presentationml.slide+xml"/>
  <Override PartName="/ppt/slides/slide332.xml" ContentType="application/vnd.openxmlformats-officedocument.presentationml.slide+xml"/>
  <Override PartName="/ppt/slides/slide333.xml" ContentType="application/vnd.openxmlformats-officedocument.presentationml.slide+xml"/>
  <Override PartName="/ppt/slides/slide334.xml" ContentType="application/vnd.openxmlformats-officedocument.presentationml.slide+xml"/>
  <Override PartName="/ppt/slides/slide335.xml" ContentType="application/vnd.openxmlformats-officedocument.presentationml.slide+xml"/>
  <Override PartName="/ppt/slides/slide336.xml" ContentType="application/vnd.openxmlformats-officedocument.presentationml.slide+xml"/>
  <Override PartName="/ppt/slides/slide337.xml" ContentType="application/vnd.openxmlformats-officedocument.presentationml.slide+xml"/>
  <Override PartName="/ppt/slides/slide338.xml" ContentType="application/vnd.openxmlformats-officedocument.presentationml.slide+xml"/>
  <Override PartName="/ppt/slides/slide339.xml" ContentType="application/vnd.openxmlformats-officedocument.presentationml.slide+xml"/>
  <Override PartName="/ppt/slides/slide34.xml" ContentType="application/vnd.openxmlformats-officedocument.presentationml.slide+xml"/>
  <Override PartName="/ppt/slides/slide340.xml" ContentType="application/vnd.openxmlformats-officedocument.presentationml.slide+xml"/>
  <Override PartName="/ppt/slides/slide341.xml" ContentType="application/vnd.openxmlformats-officedocument.presentationml.slide+xml"/>
  <Override PartName="/ppt/slides/slide342.xml" ContentType="application/vnd.openxmlformats-officedocument.presentationml.slide+xml"/>
  <Override PartName="/ppt/slides/slide343.xml" ContentType="application/vnd.openxmlformats-officedocument.presentationml.slide+xml"/>
  <Override PartName="/ppt/slides/slide344.xml" ContentType="application/vnd.openxmlformats-officedocument.presentationml.slide+xml"/>
  <Override PartName="/ppt/slides/slide345.xml" ContentType="application/vnd.openxmlformats-officedocument.presentationml.slide+xml"/>
  <Override PartName="/ppt/slides/slide346.xml" ContentType="application/vnd.openxmlformats-officedocument.presentationml.slide+xml"/>
  <Override PartName="/ppt/slides/slide347.xml" ContentType="application/vnd.openxmlformats-officedocument.presentationml.slide+xml"/>
  <Override PartName="/ppt/slides/slide348.xml" ContentType="application/vnd.openxmlformats-officedocument.presentationml.slide+xml"/>
  <Override PartName="/ppt/slides/slide349.xml" ContentType="application/vnd.openxmlformats-officedocument.presentationml.slide+xml"/>
  <Override PartName="/ppt/slides/slide35.xml" ContentType="application/vnd.openxmlformats-officedocument.presentationml.slide+xml"/>
  <Override PartName="/ppt/slides/slide350.xml" ContentType="application/vnd.openxmlformats-officedocument.presentationml.slide+xml"/>
  <Override PartName="/ppt/slides/slide351.xml" ContentType="application/vnd.openxmlformats-officedocument.presentationml.slide+xml"/>
  <Override PartName="/ppt/slides/slide352.xml" ContentType="application/vnd.openxmlformats-officedocument.presentationml.slide+xml"/>
  <Override PartName="/ppt/slides/slide353.xml" ContentType="application/vnd.openxmlformats-officedocument.presentationml.slide+xml"/>
  <Override PartName="/ppt/slides/slide354.xml" ContentType="application/vnd.openxmlformats-officedocument.presentationml.slide+xml"/>
  <Override PartName="/ppt/slides/slide355.xml" ContentType="application/vnd.openxmlformats-officedocument.presentationml.slide+xml"/>
  <Override PartName="/ppt/slides/slide356.xml" ContentType="application/vnd.openxmlformats-officedocument.presentationml.slide+xml"/>
  <Override PartName="/ppt/slides/slide357.xml" ContentType="application/vnd.openxmlformats-officedocument.presentationml.slide+xml"/>
  <Override PartName="/ppt/slides/slide358.xml" ContentType="application/vnd.openxmlformats-officedocument.presentationml.slide+xml"/>
  <Override PartName="/ppt/slides/slide359.xml" ContentType="application/vnd.openxmlformats-officedocument.presentationml.slide+xml"/>
  <Override PartName="/ppt/slides/slide36.xml" ContentType="application/vnd.openxmlformats-officedocument.presentationml.slide+xml"/>
  <Override PartName="/ppt/slides/slide360.xml" ContentType="application/vnd.openxmlformats-officedocument.presentationml.slide+xml"/>
  <Override PartName="/ppt/slides/slide361.xml" ContentType="application/vnd.openxmlformats-officedocument.presentationml.slide+xml"/>
  <Override PartName="/ppt/slides/slide362.xml" ContentType="application/vnd.openxmlformats-officedocument.presentationml.slide+xml"/>
  <Override PartName="/ppt/slides/slide363.xml" ContentType="application/vnd.openxmlformats-officedocument.presentationml.slide+xml"/>
  <Override PartName="/ppt/slides/slide364.xml" ContentType="application/vnd.openxmlformats-officedocument.presentationml.slide+xml"/>
  <Override PartName="/ppt/slides/slide365.xml" ContentType="application/vnd.openxmlformats-officedocument.presentationml.slide+xml"/>
  <Override PartName="/ppt/slides/slide366.xml" ContentType="application/vnd.openxmlformats-officedocument.presentationml.slide+xml"/>
  <Override PartName="/ppt/slides/slide367.xml" ContentType="application/vnd.openxmlformats-officedocument.presentationml.slide+xml"/>
  <Override PartName="/ppt/slides/slide368.xml" ContentType="application/vnd.openxmlformats-officedocument.presentationml.slide+xml"/>
  <Override PartName="/ppt/slides/slide369.xml" ContentType="application/vnd.openxmlformats-officedocument.presentationml.slide+xml"/>
  <Override PartName="/ppt/slides/slide37.xml" ContentType="application/vnd.openxmlformats-officedocument.presentationml.slide+xml"/>
  <Override PartName="/ppt/slides/slide370.xml" ContentType="application/vnd.openxmlformats-officedocument.presentationml.slide+xml"/>
  <Override PartName="/ppt/slides/slide371.xml" ContentType="application/vnd.openxmlformats-officedocument.presentationml.slide+xml"/>
  <Override PartName="/ppt/slides/slide372.xml" ContentType="application/vnd.openxmlformats-officedocument.presentationml.slide+xml"/>
  <Override PartName="/ppt/slides/slide373.xml" ContentType="application/vnd.openxmlformats-officedocument.presentationml.slide+xml"/>
  <Override PartName="/ppt/slides/slide374.xml" ContentType="application/vnd.openxmlformats-officedocument.presentationml.slide+xml"/>
  <Override PartName="/ppt/slides/slide375.xml" ContentType="application/vnd.openxmlformats-officedocument.presentationml.slide+xml"/>
  <Override PartName="/ppt/slides/slide376.xml" ContentType="application/vnd.openxmlformats-officedocument.presentationml.slide+xml"/>
  <Override PartName="/ppt/slides/slide377.xml" ContentType="application/vnd.openxmlformats-officedocument.presentationml.slide+xml"/>
  <Override PartName="/ppt/slides/slide378.xml" ContentType="application/vnd.openxmlformats-officedocument.presentationml.slide+xml"/>
  <Override PartName="/ppt/slides/slide379.xml" ContentType="application/vnd.openxmlformats-officedocument.presentationml.slide+xml"/>
  <Override PartName="/ppt/slides/slide38.xml" ContentType="application/vnd.openxmlformats-officedocument.presentationml.slide+xml"/>
  <Override PartName="/ppt/slides/slide380.xml" ContentType="application/vnd.openxmlformats-officedocument.presentationml.slide+xml"/>
  <Override PartName="/ppt/slides/slide381.xml" ContentType="application/vnd.openxmlformats-officedocument.presentationml.slide+xml"/>
  <Override PartName="/ppt/slides/slide382.xml" ContentType="application/vnd.openxmlformats-officedocument.presentationml.slide+xml"/>
  <Override PartName="/ppt/slides/slide383.xml" ContentType="application/vnd.openxmlformats-officedocument.presentationml.slide+xml"/>
  <Override PartName="/ppt/slides/slide384.xml" ContentType="application/vnd.openxmlformats-officedocument.presentationml.slide+xml"/>
  <Override PartName="/ppt/slides/slide385.xml" ContentType="application/vnd.openxmlformats-officedocument.presentationml.slide+xml"/>
  <Override PartName="/ppt/slides/slide386.xml" ContentType="application/vnd.openxmlformats-officedocument.presentationml.slide+xml"/>
  <Override PartName="/ppt/slides/slide387.xml" ContentType="application/vnd.openxmlformats-officedocument.presentationml.slide+xml"/>
  <Override PartName="/ppt/slides/slide388.xml" ContentType="application/vnd.openxmlformats-officedocument.presentationml.slide+xml"/>
  <Override PartName="/ppt/slides/slide389.xml" ContentType="application/vnd.openxmlformats-officedocument.presentationml.slide+xml"/>
  <Override PartName="/ppt/slides/slide39.xml" ContentType="application/vnd.openxmlformats-officedocument.presentationml.slide+xml"/>
  <Override PartName="/ppt/slides/slide390.xml" ContentType="application/vnd.openxmlformats-officedocument.presentationml.slide+xml"/>
  <Override PartName="/ppt/slides/slide391.xml" ContentType="application/vnd.openxmlformats-officedocument.presentationml.slide+xml"/>
  <Override PartName="/ppt/slides/slide392.xml" ContentType="application/vnd.openxmlformats-officedocument.presentationml.slide+xml"/>
  <Override PartName="/ppt/slides/slide393.xml" ContentType="application/vnd.openxmlformats-officedocument.presentationml.slide+xml"/>
  <Override PartName="/ppt/slides/slide394.xml" ContentType="application/vnd.openxmlformats-officedocument.presentationml.slide+xml"/>
  <Override PartName="/ppt/slides/slide395.xml" ContentType="application/vnd.openxmlformats-officedocument.presentationml.slide+xml"/>
  <Override PartName="/ppt/slides/slide396.xml" ContentType="application/vnd.openxmlformats-officedocument.presentationml.slide+xml"/>
  <Override PartName="/ppt/slides/slide397.xml" ContentType="application/vnd.openxmlformats-officedocument.presentationml.slide+xml"/>
  <Override PartName="/ppt/slides/slide398.xml" ContentType="application/vnd.openxmlformats-officedocument.presentationml.slide+xml"/>
  <Override PartName="/ppt/slides/slide39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00.xml" ContentType="application/vnd.openxmlformats-officedocument.presentationml.slide+xml"/>
  <Override PartName="/ppt/slides/slide401.xml" ContentType="application/vnd.openxmlformats-officedocument.presentationml.slide+xml"/>
  <Override PartName="/ppt/slides/slide402.xml" ContentType="application/vnd.openxmlformats-officedocument.presentationml.slide+xml"/>
  <Override PartName="/ppt/slides/slide403.xml" ContentType="application/vnd.openxmlformats-officedocument.presentationml.slide+xml"/>
  <Override PartName="/ppt/slides/slide404.xml" ContentType="application/vnd.openxmlformats-officedocument.presentationml.slide+xml"/>
  <Override PartName="/ppt/slides/slide405.xml" ContentType="application/vnd.openxmlformats-officedocument.presentationml.slide+xml"/>
  <Override PartName="/ppt/slides/slide406.xml" ContentType="application/vnd.openxmlformats-officedocument.presentationml.slide+xml"/>
  <Override PartName="/ppt/slides/slide407.xml" ContentType="application/vnd.openxmlformats-officedocument.presentationml.slide+xml"/>
  <Override PartName="/ppt/slides/slide408.xml" ContentType="application/vnd.openxmlformats-officedocument.presentationml.slide+xml"/>
  <Override PartName="/ppt/slides/slide409.xml" ContentType="application/vnd.openxmlformats-officedocument.presentationml.slide+xml"/>
  <Override PartName="/ppt/slides/slide41.xml" ContentType="application/vnd.openxmlformats-officedocument.presentationml.slide+xml"/>
  <Override PartName="/ppt/slides/slide410.xml" ContentType="application/vnd.openxmlformats-officedocument.presentationml.slide+xml"/>
  <Override PartName="/ppt/slides/slide411.xml" ContentType="application/vnd.openxmlformats-officedocument.presentationml.slide+xml"/>
  <Override PartName="/ppt/slides/slide412.xml" ContentType="application/vnd.openxmlformats-officedocument.presentationml.slide+xml"/>
  <Override PartName="/ppt/slides/slide413.xml" ContentType="application/vnd.openxmlformats-officedocument.presentationml.slide+xml"/>
  <Override PartName="/ppt/slides/slide414.xml" ContentType="application/vnd.openxmlformats-officedocument.presentationml.slide+xml"/>
  <Override PartName="/ppt/slides/slide415.xml" ContentType="application/vnd.openxmlformats-officedocument.presentationml.slide+xml"/>
  <Override PartName="/ppt/slides/slide416.xml" ContentType="application/vnd.openxmlformats-officedocument.presentationml.slide+xml"/>
  <Override PartName="/ppt/slides/slide417.xml" ContentType="application/vnd.openxmlformats-officedocument.presentationml.slide+xml"/>
  <Override PartName="/ppt/slides/slide418.xml" ContentType="application/vnd.openxmlformats-officedocument.presentationml.slide+xml"/>
  <Override PartName="/ppt/slides/slide419.xml" ContentType="application/vnd.openxmlformats-officedocument.presentationml.slide+xml"/>
  <Override PartName="/ppt/slides/slide42.xml" ContentType="application/vnd.openxmlformats-officedocument.presentationml.slide+xml"/>
  <Override PartName="/ppt/slides/slide420.xml" ContentType="application/vnd.openxmlformats-officedocument.presentationml.slide+xml"/>
  <Override PartName="/ppt/slides/slide421.xml" ContentType="application/vnd.openxmlformats-officedocument.presentationml.slide+xml"/>
  <Override PartName="/ppt/slides/slide422.xml" ContentType="application/vnd.openxmlformats-officedocument.presentationml.slide+xml"/>
  <Override PartName="/ppt/slides/slide423.xml" ContentType="application/vnd.openxmlformats-officedocument.presentationml.slide+xml"/>
  <Override PartName="/ppt/slides/slide424.xml" ContentType="application/vnd.openxmlformats-officedocument.presentationml.slide+xml"/>
  <Override PartName="/ppt/slides/slide425.xml" ContentType="application/vnd.openxmlformats-officedocument.presentationml.slide+xml"/>
  <Override PartName="/ppt/slides/slide426.xml" ContentType="application/vnd.openxmlformats-officedocument.presentationml.slide+xml"/>
  <Override PartName="/ppt/slides/slide427.xml" ContentType="application/vnd.openxmlformats-officedocument.presentationml.slide+xml"/>
  <Override PartName="/ppt/slides/slide428.xml" ContentType="application/vnd.openxmlformats-officedocument.presentationml.slide+xml"/>
  <Override PartName="/ppt/slides/slide429.xml" ContentType="application/vnd.openxmlformats-officedocument.presentationml.slide+xml"/>
  <Override PartName="/ppt/slides/slide43.xml" ContentType="application/vnd.openxmlformats-officedocument.presentationml.slide+xml"/>
  <Override PartName="/ppt/slides/slide430.xml" ContentType="application/vnd.openxmlformats-officedocument.presentationml.slide+xml"/>
  <Override PartName="/ppt/slides/slide431.xml" ContentType="application/vnd.openxmlformats-officedocument.presentationml.slide+xml"/>
  <Override PartName="/ppt/slides/slide432.xml" ContentType="application/vnd.openxmlformats-officedocument.presentationml.slide+xml"/>
  <Override PartName="/ppt/slides/slide433.xml" ContentType="application/vnd.openxmlformats-officedocument.presentationml.slide+xml"/>
  <Override PartName="/ppt/slides/slide434.xml" ContentType="application/vnd.openxmlformats-officedocument.presentationml.slide+xml"/>
  <Override PartName="/ppt/slides/slide435.xml" ContentType="application/vnd.openxmlformats-officedocument.presentationml.slide+xml"/>
  <Override PartName="/ppt/slides/slide436.xml" ContentType="application/vnd.openxmlformats-officedocument.presentationml.slide+xml"/>
  <Override PartName="/ppt/slides/slide437.xml" ContentType="application/vnd.openxmlformats-officedocument.presentationml.slide+xml"/>
  <Override PartName="/ppt/slides/slide438.xml" ContentType="application/vnd.openxmlformats-officedocument.presentationml.slide+xml"/>
  <Override PartName="/ppt/slides/slide439.xml" ContentType="application/vnd.openxmlformats-officedocument.presentationml.slide+xml"/>
  <Override PartName="/ppt/slides/slide44.xml" ContentType="application/vnd.openxmlformats-officedocument.presentationml.slide+xml"/>
  <Override PartName="/ppt/slides/slide440.xml" ContentType="application/vnd.openxmlformats-officedocument.presentationml.slide+xml"/>
  <Override PartName="/ppt/slides/slide441.xml" ContentType="application/vnd.openxmlformats-officedocument.presentationml.slide+xml"/>
  <Override PartName="/ppt/slides/slide442.xml" ContentType="application/vnd.openxmlformats-officedocument.presentationml.slide+xml"/>
  <Override PartName="/ppt/slides/slide443.xml" ContentType="application/vnd.openxmlformats-officedocument.presentationml.slide+xml"/>
  <Override PartName="/ppt/slides/slide444.xml" ContentType="application/vnd.openxmlformats-officedocument.presentationml.slide+xml"/>
  <Override PartName="/ppt/slides/slide445.xml" ContentType="application/vnd.openxmlformats-officedocument.presentationml.slide+xml"/>
  <Override PartName="/ppt/slides/slide446.xml" ContentType="application/vnd.openxmlformats-officedocument.presentationml.slide+xml"/>
  <Override PartName="/ppt/slides/slide447.xml" ContentType="application/vnd.openxmlformats-officedocument.presentationml.slide+xml"/>
  <Override PartName="/ppt/slides/slide448.xml" ContentType="application/vnd.openxmlformats-officedocument.presentationml.slide+xml"/>
  <Override PartName="/ppt/slides/slide449.xml" ContentType="application/vnd.openxmlformats-officedocument.presentationml.slide+xml"/>
  <Override PartName="/ppt/slides/slide45.xml" ContentType="application/vnd.openxmlformats-officedocument.presentationml.slide+xml"/>
  <Override PartName="/ppt/slides/slide450.xml" ContentType="application/vnd.openxmlformats-officedocument.presentationml.slide+xml"/>
  <Override PartName="/ppt/slides/slide451.xml" ContentType="application/vnd.openxmlformats-officedocument.presentationml.slide+xml"/>
  <Override PartName="/ppt/slides/slide452.xml" ContentType="application/vnd.openxmlformats-officedocument.presentationml.slide+xml"/>
  <Override PartName="/ppt/slides/slide453.xml" ContentType="application/vnd.openxmlformats-officedocument.presentationml.slide+xml"/>
  <Override PartName="/ppt/slides/slide454.xml" ContentType="application/vnd.openxmlformats-officedocument.presentationml.slide+xml"/>
  <Override PartName="/ppt/slides/slide455.xml" ContentType="application/vnd.openxmlformats-officedocument.presentationml.slide+xml"/>
  <Override PartName="/ppt/slides/slide456.xml" ContentType="application/vnd.openxmlformats-officedocument.presentationml.slide+xml"/>
  <Override PartName="/ppt/slides/slide457.xml" ContentType="application/vnd.openxmlformats-officedocument.presentationml.slide+xml"/>
  <Override PartName="/ppt/slides/slide458.xml" ContentType="application/vnd.openxmlformats-officedocument.presentationml.slide+xml"/>
  <Override PartName="/ppt/slides/slide459.xml" ContentType="application/vnd.openxmlformats-officedocument.presentationml.slide+xml"/>
  <Override PartName="/ppt/slides/slide46.xml" ContentType="application/vnd.openxmlformats-officedocument.presentationml.slide+xml"/>
  <Override PartName="/ppt/slides/slide460.xml" ContentType="application/vnd.openxmlformats-officedocument.presentationml.slide+xml"/>
  <Override PartName="/ppt/slides/slide461.xml" ContentType="application/vnd.openxmlformats-officedocument.presentationml.slide+xml"/>
  <Override PartName="/ppt/slides/slide462.xml" ContentType="application/vnd.openxmlformats-officedocument.presentationml.slide+xml"/>
  <Override PartName="/ppt/slides/slide463.xml" ContentType="application/vnd.openxmlformats-officedocument.presentationml.slide+xml"/>
  <Override PartName="/ppt/slides/slide464.xml" ContentType="application/vnd.openxmlformats-officedocument.presentationml.slide+xml"/>
  <Override PartName="/ppt/slides/slide465.xml" ContentType="application/vnd.openxmlformats-officedocument.presentationml.slide+xml"/>
  <Override PartName="/ppt/slides/slide466.xml" ContentType="application/vnd.openxmlformats-officedocument.presentationml.slide+xml"/>
  <Override PartName="/ppt/slides/slide467.xml" ContentType="application/vnd.openxmlformats-officedocument.presentationml.slide+xml"/>
  <Override PartName="/ppt/slides/slide468.xml" ContentType="application/vnd.openxmlformats-officedocument.presentationml.slide+xml"/>
  <Override PartName="/ppt/slides/slide469.xml" ContentType="application/vnd.openxmlformats-officedocument.presentationml.slide+xml"/>
  <Override PartName="/ppt/slides/slide47.xml" ContentType="application/vnd.openxmlformats-officedocument.presentationml.slide+xml"/>
  <Override PartName="/ppt/slides/slide470.xml" ContentType="application/vnd.openxmlformats-officedocument.presentationml.slide+xml"/>
  <Override PartName="/ppt/slides/slide471.xml" ContentType="application/vnd.openxmlformats-officedocument.presentationml.slide+xml"/>
  <Override PartName="/ppt/slides/slide472.xml" ContentType="application/vnd.openxmlformats-officedocument.presentationml.slide+xml"/>
  <Override PartName="/ppt/slides/slide473.xml" ContentType="application/vnd.openxmlformats-officedocument.presentationml.slide+xml"/>
  <Override PartName="/ppt/slides/slide474.xml" ContentType="application/vnd.openxmlformats-officedocument.presentationml.slide+xml"/>
  <Override PartName="/ppt/slides/slide475.xml" ContentType="application/vnd.openxmlformats-officedocument.presentationml.slide+xml"/>
  <Override PartName="/ppt/slides/slide476.xml" ContentType="application/vnd.openxmlformats-officedocument.presentationml.slide+xml"/>
  <Override PartName="/ppt/slides/slide477.xml" ContentType="application/vnd.openxmlformats-officedocument.presentationml.slide+xml"/>
  <Override PartName="/ppt/slides/slide478.xml" ContentType="application/vnd.openxmlformats-officedocument.presentationml.slide+xml"/>
  <Override PartName="/ppt/slides/slide479.xml" ContentType="application/vnd.openxmlformats-officedocument.presentationml.slide+xml"/>
  <Override PartName="/ppt/slides/slide48.xml" ContentType="application/vnd.openxmlformats-officedocument.presentationml.slide+xml"/>
  <Override PartName="/ppt/slides/slide480.xml" ContentType="application/vnd.openxmlformats-officedocument.presentationml.slide+xml"/>
  <Override PartName="/ppt/slides/slide481.xml" ContentType="application/vnd.openxmlformats-officedocument.presentationml.slide+xml"/>
  <Override PartName="/ppt/slides/slide482.xml" ContentType="application/vnd.openxmlformats-officedocument.presentationml.slide+xml"/>
  <Override PartName="/ppt/slides/slide483.xml" ContentType="application/vnd.openxmlformats-officedocument.presentationml.slide+xml"/>
  <Override PartName="/ppt/slides/slide484.xml" ContentType="application/vnd.openxmlformats-officedocument.presentationml.slide+xml"/>
  <Override PartName="/ppt/slides/slide485.xml" ContentType="application/vnd.openxmlformats-officedocument.presentationml.slide+xml"/>
  <Override PartName="/ppt/slides/slide486.xml" ContentType="application/vnd.openxmlformats-officedocument.presentationml.slide+xml"/>
  <Override PartName="/ppt/slides/slide487.xml" ContentType="application/vnd.openxmlformats-officedocument.presentationml.slide+xml"/>
  <Override PartName="/ppt/slides/slide488.xml" ContentType="application/vnd.openxmlformats-officedocument.presentationml.slide+xml"/>
  <Override PartName="/ppt/slides/slide489.xml" ContentType="application/vnd.openxmlformats-officedocument.presentationml.slide+xml"/>
  <Override PartName="/ppt/slides/slide49.xml" ContentType="application/vnd.openxmlformats-officedocument.presentationml.slide+xml"/>
  <Override PartName="/ppt/slides/slide490.xml" ContentType="application/vnd.openxmlformats-officedocument.presentationml.slide+xml"/>
  <Override PartName="/ppt/slides/slide491.xml" ContentType="application/vnd.openxmlformats-officedocument.presentationml.slide+xml"/>
  <Override PartName="/ppt/slides/slide492.xml" ContentType="application/vnd.openxmlformats-officedocument.presentationml.slide+xml"/>
  <Override PartName="/ppt/slides/slide493.xml" ContentType="application/vnd.openxmlformats-officedocument.presentationml.slide+xml"/>
  <Override PartName="/ppt/slides/slide494.xml" ContentType="application/vnd.openxmlformats-officedocument.presentationml.slide+xml"/>
  <Override PartName="/ppt/slides/slide495.xml" ContentType="application/vnd.openxmlformats-officedocument.presentationml.slide+xml"/>
  <Override PartName="/ppt/slides/slide496.xml" ContentType="application/vnd.openxmlformats-officedocument.presentationml.slide+xml"/>
  <Override PartName="/ppt/slides/slide497.xml" ContentType="application/vnd.openxmlformats-officedocument.presentationml.slide+xml"/>
  <Override PartName="/ppt/slides/slide498.xml" ContentType="application/vnd.openxmlformats-officedocument.presentationml.slide+xml"/>
  <Override PartName="/ppt/slides/slide49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00.xml" ContentType="application/vnd.openxmlformats-officedocument.presentationml.slide+xml"/>
  <Override PartName="/ppt/slides/slide501.xml" ContentType="application/vnd.openxmlformats-officedocument.presentationml.slide+xml"/>
  <Override PartName="/ppt/slides/slide502.xml" ContentType="application/vnd.openxmlformats-officedocument.presentationml.slide+xml"/>
  <Override PartName="/ppt/slides/slide503.xml" ContentType="application/vnd.openxmlformats-officedocument.presentationml.slide+xml"/>
  <Override PartName="/ppt/slides/slide504.xml" ContentType="application/vnd.openxmlformats-officedocument.presentationml.slide+xml"/>
  <Override PartName="/ppt/slides/slide505.xml" ContentType="application/vnd.openxmlformats-officedocument.presentationml.slide+xml"/>
  <Override PartName="/ppt/slides/slide506.xml" ContentType="application/vnd.openxmlformats-officedocument.presentationml.slide+xml"/>
  <Override PartName="/ppt/slides/slide507.xml" ContentType="application/vnd.openxmlformats-officedocument.presentationml.slide+xml"/>
  <Override PartName="/ppt/slides/slide508.xml" ContentType="application/vnd.openxmlformats-officedocument.presentationml.slide+xml"/>
  <Override PartName="/ppt/slides/slide509.xml" ContentType="application/vnd.openxmlformats-officedocument.presentationml.slide+xml"/>
  <Override PartName="/ppt/slides/slide51.xml" ContentType="application/vnd.openxmlformats-officedocument.presentationml.slide+xml"/>
  <Override PartName="/ppt/slides/slide510.xml" ContentType="application/vnd.openxmlformats-officedocument.presentationml.slide+xml"/>
  <Override PartName="/ppt/slides/slide511.xml" ContentType="application/vnd.openxmlformats-officedocument.presentationml.slide+xml"/>
  <Override PartName="/ppt/slides/slide512.xml" ContentType="application/vnd.openxmlformats-officedocument.presentationml.slide+xml"/>
  <Override PartName="/ppt/slides/slide513.xml" ContentType="application/vnd.openxmlformats-officedocument.presentationml.slide+xml"/>
  <Override PartName="/ppt/slides/slide514.xml" ContentType="application/vnd.openxmlformats-officedocument.presentationml.slide+xml"/>
  <Override PartName="/ppt/slides/slide515.xml" ContentType="application/vnd.openxmlformats-officedocument.presentationml.slide+xml"/>
  <Override PartName="/ppt/slides/slide516.xml" ContentType="application/vnd.openxmlformats-officedocument.presentationml.slide+xml"/>
  <Override PartName="/ppt/slides/slide517.xml" ContentType="application/vnd.openxmlformats-officedocument.presentationml.slide+xml"/>
  <Override PartName="/ppt/slides/slide518.xml" ContentType="application/vnd.openxmlformats-officedocument.presentationml.slide+xml"/>
  <Override PartName="/ppt/slides/slide519.xml" ContentType="application/vnd.openxmlformats-officedocument.presentationml.slide+xml"/>
  <Override PartName="/ppt/slides/slide52.xml" ContentType="application/vnd.openxmlformats-officedocument.presentationml.slide+xml"/>
  <Override PartName="/ppt/slides/slide520.xml" ContentType="application/vnd.openxmlformats-officedocument.presentationml.slide+xml"/>
  <Override PartName="/ppt/slides/slide521.xml" ContentType="application/vnd.openxmlformats-officedocument.presentationml.slide+xml"/>
  <Override PartName="/ppt/slides/slide522.xml" ContentType="application/vnd.openxmlformats-officedocument.presentationml.slide+xml"/>
  <Override PartName="/ppt/slides/slide523.xml" ContentType="application/vnd.openxmlformats-officedocument.presentationml.slide+xml"/>
  <Override PartName="/ppt/slides/slide524.xml" ContentType="application/vnd.openxmlformats-officedocument.presentationml.slide+xml"/>
  <Override PartName="/ppt/slides/slide525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  <p:sldId id="356" r:id="rId107"/>
    <p:sldId id="357" r:id="rId108"/>
    <p:sldId id="358" r:id="rId109"/>
    <p:sldId id="359" r:id="rId110"/>
    <p:sldId id="360" r:id="rId111"/>
    <p:sldId id="361" r:id="rId112"/>
    <p:sldId id="362" r:id="rId113"/>
    <p:sldId id="363" r:id="rId114"/>
    <p:sldId id="364" r:id="rId115"/>
    <p:sldId id="365" r:id="rId116"/>
    <p:sldId id="366" r:id="rId117"/>
    <p:sldId id="367" r:id="rId118"/>
    <p:sldId id="368" r:id="rId119"/>
    <p:sldId id="369" r:id="rId120"/>
    <p:sldId id="370" r:id="rId121"/>
    <p:sldId id="371" r:id="rId122"/>
    <p:sldId id="372" r:id="rId123"/>
    <p:sldId id="373" r:id="rId124"/>
    <p:sldId id="374" r:id="rId125"/>
    <p:sldId id="375" r:id="rId126"/>
    <p:sldId id="376" r:id="rId127"/>
    <p:sldId id="377" r:id="rId128"/>
    <p:sldId id="378" r:id="rId129"/>
    <p:sldId id="379" r:id="rId130"/>
    <p:sldId id="380" r:id="rId131"/>
    <p:sldId id="381" r:id="rId132"/>
    <p:sldId id="382" r:id="rId133"/>
    <p:sldId id="383" r:id="rId134"/>
    <p:sldId id="384" r:id="rId135"/>
    <p:sldId id="385" r:id="rId136"/>
    <p:sldId id="386" r:id="rId137"/>
    <p:sldId id="387" r:id="rId138"/>
    <p:sldId id="388" r:id="rId139"/>
    <p:sldId id="389" r:id="rId140"/>
    <p:sldId id="390" r:id="rId141"/>
    <p:sldId id="391" r:id="rId142"/>
    <p:sldId id="392" r:id="rId143"/>
    <p:sldId id="393" r:id="rId144"/>
    <p:sldId id="394" r:id="rId145"/>
    <p:sldId id="395" r:id="rId146"/>
    <p:sldId id="396" r:id="rId147"/>
    <p:sldId id="397" r:id="rId148"/>
    <p:sldId id="398" r:id="rId149"/>
    <p:sldId id="399" r:id="rId150"/>
    <p:sldId id="400" r:id="rId151"/>
    <p:sldId id="401" r:id="rId152"/>
    <p:sldId id="402" r:id="rId153"/>
    <p:sldId id="403" r:id="rId154"/>
    <p:sldId id="404" r:id="rId155"/>
    <p:sldId id="405" r:id="rId156"/>
    <p:sldId id="406" r:id="rId157"/>
    <p:sldId id="407" r:id="rId158"/>
    <p:sldId id="408" r:id="rId159"/>
    <p:sldId id="409" r:id="rId160"/>
    <p:sldId id="410" r:id="rId161"/>
    <p:sldId id="411" r:id="rId162"/>
    <p:sldId id="412" r:id="rId163"/>
    <p:sldId id="413" r:id="rId164"/>
    <p:sldId id="414" r:id="rId165"/>
    <p:sldId id="415" r:id="rId166"/>
    <p:sldId id="416" r:id="rId167"/>
    <p:sldId id="417" r:id="rId168"/>
    <p:sldId id="418" r:id="rId169"/>
    <p:sldId id="419" r:id="rId170"/>
    <p:sldId id="420" r:id="rId171"/>
    <p:sldId id="421" r:id="rId172"/>
    <p:sldId id="422" r:id="rId173"/>
    <p:sldId id="423" r:id="rId174"/>
    <p:sldId id="424" r:id="rId175"/>
    <p:sldId id="425" r:id="rId176"/>
    <p:sldId id="426" r:id="rId177"/>
    <p:sldId id="427" r:id="rId178"/>
    <p:sldId id="428" r:id="rId179"/>
    <p:sldId id="429" r:id="rId180"/>
    <p:sldId id="430" r:id="rId181"/>
    <p:sldId id="431" r:id="rId182"/>
    <p:sldId id="432" r:id="rId183"/>
    <p:sldId id="433" r:id="rId184"/>
    <p:sldId id="434" r:id="rId185"/>
    <p:sldId id="435" r:id="rId186"/>
    <p:sldId id="436" r:id="rId187"/>
    <p:sldId id="437" r:id="rId188"/>
    <p:sldId id="438" r:id="rId189"/>
    <p:sldId id="439" r:id="rId190"/>
    <p:sldId id="440" r:id="rId191"/>
    <p:sldId id="441" r:id="rId192"/>
    <p:sldId id="442" r:id="rId193"/>
    <p:sldId id="443" r:id="rId194"/>
    <p:sldId id="444" r:id="rId195"/>
    <p:sldId id="445" r:id="rId196"/>
    <p:sldId id="446" r:id="rId197"/>
    <p:sldId id="447" r:id="rId198"/>
    <p:sldId id="448" r:id="rId199"/>
    <p:sldId id="449" r:id="rId200"/>
    <p:sldId id="450" r:id="rId201"/>
    <p:sldId id="451" r:id="rId202"/>
    <p:sldId id="452" r:id="rId203"/>
    <p:sldId id="453" r:id="rId204"/>
    <p:sldId id="454" r:id="rId205"/>
    <p:sldId id="455" r:id="rId206"/>
    <p:sldId id="456" r:id="rId207"/>
    <p:sldId id="457" r:id="rId208"/>
    <p:sldId id="458" r:id="rId209"/>
    <p:sldId id="459" r:id="rId210"/>
    <p:sldId id="460" r:id="rId211"/>
    <p:sldId id="461" r:id="rId212"/>
    <p:sldId id="462" r:id="rId213"/>
    <p:sldId id="463" r:id="rId214"/>
    <p:sldId id="464" r:id="rId215"/>
    <p:sldId id="465" r:id="rId216"/>
    <p:sldId id="466" r:id="rId217"/>
    <p:sldId id="467" r:id="rId218"/>
    <p:sldId id="468" r:id="rId219"/>
    <p:sldId id="469" r:id="rId220"/>
    <p:sldId id="470" r:id="rId221"/>
    <p:sldId id="471" r:id="rId222"/>
    <p:sldId id="472" r:id="rId223"/>
    <p:sldId id="473" r:id="rId224"/>
    <p:sldId id="474" r:id="rId225"/>
    <p:sldId id="475" r:id="rId226"/>
    <p:sldId id="476" r:id="rId227"/>
    <p:sldId id="477" r:id="rId228"/>
    <p:sldId id="478" r:id="rId229"/>
    <p:sldId id="479" r:id="rId230"/>
    <p:sldId id="480" r:id="rId231"/>
    <p:sldId id="481" r:id="rId232"/>
    <p:sldId id="482" r:id="rId233"/>
    <p:sldId id="483" r:id="rId234"/>
    <p:sldId id="484" r:id="rId235"/>
    <p:sldId id="485" r:id="rId236"/>
    <p:sldId id="486" r:id="rId237"/>
    <p:sldId id="487" r:id="rId238"/>
    <p:sldId id="488" r:id="rId239"/>
    <p:sldId id="489" r:id="rId240"/>
    <p:sldId id="490" r:id="rId241"/>
    <p:sldId id="491" r:id="rId242"/>
    <p:sldId id="492" r:id="rId243"/>
    <p:sldId id="493" r:id="rId244"/>
    <p:sldId id="494" r:id="rId245"/>
    <p:sldId id="495" r:id="rId246"/>
    <p:sldId id="496" r:id="rId247"/>
    <p:sldId id="497" r:id="rId248"/>
    <p:sldId id="498" r:id="rId249"/>
    <p:sldId id="499" r:id="rId250"/>
    <p:sldId id="500" r:id="rId251"/>
    <p:sldId id="501" r:id="rId252"/>
    <p:sldId id="502" r:id="rId253"/>
    <p:sldId id="503" r:id="rId254"/>
    <p:sldId id="504" r:id="rId255"/>
    <p:sldId id="505" r:id="rId256"/>
    <p:sldId id="506" r:id="rId257"/>
    <p:sldId id="507" r:id="rId258"/>
    <p:sldId id="508" r:id="rId259"/>
    <p:sldId id="509" r:id="rId260"/>
    <p:sldId id="510" r:id="rId261"/>
    <p:sldId id="511" r:id="rId262"/>
    <p:sldId id="512" r:id="rId263"/>
    <p:sldId id="513" r:id="rId264"/>
    <p:sldId id="514" r:id="rId265"/>
    <p:sldId id="515" r:id="rId266"/>
    <p:sldId id="516" r:id="rId267"/>
    <p:sldId id="517" r:id="rId268"/>
    <p:sldId id="518" r:id="rId269"/>
    <p:sldId id="519" r:id="rId270"/>
    <p:sldId id="520" r:id="rId271"/>
    <p:sldId id="521" r:id="rId272"/>
    <p:sldId id="522" r:id="rId273"/>
    <p:sldId id="523" r:id="rId274"/>
    <p:sldId id="524" r:id="rId275"/>
    <p:sldId id="525" r:id="rId276"/>
    <p:sldId id="526" r:id="rId277"/>
    <p:sldId id="527" r:id="rId278"/>
    <p:sldId id="528" r:id="rId279"/>
    <p:sldId id="529" r:id="rId280"/>
    <p:sldId id="530" r:id="rId281"/>
    <p:sldId id="531" r:id="rId282"/>
    <p:sldId id="532" r:id="rId283"/>
    <p:sldId id="533" r:id="rId284"/>
    <p:sldId id="534" r:id="rId285"/>
    <p:sldId id="535" r:id="rId286"/>
    <p:sldId id="536" r:id="rId287"/>
    <p:sldId id="537" r:id="rId288"/>
    <p:sldId id="538" r:id="rId289"/>
    <p:sldId id="539" r:id="rId290"/>
    <p:sldId id="540" r:id="rId291"/>
    <p:sldId id="541" r:id="rId292"/>
    <p:sldId id="542" r:id="rId293"/>
    <p:sldId id="543" r:id="rId294"/>
    <p:sldId id="544" r:id="rId295"/>
    <p:sldId id="545" r:id="rId296"/>
    <p:sldId id="546" r:id="rId297"/>
    <p:sldId id="547" r:id="rId298"/>
    <p:sldId id="548" r:id="rId299"/>
    <p:sldId id="549" r:id="rId300"/>
    <p:sldId id="550" r:id="rId301"/>
    <p:sldId id="551" r:id="rId302"/>
    <p:sldId id="552" r:id="rId303"/>
    <p:sldId id="553" r:id="rId304"/>
    <p:sldId id="554" r:id="rId305"/>
    <p:sldId id="555" r:id="rId306"/>
    <p:sldId id="556" r:id="rId307"/>
    <p:sldId id="557" r:id="rId308"/>
    <p:sldId id="558" r:id="rId309"/>
    <p:sldId id="559" r:id="rId310"/>
    <p:sldId id="560" r:id="rId311"/>
    <p:sldId id="561" r:id="rId312"/>
    <p:sldId id="562" r:id="rId313"/>
    <p:sldId id="563" r:id="rId314"/>
    <p:sldId id="564" r:id="rId315"/>
    <p:sldId id="565" r:id="rId316"/>
    <p:sldId id="566" r:id="rId317"/>
    <p:sldId id="567" r:id="rId318"/>
    <p:sldId id="568" r:id="rId319"/>
    <p:sldId id="569" r:id="rId320"/>
    <p:sldId id="570" r:id="rId321"/>
    <p:sldId id="571" r:id="rId322"/>
    <p:sldId id="572" r:id="rId323"/>
    <p:sldId id="573" r:id="rId324"/>
    <p:sldId id="574" r:id="rId325"/>
    <p:sldId id="575" r:id="rId326"/>
    <p:sldId id="576" r:id="rId327"/>
    <p:sldId id="577" r:id="rId328"/>
    <p:sldId id="578" r:id="rId329"/>
    <p:sldId id="579" r:id="rId330"/>
    <p:sldId id="580" r:id="rId331"/>
    <p:sldId id="581" r:id="rId332"/>
    <p:sldId id="582" r:id="rId333"/>
    <p:sldId id="583" r:id="rId334"/>
    <p:sldId id="584" r:id="rId335"/>
    <p:sldId id="585" r:id="rId336"/>
    <p:sldId id="586" r:id="rId337"/>
    <p:sldId id="587" r:id="rId338"/>
    <p:sldId id="588" r:id="rId339"/>
    <p:sldId id="589" r:id="rId340"/>
    <p:sldId id="590" r:id="rId341"/>
    <p:sldId id="591" r:id="rId342"/>
    <p:sldId id="592" r:id="rId343"/>
    <p:sldId id="593" r:id="rId344"/>
    <p:sldId id="594" r:id="rId345"/>
    <p:sldId id="595" r:id="rId346"/>
    <p:sldId id="596" r:id="rId347"/>
    <p:sldId id="597" r:id="rId348"/>
    <p:sldId id="598" r:id="rId349"/>
    <p:sldId id="599" r:id="rId350"/>
    <p:sldId id="600" r:id="rId351"/>
    <p:sldId id="601" r:id="rId352"/>
    <p:sldId id="602" r:id="rId353"/>
    <p:sldId id="603" r:id="rId354"/>
    <p:sldId id="604" r:id="rId355"/>
    <p:sldId id="605" r:id="rId356"/>
    <p:sldId id="606" r:id="rId357"/>
    <p:sldId id="607" r:id="rId358"/>
    <p:sldId id="608" r:id="rId359"/>
    <p:sldId id="609" r:id="rId360"/>
    <p:sldId id="610" r:id="rId361"/>
    <p:sldId id="611" r:id="rId362"/>
    <p:sldId id="612" r:id="rId363"/>
    <p:sldId id="613" r:id="rId364"/>
    <p:sldId id="614" r:id="rId365"/>
    <p:sldId id="615" r:id="rId366"/>
    <p:sldId id="616" r:id="rId367"/>
    <p:sldId id="617" r:id="rId368"/>
    <p:sldId id="618" r:id="rId369"/>
    <p:sldId id="619" r:id="rId370"/>
    <p:sldId id="620" r:id="rId371"/>
    <p:sldId id="621" r:id="rId372"/>
    <p:sldId id="622" r:id="rId373"/>
    <p:sldId id="623" r:id="rId374"/>
    <p:sldId id="624" r:id="rId375"/>
    <p:sldId id="625" r:id="rId376"/>
    <p:sldId id="626" r:id="rId377"/>
    <p:sldId id="627" r:id="rId378"/>
    <p:sldId id="628" r:id="rId379"/>
    <p:sldId id="629" r:id="rId380"/>
    <p:sldId id="630" r:id="rId381"/>
    <p:sldId id="631" r:id="rId382"/>
    <p:sldId id="632" r:id="rId383"/>
    <p:sldId id="633" r:id="rId384"/>
    <p:sldId id="634" r:id="rId385"/>
    <p:sldId id="635" r:id="rId386"/>
    <p:sldId id="636" r:id="rId387"/>
    <p:sldId id="637" r:id="rId388"/>
    <p:sldId id="638" r:id="rId389"/>
    <p:sldId id="639" r:id="rId390"/>
    <p:sldId id="640" r:id="rId391"/>
    <p:sldId id="641" r:id="rId392"/>
    <p:sldId id="642" r:id="rId393"/>
    <p:sldId id="643" r:id="rId394"/>
    <p:sldId id="644" r:id="rId395"/>
    <p:sldId id="645" r:id="rId396"/>
    <p:sldId id="646" r:id="rId397"/>
    <p:sldId id="647" r:id="rId398"/>
    <p:sldId id="648" r:id="rId399"/>
    <p:sldId id="649" r:id="rId400"/>
    <p:sldId id="650" r:id="rId401"/>
    <p:sldId id="651" r:id="rId402"/>
    <p:sldId id="652" r:id="rId403"/>
    <p:sldId id="653" r:id="rId404"/>
    <p:sldId id="654" r:id="rId405"/>
    <p:sldId id="655" r:id="rId406"/>
    <p:sldId id="656" r:id="rId407"/>
    <p:sldId id="657" r:id="rId408"/>
    <p:sldId id="658" r:id="rId409"/>
    <p:sldId id="659" r:id="rId410"/>
    <p:sldId id="660" r:id="rId411"/>
    <p:sldId id="661" r:id="rId412"/>
    <p:sldId id="662" r:id="rId413"/>
    <p:sldId id="663" r:id="rId414"/>
    <p:sldId id="664" r:id="rId415"/>
    <p:sldId id="665" r:id="rId416"/>
    <p:sldId id="666" r:id="rId417"/>
    <p:sldId id="667" r:id="rId418"/>
    <p:sldId id="668" r:id="rId419"/>
    <p:sldId id="669" r:id="rId420"/>
    <p:sldId id="670" r:id="rId421"/>
    <p:sldId id="671" r:id="rId422"/>
    <p:sldId id="672" r:id="rId423"/>
    <p:sldId id="673" r:id="rId424"/>
    <p:sldId id="674" r:id="rId425"/>
    <p:sldId id="675" r:id="rId426"/>
    <p:sldId id="676" r:id="rId427"/>
    <p:sldId id="677" r:id="rId428"/>
    <p:sldId id="678" r:id="rId429"/>
    <p:sldId id="679" r:id="rId430"/>
    <p:sldId id="680" r:id="rId431"/>
    <p:sldId id="681" r:id="rId432"/>
    <p:sldId id="682" r:id="rId433"/>
    <p:sldId id="683" r:id="rId434"/>
    <p:sldId id="684" r:id="rId435"/>
    <p:sldId id="685" r:id="rId436"/>
    <p:sldId id="686" r:id="rId437"/>
    <p:sldId id="687" r:id="rId438"/>
    <p:sldId id="688" r:id="rId439"/>
    <p:sldId id="689" r:id="rId440"/>
    <p:sldId id="690" r:id="rId441"/>
    <p:sldId id="691" r:id="rId442"/>
    <p:sldId id="692" r:id="rId443"/>
    <p:sldId id="693" r:id="rId444"/>
    <p:sldId id="694" r:id="rId445"/>
    <p:sldId id="695" r:id="rId446"/>
    <p:sldId id="696" r:id="rId447"/>
    <p:sldId id="697" r:id="rId448"/>
    <p:sldId id="698" r:id="rId449"/>
    <p:sldId id="699" r:id="rId450"/>
    <p:sldId id="700" r:id="rId451"/>
    <p:sldId id="701" r:id="rId452"/>
    <p:sldId id="702" r:id="rId453"/>
    <p:sldId id="703" r:id="rId454"/>
    <p:sldId id="704" r:id="rId455"/>
    <p:sldId id="705" r:id="rId456"/>
    <p:sldId id="706" r:id="rId457"/>
    <p:sldId id="707" r:id="rId458"/>
    <p:sldId id="708" r:id="rId459"/>
    <p:sldId id="709" r:id="rId460"/>
    <p:sldId id="710" r:id="rId461"/>
    <p:sldId id="711" r:id="rId462"/>
    <p:sldId id="712" r:id="rId463"/>
    <p:sldId id="713" r:id="rId464"/>
    <p:sldId id="714" r:id="rId465"/>
    <p:sldId id="715" r:id="rId466"/>
    <p:sldId id="716" r:id="rId467"/>
    <p:sldId id="717" r:id="rId468"/>
    <p:sldId id="718" r:id="rId469"/>
    <p:sldId id="719" r:id="rId470"/>
    <p:sldId id="720" r:id="rId471"/>
    <p:sldId id="721" r:id="rId472"/>
    <p:sldId id="722" r:id="rId473"/>
    <p:sldId id="723" r:id="rId474"/>
    <p:sldId id="724" r:id="rId475"/>
    <p:sldId id="725" r:id="rId476"/>
    <p:sldId id="726" r:id="rId477"/>
    <p:sldId id="727" r:id="rId478"/>
    <p:sldId id="728" r:id="rId479"/>
    <p:sldId id="729" r:id="rId480"/>
    <p:sldId id="730" r:id="rId481"/>
    <p:sldId id="731" r:id="rId482"/>
    <p:sldId id="732" r:id="rId483"/>
    <p:sldId id="733" r:id="rId484"/>
    <p:sldId id="734" r:id="rId485"/>
    <p:sldId id="735" r:id="rId486"/>
    <p:sldId id="736" r:id="rId487"/>
    <p:sldId id="737" r:id="rId488"/>
    <p:sldId id="738" r:id="rId489"/>
    <p:sldId id="739" r:id="rId490"/>
    <p:sldId id="740" r:id="rId491"/>
    <p:sldId id="741" r:id="rId492"/>
    <p:sldId id="742" r:id="rId493"/>
    <p:sldId id="743" r:id="rId494"/>
    <p:sldId id="744" r:id="rId495"/>
    <p:sldId id="745" r:id="rId496"/>
    <p:sldId id="746" r:id="rId497"/>
    <p:sldId id="747" r:id="rId498"/>
    <p:sldId id="748" r:id="rId499"/>
    <p:sldId id="749" r:id="rId500"/>
    <p:sldId id="750" r:id="rId501"/>
    <p:sldId id="751" r:id="rId502"/>
    <p:sldId id="752" r:id="rId503"/>
    <p:sldId id="753" r:id="rId504"/>
    <p:sldId id="754" r:id="rId505"/>
    <p:sldId id="755" r:id="rId506"/>
    <p:sldId id="756" r:id="rId507"/>
    <p:sldId id="757" r:id="rId508"/>
    <p:sldId id="758" r:id="rId509"/>
    <p:sldId id="759" r:id="rId510"/>
    <p:sldId id="760" r:id="rId511"/>
    <p:sldId id="761" r:id="rId512"/>
    <p:sldId id="762" r:id="rId513"/>
    <p:sldId id="763" r:id="rId514"/>
    <p:sldId id="764" r:id="rId515"/>
    <p:sldId id="765" r:id="rId516"/>
    <p:sldId id="766" r:id="rId517"/>
    <p:sldId id="767" r:id="rId518"/>
    <p:sldId id="768" r:id="rId519"/>
    <p:sldId id="769" r:id="rId520"/>
    <p:sldId id="770" r:id="rId521"/>
    <p:sldId id="771" r:id="rId522"/>
    <p:sldId id="772" r:id="rId523"/>
    <p:sldId id="773" r:id="rId524"/>
    <p:sldId id="774" r:id="rId525"/>
    <p:sldId id="775" r:id="rId526"/>
    <p:sldId id="776" r:id="rId527"/>
    <p:sldId id="777" r:id="rId528"/>
    <p:sldId id="778" r:id="rId529"/>
    <p:sldId id="779" r:id="rId530"/>
    <p:sldId id="780" r:id="rId531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Relationship Id="rId107" Type="http://schemas.openxmlformats.org/officeDocument/2006/relationships/slide" Target="slides/slide101.xml"/><Relationship Id="rId108" Type="http://schemas.openxmlformats.org/officeDocument/2006/relationships/slide" Target="slides/slide102.xml"/><Relationship Id="rId109" Type="http://schemas.openxmlformats.org/officeDocument/2006/relationships/slide" Target="slides/slide103.xml"/><Relationship Id="rId110" Type="http://schemas.openxmlformats.org/officeDocument/2006/relationships/slide" Target="slides/slide104.xml"/><Relationship Id="rId111" Type="http://schemas.openxmlformats.org/officeDocument/2006/relationships/slide" Target="slides/slide105.xml"/><Relationship Id="rId112" Type="http://schemas.openxmlformats.org/officeDocument/2006/relationships/slide" Target="slides/slide106.xml"/><Relationship Id="rId113" Type="http://schemas.openxmlformats.org/officeDocument/2006/relationships/slide" Target="slides/slide107.xml"/><Relationship Id="rId114" Type="http://schemas.openxmlformats.org/officeDocument/2006/relationships/slide" Target="slides/slide108.xml"/><Relationship Id="rId115" Type="http://schemas.openxmlformats.org/officeDocument/2006/relationships/slide" Target="slides/slide109.xml"/><Relationship Id="rId116" Type="http://schemas.openxmlformats.org/officeDocument/2006/relationships/slide" Target="slides/slide110.xml"/><Relationship Id="rId117" Type="http://schemas.openxmlformats.org/officeDocument/2006/relationships/slide" Target="slides/slide111.xml"/><Relationship Id="rId118" Type="http://schemas.openxmlformats.org/officeDocument/2006/relationships/slide" Target="slides/slide112.xml"/><Relationship Id="rId119" Type="http://schemas.openxmlformats.org/officeDocument/2006/relationships/slide" Target="slides/slide113.xml"/><Relationship Id="rId120" Type="http://schemas.openxmlformats.org/officeDocument/2006/relationships/slide" Target="slides/slide114.xml"/><Relationship Id="rId121" Type="http://schemas.openxmlformats.org/officeDocument/2006/relationships/slide" Target="slides/slide115.xml"/><Relationship Id="rId122" Type="http://schemas.openxmlformats.org/officeDocument/2006/relationships/slide" Target="slides/slide116.xml"/><Relationship Id="rId123" Type="http://schemas.openxmlformats.org/officeDocument/2006/relationships/slide" Target="slides/slide117.xml"/><Relationship Id="rId124" Type="http://schemas.openxmlformats.org/officeDocument/2006/relationships/slide" Target="slides/slide118.xml"/><Relationship Id="rId125" Type="http://schemas.openxmlformats.org/officeDocument/2006/relationships/slide" Target="slides/slide119.xml"/><Relationship Id="rId126" Type="http://schemas.openxmlformats.org/officeDocument/2006/relationships/slide" Target="slides/slide120.xml"/><Relationship Id="rId127" Type="http://schemas.openxmlformats.org/officeDocument/2006/relationships/slide" Target="slides/slide121.xml"/><Relationship Id="rId128" Type="http://schemas.openxmlformats.org/officeDocument/2006/relationships/slide" Target="slides/slide122.xml"/><Relationship Id="rId129" Type="http://schemas.openxmlformats.org/officeDocument/2006/relationships/slide" Target="slides/slide123.xml"/><Relationship Id="rId130" Type="http://schemas.openxmlformats.org/officeDocument/2006/relationships/slide" Target="slides/slide124.xml"/><Relationship Id="rId131" Type="http://schemas.openxmlformats.org/officeDocument/2006/relationships/slide" Target="slides/slide125.xml"/><Relationship Id="rId132" Type="http://schemas.openxmlformats.org/officeDocument/2006/relationships/slide" Target="slides/slide126.xml"/><Relationship Id="rId133" Type="http://schemas.openxmlformats.org/officeDocument/2006/relationships/slide" Target="slides/slide127.xml"/><Relationship Id="rId134" Type="http://schemas.openxmlformats.org/officeDocument/2006/relationships/slide" Target="slides/slide128.xml"/><Relationship Id="rId135" Type="http://schemas.openxmlformats.org/officeDocument/2006/relationships/slide" Target="slides/slide129.xml"/><Relationship Id="rId136" Type="http://schemas.openxmlformats.org/officeDocument/2006/relationships/slide" Target="slides/slide130.xml"/><Relationship Id="rId137" Type="http://schemas.openxmlformats.org/officeDocument/2006/relationships/slide" Target="slides/slide131.xml"/><Relationship Id="rId138" Type="http://schemas.openxmlformats.org/officeDocument/2006/relationships/slide" Target="slides/slide132.xml"/><Relationship Id="rId139" Type="http://schemas.openxmlformats.org/officeDocument/2006/relationships/slide" Target="slides/slide133.xml"/><Relationship Id="rId140" Type="http://schemas.openxmlformats.org/officeDocument/2006/relationships/slide" Target="slides/slide134.xml"/><Relationship Id="rId141" Type="http://schemas.openxmlformats.org/officeDocument/2006/relationships/slide" Target="slides/slide135.xml"/><Relationship Id="rId142" Type="http://schemas.openxmlformats.org/officeDocument/2006/relationships/slide" Target="slides/slide136.xml"/><Relationship Id="rId143" Type="http://schemas.openxmlformats.org/officeDocument/2006/relationships/slide" Target="slides/slide137.xml"/><Relationship Id="rId144" Type="http://schemas.openxmlformats.org/officeDocument/2006/relationships/slide" Target="slides/slide138.xml"/><Relationship Id="rId145" Type="http://schemas.openxmlformats.org/officeDocument/2006/relationships/slide" Target="slides/slide139.xml"/><Relationship Id="rId146" Type="http://schemas.openxmlformats.org/officeDocument/2006/relationships/slide" Target="slides/slide140.xml"/><Relationship Id="rId147" Type="http://schemas.openxmlformats.org/officeDocument/2006/relationships/slide" Target="slides/slide141.xml"/><Relationship Id="rId148" Type="http://schemas.openxmlformats.org/officeDocument/2006/relationships/slide" Target="slides/slide142.xml"/><Relationship Id="rId149" Type="http://schemas.openxmlformats.org/officeDocument/2006/relationships/slide" Target="slides/slide143.xml"/><Relationship Id="rId150" Type="http://schemas.openxmlformats.org/officeDocument/2006/relationships/slide" Target="slides/slide144.xml"/><Relationship Id="rId151" Type="http://schemas.openxmlformats.org/officeDocument/2006/relationships/slide" Target="slides/slide145.xml"/><Relationship Id="rId152" Type="http://schemas.openxmlformats.org/officeDocument/2006/relationships/slide" Target="slides/slide146.xml"/><Relationship Id="rId153" Type="http://schemas.openxmlformats.org/officeDocument/2006/relationships/slide" Target="slides/slide147.xml"/><Relationship Id="rId154" Type="http://schemas.openxmlformats.org/officeDocument/2006/relationships/slide" Target="slides/slide148.xml"/><Relationship Id="rId155" Type="http://schemas.openxmlformats.org/officeDocument/2006/relationships/slide" Target="slides/slide149.xml"/><Relationship Id="rId156" Type="http://schemas.openxmlformats.org/officeDocument/2006/relationships/slide" Target="slides/slide150.xml"/><Relationship Id="rId157" Type="http://schemas.openxmlformats.org/officeDocument/2006/relationships/slide" Target="slides/slide151.xml"/><Relationship Id="rId158" Type="http://schemas.openxmlformats.org/officeDocument/2006/relationships/slide" Target="slides/slide152.xml"/><Relationship Id="rId159" Type="http://schemas.openxmlformats.org/officeDocument/2006/relationships/slide" Target="slides/slide153.xml"/><Relationship Id="rId160" Type="http://schemas.openxmlformats.org/officeDocument/2006/relationships/slide" Target="slides/slide154.xml"/><Relationship Id="rId161" Type="http://schemas.openxmlformats.org/officeDocument/2006/relationships/slide" Target="slides/slide155.xml"/><Relationship Id="rId162" Type="http://schemas.openxmlformats.org/officeDocument/2006/relationships/slide" Target="slides/slide156.xml"/><Relationship Id="rId163" Type="http://schemas.openxmlformats.org/officeDocument/2006/relationships/slide" Target="slides/slide157.xml"/><Relationship Id="rId164" Type="http://schemas.openxmlformats.org/officeDocument/2006/relationships/slide" Target="slides/slide158.xml"/><Relationship Id="rId165" Type="http://schemas.openxmlformats.org/officeDocument/2006/relationships/slide" Target="slides/slide159.xml"/><Relationship Id="rId166" Type="http://schemas.openxmlformats.org/officeDocument/2006/relationships/slide" Target="slides/slide160.xml"/><Relationship Id="rId167" Type="http://schemas.openxmlformats.org/officeDocument/2006/relationships/slide" Target="slides/slide161.xml"/><Relationship Id="rId168" Type="http://schemas.openxmlformats.org/officeDocument/2006/relationships/slide" Target="slides/slide162.xml"/><Relationship Id="rId169" Type="http://schemas.openxmlformats.org/officeDocument/2006/relationships/slide" Target="slides/slide163.xml"/><Relationship Id="rId170" Type="http://schemas.openxmlformats.org/officeDocument/2006/relationships/slide" Target="slides/slide164.xml"/><Relationship Id="rId171" Type="http://schemas.openxmlformats.org/officeDocument/2006/relationships/slide" Target="slides/slide165.xml"/><Relationship Id="rId172" Type="http://schemas.openxmlformats.org/officeDocument/2006/relationships/slide" Target="slides/slide166.xml"/><Relationship Id="rId173" Type="http://schemas.openxmlformats.org/officeDocument/2006/relationships/slide" Target="slides/slide167.xml"/><Relationship Id="rId174" Type="http://schemas.openxmlformats.org/officeDocument/2006/relationships/slide" Target="slides/slide168.xml"/><Relationship Id="rId175" Type="http://schemas.openxmlformats.org/officeDocument/2006/relationships/slide" Target="slides/slide169.xml"/><Relationship Id="rId176" Type="http://schemas.openxmlformats.org/officeDocument/2006/relationships/slide" Target="slides/slide170.xml"/><Relationship Id="rId177" Type="http://schemas.openxmlformats.org/officeDocument/2006/relationships/slide" Target="slides/slide171.xml"/><Relationship Id="rId178" Type="http://schemas.openxmlformats.org/officeDocument/2006/relationships/slide" Target="slides/slide172.xml"/><Relationship Id="rId179" Type="http://schemas.openxmlformats.org/officeDocument/2006/relationships/slide" Target="slides/slide173.xml"/><Relationship Id="rId180" Type="http://schemas.openxmlformats.org/officeDocument/2006/relationships/slide" Target="slides/slide174.xml"/><Relationship Id="rId181" Type="http://schemas.openxmlformats.org/officeDocument/2006/relationships/slide" Target="slides/slide175.xml"/><Relationship Id="rId182" Type="http://schemas.openxmlformats.org/officeDocument/2006/relationships/slide" Target="slides/slide176.xml"/><Relationship Id="rId183" Type="http://schemas.openxmlformats.org/officeDocument/2006/relationships/slide" Target="slides/slide177.xml"/><Relationship Id="rId184" Type="http://schemas.openxmlformats.org/officeDocument/2006/relationships/slide" Target="slides/slide178.xml"/><Relationship Id="rId185" Type="http://schemas.openxmlformats.org/officeDocument/2006/relationships/slide" Target="slides/slide179.xml"/><Relationship Id="rId186" Type="http://schemas.openxmlformats.org/officeDocument/2006/relationships/slide" Target="slides/slide180.xml"/><Relationship Id="rId187" Type="http://schemas.openxmlformats.org/officeDocument/2006/relationships/slide" Target="slides/slide181.xml"/><Relationship Id="rId188" Type="http://schemas.openxmlformats.org/officeDocument/2006/relationships/slide" Target="slides/slide182.xml"/><Relationship Id="rId189" Type="http://schemas.openxmlformats.org/officeDocument/2006/relationships/slide" Target="slides/slide183.xml"/><Relationship Id="rId190" Type="http://schemas.openxmlformats.org/officeDocument/2006/relationships/slide" Target="slides/slide184.xml"/><Relationship Id="rId191" Type="http://schemas.openxmlformats.org/officeDocument/2006/relationships/slide" Target="slides/slide185.xml"/><Relationship Id="rId192" Type="http://schemas.openxmlformats.org/officeDocument/2006/relationships/slide" Target="slides/slide186.xml"/><Relationship Id="rId193" Type="http://schemas.openxmlformats.org/officeDocument/2006/relationships/slide" Target="slides/slide187.xml"/><Relationship Id="rId194" Type="http://schemas.openxmlformats.org/officeDocument/2006/relationships/slide" Target="slides/slide188.xml"/><Relationship Id="rId195" Type="http://schemas.openxmlformats.org/officeDocument/2006/relationships/slide" Target="slides/slide189.xml"/><Relationship Id="rId196" Type="http://schemas.openxmlformats.org/officeDocument/2006/relationships/slide" Target="slides/slide190.xml"/><Relationship Id="rId197" Type="http://schemas.openxmlformats.org/officeDocument/2006/relationships/slide" Target="slides/slide191.xml"/><Relationship Id="rId198" Type="http://schemas.openxmlformats.org/officeDocument/2006/relationships/slide" Target="slides/slide192.xml"/><Relationship Id="rId199" Type="http://schemas.openxmlformats.org/officeDocument/2006/relationships/slide" Target="slides/slide193.xml"/><Relationship Id="rId200" Type="http://schemas.openxmlformats.org/officeDocument/2006/relationships/slide" Target="slides/slide194.xml"/><Relationship Id="rId201" Type="http://schemas.openxmlformats.org/officeDocument/2006/relationships/slide" Target="slides/slide195.xml"/><Relationship Id="rId202" Type="http://schemas.openxmlformats.org/officeDocument/2006/relationships/slide" Target="slides/slide196.xml"/><Relationship Id="rId203" Type="http://schemas.openxmlformats.org/officeDocument/2006/relationships/slide" Target="slides/slide197.xml"/><Relationship Id="rId204" Type="http://schemas.openxmlformats.org/officeDocument/2006/relationships/slide" Target="slides/slide198.xml"/><Relationship Id="rId205" Type="http://schemas.openxmlformats.org/officeDocument/2006/relationships/slide" Target="slides/slide199.xml"/><Relationship Id="rId206" Type="http://schemas.openxmlformats.org/officeDocument/2006/relationships/slide" Target="slides/slide200.xml"/><Relationship Id="rId207" Type="http://schemas.openxmlformats.org/officeDocument/2006/relationships/slide" Target="slides/slide201.xml"/><Relationship Id="rId208" Type="http://schemas.openxmlformats.org/officeDocument/2006/relationships/slide" Target="slides/slide202.xml"/><Relationship Id="rId209" Type="http://schemas.openxmlformats.org/officeDocument/2006/relationships/slide" Target="slides/slide203.xml"/><Relationship Id="rId210" Type="http://schemas.openxmlformats.org/officeDocument/2006/relationships/slide" Target="slides/slide204.xml"/><Relationship Id="rId211" Type="http://schemas.openxmlformats.org/officeDocument/2006/relationships/slide" Target="slides/slide205.xml"/><Relationship Id="rId212" Type="http://schemas.openxmlformats.org/officeDocument/2006/relationships/slide" Target="slides/slide206.xml"/><Relationship Id="rId213" Type="http://schemas.openxmlformats.org/officeDocument/2006/relationships/slide" Target="slides/slide207.xml"/><Relationship Id="rId214" Type="http://schemas.openxmlformats.org/officeDocument/2006/relationships/slide" Target="slides/slide208.xml"/><Relationship Id="rId215" Type="http://schemas.openxmlformats.org/officeDocument/2006/relationships/slide" Target="slides/slide209.xml"/><Relationship Id="rId216" Type="http://schemas.openxmlformats.org/officeDocument/2006/relationships/slide" Target="slides/slide210.xml"/><Relationship Id="rId217" Type="http://schemas.openxmlformats.org/officeDocument/2006/relationships/slide" Target="slides/slide211.xml"/><Relationship Id="rId218" Type="http://schemas.openxmlformats.org/officeDocument/2006/relationships/slide" Target="slides/slide212.xml"/><Relationship Id="rId219" Type="http://schemas.openxmlformats.org/officeDocument/2006/relationships/slide" Target="slides/slide213.xml"/><Relationship Id="rId220" Type="http://schemas.openxmlformats.org/officeDocument/2006/relationships/slide" Target="slides/slide214.xml"/><Relationship Id="rId221" Type="http://schemas.openxmlformats.org/officeDocument/2006/relationships/slide" Target="slides/slide215.xml"/><Relationship Id="rId222" Type="http://schemas.openxmlformats.org/officeDocument/2006/relationships/slide" Target="slides/slide216.xml"/><Relationship Id="rId223" Type="http://schemas.openxmlformats.org/officeDocument/2006/relationships/slide" Target="slides/slide217.xml"/><Relationship Id="rId224" Type="http://schemas.openxmlformats.org/officeDocument/2006/relationships/slide" Target="slides/slide218.xml"/><Relationship Id="rId225" Type="http://schemas.openxmlformats.org/officeDocument/2006/relationships/slide" Target="slides/slide219.xml"/><Relationship Id="rId226" Type="http://schemas.openxmlformats.org/officeDocument/2006/relationships/slide" Target="slides/slide220.xml"/><Relationship Id="rId227" Type="http://schemas.openxmlformats.org/officeDocument/2006/relationships/slide" Target="slides/slide221.xml"/><Relationship Id="rId228" Type="http://schemas.openxmlformats.org/officeDocument/2006/relationships/slide" Target="slides/slide222.xml"/><Relationship Id="rId229" Type="http://schemas.openxmlformats.org/officeDocument/2006/relationships/slide" Target="slides/slide223.xml"/><Relationship Id="rId230" Type="http://schemas.openxmlformats.org/officeDocument/2006/relationships/slide" Target="slides/slide224.xml"/><Relationship Id="rId231" Type="http://schemas.openxmlformats.org/officeDocument/2006/relationships/slide" Target="slides/slide225.xml"/><Relationship Id="rId232" Type="http://schemas.openxmlformats.org/officeDocument/2006/relationships/slide" Target="slides/slide226.xml"/><Relationship Id="rId233" Type="http://schemas.openxmlformats.org/officeDocument/2006/relationships/slide" Target="slides/slide227.xml"/><Relationship Id="rId234" Type="http://schemas.openxmlformats.org/officeDocument/2006/relationships/slide" Target="slides/slide228.xml"/><Relationship Id="rId235" Type="http://schemas.openxmlformats.org/officeDocument/2006/relationships/slide" Target="slides/slide229.xml"/><Relationship Id="rId236" Type="http://schemas.openxmlformats.org/officeDocument/2006/relationships/slide" Target="slides/slide230.xml"/><Relationship Id="rId237" Type="http://schemas.openxmlformats.org/officeDocument/2006/relationships/slide" Target="slides/slide231.xml"/><Relationship Id="rId238" Type="http://schemas.openxmlformats.org/officeDocument/2006/relationships/slide" Target="slides/slide232.xml"/><Relationship Id="rId239" Type="http://schemas.openxmlformats.org/officeDocument/2006/relationships/slide" Target="slides/slide233.xml"/><Relationship Id="rId240" Type="http://schemas.openxmlformats.org/officeDocument/2006/relationships/slide" Target="slides/slide234.xml"/><Relationship Id="rId241" Type="http://schemas.openxmlformats.org/officeDocument/2006/relationships/slide" Target="slides/slide235.xml"/><Relationship Id="rId242" Type="http://schemas.openxmlformats.org/officeDocument/2006/relationships/slide" Target="slides/slide236.xml"/><Relationship Id="rId243" Type="http://schemas.openxmlformats.org/officeDocument/2006/relationships/slide" Target="slides/slide237.xml"/><Relationship Id="rId244" Type="http://schemas.openxmlformats.org/officeDocument/2006/relationships/slide" Target="slides/slide238.xml"/><Relationship Id="rId245" Type="http://schemas.openxmlformats.org/officeDocument/2006/relationships/slide" Target="slides/slide239.xml"/><Relationship Id="rId246" Type="http://schemas.openxmlformats.org/officeDocument/2006/relationships/slide" Target="slides/slide240.xml"/><Relationship Id="rId247" Type="http://schemas.openxmlformats.org/officeDocument/2006/relationships/slide" Target="slides/slide241.xml"/><Relationship Id="rId248" Type="http://schemas.openxmlformats.org/officeDocument/2006/relationships/slide" Target="slides/slide242.xml"/><Relationship Id="rId249" Type="http://schemas.openxmlformats.org/officeDocument/2006/relationships/slide" Target="slides/slide243.xml"/><Relationship Id="rId250" Type="http://schemas.openxmlformats.org/officeDocument/2006/relationships/slide" Target="slides/slide244.xml"/><Relationship Id="rId251" Type="http://schemas.openxmlformats.org/officeDocument/2006/relationships/slide" Target="slides/slide245.xml"/><Relationship Id="rId252" Type="http://schemas.openxmlformats.org/officeDocument/2006/relationships/slide" Target="slides/slide246.xml"/><Relationship Id="rId253" Type="http://schemas.openxmlformats.org/officeDocument/2006/relationships/slide" Target="slides/slide247.xml"/><Relationship Id="rId254" Type="http://schemas.openxmlformats.org/officeDocument/2006/relationships/slide" Target="slides/slide248.xml"/><Relationship Id="rId255" Type="http://schemas.openxmlformats.org/officeDocument/2006/relationships/slide" Target="slides/slide249.xml"/><Relationship Id="rId256" Type="http://schemas.openxmlformats.org/officeDocument/2006/relationships/slide" Target="slides/slide250.xml"/><Relationship Id="rId257" Type="http://schemas.openxmlformats.org/officeDocument/2006/relationships/slide" Target="slides/slide251.xml"/><Relationship Id="rId258" Type="http://schemas.openxmlformats.org/officeDocument/2006/relationships/slide" Target="slides/slide252.xml"/><Relationship Id="rId259" Type="http://schemas.openxmlformats.org/officeDocument/2006/relationships/slide" Target="slides/slide253.xml"/><Relationship Id="rId260" Type="http://schemas.openxmlformats.org/officeDocument/2006/relationships/slide" Target="slides/slide254.xml"/><Relationship Id="rId261" Type="http://schemas.openxmlformats.org/officeDocument/2006/relationships/slide" Target="slides/slide255.xml"/><Relationship Id="rId262" Type="http://schemas.openxmlformats.org/officeDocument/2006/relationships/slide" Target="slides/slide256.xml"/><Relationship Id="rId263" Type="http://schemas.openxmlformats.org/officeDocument/2006/relationships/slide" Target="slides/slide257.xml"/><Relationship Id="rId264" Type="http://schemas.openxmlformats.org/officeDocument/2006/relationships/slide" Target="slides/slide258.xml"/><Relationship Id="rId265" Type="http://schemas.openxmlformats.org/officeDocument/2006/relationships/slide" Target="slides/slide259.xml"/><Relationship Id="rId266" Type="http://schemas.openxmlformats.org/officeDocument/2006/relationships/slide" Target="slides/slide260.xml"/><Relationship Id="rId267" Type="http://schemas.openxmlformats.org/officeDocument/2006/relationships/slide" Target="slides/slide261.xml"/><Relationship Id="rId268" Type="http://schemas.openxmlformats.org/officeDocument/2006/relationships/slide" Target="slides/slide262.xml"/><Relationship Id="rId269" Type="http://schemas.openxmlformats.org/officeDocument/2006/relationships/slide" Target="slides/slide263.xml"/><Relationship Id="rId270" Type="http://schemas.openxmlformats.org/officeDocument/2006/relationships/slide" Target="slides/slide264.xml"/><Relationship Id="rId271" Type="http://schemas.openxmlformats.org/officeDocument/2006/relationships/slide" Target="slides/slide265.xml"/><Relationship Id="rId272" Type="http://schemas.openxmlformats.org/officeDocument/2006/relationships/slide" Target="slides/slide266.xml"/><Relationship Id="rId273" Type="http://schemas.openxmlformats.org/officeDocument/2006/relationships/slide" Target="slides/slide267.xml"/><Relationship Id="rId274" Type="http://schemas.openxmlformats.org/officeDocument/2006/relationships/slide" Target="slides/slide268.xml"/><Relationship Id="rId275" Type="http://schemas.openxmlformats.org/officeDocument/2006/relationships/slide" Target="slides/slide269.xml"/><Relationship Id="rId276" Type="http://schemas.openxmlformats.org/officeDocument/2006/relationships/slide" Target="slides/slide270.xml"/><Relationship Id="rId277" Type="http://schemas.openxmlformats.org/officeDocument/2006/relationships/slide" Target="slides/slide271.xml"/><Relationship Id="rId278" Type="http://schemas.openxmlformats.org/officeDocument/2006/relationships/slide" Target="slides/slide272.xml"/><Relationship Id="rId279" Type="http://schemas.openxmlformats.org/officeDocument/2006/relationships/slide" Target="slides/slide273.xml"/><Relationship Id="rId280" Type="http://schemas.openxmlformats.org/officeDocument/2006/relationships/slide" Target="slides/slide274.xml"/><Relationship Id="rId281" Type="http://schemas.openxmlformats.org/officeDocument/2006/relationships/slide" Target="slides/slide275.xml"/><Relationship Id="rId282" Type="http://schemas.openxmlformats.org/officeDocument/2006/relationships/slide" Target="slides/slide276.xml"/><Relationship Id="rId283" Type="http://schemas.openxmlformats.org/officeDocument/2006/relationships/slide" Target="slides/slide277.xml"/><Relationship Id="rId284" Type="http://schemas.openxmlformats.org/officeDocument/2006/relationships/slide" Target="slides/slide278.xml"/><Relationship Id="rId285" Type="http://schemas.openxmlformats.org/officeDocument/2006/relationships/slide" Target="slides/slide279.xml"/><Relationship Id="rId286" Type="http://schemas.openxmlformats.org/officeDocument/2006/relationships/slide" Target="slides/slide280.xml"/><Relationship Id="rId287" Type="http://schemas.openxmlformats.org/officeDocument/2006/relationships/slide" Target="slides/slide281.xml"/><Relationship Id="rId288" Type="http://schemas.openxmlformats.org/officeDocument/2006/relationships/slide" Target="slides/slide282.xml"/><Relationship Id="rId289" Type="http://schemas.openxmlformats.org/officeDocument/2006/relationships/slide" Target="slides/slide283.xml"/><Relationship Id="rId290" Type="http://schemas.openxmlformats.org/officeDocument/2006/relationships/slide" Target="slides/slide284.xml"/><Relationship Id="rId291" Type="http://schemas.openxmlformats.org/officeDocument/2006/relationships/slide" Target="slides/slide285.xml"/><Relationship Id="rId292" Type="http://schemas.openxmlformats.org/officeDocument/2006/relationships/slide" Target="slides/slide286.xml"/><Relationship Id="rId293" Type="http://schemas.openxmlformats.org/officeDocument/2006/relationships/slide" Target="slides/slide287.xml"/><Relationship Id="rId294" Type="http://schemas.openxmlformats.org/officeDocument/2006/relationships/slide" Target="slides/slide288.xml"/><Relationship Id="rId295" Type="http://schemas.openxmlformats.org/officeDocument/2006/relationships/slide" Target="slides/slide289.xml"/><Relationship Id="rId296" Type="http://schemas.openxmlformats.org/officeDocument/2006/relationships/slide" Target="slides/slide290.xml"/><Relationship Id="rId297" Type="http://schemas.openxmlformats.org/officeDocument/2006/relationships/slide" Target="slides/slide291.xml"/><Relationship Id="rId298" Type="http://schemas.openxmlformats.org/officeDocument/2006/relationships/slide" Target="slides/slide292.xml"/><Relationship Id="rId299" Type="http://schemas.openxmlformats.org/officeDocument/2006/relationships/slide" Target="slides/slide293.xml"/><Relationship Id="rId300" Type="http://schemas.openxmlformats.org/officeDocument/2006/relationships/slide" Target="slides/slide294.xml"/><Relationship Id="rId301" Type="http://schemas.openxmlformats.org/officeDocument/2006/relationships/slide" Target="slides/slide295.xml"/><Relationship Id="rId302" Type="http://schemas.openxmlformats.org/officeDocument/2006/relationships/slide" Target="slides/slide296.xml"/><Relationship Id="rId303" Type="http://schemas.openxmlformats.org/officeDocument/2006/relationships/slide" Target="slides/slide297.xml"/><Relationship Id="rId304" Type="http://schemas.openxmlformats.org/officeDocument/2006/relationships/slide" Target="slides/slide298.xml"/><Relationship Id="rId305" Type="http://schemas.openxmlformats.org/officeDocument/2006/relationships/slide" Target="slides/slide299.xml"/><Relationship Id="rId306" Type="http://schemas.openxmlformats.org/officeDocument/2006/relationships/slide" Target="slides/slide300.xml"/><Relationship Id="rId307" Type="http://schemas.openxmlformats.org/officeDocument/2006/relationships/slide" Target="slides/slide301.xml"/><Relationship Id="rId308" Type="http://schemas.openxmlformats.org/officeDocument/2006/relationships/slide" Target="slides/slide302.xml"/><Relationship Id="rId309" Type="http://schemas.openxmlformats.org/officeDocument/2006/relationships/slide" Target="slides/slide303.xml"/><Relationship Id="rId310" Type="http://schemas.openxmlformats.org/officeDocument/2006/relationships/slide" Target="slides/slide304.xml"/><Relationship Id="rId311" Type="http://schemas.openxmlformats.org/officeDocument/2006/relationships/slide" Target="slides/slide305.xml"/><Relationship Id="rId312" Type="http://schemas.openxmlformats.org/officeDocument/2006/relationships/slide" Target="slides/slide306.xml"/><Relationship Id="rId313" Type="http://schemas.openxmlformats.org/officeDocument/2006/relationships/slide" Target="slides/slide307.xml"/><Relationship Id="rId314" Type="http://schemas.openxmlformats.org/officeDocument/2006/relationships/slide" Target="slides/slide308.xml"/><Relationship Id="rId315" Type="http://schemas.openxmlformats.org/officeDocument/2006/relationships/slide" Target="slides/slide309.xml"/><Relationship Id="rId316" Type="http://schemas.openxmlformats.org/officeDocument/2006/relationships/slide" Target="slides/slide310.xml"/><Relationship Id="rId317" Type="http://schemas.openxmlformats.org/officeDocument/2006/relationships/slide" Target="slides/slide311.xml"/><Relationship Id="rId318" Type="http://schemas.openxmlformats.org/officeDocument/2006/relationships/slide" Target="slides/slide312.xml"/><Relationship Id="rId319" Type="http://schemas.openxmlformats.org/officeDocument/2006/relationships/slide" Target="slides/slide313.xml"/><Relationship Id="rId320" Type="http://schemas.openxmlformats.org/officeDocument/2006/relationships/slide" Target="slides/slide314.xml"/><Relationship Id="rId321" Type="http://schemas.openxmlformats.org/officeDocument/2006/relationships/slide" Target="slides/slide315.xml"/><Relationship Id="rId322" Type="http://schemas.openxmlformats.org/officeDocument/2006/relationships/slide" Target="slides/slide316.xml"/><Relationship Id="rId323" Type="http://schemas.openxmlformats.org/officeDocument/2006/relationships/slide" Target="slides/slide317.xml"/><Relationship Id="rId324" Type="http://schemas.openxmlformats.org/officeDocument/2006/relationships/slide" Target="slides/slide318.xml"/><Relationship Id="rId325" Type="http://schemas.openxmlformats.org/officeDocument/2006/relationships/slide" Target="slides/slide319.xml"/><Relationship Id="rId326" Type="http://schemas.openxmlformats.org/officeDocument/2006/relationships/slide" Target="slides/slide320.xml"/><Relationship Id="rId327" Type="http://schemas.openxmlformats.org/officeDocument/2006/relationships/slide" Target="slides/slide321.xml"/><Relationship Id="rId328" Type="http://schemas.openxmlformats.org/officeDocument/2006/relationships/slide" Target="slides/slide322.xml"/><Relationship Id="rId329" Type="http://schemas.openxmlformats.org/officeDocument/2006/relationships/slide" Target="slides/slide323.xml"/><Relationship Id="rId330" Type="http://schemas.openxmlformats.org/officeDocument/2006/relationships/slide" Target="slides/slide324.xml"/><Relationship Id="rId331" Type="http://schemas.openxmlformats.org/officeDocument/2006/relationships/slide" Target="slides/slide325.xml"/><Relationship Id="rId332" Type="http://schemas.openxmlformats.org/officeDocument/2006/relationships/slide" Target="slides/slide326.xml"/><Relationship Id="rId333" Type="http://schemas.openxmlformats.org/officeDocument/2006/relationships/slide" Target="slides/slide327.xml"/><Relationship Id="rId334" Type="http://schemas.openxmlformats.org/officeDocument/2006/relationships/slide" Target="slides/slide328.xml"/><Relationship Id="rId335" Type="http://schemas.openxmlformats.org/officeDocument/2006/relationships/slide" Target="slides/slide329.xml"/><Relationship Id="rId336" Type="http://schemas.openxmlformats.org/officeDocument/2006/relationships/slide" Target="slides/slide330.xml"/><Relationship Id="rId337" Type="http://schemas.openxmlformats.org/officeDocument/2006/relationships/slide" Target="slides/slide331.xml"/><Relationship Id="rId338" Type="http://schemas.openxmlformats.org/officeDocument/2006/relationships/slide" Target="slides/slide332.xml"/><Relationship Id="rId339" Type="http://schemas.openxmlformats.org/officeDocument/2006/relationships/slide" Target="slides/slide333.xml"/><Relationship Id="rId340" Type="http://schemas.openxmlformats.org/officeDocument/2006/relationships/slide" Target="slides/slide334.xml"/><Relationship Id="rId341" Type="http://schemas.openxmlformats.org/officeDocument/2006/relationships/slide" Target="slides/slide335.xml"/><Relationship Id="rId342" Type="http://schemas.openxmlformats.org/officeDocument/2006/relationships/slide" Target="slides/slide336.xml"/><Relationship Id="rId343" Type="http://schemas.openxmlformats.org/officeDocument/2006/relationships/slide" Target="slides/slide337.xml"/><Relationship Id="rId344" Type="http://schemas.openxmlformats.org/officeDocument/2006/relationships/slide" Target="slides/slide338.xml"/><Relationship Id="rId345" Type="http://schemas.openxmlformats.org/officeDocument/2006/relationships/slide" Target="slides/slide339.xml"/><Relationship Id="rId346" Type="http://schemas.openxmlformats.org/officeDocument/2006/relationships/slide" Target="slides/slide340.xml"/><Relationship Id="rId347" Type="http://schemas.openxmlformats.org/officeDocument/2006/relationships/slide" Target="slides/slide341.xml"/><Relationship Id="rId348" Type="http://schemas.openxmlformats.org/officeDocument/2006/relationships/slide" Target="slides/slide342.xml"/><Relationship Id="rId349" Type="http://schemas.openxmlformats.org/officeDocument/2006/relationships/slide" Target="slides/slide343.xml"/><Relationship Id="rId350" Type="http://schemas.openxmlformats.org/officeDocument/2006/relationships/slide" Target="slides/slide344.xml"/><Relationship Id="rId351" Type="http://schemas.openxmlformats.org/officeDocument/2006/relationships/slide" Target="slides/slide345.xml"/><Relationship Id="rId352" Type="http://schemas.openxmlformats.org/officeDocument/2006/relationships/slide" Target="slides/slide346.xml"/><Relationship Id="rId353" Type="http://schemas.openxmlformats.org/officeDocument/2006/relationships/slide" Target="slides/slide347.xml"/><Relationship Id="rId354" Type="http://schemas.openxmlformats.org/officeDocument/2006/relationships/slide" Target="slides/slide348.xml"/><Relationship Id="rId355" Type="http://schemas.openxmlformats.org/officeDocument/2006/relationships/slide" Target="slides/slide349.xml"/><Relationship Id="rId356" Type="http://schemas.openxmlformats.org/officeDocument/2006/relationships/slide" Target="slides/slide350.xml"/><Relationship Id="rId357" Type="http://schemas.openxmlformats.org/officeDocument/2006/relationships/slide" Target="slides/slide351.xml"/><Relationship Id="rId358" Type="http://schemas.openxmlformats.org/officeDocument/2006/relationships/slide" Target="slides/slide352.xml"/><Relationship Id="rId359" Type="http://schemas.openxmlformats.org/officeDocument/2006/relationships/slide" Target="slides/slide353.xml"/><Relationship Id="rId360" Type="http://schemas.openxmlformats.org/officeDocument/2006/relationships/slide" Target="slides/slide354.xml"/><Relationship Id="rId361" Type="http://schemas.openxmlformats.org/officeDocument/2006/relationships/slide" Target="slides/slide355.xml"/><Relationship Id="rId362" Type="http://schemas.openxmlformats.org/officeDocument/2006/relationships/slide" Target="slides/slide356.xml"/><Relationship Id="rId363" Type="http://schemas.openxmlformats.org/officeDocument/2006/relationships/slide" Target="slides/slide357.xml"/><Relationship Id="rId364" Type="http://schemas.openxmlformats.org/officeDocument/2006/relationships/slide" Target="slides/slide358.xml"/><Relationship Id="rId365" Type="http://schemas.openxmlformats.org/officeDocument/2006/relationships/slide" Target="slides/slide359.xml"/><Relationship Id="rId366" Type="http://schemas.openxmlformats.org/officeDocument/2006/relationships/slide" Target="slides/slide360.xml"/><Relationship Id="rId367" Type="http://schemas.openxmlformats.org/officeDocument/2006/relationships/slide" Target="slides/slide361.xml"/><Relationship Id="rId368" Type="http://schemas.openxmlformats.org/officeDocument/2006/relationships/slide" Target="slides/slide362.xml"/><Relationship Id="rId369" Type="http://schemas.openxmlformats.org/officeDocument/2006/relationships/slide" Target="slides/slide363.xml"/><Relationship Id="rId370" Type="http://schemas.openxmlformats.org/officeDocument/2006/relationships/slide" Target="slides/slide364.xml"/><Relationship Id="rId371" Type="http://schemas.openxmlformats.org/officeDocument/2006/relationships/slide" Target="slides/slide365.xml"/><Relationship Id="rId372" Type="http://schemas.openxmlformats.org/officeDocument/2006/relationships/slide" Target="slides/slide366.xml"/><Relationship Id="rId373" Type="http://schemas.openxmlformats.org/officeDocument/2006/relationships/slide" Target="slides/slide367.xml"/><Relationship Id="rId374" Type="http://schemas.openxmlformats.org/officeDocument/2006/relationships/slide" Target="slides/slide368.xml"/><Relationship Id="rId375" Type="http://schemas.openxmlformats.org/officeDocument/2006/relationships/slide" Target="slides/slide369.xml"/><Relationship Id="rId376" Type="http://schemas.openxmlformats.org/officeDocument/2006/relationships/slide" Target="slides/slide370.xml"/><Relationship Id="rId377" Type="http://schemas.openxmlformats.org/officeDocument/2006/relationships/slide" Target="slides/slide371.xml"/><Relationship Id="rId378" Type="http://schemas.openxmlformats.org/officeDocument/2006/relationships/slide" Target="slides/slide372.xml"/><Relationship Id="rId379" Type="http://schemas.openxmlformats.org/officeDocument/2006/relationships/slide" Target="slides/slide373.xml"/><Relationship Id="rId380" Type="http://schemas.openxmlformats.org/officeDocument/2006/relationships/slide" Target="slides/slide374.xml"/><Relationship Id="rId381" Type="http://schemas.openxmlformats.org/officeDocument/2006/relationships/slide" Target="slides/slide375.xml"/><Relationship Id="rId382" Type="http://schemas.openxmlformats.org/officeDocument/2006/relationships/slide" Target="slides/slide376.xml"/><Relationship Id="rId383" Type="http://schemas.openxmlformats.org/officeDocument/2006/relationships/slide" Target="slides/slide377.xml"/><Relationship Id="rId384" Type="http://schemas.openxmlformats.org/officeDocument/2006/relationships/slide" Target="slides/slide378.xml"/><Relationship Id="rId385" Type="http://schemas.openxmlformats.org/officeDocument/2006/relationships/slide" Target="slides/slide379.xml"/><Relationship Id="rId386" Type="http://schemas.openxmlformats.org/officeDocument/2006/relationships/slide" Target="slides/slide380.xml"/><Relationship Id="rId387" Type="http://schemas.openxmlformats.org/officeDocument/2006/relationships/slide" Target="slides/slide381.xml"/><Relationship Id="rId388" Type="http://schemas.openxmlformats.org/officeDocument/2006/relationships/slide" Target="slides/slide382.xml"/><Relationship Id="rId389" Type="http://schemas.openxmlformats.org/officeDocument/2006/relationships/slide" Target="slides/slide383.xml"/><Relationship Id="rId390" Type="http://schemas.openxmlformats.org/officeDocument/2006/relationships/slide" Target="slides/slide384.xml"/><Relationship Id="rId391" Type="http://schemas.openxmlformats.org/officeDocument/2006/relationships/slide" Target="slides/slide385.xml"/><Relationship Id="rId392" Type="http://schemas.openxmlformats.org/officeDocument/2006/relationships/slide" Target="slides/slide386.xml"/><Relationship Id="rId393" Type="http://schemas.openxmlformats.org/officeDocument/2006/relationships/slide" Target="slides/slide387.xml"/><Relationship Id="rId394" Type="http://schemas.openxmlformats.org/officeDocument/2006/relationships/slide" Target="slides/slide388.xml"/><Relationship Id="rId395" Type="http://schemas.openxmlformats.org/officeDocument/2006/relationships/slide" Target="slides/slide389.xml"/><Relationship Id="rId396" Type="http://schemas.openxmlformats.org/officeDocument/2006/relationships/slide" Target="slides/slide390.xml"/><Relationship Id="rId397" Type="http://schemas.openxmlformats.org/officeDocument/2006/relationships/slide" Target="slides/slide391.xml"/><Relationship Id="rId398" Type="http://schemas.openxmlformats.org/officeDocument/2006/relationships/slide" Target="slides/slide392.xml"/><Relationship Id="rId399" Type="http://schemas.openxmlformats.org/officeDocument/2006/relationships/slide" Target="slides/slide393.xml"/><Relationship Id="rId400" Type="http://schemas.openxmlformats.org/officeDocument/2006/relationships/slide" Target="slides/slide394.xml"/><Relationship Id="rId401" Type="http://schemas.openxmlformats.org/officeDocument/2006/relationships/slide" Target="slides/slide395.xml"/><Relationship Id="rId402" Type="http://schemas.openxmlformats.org/officeDocument/2006/relationships/slide" Target="slides/slide396.xml"/><Relationship Id="rId403" Type="http://schemas.openxmlformats.org/officeDocument/2006/relationships/slide" Target="slides/slide397.xml"/><Relationship Id="rId404" Type="http://schemas.openxmlformats.org/officeDocument/2006/relationships/slide" Target="slides/slide398.xml"/><Relationship Id="rId405" Type="http://schemas.openxmlformats.org/officeDocument/2006/relationships/slide" Target="slides/slide399.xml"/><Relationship Id="rId406" Type="http://schemas.openxmlformats.org/officeDocument/2006/relationships/slide" Target="slides/slide400.xml"/><Relationship Id="rId407" Type="http://schemas.openxmlformats.org/officeDocument/2006/relationships/slide" Target="slides/slide401.xml"/><Relationship Id="rId408" Type="http://schemas.openxmlformats.org/officeDocument/2006/relationships/slide" Target="slides/slide402.xml"/><Relationship Id="rId409" Type="http://schemas.openxmlformats.org/officeDocument/2006/relationships/slide" Target="slides/slide403.xml"/><Relationship Id="rId410" Type="http://schemas.openxmlformats.org/officeDocument/2006/relationships/slide" Target="slides/slide404.xml"/><Relationship Id="rId411" Type="http://schemas.openxmlformats.org/officeDocument/2006/relationships/slide" Target="slides/slide405.xml"/><Relationship Id="rId412" Type="http://schemas.openxmlformats.org/officeDocument/2006/relationships/slide" Target="slides/slide406.xml"/><Relationship Id="rId413" Type="http://schemas.openxmlformats.org/officeDocument/2006/relationships/slide" Target="slides/slide407.xml"/><Relationship Id="rId414" Type="http://schemas.openxmlformats.org/officeDocument/2006/relationships/slide" Target="slides/slide408.xml"/><Relationship Id="rId415" Type="http://schemas.openxmlformats.org/officeDocument/2006/relationships/slide" Target="slides/slide409.xml"/><Relationship Id="rId416" Type="http://schemas.openxmlformats.org/officeDocument/2006/relationships/slide" Target="slides/slide410.xml"/><Relationship Id="rId417" Type="http://schemas.openxmlformats.org/officeDocument/2006/relationships/slide" Target="slides/slide411.xml"/><Relationship Id="rId418" Type="http://schemas.openxmlformats.org/officeDocument/2006/relationships/slide" Target="slides/slide412.xml"/><Relationship Id="rId419" Type="http://schemas.openxmlformats.org/officeDocument/2006/relationships/slide" Target="slides/slide413.xml"/><Relationship Id="rId420" Type="http://schemas.openxmlformats.org/officeDocument/2006/relationships/slide" Target="slides/slide414.xml"/><Relationship Id="rId421" Type="http://schemas.openxmlformats.org/officeDocument/2006/relationships/slide" Target="slides/slide415.xml"/><Relationship Id="rId422" Type="http://schemas.openxmlformats.org/officeDocument/2006/relationships/slide" Target="slides/slide416.xml"/><Relationship Id="rId423" Type="http://schemas.openxmlformats.org/officeDocument/2006/relationships/slide" Target="slides/slide417.xml"/><Relationship Id="rId424" Type="http://schemas.openxmlformats.org/officeDocument/2006/relationships/slide" Target="slides/slide418.xml"/><Relationship Id="rId425" Type="http://schemas.openxmlformats.org/officeDocument/2006/relationships/slide" Target="slides/slide419.xml"/><Relationship Id="rId426" Type="http://schemas.openxmlformats.org/officeDocument/2006/relationships/slide" Target="slides/slide420.xml"/><Relationship Id="rId427" Type="http://schemas.openxmlformats.org/officeDocument/2006/relationships/slide" Target="slides/slide421.xml"/><Relationship Id="rId428" Type="http://schemas.openxmlformats.org/officeDocument/2006/relationships/slide" Target="slides/slide422.xml"/><Relationship Id="rId429" Type="http://schemas.openxmlformats.org/officeDocument/2006/relationships/slide" Target="slides/slide423.xml"/><Relationship Id="rId430" Type="http://schemas.openxmlformats.org/officeDocument/2006/relationships/slide" Target="slides/slide424.xml"/><Relationship Id="rId431" Type="http://schemas.openxmlformats.org/officeDocument/2006/relationships/slide" Target="slides/slide425.xml"/><Relationship Id="rId432" Type="http://schemas.openxmlformats.org/officeDocument/2006/relationships/slide" Target="slides/slide426.xml"/><Relationship Id="rId433" Type="http://schemas.openxmlformats.org/officeDocument/2006/relationships/slide" Target="slides/slide427.xml"/><Relationship Id="rId434" Type="http://schemas.openxmlformats.org/officeDocument/2006/relationships/slide" Target="slides/slide428.xml"/><Relationship Id="rId435" Type="http://schemas.openxmlformats.org/officeDocument/2006/relationships/slide" Target="slides/slide429.xml"/><Relationship Id="rId436" Type="http://schemas.openxmlformats.org/officeDocument/2006/relationships/slide" Target="slides/slide430.xml"/><Relationship Id="rId437" Type="http://schemas.openxmlformats.org/officeDocument/2006/relationships/slide" Target="slides/slide431.xml"/><Relationship Id="rId438" Type="http://schemas.openxmlformats.org/officeDocument/2006/relationships/slide" Target="slides/slide432.xml"/><Relationship Id="rId439" Type="http://schemas.openxmlformats.org/officeDocument/2006/relationships/slide" Target="slides/slide433.xml"/><Relationship Id="rId440" Type="http://schemas.openxmlformats.org/officeDocument/2006/relationships/slide" Target="slides/slide434.xml"/><Relationship Id="rId441" Type="http://schemas.openxmlformats.org/officeDocument/2006/relationships/slide" Target="slides/slide435.xml"/><Relationship Id="rId442" Type="http://schemas.openxmlformats.org/officeDocument/2006/relationships/slide" Target="slides/slide436.xml"/><Relationship Id="rId443" Type="http://schemas.openxmlformats.org/officeDocument/2006/relationships/slide" Target="slides/slide437.xml"/><Relationship Id="rId444" Type="http://schemas.openxmlformats.org/officeDocument/2006/relationships/slide" Target="slides/slide438.xml"/><Relationship Id="rId445" Type="http://schemas.openxmlformats.org/officeDocument/2006/relationships/slide" Target="slides/slide439.xml"/><Relationship Id="rId446" Type="http://schemas.openxmlformats.org/officeDocument/2006/relationships/slide" Target="slides/slide440.xml"/><Relationship Id="rId447" Type="http://schemas.openxmlformats.org/officeDocument/2006/relationships/slide" Target="slides/slide441.xml"/><Relationship Id="rId448" Type="http://schemas.openxmlformats.org/officeDocument/2006/relationships/slide" Target="slides/slide442.xml"/><Relationship Id="rId449" Type="http://schemas.openxmlformats.org/officeDocument/2006/relationships/slide" Target="slides/slide443.xml"/><Relationship Id="rId450" Type="http://schemas.openxmlformats.org/officeDocument/2006/relationships/slide" Target="slides/slide444.xml"/><Relationship Id="rId451" Type="http://schemas.openxmlformats.org/officeDocument/2006/relationships/slide" Target="slides/slide445.xml"/><Relationship Id="rId452" Type="http://schemas.openxmlformats.org/officeDocument/2006/relationships/slide" Target="slides/slide446.xml"/><Relationship Id="rId453" Type="http://schemas.openxmlformats.org/officeDocument/2006/relationships/slide" Target="slides/slide447.xml"/><Relationship Id="rId454" Type="http://schemas.openxmlformats.org/officeDocument/2006/relationships/slide" Target="slides/slide448.xml"/><Relationship Id="rId455" Type="http://schemas.openxmlformats.org/officeDocument/2006/relationships/slide" Target="slides/slide449.xml"/><Relationship Id="rId456" Type="http://schemas.openxmlformats.org/officeDocument/2006/relationships/slide" Target="slides/slide450.xml"/><Relationship Id="rId457" Type="http://schemas.openxmlformats.org/officeDocument/2006/relationships/slide" Target="slides/slide451.xml"/><Relationship Id="rId458" Type="http://schemas.openxmlformats.org/officeDocument/2006/relationships/slide" Target="slides/slide452.xml"/><Relationship Id="rId459" Type="http://schemas.openxmlformats.org/officeDocument/2006/relationships/slide" Target="slides/slide453.xml"/><Relationship Id="rId460" Type="http://schemas.openxmlformats.org/officeDocument/2006/relationships/slide" Target="slides/slide454.xml"/><Relationship Id="rId461" Type="http://schemas.openxmlformats.org/officeDocument/2006/relationships/slide" Target="slides/slide455.xml"/><Relationship Id="rId462" Type="http://schemas.openxmlformats.org/officeDocument/2006/relationships/slide" Target="slides/slide456.xml"/><Relationship Id="rId463" Type="http://schemas.openxmlformats.org/officeDocument/2006/relationships/slide" Target="slides/slide457.xml"/><Relationship Id="rId464" Type="http://schemas.openxmlformats.org/officeDocument/2006/relationships/slide" Target="slides/slide458.xml"/><Relationship Id="rId465" Type="http://schemas.openxmlformats.org/officeDocument/2006/relationships/slide" Target="slides/slide459.xml"/><Relationship Id="rId466" Type="http://schemas.openxmlformats.org/officeDocument/2006/relationships/slide" Target="slides/slide460.xml"/><Relationship Id="rId467" Type="http://schemas.openxmlformats.org/officeDocument/2006/relationships/slide" Target="slides/slide461.xml"/><Relationship Id="rId468" Type="http://schemas.openxmlformats.org/officeDocument/2006/relationships/slide" Target="slides/slide462.xml"/><Relationship Id="rId469" Type="http://schemas.openxmlformats.org/officeDocument/2006/relationships/slide" Target="slides/slide463.xml"/><Relationship Id="rId470" Type="http://schemas.openxmlformats.org/officeDocument/2006/relationships/slide" Target="slides/slide464.xml"/><Relationship Id="rId471" Type="http://schemas.openxmlformats.org/officeDocument/2006/relationships/slide" Target="slides/slide465.xml"/><Relationship Id="rId472" Type="http://schemas.openxmlformats.org/officeDocument/2006/relationships/slide" Target="slides/slide466.xml"/><Relationship Id="rId473" Type="http://schemas.openxmlformats.org/officeDocument/2006/relationships/slide" Target="slides/slide467.xml"/><Relationship Id="rId474" Type="http://schemas.openxmlformats.org/officeDocument/2006/relationships/slide" Target="slides/slide468.xml"/><Relationship Id="rId475" Type="http://schemas.openxmlformats.org/officeDocument/2006/relationships/slide" Target="slides/slide469.xml"/><Relationship Id="rId476" Type="http://schemas.openxmlformats.org/officeDocument/2006/relationships/slide" Target="slides/slide470.xml"/><Relationship Id="rId477" Type="http://schemas.openxmlformats.org/officeDocument/2006/relationships/slide" Target="slides/slide471.xml"/><Relationship Id="rId478" Type="http://schemas.openxmlformats.org/officeDocument/2006/relationships/slide" Target="slides/slide472.xml"/><Relationship Id="rId479" Type="http://schemas.openxmlformats.org/officeDocument/2006/relationships/slide" Target="slides/slide473.xml"/><Relationship Id="rId480" Type="http://schemas.openxmlformats.org/officeDocument/2006/relationships/slide" Target="slides/slide474.xml"/><Relationship Id="rId481" Type="http://schemas.openxmlformats.org/officeDocument/2006/relationships/slide" Target="slides/slide475.xml"/><Relationship Id="rId482" Type="http://schemas.openxmlformats.org/officeDocument/2006/relationships/slide" Target="slides/slide476.xml"/><Relationship Id="rId483" Type="http://schemas.openxmlformats.org/officeDocument/2006/relationships/slide" Target="slides/slide477.xml"/><Relationship Id="rId484" Type="http://schemas.openxmlformats.org/officeDocument/2006/relationships/slide" Target="slides/slide478.xml"/><Relationship Id="rId485" Type="http://schemas.openxmlformats.org/officeDocument/2006/relationships/slide" Target="slides/slide479.xml"/><Relationship Id="rId486" Type="http://schemas.openxmlformats.org/officeDocument/2006/relationships/slide" Target="slides/slide480.xml"/><Relationship Id="rId487" Type="http://schemas.openxmlformats.org/officeDocument/2006/relationships/slide" Target="slides/slide481.xml"/><Relationship Id="rId488" Type="http://schemas.openxmlformats.org/officeDocument/2006/relationships/slide" Target="slides/slide482.xml"/><Relationship Id="rId489" Type="http://schemas.openxmlformats.org/officeDocument/2006/relationships/slide" Target="slides/slide483.xml"/><Relationship Id="rId490" Type="http://schemas.openxmlformats.org/officeDocument/2006/relationships/slide" Target="slides/slide484.xml"/><Relationship Id="rId491" Type="http://schemas.openxmlformats.org/officeDocument/2006/relationships/slide" Target="slides/slide485.xml"/><Relationship Id="rId492" Type="http://schemas.openxmlformats.org/officeDocument/2006/relationships/slide" Target="slides/slide486.xml"/><Relationship Id="rId493" Type="http://schemas.openxmlformats.org/officeDocument/2006/relationships/slide" Target="slides/slide487.xml"/><Relationship Id="rId494" Type="http://schemas.openxmlformats.org/officeDocument/2006/relationships/slide" Target="slides/slide488.xml"/><Relationship Id="rId495" Type="http://schemas.openxmlformats.org/officeDocument/2006/relationships/slide" Target="slides/slide489.xml"/><Relationship Id="rId496" Type="http://schemas.openxmlformats.org/officeDocument/2006/relationships/slide" Target="slides/slide490.xml"/><Relationship Id="rId497" Type="http://schemas.openxmlformats.org/officeDocument/2006/relationships/slide" Target="slides/slide491.xml"/><Relationship Id="rId498" Type="http://schemas.openxmlformats.org/officeDocument/2006/relationships/slide" Target="slides/slide492.xml"/><Relationship Id="rId499" Type="http://schemas.openxmlformats.org/officeDocument/2006/relationships/slide" Target="slides/slide493.xml"/><Relationship Id="rId500" Type="http://schemas.openxmlformats.org/officeDocument/2006/relationships/slide" Target="slides/slide494.xml"/><Relationship Id="rId501" Type="http://schemas.openxmlformats.org/officeDocument/2006/relationships/slide" Target="slides/slide495.xml"/><Relationship Id="rId502" Type="http://schemas.openxmlformats.org/officeDocument/2006/relationships/slide" Target="slides/slide496.xml"/><Relationship Id="rId503" Type="http://schemas.openxmlformats.org/officeDocument/2006/relationships/slide" Target="slides/slide497.xml"/><Relationship Id="rId504" Type="http://schemas.openxmlformats.org/officeDocument/2006/relationships/slide" Target="slides/slide498.xml"/><Relationship Id="rId505" Type="http://schemas.openxmlformats.org/officeDocument/2006/relationships/slide" Target="slides/slide499.xml"/><Relationship Id="rId506" Type="http://schemas.openxmlformats.org/officeDocument/2006/relationships/slide" Target="slides/slide500.xml"/><Relationship Id="rId507" Type="http://schemas.openxmlformats.org/officeDocument/2006/relationships/slide" Target="slides/slide501.xml"/><Relationship Id="rId508" Type="http://schemas.openxmlformats.org/officeDocument/2006/relationships/slide" Target="slides/slide502.xml"/><Relationship Id="rId509" Type="http://schemas.openxmlformats.org/officeDocument/2006/relationships/slide" Target="slides/slide503.xml"/><Relationship Id="rId510" Type="http://schemas.openxmlformats.org/officeDocument/2006/relationships/slide" Target="slides/slide504.xml"/><Relationship Id="rId511" Type="http://schemas.openxmlformats.org/officeDocument/2006/relationships/slide" Target="slides/slide505.xml"/><Relationship Id="rId512" Type="http://schemas.openxmlformats.org/officeDocument/2006/relationships/slide" Target="slides/slide506.xml"/><Relationship Id="rId513" Type="http://schemas.openxmlformats.org/officeDocument/2006/relationships/slide" Target="slides/slide507.xml"/><Relationship Id="rId514" Type="http://schemas.openxmlformats.org/officeDocument/2006/relationships/slide" Target="slides/slide508.xml"/><Relationship Id="rId515" Type="http://schemas.openxmlformats.org/officeDocument/2006/relationships/slide" Target="slides/slide509.xml"/><Relationship Id="rId516" Type="http://schemas.openxmlformats.org/officeDocument/2006/relationships/slide" Target="slides/slide510.xml"/><Relationship Id="rId517" Type="http://schemas.openxmlformats.org/officeDocument/2006/relationships/slide" Target="slides/slide511.xml"/><Relationship Id="rId518" Type="http://schemas.openxmlformats.org/officeDocument/2006/relationships/slide" Target="slides/slide512.xml"/><Relationship Id="rId519" Type="http://schemas.openxmlformats.org/officeDocument/2006/relationships/slide" Target="slides/slide513.xml"/><Relationship Id="rId520" Type="http://schemas.openxmlformats.org/officeDocument/2006/relationships/slide" Target="slides/slide514.xml"/><Relationship Id="rId521" Type="http://schemas.openxmlformats.org/officeDocument/2006/relationships/slide" Target="slides/slide515.xml"/><Relationship Id="rId522" Type="http://schemas.openxmlformats.org/officeDocument/2006/relationships/slide" Target="slides/slide516.xml"/><Relationship Id="rId523" Type="http://schemas.openxmlformats.org/officeDocument/2006/relationships/slide" Target="slides/slide517.xml"/><Relationship Id="rId524" Type="http://schemas.openxmlformats.org/officeDocument/2006/relationships/slide" Target="slides/slide518.xml"/><Relationship Id="rId525" Type="http://schemas.openxmlformats.org/officeDocument/2006/relationships/slide" Target="slides/slide519.xml"/><Relationship Id="rId526" Type="http://schemas.openxmlformats.org/officeDocument/2006/relationships/slide" Target="slides/slide520.xml"/><Relationship Id="rId527" Type="http://schemas.openxmlformats.org/officeDocument/2006/relationships/slide" Target="slides/slide521.xml"/><Relationship Id="rId528" Type="http://schemas.openxmlformats.org/officeDocument/2006/relationships/slide" Target="slides/slide522.xml"/><Relationship Id="rId529" Type="http://schemas.openxmlformats.org/officeDocument/2006/relationships/slide" Target="slides/slide523.xml"/><Relationship Id="rId530" Type="http://schemas.openxmlformats.org/officeDocument/2006/relationships/slide" Target="slides/slide524.xml"/><Relationship Id="rId531" Type="http://schemas.openxmlformats.org/officeDocument/2006/relationships/slide" Target="slides/slide5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slide" Target="slide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slide" Target="slide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slide" Target="slide4.xml"/><Relationship Id="rId8" Type="http://schemas.openxmlformats.org/officeDocument/2006/relationships/slide" Target="slide5.xml"/><Relationship Id="rId9" Type="http://schemas.openxmlformats.org/officeDocument/2006/relationships/slide" Target="slide7.xml"/><Relationship Id="rId10" Type="http://schemas.openxmlformats.org/officeDocument/2006/relationships/slide" Target="slide10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slide" Target="slide4.xml"/><Relationship Id="rId8" Type="http://schemas.openxmlformats.org/officeDocument/2006/relationships/slide" Target="slide5.xml"/><Relationship Id="rId9" Type="http://schemas.openxmlformats.org/officeDocument/2006/relationships/slide" Target="slide7.xml"/><Relationship Id="rId10" Type="http://schemas.openxmlformats.org/officeDocument/2006/relationships/slide" Target="slide10.xml"/><Relationship Id="rId11" Type="http://schemas.openxmlformats.org/officeDocument/2006/relationships/audio" Target="../media/snd_boing.wav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slide" Target="slide6.xml"/><Relationship Id="rId7" Type="http://schemas.openxmlformats.org/officeDocument/2006/relationships/slide" Target="slide9.xml"/><Relationship Id="rId8" Type="http://schemas.openxmlformats.org/officeDocument/2006/relationships/slide" Target="slide10.xml"/><Relationship Id="rId9" Type="http://schemas.openxmlformats.org/officeDocument/2006/relationships/audio" Target="../media/snd_pop.wav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slide" Target="slide6.xml"/><Relationship Id="rId7" Type="http://schemas.openxmlformats.org/officeDocument/2006/relationships/slide" Target="slide9.xml"/><Relationship Id="rId8" Type="http://schemas.openxmlformats.org/officeDocument/2006/relationships/slide" Target="slide10.xml"/><Relationship Id="rId9" Type="http://schemas.openxmlformats.org/officeDocument/2006/relationships/audio" Target="../media/snd_boing.wav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7.png"/><Relationship Id="rId6" Type="http://schemas.openxmlformats.org/officeDocument/2006/relationships/slide" Target="slide8.xml"/><Relationship Id="rId7" Type="http://schemas.openxmlformats.org/officeDocument/2006/relationships/slide" Target="slide9.xml"/><Relationship Id="rId8" Type="http://schemas.openxmlformats.org/officeDocument/2006/relationships/slide" Target="slide10.xml"/><Relationship Id="rId9" Type="http://schemas.openxmlformats.org/officeDocument/2006/relationships/audio" Target="../media/snd_pop.wav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7.png"/><Relationship Id="rId6" Type="http://schemas.openxmlformats.org/officeDocument/2006/relationships/slide" Target="slide8.xml"/><Relationship Id="rId7" Type="http://schemas.openxmlformats.org/officeDocument/2006/relationships/slide" Target="slide9.xml"/><Relationship Id="rId8" Type="http://schemas.openxmlformats.org/officeDocument/2006/relationships/slide" Target="slide10.xml"/><Relationship Id="rId9" Type="http://schemas.openxmlformats.org/officeDocument/2006/relationships/audio" Target="../media/snd_boing.wav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png"/><Relationship Id="rId4" Type="http://schemas.openxmlformats.org/officeDocument/2006/relationships/image" Target="../media/image7.png"/><Relationship Id="rId5" Type="http://schemas.openxmlformats.org/officeDocument/2006/relationships/slide" Target="slide10.xml"/><Relationship Id="rId6" Type="http://schemas.openxmlformats.org/officeDocument/2006/relationships/audio" Target="../media/snd_pop.wav"/><Relationship Id="rId7" Type="http://schemas.openxmlformats.org/officeDocument/2006/relationships/image" Target="../media/image40.png"/><Relationship Id="rId8" Type="http://schemas.openxmlformats.org/officeDocument/2006/relationships/audio" Target="../media/snd_cheer.wav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8.png"/><Relationship Id="rId4" Type="http://schemas.openxmlformats.org/officeDocument/2006/relationships/slide" Target="slide1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image" Target="../media/image8.png"/><Relationship Id="rId4" Type="http://schemas.openxmlformats.org/officeDocument/2006/relationships/image" Target="../media/image10.png"/><Relationship Id="rId5" Type="http://schemas.openxmlformats.org/officeDocument/2006/relationships/slide" Target="slide12.xml"/><Relationship Id="rId6" Type="http://schemas.openxmlformats.org/officeDocument/2006/relationships/slide" Target="slide13.xml"/><Relationship Id="rId7" Type="http://schemas.openxmlformats.org/officeDocument/2006/relationships/slide" Target="slide14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image" Target="../media/image11.png"/><Relationship Id="rId4" Type="http://schemas.openxmlformats.org/officeDocument/2006/relationships/image" Target="../media/image10.png"/><Relationship Id="rId5" Type="http://schemas.openxmlformats.org/officeDocument/2006/relationships/slide" Target="slide12.xml"/><Relationship Id="rId6" Type="http://schemas.openxmlformats.org/officeDocument/2006/relationships/slide" Target="slide13.xml"/><Relationship Id="rId7" Type="http://schemas.openxmlformats.org/officeDocument/2006/relationships/slide" Target="slide14.xml"/><Relationship Id="rId8" Type="http://schemas.openxmlformats.org/officeDocument/2006/relationships/audio" Target="../media/snd_boing.wav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image" Target="../media/image12.png"/><Relationship Id="rId4" Type="http://schemas.openxmlformats.org/officeDocument/2006/relationships/image" Target="../media/image10.png"/><Relationship Id="rId5" Type="http://schemas.openxmlformats.org/officeDocument/2006/relationships/slide" Target="slide14.xml"/><Relationship Id="rId6" Type="http://schemas.openxmlformats.org/officeDocument/2006/relationships/audio" Target="../media/snd_munch.wav"/><Relationship Id="rId7" Type="http://schemas.openxmlformats.org/officeDocument/2006/relationships/image" Target="../media/image40.png"/><Relationship Id="rId8" Type="http://schemas.openxmlformats.org/officeDocument/2006/relationships/audio" Target="../media/snd_cheer.wav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3.png"/><Relationship Id="rId4" Type="http://schemas.openxmlformats.org/officeDocument/2006/relationships/slide" Target="slide1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image" Target="../media/image15.png"/><Relationship Id="rId4" Type="http://schemas.openxmlformats.org/officeDocument/2006/relationships/image" Target="../media/image13.png"/><Relationship Id="rId5" Type="http://schemas.openxmlformats.org/officeDocument/2006/relationships/image" Target="../media/image16.png"/><Relationship Id="rId6" Type="http://schemas.openxmlformats.org/officeDocument/2006/relationships/slide" Target="slide16.xml"/><Relationship Id="rId7" Type="http://schemas.openxmlformats.org/officeDocument/2006/relationships/slide" Target="slide17.xml"/><Relationship Id="rId8" Type="http://schemas.openxmlformats.org/officeDocument/2006/relationships/slide" Target="slide19.xml"/><Relationship Id="rId9" Type="http://schemas.openxmlformats.org/officeDocument/2006/relationships/slide" Target="slide2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image" Target="../media/image15.png"/><Relationship Id="rId4" Type="http://schemas.openxmlformats.org/officeDocument/2006/relationships/image" Target="../media/image13.png"/><Relationship Id="rId5" Type="http://schemas.openxmlformats.org/officeDocument/2006/relationships/image" Target="../media/image16.png"/><Relationship Id="rId6" Type="http://schemas.openxmlformats.org/officeDocument/2006/relationships/slide" Target="slide16.xml"/><Relationship Id="rId7" Type="http://schemas.openxmlformats.org/officeDocument/2006/relationships/slide" Target="slide17.xml"/><Relationship Id="rId8" Type="http://schemas.openxmlformats.org/officeDocument/2006/relationships/slide" Target="slide19.xml"/><Relationship Id="rId9" Type="http://schemas.openxmlformats.org/officeDocument/2006/relationships/slide" Target="slide22.xml"/><Relationship Id="rId10" Type="http://schemas.openxmlformats.org/officeDocument/2006/relationships/audio" Target="../media/snd_boing.wav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image" Target="../media/image15.png"/><Relationship Id="rId4" Type="http://schemas.openxmlformats.org/officeDocument/2006/relationships/image" Target="../media/image13.png"/><Relationship Id="rId5" Type="http://schemas.openxmlformats.org/officeDocument/2006/relationships/image" Target="../media/image16.png"/><Relationship Id="rId6" Type="http://schemas.openxmlformats.org/officeDocument/2006/relationships/slide" Target="slide18.xml"/><Relationship Id="rId7" Type="http://schemas.openxmlformats.org/officeDocument/2006/relationships/slide" Target="slide21.xml"/><Relationship Id="rId8" Type="http://schemas.openxmlformats.org/officeDocument/2006/relationships/slide" Target="slide22.xml"/><Relationship Id="rId9" Type="http://schemas.openxmlformats.org/officeDocument/2006/relationships/audio" Target="../media/snd_splash.wav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image" Target="../media/image15.png"/><Relationship Id="rId4" Type="http://schemas.openxmlformats.org/officeDocument/2006/relationships/image" Target="../media/image13.png"/><Relationship Id="rId5" Type="http://schemas.openxmlformats.org/officeDocument/2006/relationships/image" Target="../media/image16.png"/><Relationship Id="rId6" Type="http://schemas.openxmlformats.org/officeDocument/2006/relationships/slide" Target="slide18.xml"/><Relationship Id="rId7" Type="http://schemas.openxmlformats.org/officeDocument/2006/relationships/slide" Target="slide21.xml"/><Relationship Id="rId8" Type="http://schemas.openxmlformats.org/officeDocument/2006/relationships/slide" Target="slide22.xml"/><Relationship Id="rId9" Type="http://schemas.openxmlformats.org/officeDocument/2006/relationships/audio" Target="../media/snd_boing.wav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image" Target="../media/image15.png"/><Relationship Id="rId4" Type="http://schemas.openxmlformats.org/officeDocument/2006/relationships/image" Target="../media/image13.png"/><Relationship Id="rId5" Type="http://schemas.openxmlformats.org/officeDocument/2006/relationships/slide" Target="slide20.xml"/><Relationship Id="rId6" Type="http://schemas.openxmlformats.org/officeDocument/2006/relationships/slide" Target="slide21.xml"/><Relationship Id="rId7" Type="http://schemas.openxmlformats.org/officeDocument/2006/relationships/slide" Target="slide22.xml"/><Relationship Id="rId8" Type="http://schemas.openxmlformats.org/officeDocument/2006/relationships/audio" Target="../media/snd_splash.wav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image" Target="../media/image15.png"/><Relationship Id="rId4" Type="http://schemas.openxmlformats.org/officeDocument/2006/relationships/image" Target="../media/image13.png"/><Relationship Id="rId5" Type="http://schemas.openxmlformats.org/officeDocument/2006/relationships/slide" Target="slide20.xml"/><Relationship Id="rId6" Type="http://schemas.openxmlformats.org/officeDocument/2006/relationships/slide" Target="slide21.xml"/><Relationship Id="rId7" Type="http://schemas.openxmlformats.org/officeDocument/2006/relationships/slide" Target="slide22.xml"/><Relationship Id="rId8" Type="http://schemas.openxmlformats.org/officeDocument/2006/relationships/audio" Target="../media/snd_boing.wav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image" Target="../media/image15.png"/><Relationship Id="rId4" Type="http://schemas.openxmlformats.org/officeDocument/2006/relationships/image" Target="../media/image13.png"/><Relationship Id="rId5" Type="http://schemas.openxmlformats.org/officeDocument/2006/relationships/slide" Target="slide22.xml"/><Relationship Id="rId6" Type="http://schemas.openxmlformats.org/officeDocument/2006/relationships/audio" Target="../media/snd_splash.wav"/><Relationship Id="rId7" Type="http://schemas.openxmlformats.org/officeDocument/2006/relationships/image" Target="../media/image40.png"/><Relationship Id="rId8" Type="http://schemas.openxmlformats.org/officeDocument/2006/relationships/audio" Target="../media/snd_cheer.wav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slide" Target="slide23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slide" Target="slide24.xml"/><Relationship Id="rId4" Type="http://schemas.openxmlformats.org/officeDocument/2006/relationships/slide" Target="slide25.xml"/><Relationship Id="rId5" Type="http://schemas.openxmlformats.org/officeDocument/2006/relationships/slide" Target="slide27.xml"/><Relationship Id="rId6" Type="http://schemas.openxmlformats.org/officeDocument/2006/relationships/slide" Target="slide30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slide" Target="slide24.xml"/><Relationship Id="rId4" Type="http://schemas.openxmlformats.org/officeDocument/2006/relationships/slide" Target="slide25.xml"/><Relationship Id="rId5" Type="http://schemas.openxmlformats.org/officeDocument/2006/relationships/slide" Target="slide27.xml"/><Relationship Id="rId6" Type="http://schemas.openxmlformats.org/officeDocument/2006/relationships/slide" Target="slide30.xml"/><Relationship Id="rId7" Type="http://schemas.openxmlformats.org/officeDocument/2006/relationships/audio" Target="../media/snd_boing.wav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slide" Target="slide26.xml"/><Relationship Id="rId4" Type="http://schemas.openxmlformats.org/officeDocument/2006/relationships/slide" Target="slide29.xml"/><Relationship Id="rId5" Type="http://schemas.openxmlformats.org/officeDocument/2006/relationships/slide" Target="slide30.xml"/><Relationship Id="rId6" Type="http://schemas.openxmlformats.org/officeDocument/2006/relationships/audio" Target="../media/snd_bonk.wav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slide" Target="slide26.xml"/><Relationship Id="rId4" Type="http://schemas.openxmlformats.org/officeDocument/2006/relationships/slide" Target="slide29.xml"/><Relationship Id="rId5" Type="http://schemas.openxmlformats.org/officeDocument/2006/relationships/slide" Target="slide30.xml"/><Relationship Id="rId6" Type="http://schemas.openxmlformats.org/officeDocument/2006/relationships/audio" Target="../media/snd_boing.wav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slide" Target="slide28.xml"/><Relationship Id="rId4" Type="http://schemas.openxmlformats.org/officeDocument/2006/relationships/slide" Target="slide29.xml"/><Relationship Id="rId5" Type="http://schemas.openxmlformats.org/officeDocument/2006/relationships/slide" Target="slide30.xml"/><Relationship Id="rId6" Type="http://schemas.openxmlformats.org/officeDocument/2006/relationships/audio" Target="../media/snd_bonk.wav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slide" Target="slide28.xml"/><Relationship Id="rId4" Type="http://schemas.openxmlformats.org/officeDocument/2006/relationships/slide" Target="slide29.xml"/><Relationship Id="rId5" Type="http://schemas.openxmlformats.org/officeDocument/2006/relationships/slide" Target="slide30.xml"/><Relationship Id="rId6" Type="http://schemas.openxmlformats.org/officeDocument/2006/relationships/audio" Target="../media/snd_boing.wav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slide" Target="slide30.xml"/><Relationship Id="rId4" Type="http://schemas.openxmlformats.org/officeDocument/2006/relationships/audio" Target="../media/snd_bonk.wav"/><Relationship Id="rId5" Type="http://schemas.openxmlformats.org/officeDocument/2006/relationships/image" Target="../media/image40.png"/><Relationship Id="rId6" Type="http://schemas.openxmlformats.org/officeDocument/2006/relationships/audio" Target="../media/snd_cheer.wav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4.png"/><Relationship Id="rId6" Type="http://schemas.openxmlformats.org/officeDocument/2006/relationships/image" Target="../media/image2.png"/><Relationship Id="rId7" Type="http://schemas.openxmlformats.org/officeDocument/2006/relationships/image" Target="../media/image7.png"/><Relationship Id="rId8" Type="http://schemas.openxmlformats.org/officeDocument/2006/relationships/slide" Target="slide32.xml"/><Relationship Id="rId9" Type="http://schemas.openxmlformats.org/officeDocument/2006/relationships/slide" Target="slide34.xml"/><Relationship Id="rId10" Type="http://schemas.openxmlformats.org/officeDocument/2006/relationships/slide" Target="slide31.xml"/><Relationship Id="rId11" Type="http://schemas.openxmlformats.org/officeDocument/2006/relationships/slide" Target="slide3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4.png"/><Relationship Id="rId6" Type="http://schemas.openxmlformats.org/officeDocument/2006/relationships/image" Target="../media/image2.png"/><Relationship Id="rId7" Type="http://schemas.openxmlformats.org/officeDocument/2006/relationships/image" Target="../media/image7.png"/><Relationship Id="rId8" Type="http://schemas.openxmlformats.org/officeDocument/2006/relationships/slide" Target="slide32.xml"/><Relationship Id="rId9" Type="http://schemas.openxmlformats.org/officeDocument/2006/relationships/slide" Target="slide34.xml"/><Relationship Id="rId10" Type="http://schemas.openxmlformats.org/officeDocument/2006/relationships/slide" Target="slide31.xml"/><Relationship Id="rId11" Type="http://schemas.openxmlformats.org/officeDocument/2006/relationships/slide" Target="slide37.xml"/><Relationship Id="rId12" Type="http://schemas.openxmlformats.org/officeDocument/2006/relationships/audio" Target="../media/snd_boing.wav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6.png"/><Relationship Id="rId4" Type="http://schemas.openxmlformats.org/officeDocument/2006/relationships/image" Target="../media/image4.png"/><Relationship Id="rId5" Type="http://schemas.openxmlformats.org/officeDocument/2006/relationships/image" Target="../media/image2.png"/><Relationship Id="rId6" Type="http://schemas.openxmlformats.org/officeDocument/2006/relationships/image" Target="../media/image7.png"/><Relationship Id="rId7" Type="http://schemas.openxmlformats.org/officeDocument/2006/relationships/slide" Target="slide36.xml"/><Relationship Id="rId8" Type="http://schemas.openxmlformats.org/officeDocument/2006/relationships/slide" Target="slide33.xml"/><Relationship Id="rId9" Type="http://schemas.openxmlformats.org/officeDocument/2006/relationships/slide" Target="slide37.xml"/><Relationship Id="rId10" Type="http://schemas.openxmlformats.org/officeDocument/2006/relationships/audio" Target="../media/snd_pop.wav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6.png"/><Relationship Id="rId4" Type="http://schemas.openxmlformats.org/officeDocument/2006/relationships/image" Target="../media/image4.png"/><Relationship Id="rId5" Type="http://schemas.openxmlformats.org/officeDocument/2006/relationships/image" Target="../media/image2.png"/><Relationship Id="rId6" Type="http://schemas.openxmlformats.org/officeDocument/2006/relationships/image" Target="../media/image7.png"/><Relationship Id="rId7" Type="http://schemas.openxmlformats.org/officeDocument/2006/relationships/slide" Target="slide36.xml"/><Relationship Id="rId8" Type="http://schemas.openxmlformats.org/officeDocument/2006/relationships/slide" Target="slide33.xml"/><Relationship Id="rId9" Type="http://schemas.openxmlformats.org/officeDocument/2006/relationships/slide" Target="slide37.xml"/><Relationship Id="rId10" Type="http://schemas.openxmlformats.org/officeDocument/2006/relationships/audio" Target="../media/snd_boing.wav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2.png"/><Relationship Id="rId6" Type="http://schemas.openxmlformats.org/officeDocument/2006/relationships/image" Target="../media/image7.png"/><Relationship Id="rId7" Type="http://schemas.openxmlformats.org/officeDocument/2006/relationships/slide" Target="slide36.xml"/><Relationship Id="rId8" Type="http://schemas.openxmlformats.org/officeDocument/2006/relationships/slide" Target="slide35.xml"/><Relationship Id="rId9" Type="http://schemas.openxmlformats.org/officeDocument/2006/relationships/slide" Target="slide37.xml"/><Relationship Id="rId10" Type="http://schemas.openxmlformats.org/officeDocument/2006/relationships/audio" Target="../media/snd_pop.wav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2.png"/><Relationship Id="rId6" Type="http://schemas.openxmlformats.org/officeDocument/2006/relationships/image" Target="../media/image7.png"/><Relationship Id="rId7" Type="http://schemas.openxmlformats.org/officeDocument/2006/relationships/slide" Target="slide36.xml"/><Relationship Id="rId8" Type="http://schemas.openxmlformats.org/officeDocument/2006/relationships/slide" Target="slide35.xml"/><Relationship Id="rId9" Type="http://schemas.openxmlformats.org/officeDocument/2006/relationships/slide" Target="slide37.xml"/><Relationship Id="rId10" Type="http://schemas.openxmlformats.org/officeDocument/2006/relationships/audio" Target="../media/snd_boing.wav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7.png"/><Relationship Id="rId6" Type="http://schemas.openxmlformats.org/officeDocument/2006/relationships/slide" Target="slide37.xml"/><Relationship Id="rId7" Type="http://schemas.openxmlformats.org/officeDocument/2006/relationships/audio" Target="../media/snd_pop.wav"/><Relationship Id="rId8" Type="http://schemas.openxmlformats.org/officeDocument/2006/relationships/image" Target="../media/image40.png"/><Relationship Id="rId9" Type="http://schemas.openxmlformats.org/officeDocument/2006/relationships/audio" Target="../media/snd_cheer.wav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image" Target="../media/image8.png"/><Relationship Id="rId4" Type="http://schemas.openxmlformats.org/officeDocument/2006/relationships/image" Target="../media/image18.png"/><Relationship Id="rId5" Type="http://schemas.openxmlformats.org/officeDocument/2006/relationships/image" Target="../media/image19.png"/><Relationship Id="rId6" Type="http://schemas.openxmlformats.org/officeDocument/2006/relationships/slide" Target="slide38.xml"/><Relationship Id="rId7" Type="http://schemas.openxmlformats.org/officeDocument/2006/relationships/slide" Target="slide39.xml"/><Relationship Id="rId8" Type="http://schemas.openxmlformats.org/officeDocument/2006/relationships/slide" Target="slide40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image" Target="../media/image11.png"/><Relationship Id="rId4" Type="http://schemas.openxmlformats.org/officeDocument/2006/relationships/image" Target="../media/image18.png"/><Relationship Id="rId5" Type="http://schemas.openxmlformats.org/officeDocument/2006/relationships/image" Target="../media/image19.png"/><Relationship Id="rId6" Type="http://schemas.openxmlformats.org/officeDocument/2006/relationships/slide" Target="slide38.xml"/><Relationship Id="rId7" Type="http://schemas.openxmlformats.org/officeDocument/2006/relationships/slide" Target="slide39.xml"/><Relationship Id="rId8" Type="http://schemas.openxmlformats.org/officeDocument/2006/relationships/slide" Target="slide40.xml"/><Relationship Id="rId9" Type="http://schemas.openxmlformats.org/officeDocument/2006/relationships/audio" Target="../media/snd_boing.wav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image" Target="../media/image12.png"/><Relationship Id="rId4" Type="http://schemas.openxmlformats.org/officeDocument/2006/relationships/image" Target="../media/image18.png"/><Relationship Id="rId5" Type="http://schemas.openxmlformats.org/officeDocument/2006/relationships/image" Target="../media/image19.png"/><Relationship Id="rId6" Type="http://schemas.openxmlformats.org/officeDocument/2006/relationships/slide" Target="slide40.xml"/><Relationship Id="rId7" Type="http://schemas.openxmlformats.org/officeDocument/2006/relationships/audio" Target="../media/snd_munch.wav"/><Relationship Id="rId8" Type="http://schemas.openxmlformats.org/officeDocument/2006/relationships/image" Target="../media/image40.png"/><Relationship Id="rId9" Type="http://schemas.openxmlformats.org/officeDocument/2006/relationships/audio" Target="../media/snd_cheer.wav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0.png"/><Relationship Id="rId4" Type="http://schemas.openxmlformats.org/officeDocument/2006/relationships/slide" Target="slide41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Relationship Id="rId3" Type="http://schemas.openxmlformats.org/officeDocument/2006/relationships/image" Target="../media/image20.png"/><Relationship Id="rId4" Type="http://schemas.openxmlformats.org/officeDocument/2006/relationships/image" Target="../media/image22.png"/><Relationship Id="rId5" Type="http://schemas.openxmlformats.org/officeDocument/2006/relationships/slide" Target="slide45.xml"/><Relationship Id="rId6" Type="http://schemas.openxmlformats.org/officeDocument/2006/relationships/slide" Target="slide42.xml"/><Relationship Id="rId7" Type="http://schemas.openxmlformats.org/officeDocument/2006/relationships/slide" Target="slide48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Relationship Id="rId3" Type="http://schemas.openxmlformats.org/officeDocument/2006/relationships/image" Target="../media/image20.png"/><Relationship Id="rId4" Type="http://schemas.openxmlformats.org/officeDocument/2006/relationships/image" Target="../media/image22.png"/><Relationship Id="rId5" Type="http://schemas.openxmlformats.org/officeDocument/2006/relationships/slide" Target="slide46.xml"/><Relationship Id="rId6" Type="http://schemas.openxmlformats.org/officeDocument/2006/relationships/slide" Target="slide43.xml"/><Relationship Id="rId7" Type="http://schemas.openxmlformats.org/officeDocument/2006/relationships/slide" Target="slide48.xml"/><Relationship Id="rId8" Type="http://schemas.openxmlformats.org/officeDocument/2006/relationships/audio" Target="../media/snd_ding.wav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Relationship Id="rId3" Type="http://schemas.openxmlformats.org/officeDocument/2006/relationships/image" Target="../media/image20.png"/><Relationship Id="rId4" Type="http://schemas.openxmlformats.org/officeDocument/2006/relationships/image" Target="../media/image22.png"/><Relationship Id="rId5" Type="http://schemas.openxmlformats.org/officeDocument/2006/relationships/slide" Target="slide44.xml"/><Relationship Id="rId6" Type="http://schemas.openxmlformats.org/officeDocument/2006/relationships/slide" Target="slide48.xml"/><Relationship Id="rId7" Type="http://schemas.openxmlformats.org/officeDocument/2006/relationships/audio" Target="../media/snd_ding.wav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Relationship Id="rId3" Type="http://schemas.openxmlformats.org/officeDocument/2006/relationships/image" Target="../media/image20.png"/><Relationship Id="rId4" Type="http://schemas.openxmlformats.org/officeDocument/2006/relationships/image" Target="../media/image22.png"/><Relationship Id="rId5" Type="http://schemas.openxmlformats.org/officeDocument/2006/relationships/slide" Target="slide47.xml"/><Relationship Id="rId6" Type="http://schemas.openxmlformats.org/officeDocument/2006/relationships/slide" Target="slide48.xml"/><Relationship Id="rId7" Type="http://schemas.openxmlformats.org/officeDocument/2006/relationships/audio" Target="../media/snd_ding.wav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Relationship Id="rId3" Type="http://schemas.openxmlformats.org/officeDocument/2006/relationships/image" Target="../media/image20.png"/><Relationship Id="rId4" Type="http://schemas.openxmlformats.org/officeDocument/2006/relationships/image" Target="../media/image22.png"/><Relationship Id="rId5" Type="http://schemas.openxmlformats.org/officeDocument/2006/relationships/slide" Target="slide45.xml"/><Relationship Id="rId6" Type="http://schemas.openxmlformats.org/officeDocument/2006/relationships/slide" Target="slide42.xml"/><Relationship Id="rId7" Type="http://schemas.openxmlformats.org/officeDocument/2006/relationships/slide" Target="slide48.xml"/><Relationship Id="rId8" Type="http://schemas.openxmlformats.org/officeDocument/2006/relationships/audio" Target="../media/snd_boing.wav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Relationship Id="rId3" Type="http://schemas.openxmlformats.org/officeDocument/2006/relationships/image" Target="../media/image20.png"/><Relationship Id="rId4" Type="http://schemas.openxmlformats.org/officeDocument/2006/relationships/image" Target="../media/image22.png"/><Relationship Id="rId5" Type="http://schemas.openxmlformats.org/officeDocument/2006/relationships/slide" Target="slide46.xml"/><Relationship Id="rId6" Type="http://schemas.openxmlformats.org/officeDocument/2006/relationships/slide" Target="slide43.xml"/><Relationship Id="rId7" Type="http://schemas.openxmlformats.org/officeDocument/2006/relationships/slide" Target="slide48.xml"/><Relationship Id="rId8" Type="http://schemas.openxmlformats.org/officeDocument/2006/relationships/audio" Target="../media/snd_boing.wav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Relationship Id="rId3" Type="http://schemas.openxmlformats.org/officeDocument/2006/relationships/image" Target="../media/image20.png"/><Relationship Id="rId4" Type="http://schemas.openxmlformats.org/officeDocument/2006/relationships/image" Target="../media/image22.png"/><Relationship Id="rId5" Type="http://schemas.openxmlformats.org/officeDocument/2006/relationships/slide" Target="slide48.xml"/><Relationship Id="rId6" Type="http://schemas.openxmlformats.org/officeDocument/2006/relationships/audio" Target="../media/snd_whistle.wav"/><Relationship Id="rId7" Type="http://schemas.openxmlformats.org/officeDocument/2006/relationships/image" Target="../media/image40.png"/><Relationship Id="rId8" Type="http://schemas.openxmlformats.org/officeDocument/2006/relationships/audio" Target="../media/snd_cheer.wav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image" Target="../media/image13.png"/><Relationship Id="rId4" Type="http://schemas.openxmlformats.org/officeDocument/2006/relationships/image" Target="../media/image23.png"/><Relationship Id="rId5" Type="http://schemas.openxmlformats.org/officeDocument/2006/relationships/image" Target="../media/image16.png"/><Relationship Id="rId6" Type="http://schemas.openxmlformats.org/officeDocument/2006/relationships/slide" Target="slide50.xml"/><Relationship Id="rId7" Type="http://schemas.openxmlformats.org/officeDocument/2006/relationships/slide" Target="slide49.xml"/><Relationship Id="rId8" Type="http://schemas.openxmlformats.org/officeDocument/2006/relationships/slide" Target="slide52.xml"/><Relationship Id="rId9" Type="http://schemas.openxmlformats.org/officeDocument/2006/relationships/slide" Target="slide55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image" Target="../media/image13.png"/><Relationship Id="rId4" Type="http://schemas.openxmlformats.org/officeDocument/2006/relationships/image" Target="../media/image23.png"/><Relationship Id="rId5" Type="http://schemas.openxmlformats.org/officeDocument/2006/relationships/image" Target="../media/image16.png"/><Relationship Id="rId6" Type="http://schemas.openxmlformats.org/officeDocument/2006/relationships/slide" Target="slide50.xml"/><Relationship Id="rId7" Type="http://schemas.openxmlformats.org/officeDocument/2006/relationships/slide" Target="slide49.xml"/><Relationship Id="rId8" Type="http://schemas.openxmlformats.org/officeDocument/2006/relationships/slide" Target="slide52.xml"/><Relationship Id="rId9" Type="http://schemas.openxmlformats.org/officeDocument/2006/relationships/slide" Target="slide55.xml"/><Relationship Id="rId10" Type="http://schemas.openxmlformats.org/officeDocument/2006/relationships/audio" Target="../media/snd_boing.wav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image" Target="../media/image13.png"/><Relationship Id="rId4" Type="http://schemas.openxmlformats.org/officeDocument/2006/relationships/image" Target="../media/image23.png"/><Relationship Id="rId5" Type="http://schemas.openxmlformats.org/officeDocument/2006/relationships/image" Target="../media/image16.png"/><Relationship Id="rId6" Type="http://schemas.openxmlformats.org/officeDocument/2006/relationships/slide" Target="slide51.xml"/><Relationship Id="rId7" Type="http://schemas.openxmlformats.org/officeDocument/2006/relationships/slide" Target="slide54.xml"/><Relationship Id="rId8" Type="http://schemas.openxmlformats.org/officeDocument/2006/relationships/slide" Target="slide55.xml"/><Relationship Id="rId9" Type="http://schemas.openxmlformats.org/officeDocument/2006/relationships/audio" Target="../media/snd_splash.wav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image" Target="../media/image13.png"/><Relationship Id="rId4" Type="http://schemas.openxmlformats.org/officeDocument/2006/relationships/image" Target="../media/image23.png"/><Relationship Id="rId5" Type="http://schemas.openxmlformats.org/officeDocument/2006/relationships/image" Target="../media/image16.png"/><Relationship Id="rId6" Type="http://schemas.openxmlformats.org/officeDocument/2006/relationships/slide" Target="slide51.xml"/><Relationship Id="rId7" Type="http://schemas.openxmlformats.org/officeDocument/2006/relationships/slide" Target="slide54.xml"/><Relationship Id="rId8" Type="http://schemas.openxmlformats.org/officeDocument/2006/relationships/slide" Target="slide55.xml"/><Relationship Id="rId9" Type="http://schemas.openxmlformats.org/officeDocument/2006/relationships/audio" Target="../media/snd_boing.wav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image" Target="../media/image13.png"/><Relationship Id="rId4" Type="http://schemas.openxmlformats.org/officeDocument/2006/relationships/image" Target="../media/image23.png"/><Relationship Id="rId5" Type="http://schemas.openxmlformats.org/officeDocument/2006/relationships/image" Target="../media/image16.png"/><Relationship Id="rId6" Type="http://schemas.openxmlformats.org/officeDocument/2006/relationships/slide" Target="slide54.xml"/><Relationship Id="rId7" Type="http://schemas.openxmlformats.org/officeDocument/2006/relationships/slide" Target="slide53.xml"/><Relationship Id="rId8" Type="http://schemas.openxmlformats.org/officeDocument/2006/relationships/slide" Target="slide55.xml"/><Relationship Id="rId9" Type="http://schemas.openxmlformats.org/officeDocument/2006/relationships/audio" Target="../media/snd_splash.wav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image" Target="../media/image13.png"/><Relationship Id="rId4" Type="http://schemas.openxmlformats.org/officeDocument/2006/relationships/image" Target="../media/image23.png"/><Relationship Id="rId5" Type="http://schemas.openxmlformats.org/officeDocument/2006/relationships/image" Target="../media/image16.png"/><Relationship Id="rId6" Type="http://schemas.openxmlformats.org/officeDocument/2006/relationships/slide" Target="slide54.xml"/><Relationship Id="rId7" Type="http://schemas.openxmlformats.org/officeDocument/2006/relationships/slide" Target="slide53.xml"/><Relationship Id="rId8" Type="http://schemas.openxmlformats.org/officeDocument/2006/relationships/slide" Target="slide55.xml"/><Relationship Id="rId9" Type="http://schemas.openxmlformats.org/officeDocument/2006/relationships/audio" Target="../media/snd_boing.wav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image" Target="../media/image13.png"/><Relationship Id="rId4" Type="http://schemas.openxmlformats.org/officeDocument/2006/relationships/image" Target="../media/image23.png"/><Relationship Id="rId5" Type="http://schemas.openxmlformats.org/officeDocument/2006/relationships/image" Target="../media/image16.png"/><Relationship Id="rId6" Type="http://schemas.openxmlformats.org/officeDocument/2006/relationships/slide" Target="slide55.xml"/><Relationship Id="rId7" Type="http://schemas.openxmlformats.org/officeDocument/2006/relationships/audio" Target="../media/snd_splash.wav"/><Relationship Id="rId8" Type="http://schemas.openxmlformats.org/officeDocument/2006/relationships/image" Target="../media/image40.png"/><Relationship Id="rId9" Type="http://schemas.openxmlformats.org/officeDocument/2006/relationships/audio" Target="../media/snd_cheer.wav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slide" Target="slide57.xml"/><Relationship Id="rId4" Type="http://schemas.openxmlformats.org/officeDocument/2006/relationships/slide" Target="slide59.xml"/><Relationship Id="rId5" Type="http://schemas.openxmlformats.org/officeDocument/2006/relationships/slide" Target="slide56.xml"/><Relationship Id="rId6" Type="http://schemas.openxmlformats.org/officeDocument/2006/relationships/slide" Target="slide62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slide" Target="slide57.xml"/><Relationship Id="rId4" Type="http://schemas.openxmlformats.org/officeDocument/2006/relationships/slide" Target="slide59.xml"/><Relationship Id="rId5" Type="http://schemas.openxmlformats.org/officeDocument/2006/relationships/slide" Target="slide56.xml"/><Relationship Id="rId6" Type="http://schemas.openxmlformats.org/officeDocument/2006/relationships/slide" Target="slide62.xml"/><Relationship Id="rId7" Type="http://schemas.openxmlformats.org/officeDocument/2006/relationships/audio" Target="../media/snd_boing.wav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slide" Target="slide61.xml"/><Relationship Id="rId4" Type="http://schemas.openxmlformats.org/officeDocument/2006/relationships/slide" Target="slide58.xml"/><Relationship Id="rId5" Type="http://schemas.openxmlformats.org/officeDocument/2006/relationships/slide" Target="slide62.xml"/><Relationship Id="rId6" Type="http://schemas.openxmlformats.org/officeDocument/2006/relationships/audio" Target="../media/snd_bonk.wav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slide" Target="slide61.xml"/><Relationship Id="rId4" Type="http://schemas.openxmlformats.org/officeDocument/2006/relationships/slide" Target="slide58.xml"/><Relationship Id="rId5" Type="http://schemas.openxmlformats.org/officeDocument/2006/relationships/slide" Target="slide62.xml"/><Relationship Id="rId6" Type="http://schemas.openxmlformats.org/officeDocument/2006/relationships/audio" Target="../media/snd_boing.wav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slide" Target="slide61.xml"/><Relationship Id="rId4" Type="http://schemas.openxmlformats.org/officeDocument/2006/relationships/slide" Target="slide60.xml"/><Relationship Id="rId5" Type="http://schemas.openxmlformats.org/officeDocument/2006/relationships/slide" Target="slide62.xml"/><Relationship Id="rId6" Type="http://schemas.openxmlformats.org/officeDocument/2006/relationships/audio" Target="../media/snd_bonk.wav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slide" Target="slide61.xml"/><Relationship Id="rId4" Type="http://schemas.openxmlformats.org/officeDocument/2006/relationships/slide" Target="slide60.xml"/><Relationship Id="rId5" Type="http://schemas.openxmlformats.org/officeDocument/2006/relationships/slide" Target="slide62.xml"/><Relationship Id="rId6" Type="http://schemas.openxmlformats.org/officeDocument/2006/relationships/audio" Target="../media/snd_boing.wav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slide" Target="slide62.xml"/><Relationship Id="rId4" Type="http://schemas.openxmlformats.org/officeDocument/2006/relationships/audio" Target="../media/snd_bonk.wav"/><Relationship Id="rId5" Type="http://schemas.openxmlformats.org/officeDocument/2006/relationships/image" Target="../media/image40.png"/><Relationship Id="rId6" Type="http://schemas.openxmlformats.org/officeDocument/2006/relationships/audio" Target="../media/snd_cheer.wav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4.png"/><Relationship Id="rId4" Type="http://schemas.openxmlformats.org/officeDocument/2006/relationships/slide" Target="slide63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Relationship Id="rId3" Type="http://schemas.openxmlformats.org/officeDocument/2006/relationships/image" Target="../media/image26.png"/><Relationship Id="rId4" Type="http://schemas.openxmlformats.org/officeDocument/2006/relationships/image" Target="../media/image24.png"/><Relationship Id="rId5" Type="http://schemas.openxmlformats.org/officeDocument/2006/relationships/image" Target="../media/image27.png"/><Relationship Id="rId6" Type="http://schemas.openxmlformats.org/officeDocument/2006/relationships/image" Target="../media/image28.png"/><Relationship Id="rId7" Type="http://schemas.openxmlformats.org/officeDocument/2006/relationships/image" Target="../media/image29.png"/><Relationship Id="rId8" Type="http://schemas.openxmlformats.org/officeDocument/2006/relationships/image" Target="../media/image30.png"/><Relationship Id="rId9" Type="http://schemas.openxmlformats.org/officeDocument/2006/relationships/image" Target="../media/image31.png"/><Relationship Id="rId10" Type="http://schemas.openxmlformats.org/officeDocument/2006/relationships/image" Target="../media/image32.png"/><Relationship Id="rId11" Type="http://schemas.openxmlformats.org/officeDocument/2006/relationships/slide" Target="slide64.xml"/><Relationship Id="rId12" Type="http://schemas.openxmlformats.org/officeDocument/2006/relationships/slide" Target="slide65.xml"/><Relationship Id="rId13" Type="http://schemas.openxmlformats.org/officeDocument/2006/relationships/slide" Target="slide66.xml"/><Relationship Id="rId14" Type="http://schemas.openxmlformats.org/officeDocument/2006/relationships/slide" Target="slide67.xml"/><Relationship Id="rId15" Type="http://schemas.openxmlformats.org/officeDocument/2006/relationships/slide" Target="slide68.xml"/><Relationship Id="rId16" Type="http://schemas.openxmlformats.org/officeDocument/2006/relationships/slide" Target="slide69.xml"/><Relationship Id="rId17" Type="http://schemas.openxmlformats.org/officeDocument/2006/relationships/slide" Target="slide70.xml"/><Relationship Id="rId18" Type="http://schemas.openxmlformats.org/officeDocument/2006/relationships/slide" Target="slide71.xml"/><Relationship Id="rId19" Type="http://schemas.openxmlformats.org/officeDocument/2006/relationships/slide" Target="slide72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Relationship Id="rId3" Type="http://schemas.openxmlformats.org/officeDocument/2006/relationships/image" Target="../media/image26.png"/><Relationship Id="rId4" Type="http://schemas.openxmlformats.org/officeDocument/2006/relationships/image" Target="../media/image24.png"/><Relationship Id="rId5" Type="http://schemas.openxmlformats.org/officeDocument/2006/relationships/slide" Target="slide63.xml"/><Relationship Id="rId6" Type="http://schemas.openxmlformats.org/officeDocument/2006/relationships/slide" Target="slide72.xml"/><Relationship Id="rId7" Type="http://schemas.openxmlformats.org/officeDocument/2006/relationships/audio" Target="../media/snd_tada.wav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Relationship Id="rId3" Type="http://schemas.openxmlformats.org/officeDocument/2006/relationships/image" Target="../media/image27.png"/><Relationship Id="rId4" Type="http://schemas.openxmlformats.org/officeDocument/2006/relationships/image" Target="../media/image28.png"/><Relationship Id="rId5" Type="http://schemas.openxmlformats.org/officeDocument/2006/relationships/slide" Target="slide63.xml"/><Relationship Id="rId6" Type="http://schemas.openxmlformats.org/officeDocument/2006/relationships/slide" Target="slide72.xml"/><Relationship Id="rId7" Type="http://schemas.openxmlformats.org/officeDocument/2006/relationships/audio" Target="../media/snd_tada.wav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Relationship Id="rId3" Type="http://schemas.openxmlformats.org/officeDocument/2006/relationships/image" Target="../media/image29.png"/><Relationship Id="rId4" Type="http://schemas.openxmlformats.org/officeDocument/2006/relationships/image" Target="../media/image30.png"/><Relationship Id="rId5" Type="http://schemas.openxmlformats.org/officeDocument/2006/relationships/slide" Target="slide63.xml"/><Relationship Id="rId6" Type="http://schemas.openxmlformats.org/officeDocument/2006/relationships/slide" Target="slide72.xml"/><Relationship Id="rId7" Type="http://schemas.openxmlformats.org/officeDocument/2006/relationships/audio" Target="../media/snd_tada.wav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Relationship Id="rId3" Type="http://schemas.openxmlformats.org/officeDocument/2006/relationships/image" Target="../media/image31.png"/><Relationship Id="rId4" Type="http://schemas.openxmlformats.org/officeDocument/2006/relationships/image" Target="../media/image32.png"/><Relationship Id="rId5" Type="http://schemas.openxmlformats.org/officeDocument/2006/relationships/slide" Target="slide63.xml"/><Relationship Id="rId6" Type="http://schemas.openxmlformats.org/officeDocument/2006/relationships/slide" Target="slide72.xml"/><Relationship Id="rId7" Type="http://schemas.openxmlformats.org/officeDocument/2006/relationships/audio" Target="../media/snd_tada.wav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Relationship Id="rId3" Type="http://schemas.openxmlformats.org/officeDocument/2006/relationships/image" Target="../media/image26.png"/><Relationship Id="rId4" Type="http://schemas.openxmlformats.org/officeDocument/2006/relationships/image" Target="../media/image24.png"/><Relationship Id="rId5" Type="http://schemas.openxmlformats.org/officeDocument/2006/relationships/slide" Target="slide63.xml"/><Relationship Id="rId6" Type="http://schemas.openxmlformats.org/officeDocument/2006/relationships/slide" Target="slide72.xml"/><Relationship Id="rId7" Type="http://schemas.openxmlformats.org/officeDocument/2006/relationships/audio" Target="../media/snd_tada.wav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Relationship Id="rId3" Type="http://schemas.openxmlformats.org/officeDocument/2006/relationships/image" Target="../media/image27.png"/><Relationship Id="rId4" Type="http://schemas.openxmlformats.org/officeDocument/2006/relationships/image" Target="../media/image28.png"/><Relationship Id="rId5" Type="http://schemas.openxmlformats.org/officeDocument/2006/relationships/slide" Target="slide63.xml"/><Relationship Id="rId6" Type="http://schemas.openxmlformats.org/officeDocument/2006/relationships/slide" Target="slide72.xml"/><Relationship Id="rId7" Type="http://schemas.openxmlformats.org/officeDocument/2006/relationships/audio" Target="../media/snd_tada.wav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Relationship Id="rId3" Type="http://schemas.openxmlformats.org/officeDocument/2006/relationships/image" Target="../media/image29.png"/><Relationship Id="rId4" Type="http://schemas.openxmlformats.org/officeDocument/2006/relationships/image" Target="../media/image30.png"/><Relationship Id="rId5" Type="http://schemas.openxmlformats.org/officeDocument/2006/relationships/slide" Target="slide63.xml"/><Relationship Id="rId6" Type="http://schemas.openxmlformats.org/officeDocument/2006/relationships/slide" Target="slide72.xml"/><Relationship Id="rId7" Type="http://schemas.openxmlformats.org/officeDocument/2006/relationships/audio" Target="../media/snd_tada.wav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Relationship Id="rId3" Type="http://schemas.openxmlformats.org/officeDocument/2006/relationships/image" Target="../media/image31.png"/><Relationship Id="rId4" Type="http://schemas.openxmlformats.org/officeDocument/2006/relationships/image" Target="../media/image32.png"/><Relationship Id="rId5" Type="http://schemas.openxmlformats.org/officeDocument/2006/relationships/slide" Target="slide63.xml"/><Relationship Id="rId6" Type="http://schemas.openxmlformats.org/officeDocument/2006/relationships/slide" Target="slide72.xml"/><Relationship Id="rId7" Type="http://schemas.openxmlformats.org/officeDocument/2006/relationships/audio" Target="../media/snd_tada.wav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7.png"/><Relationship Id="rId5" Type="http://schemas.openxmlformats.org/officeDocument/2006/relationships/image" Target="../media/image6.png"/><Relationship Id="rId6" Type="http://schemas.openxmlformats.org/officeDocument/2006/relationships/image" Target="../media/image5.png"/><Relationship Id="rId7" Type="http://schemas.openxmlformats.org/officeDocument/2006/relationships/image" Target="../media/image33.png"/><Relationship Id="rId8" Type="http://schemas.openxmlformats.org/officeDocument/2006/relationships/slide" Target="slide73.xml"/><Relationship Id="rId9" Type="http://schemas.openxmlformats.org/officeDocument/2006/relationships/slide" Target="slide74.xml"/><Relationship Id="rId10" Type="http://schemas.openxmlformats.org/officeDocument/2006/relationships/slide" Target="slide76.xml"/><Relationship Id="rId11" Type="http://schemas.openxmlformats.org/officeDocument/2006/relationships/slide" Target="slide79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7.png"/><Relationship Id="rId5" Type="http://schemas.openxmlformats.org/officeDocument/2006/relationships/image" Target="../media/image6.png"/><Relationship Id="rId6" Type="http://schemas.openxmlformats.org/officeDocument/2006/relationships/image" Target="../media/image5.png"/><Relationship Id="rId7" Type="http://schemas.openxmlformats.org/officeDocument/2006/relationships/image" Target="../media/image33.png"/><Relationship Id="rId8" Type="http://schemas.openxmlformats.org/officeDocument/2006/relationships/slide" Target="slide73.xml"/><Relationship Id="rId9" Type="http://schemas.openxmlformats.org/officeDocument/2006/relationships/slide" Target="slide74.xml"/><Relationship Id="rId10" Type="http://schemas.openxmlformats.org/officeDocument/2006/relationships/slide" Target="slide76.xml"/><Relationship Id="rId11" Type="http://schemas.openxmlformats.org/officeDocument/2006/relationships/slide" Target="slide79.xml"/><Relationship Id="rId12" Type="http://schemas.openxmlformats.org/officeDocument/2006/relationships/audio" Target="../media/snd_boing.wav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6.png"/><Relationship Id="rId5" Type="http://schemas.openxmlformats.org/officeDocument/2006/relationships/image" Target="../media/image5.png"/><Relationship Id="rId6" Type="http://schemas.openxmlformats.org/officeDocument/2006/relationships/image" Target="../media/image33.png"/><Relationship Id="rId7" Type="http://schemas.openxmlformats.org/officeDocument/2006/relationships/slide" Target="slide75.xml"/><Relationship Id="rId8" Type="http://schemas.openxmlformats.org/officeDocument/2006/relationships/slide" Target="slide78.xml"/><Relationship Id="rId9" Type="http://schemas.openxmlformats.org/officeDocument/2006/relationships/slide" Target="slide79.xml"/><Relationship Id="rId10" Type="http://schemas.openxmlformats.org/officeDocument/2006/relationships/audio" Target="../media/snd_pop.wav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6.png"/><Relationship Id="rId5" Type="http://schemas.openxmlformats.org/officeDocument/2006/relationships/image" Target="../media/image5.png"/><Relationship Id="rId6" Type="http://schemas.openxmlformats.org/officeDocument/2006/relationships/image" Target="../media/image33.png"/><Relationship Id="rId7" Type="http://schemas.openxmlformats.org/officeDocument/2006/relationships/slide" Target="slide75.xml"/><Relationship Id="rId8" Type="http://schemas.openxmlformats.org/officeDocument/2006/relationships/slide" Target="slide78.xml"/><Relationship Id="rId9" Type="http://schemas.openxmlformats.org/officeDocument/2006/relationships/slide" Target="slide79.xml"/><Relationship Id="rId10" Type="http://schemas.openxmlformats.org/officeDocument/2006/relationships/audio" Target="../media/snd_boing.wav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7.png"/><Relationship Id="rId5" Type="http://schemas.openxmlformats.org/officeDocument/2006/relationships/image" Target="../media/image6.png"/><Relationship Id="rId6" Type="http://schemas.openxmlformats.org/officeDocument/2006/relationships/image" Target="../media/image5.png"/><Relationship Id="rId7" Type="http://schemas.openxmlformats.org/officeDocument/2006/relationships/slide" Target="slide77.xml"/><Relationship Id="rId8" Type="http://schemas.openxmlformats.org/officeDocument/2006/relationships/slide" Target="slide78.xml"/><Relationship Id="rId9" Type="http://schemas.openxmlformats.org/officeDocument/2006/relationships/slide" Target="slide79.xml"/><Relationship Id="rId10" Type="http://schemas.openxmlformats.org/officeDocument/2006/relationships/audio" Target="../media/snd_pop.wav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7.png"/><Relationship Id="rId5" Type="http://schemas.openxmlformats.org/officeDocument/2006/relationships/image" Target="../media/image6.png"/><Relationship Id="rId6" Type="http://schemas.openxmlformats.org/officeDocument/2006/relationships/image" Target="../media/image5.png"/><Relationship Id="rId7" Type="http://schemas.openxmlformats.org/officeDocument/2006/relationships/slide" Target="slide77.xml"/><Relationship Id="rId8" Type="http://schemas.openxmlformats.org/officeDocument/2006/relationships/slide" Target="slide78.xml"/><Relationship Id="rId9" Type="http://schemas.openxmlformats.org/officeDocument/2006/relationships/slide" Target="slide79.xml"/><Relationship Id="rId10" Type="http://schemas.openxmlformats.org/officeDocument/2006/relationships/audio" Target="../media/snd_boing.wav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6.png"/><Relationship Id="rId5" Type="http://schemas.openxmlformats.org/officeDocument/2006/relationships/image" Target="../media/image5.png"/><Relationship Id="rId6" Type="http://schemas.openxmlformats.org/officeDocument/2006/relationships/slide" Target="slide79.xml"/><Relationship Id="rId7" Type="http://schemas.openxmlformats.org/officeDocument/2006/relationships/audio" Target="../media/snd_pop.wav"/><Relationship Id="rId8" Type="http://schemas.openxmlformats.org/officeDocument/2006/relationships/image" Target="../media/image40.png"/><Relationship Id="rId9" Type="http://schemas.openxmlformats.org/officeDocument/2006/relationships/audio" Target="../media/snd_cheer.wav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image" Target="../media/image8.png"/><Relationship Id="rId4" Type="http://schemas.openxmlformats.org/officeDocument/2006/relationships/image" Target="../media/image18.png"/><Relationship Id="rId5" Type="http://schemas.openxmlformats.org/officeDocument/2006/relationships/image" Target="../media/image34.png"/><Relationship Id="rId6" Type="http://schemas.openxmlformats.org/officeDocument/2006/relationships/image" Target="../media/image10.png"/><Relationship Id="rId7" Type="http://schemas.openxmlformats.org/officeDocument/2006/relationships/slide" Target="slide81.xml"/><Relationship Id="rId8" Type="http://schemas.openxmlformats.org/officeDocument/2006/relationships/slide" Target="slide80.xml"/><Relationship Id="rId9" Type="http://schemas.openxmlformats.org/officeDocument/2006/relationships/slide" Target="slide82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image" Target="../media/image11.png"/><Relationship Id="rId4" Type="http://schemas.openxmlformats.org/officeDocument/2006/relationships/image" Target="../media/image18.png"/><Relationship Id="rId5" Type="http://schemas.openxmlformats.org/officeDocument/2006/relationships/image" Target="../media/image34.png"/><Relationship Id="rId6" Type="http://schemas.openxmlformats.org/officeDocument/2006/relationships/image" Target="../media/image10.png"/><Relationship Id="rId7" Type="http://schemas.openxmlformats.org/officeDocument/2006/relationships/slide" Target="slide81.xml"/><Relationship Id="rId8" Type="http://schemas.openxmlformats.org/officeDocument/2006/relationships/slide" Target="slide80.xml"/><Relationship Id="rId9" Type="http://schemas.openxmlformats.org/officeDocument/2006/relationships/slide" Target="slide82.xml"/><Relationship Id="rId10" Type="http://schemas.openxmlformats.org/officeDocument/2006/relationships/audio" Target="../media/snd_boing.wav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image" Target="../media/image12.png"/><Relationship Id="rId4" Type="http://schemas.openxmlformats.org/officeDocument/2006/relationships/image" Target="../media/image34.png"/><Relationship Id="rId5" Type="http://schemas.openxmlformats.org/officeDocument/2006/relationships/image" Target="../media/image10.png"/><Relationship Id="rId6" Type="http://schemas.openxmlformats.org/officeDocument/2006/relationships/slide" Target="slide82.xml"/><Relationship Id="rId7" Type="http://schemas.openxmlformats.org/officeDocument/2006/relationships/audio" Target="../media/snd_munch.wav"/><Relationship Id="rId8" Type="http://schemas.openxmlformats.org/officeDocument/2006/relationships/image" Target="../media/image40.png"/><Relationship Id="rId9" Type="http://schemas.openxmlformats.org/officeDocument/2006/relationships/audio" Target="../media/snd_cheer.wav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image" Target="../media/image23.png"/><Relationship Id="rId6" Type="http://schemas.openxmlformats.org/officeDocument/2006/relationships/image" Target="../media/image35.png"/><Relationship Id="rId7" Type="http://schemas.openxmlformats.org/officeDocument/2006/relationships/image" Target="../media/image13.png"/><Relationship Id="rId8" Type="http://schemas.openxmlformats.org/officeDocument/2006/relationships/slide" Target="slide83.xml"/><Relationship Id="rId9" Type="http://schemas.openxmlformats.org/officeDocument/2006/relationships/slide" Target="slide84.xml"/><Relationship Id="rId10" Type="http://schemas.openxmlformats.org/officeDocument/2006/relationships/slide" Target="slide86.xml"/><Relationship Id="rId11" Type="http://schemas.openxmlformats.org/officeDocument/2006/relationships/slide" Target="slide89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image" Target="../media/image23.png"/><Relationship Id="rId6" Type="http://schemas.openxmlformats.org/officeDocument/2006/relationships/image" Target="../media/image35.png"/><Relationship Id="rId7" Type="http://schemas.openxmlformats.org/officeDocument/2006/relationships/image" Target="../media/image13.png"/><Relationship Id="rId8" Type="http://schemas.openxmlformats.org/officeDocument/2006/relationships/slide" Target="slide83.xml"/><Relationship Id="rId9" Type="http://schemas.openxmlformats.org/officeDocument/2006/relationships/slide" Target="slide84.xml"/><Relationship Id="rId10" Type="http://schemas.openxmlformats.org/officeDocument/2006/relationships/slide" Target="slide86.xml"/><Relationship Id="rId11" Type="http://schemas.openxmlformats.org/officeDocument/2006/relationships/slide" Target="slide89.xml"/><Relationship Id="rId12" Type="http://schemas.openxmlformats.org/officeDocument/2006/relationships/audio" Target="../media/snd_boing.wav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image" Target="../media/image15.png"/><Relationship Id="rId4" Type="http://schemas.openxmlformats.org/officeDocument/2006/relationships/image" Target="../media/image23.png"/><Relationship Id="rId5" Type="http://schemas.openxmlformats.org/officeDocument/2006/relationships/image" Target="../media/image35.png"/><Relationship Id="rId6" Type="http://schemas.openxmlformats.org/officeDocument/2006/relationships/image" Target="../media/image13.png"/><Relationship Id="rId7" Type="http://schemas.openxmlformats.org/officeDocument/2006/relationships/slide" Target="slide85.xml"/><Relationship Id="rId8" Type="http://schemas.openxmlformats.org/officeDocument/2006/relationships/slide" Target="slide88.xml"/><Relationship Id="rId9" Type="http://schemas.openxmlformats.org/officeDocument/2006/relationships/slide" Target="slide89.xml"/><Relationship Id="rId10" Type="http://schemas.openxmlformats.org/officeDocument/2006/relationships/audio" Target="../media/snd_splash.wav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image" Target="../media/image15.png"/><Relationship Id="rId4" Type="http://schemas.openxmlformats.org/officeDocument/2006/relationships/image" Target="../media/image23.png"/><Relationship Id="rId5" Type="http://schemas.openxmlformats.org/officeDocument/2006/relationships/image" Target="../media/image35.png"/><Relationship Id="rId6" Type="http://schemas.openxmlformats.org/officeDocument/2006/relationships/image" Target="../media/image13.png"/><Relationship Id="rId7" Type="http://schemas.openxmlformats.org/officeDocument/2006/relationships/slide" Target="slide85.xml"/><Relationship Id="rId8" Type="http://schemas.openxmlformats.org/officeDocument/2006/relationships/slide" Target="slide88.xml"/><Relationship Id="rId9" Type="http://schemas.openxmlformats.org/officeDocument/2006/relationships/slide" Target="slide89.xml"/><Relationship Id="rId10" Type="http://schemas.openxmlformats.org/officeDocument/2006/relationships/audio" Target="../media/snd_boing.wav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image" Target="../media/image23.png"/><Relationship Id="rId6" Type="http://schemas.openxmlformats.org/officeDocument/2006/relationships/image" Target="../media/image35.png"/><Relationship Id="rId7" Type="http://schemas.openxmlformats.org/officeDocument/2006/relationships/slide" Target="slide87.xml"/><Relationship Id="rId8" Type="http://schemas.openxmlformats.org/officeDocument/2006/relationships/slide" Target="slide88.xml"/><Relationship Id="rId9" Type="http://schemas.openxmlformats.org/officeDocument/2006/relationships/slide" Target="slide89.xml"/><Relationship Id="rId10" Type="http://schemas.openxmlformats.org/officeDocument/2006/relationships/audio" Target="../media/snd_splash.wav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image" Target="../media/image23.png"/><Relationship Id="rId6" Type="http://schemas.openxmlformats.org/officeDocument/2006/relationships/image" Target="../media/image35.png"/><Relationship Id="rId7" Type="http://schemas.openxmlformats.org/officeDocument/2006/relationships/slide" Target="slide87.xml"/><Relationship Id="rId8" Type="http://schemas.openxmlformats.org/officeDocument/2006/relationships/slide" Target="slide88.xml"/><Relationship Id="rId9" Type="http://schemas.openxmlformats.org/officeDocument/2006/relationships/slide" Target="slide89.xml"/><Relationship Id="rId10" Type="http://schemas.openxmlformats.org/officeDocument/2006/relationships/audio" Target="../media/snd_boing.wav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image" Target="../media/image15.png"/><Relationship Id="rId4" Type="http://schemas.openxmlformats.org/officeDocument/2006/relationships/image" Target="../media/image23.png"/><Relationship Id="rId5" Type="http://schemas.openxmlformats.org/officeDocument/2006/relationships/image" Target="../media/image35.png"/><Relationship Id="rId6" Type="http://schemas.openxmlformats.org/officeDocument/2006/relationships/slide" Target="slide89.xml"/><Relationship Id="rId7" Type="http://schemas.openxmlformats.org/officeDocument/2006/relationships/audio" Target="../media/snd_splash.wav"/><Relationship Id="rId8" Type="http://schemas.openxmlformats.org/officeDocument/2006/relationships/image" Target="../media/image40.png"/><Relationship Id="rId9" Type="http://schemas.openxmlformats.org/officeDocument/2006/relationships/audio" Target="../media/snd_cheer.wav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slide" Target="slide91.xml"/><Relationship Id="rId4" Type="http://schemas.openxmlformats.org/officeDocument/2006/relationships/slide" Target="slide90.xml"/><Relationship Id="rId5" Type="http://schemas.openxmlformats.org/officeDocument/2006/relationships/slide" Target="slide93.xml"/><Relationship Id="rId6" Type="http://schemas.openxmlformats.org/officeDocument/2006/relationships/slide" Target="slide96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slide" Target="slide91.xml"/><Relationship Id="rId4" Type="http://schemas.openxmlformats.org/officeDocument/2006/relationships/slide" Target="slide90.xml"/><Relationship Id="rId5" Type="http://schemas.openxmlformats.org/officeDocument/2006/relationships/slide" Target="slide93.xml"/><Relationship Id="rId6" Type="http://schemas.openxmlformats.org/officeDocument/2006/relationships/slide" Target="slide96.xml"/><Relationship Id="rId7" Type="http://schemas.openxmlformats.org/officeDocument/2006/relationships/audio" Target="../media/snd_boing.wav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slide" Target="slide92.xml"/><Relationship Id="rId4" Type="http://schemas.openxmlformats.org/officeDocument/2006/relationships/slide" Target="slide95.xml"/><Relationship Id="rId5" Type="http://schemas.openxmlformats.org/officeDocument/2006/relationships/slide" Target="slide96.xml"/><Relationship Id="rId6" Type="http://schemas.openxmlformats.org/officeDocument/2006/relationships/audio" Target="../media/snd_bonk.wav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slide" Target="slide92.xml"/><Relationship Id="rId4" Type="http://schemas.openxmlformats.org/officeDocument/2006/relationships/slide" Target="slide95.xml"/><Relationship Id="rId5" Type="http://schemas.openxmlformats.org/officeDocument/2006/relationships/slide" Target="slide96.xml"/><Relationship Id="rId6" Type="http://schemas.openxmlformats.org/officeDocument/2006/relationships/audio" Target="../media/snd_boing.wav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slide" Target="slide95.xml"/><Relationship Id="rId4" Type="http://schemas.openxmlformats.org/officeDocument/2006/relationships/slide" Target="slide94.xml"/><Relationship Id="rId5" Type="http://schemas.openxmlformats.org/officeDocument/2006/relationships/slide" Target="slide96.xml"/><Relationship Id="rId6" Type="http://schemas.openxmlformats.org/officeDocument/2006/relationships/audio" Target="../media/snd_bonk.wav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slide" Target="slide95.xml"/><Relationship Id="rId4" Type="http://schemas.openxmlformats.org/officeDocument/2006/relationships/slide" Target="slide94.xml"/><Relationship Id="rId5" Type="http://schemas.openxmlformats.org/officeDocument/2006/relationships/slide" Target="slide96.xml"/><Relationship Id="rId6" Type="http://schemas.openxmlformats.org/officeDocument/2006/relationships/audio" Target="../media/snd_boing.wav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slide" Target="slide96.xml"/><Relationship Id="rId4" Type="http://schemas.openxmlformats.org/officeDocument/2006/relationships/audio" Target="../media/snd_bonk.wav"/><Relationship Id="rId5" Type="http://schemas.openxmlformats.org/officeDocument/2006/relationships/image" Target="../media/image40.png"/><Relationship Id="rId6" Type="http://schemas.openxmlformats.org/officeDocument/2006/relationships/audio" Target="../media/snd_cheer.wav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Relationship Id="rId3" Type="http://schemas.openxmlformats.org/officeDocument/2006/relationships/image" Target="../media/image20.png"/><Relationship Id="rId4" Type="http://schemas.openxmlformats.org/officeDocument/2006/relationships/image" Target="../media/image22.png"/><Relationship Id="rId5" Type="http://schemas.openxmlformats.org/officeDocument/2006/relationships/slide" Target="slide100.xml"/><Relationship Id="rId6" Type="http://schemas.openxmlformats.org/officeDocument/2006/relationships/slide" Target="slide97.xml"/><Relationship Id="rId7" Type="http://schemas.openxmlformats.org/officeDocument/2006/relationships/slide" Target="slide103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Relationship Id="rId3" Type="http://schemas.openxmlformats.org/officeDocument/2006/relationships/image" Target="../media/image20.png"/><Relationship Id="rId4" Type="http://schemas.openxmlformats.org/officeDocument/2006/relationships/image" Target="../media/image22.png"/><Relationship Id="rId5" Type="http://schemas.openxmlformats.org/officeDocument/2006/relationships/slide" Target="slide98.xml"/><Relationship Id="rId6" Type="http://schemas.openxmlformats.org/officeDocument/2006/relationships/slide" Target="slide101.xml"/><Relationship Id="rId7" Type="http://schemas.openxmlformats.org/officeDocument/2006/relationships/slide" Target="slide103.xml"/><Relationship Id="rId8" Type="http://schemas.openxmlformats.org/officeDocument/2006/relationships/audio" Target="../media/snd_ding.wav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Relationship Id="rId3" Type="http://schemas.openxmlformats.org/officeDocument/2006/relationships/image" Target="../media/image20.png"/><Relationship Id="rId4" Type="http://schemas.openxmlformats.org/officeDocument/2006/relationships/image" Target="../media/image22.png"/><Relationship Id="rId5" Type="http://schemas.openxmlformats.org/officeDocument/2006/relationships/slide" Target="slide99.xml"/><Relationship Id="rId6" Type="http://schemas.openxmlformats.org/officeDocument/2006/relationships/slide" Target="slide103.xml"/><Relationship Id="rId7" Type="http://schemas.openxmlformats.org/officeDocument/2006/relationships/audio" Target="../media/snd_ding.wav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Relationship Id="rId3" Type="http://schemas.openxmlformats.org/officeDocument/2006/relationships/image" Target="../media/image20.png"/><Relationship Id="rId4" Type="http://schemas.openxmlformats.org/officeDocument/2006/relationships/image" Target="../media/image22.png"/><Relationship Id="rId5" Type="http://schemas.openxmlformats.org/officeDocument/2006/relationships/slide" Target="slide102.xml"/><Relationship Id="rId6" Type="http://schemas.openxmlformats.org/officeDocument/2006/relationships/slide" Target="slide103.xml"/><Relationship Id="rId7" Type="http://schemas.openxmlformats.org/officeDocument/2006/relationships/audio" Target="../media/snd_ding.wav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Relationship Id="rId3" Type="http://schemas.openxmlformats.org/officeDocument/2006/relationships/image" Target="../media/image20.png"/><Relationship Id="rId4" Type="http://schemas.openxmlformats.org/officeDocument/2006/relationships/image" Target="../media/image22.png"/><Relationship Id="rId5" Type="http://schemas.openxmlformats.org/officeDocument/2006/relationships/slide" Target="slide100.xml"/><Relationship Id="rId6" Type="http://schemas.openxmlformats.org/officeDocument/2006/relationships/slide" Target="slide97.xml"/><Relationship Id="rId7" Type="http://schemas.openxmlformats.org/officeDocument/2006/relationships/slide" Target="slide103.xml"/><Relationship Id="rId8" Type="http://schemas.openxmlformats.org/officeDocument/2006/relationships/audio" Target="../media/snd_boing.wav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Relationship Id="rId3" Type="http://schemas.openxmlformats.org/officeDocument/2006/relationships/image" Target="../media/image20.png"/><Relationship Id="rId4" Type="http://schemas.openxmlformats.org/officeDocument/2006/relationships/image" Target="../media/image22.png"/><Relationship Id="rId5" Type="http://schemas.openxmlformats.org/officeDocument/2006/relationships/slide" Target="slide98.xml"/><Relationship Id="rId6" Type="http://schemas.openxmlformats.org/officeDocument/2006/relationships/slide" Target="slide101.xml"/><Relationship Id="rId7" Type="http://schemas.openxmlformats.org/officeDocument/2006/relationships/slide" Target="slide103.xml"/><Relationship Id="rId8" Type="http://schemas.openxmlformats.org/officeDocument/2006/relationships/audio" Target="../media/snd_boing.wav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Relationship Id="rId3" Type="http://schemas.openxmlformats.org/officeDocument/2006/relationships/image" Target="../media/image20.png"/><Relationship Id="rId4" Type="http://schemas.openxmlformats.org/officeDocument/2006/relationships/image" Target="../media/image22.png"/><Relationship Id="rId5" Type="http://schemas.openxmlformats.org/officeDocument/2006/relationships/slide" Target="slide103.xml"/><Relationship Id="rId6" Type="http://schemas.openxmlformats.org/officeDocument/2006/relationships/audio" Target="../media/snd_whistle.wav"/><Relationship Id="rId7" Type="http://schemas.openxmlformats.org/officeDocument/2006/relationships/image" Target="../media/image40.png"/><Relationship Id="rId8" Type="http://schemas.openxmlformats.org/officeDocument/2006/relationships/audio" Target="../media/snd_cheer.wav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5.png"/><Relationship Id="rId4" Type="http://schemas.openxmlformats.org/officeDocument/2006/relationships/image" Target="../media/image33.png"/><Relationship Id="rId5" Type="http://schemas.openxmlformats.org/officeDocument/2006/relationships/slide" Target="slide105.xml"/><Relationship Id="rId6" Type="http://schemas.openxmlformats.org/officeDocument/2006/relationships/slide" Target="slide104.xml"/><Relationship Id="rId7" Type="http://schemas.openxmlformats.org/officeDocument/2006/relationships/slide" Target="slide107.xml"/><Relationship Id="rId8" Type="http://schemas.openxmlformats.org/officeDocument/2006/relationships/slide" Target="slide110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5.png"/><Relationship Id="rId4" Type="http://schemas.openxmlformats.org/officeDocument/2006/relationships/image" Target="../media/image33.png"/><Relationship Id="rId5" Type="http://schemas.openxmlformats.org/officeDocument/2006/relationships/slide" Target="slide105.xml"/><Relationship Id="rId6" Type="http://schemas.openxmlformats.org/officeDocument/2006/relationships/slide" Target="slide104.xml"/><Relationship Id="rId7" Type="http://schemas.openxmlformats.org/officeDocument/2006/relationships/slide" Target="slide107.xml"/><Relationship Id="rId8" Type="http://schemas.openxmlformats.org/officeDocument/2006/relationships/slide" Target="slide110.xml"/><Relationship Id="rId9" Type="http://schemas.openxmlformats.org/officeDocument/2006/relationships/audio" Target="../media/snd_boing.wav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33.png"/><Relationship Id="rId4" Type="http://schemas.openxmlformats.org/officeDocument/2006/relationships/image" Target="../media/image5.png"/><Relationship Id="rId5" Type="http://schemas.openxmlformats.org/officeDocument/2006/relationships/slide" Target="slide106.xml"/><Relationship Id="rId6" Type="http://schemas.openxmlformats.org/officeDocument/2006/relationships/slide" Target="slide109.xml"/><Relationship Id="rId7" Type="http://schemas.openxmlformats.org/officeDocument/2006/relationships/slide" Target="slide110.xml"/><Relationship Id="rId8" Type="http://schemas.openxmlformats.org/officeDocument/2006/relationships/audio" Target="../media/snd_pop.wav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33.png"/><Relationship Id="rId4" Type="http://schemas.openxmlformats.org/officeDocument/2006/relationships/image" Target="../media/image5.png"/><Relationship Id="rId5" Type="http://schemas.openxmlformats.org/officeDocument/2006/relationships/slide" Target="slide106.xml"/><Relationship Id="rId6" Type="http://schemas.openxmlformats.org/officeDocument/2006/relationships/slide" Target="slide109.xml"/><Relationship Id="rId7" Type="http://schemas.openxmlformats.org/officeDocument/2006/relationships/slide" Target="slide110.xml"/><Relationship Id="rId8" Type="http://schemas.openxmlformats.org/officeDocument/2006/relationships/audio" Target="../media/snd_boing.wav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5.png"/><Relationship Id="rId4" Type="http://schemas.openxmlformats.org/officeDocument/2006/relationships/image" Target="../media/image33.png"/><Relationship Id="rId5" Type="http://schemas.openxmlformats.org/officeDocument/2006/relationships/slide" Target="slide109.xml"/><Relationship Id="rId6" Type="http://schemas.openxmlformats.org/officeDocument/2006/relationships/slide" Target="slide108.xml"/><Relationship Id="rId7" Type="http://schemas.openxmlformats.org/officeDocument/2006/relationships/slide" Target="slide110.xml"/><Relationship Id="rId8" Type="http://schemas.openxmlformats.org/officeDocument/2006/relationships/audio" Target="../media/snd_pop.wav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5.png"/><Relationship Id="rId4" Type="http://schemas.openxmlformats.org/officeDocument/2006/relationships/image" Target="../media/image33.png"/><Relationship Id="rId5" Type="http://schemas.openxmlformats.org/officeDocument/2006/relationships/slide" Target="slide109.xml"/><Relationship Id="rId6" Type="http://schemas.openxmlformats.org/officeDocument/2006/relationships/slide" Target="slide108.xml"/><Relationship Id="rId7" Type="http://schemas.openxmlformats.org/officeDocument/2006/relationships/slide" Target="slide110.xml"/><Relationship Id="rId8" Type="http://schemas.openxmlformats.org/officeDocument/2006/relationships/audio" Target="../media/snd_boing.wav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33.png"/><Relationship Id="rId4" Type="http://schemas.openxmlformats.org/officeDocument/2006/relationships/image" Target="../media/image5.png"/><Relationship Id="rId5" Type="http://schemas.openxmlformats.org/officeDocument/2006/relationships/slide" Target="slide110.xml"/><Relationship Id="rId6" Type="http://schemas.openxmlformats.org/officeDocument/2006/relationships/audio" Target="../media/snd_pop.wav"/><Relationship Id="rId7" Type="http://schemas.openxmlformats.org/officeDocument/2006/relationships/image" Target="../media/image40.png"/><Relationship Id="rId8" Type="http://schemas.openxmlformats.org/officeDocument/2006/relationships/audio" Target="../media/snd_cheer.wav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image" Target="../media/image8.png"/><Relationship Id="rId4" Type="http://schemas.openxmlformats.org/officeDocument/2006/relationships/image" Target="../media/image34.png"/><Relationship Id="rId5" Type="http://schemas.openxmlformats.org/officeDocument/2006/relationships/image" Target="../media/image18.png"/><Relationship Id="rId6" Type="http://schemas.openxmlformats.org/officeDocument/2006/relationships/slide" Target="slide112.xml"/><Relationship Id="rId7" Type="http://schemas.openxmlformats.org/officeDocument/2006/relationships/slide" Target="slide111.xml"/><Relationship Id="rId8" Type="http://schemas.openxmlformats.org/officeDocument/2006/relationships/slide" Target="slide113.xml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image" Target="../media/image11.png"/><Relationship Id="rId4" Type="http://schemas.openxmlformats.org/officeDocument/2006/relationships/image" Target="../media/image34.png"/><Relationship Id="rId5" Type="http://schemas.openxmlformats.org/officeDocument/2006/relationships/image" Target="../media/image18.png"/><Relationship Id="rId6" Type="http://schemas.openxmlformats.org/officeDocument/2006/relationships/slide" Target="slide112.xml"/><Relationship Id="rId7" Type="http://schemas.openxmlformats.org/officeDocument/2006/relationships/slide" Target="slide111.xml"/><Relationship Id="rId8" Type="http://schemas.openxmlformats.org/officeDocument/2006/relationships/slide" Target="slide113.xml"/><Relationship Id="rId9" Type="http://schemas.openxmlformats.org/officeDocument/2006/relationships/audio" Target="../media/snd_boing.wav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image" Target="../media/image12.png"/><Relationship Id="rId4" Type="http://schemas.openxmlformats.org/officeDocument/2006/relationships/image" Target="../media/image18.png"/><Relationship Id="rId5" Type="http://schemas.openxmlformats.org/officeDocument/2006/relationships/slide" Target="slide113.xml"/><Relationship Id="rId6" Type="http://schemas.openxmlformats.org/officeDocument/2006/relationships/audio" Target="../media/snd_munch.wav"/><Relationship Id="rId7" Type="http://schemas.openxmlformats.org/officeDocument/2006/relationships/image" Target="../media/image40.png"/><Relationship Id="rId8" Type="http://schemas.openxmlformats.org/officeDocument/2006/relationships/audio" Target="../media/snd_cheer.wav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image" Target="../media/image16.png"/><Relationship Id="rId4" Type="http://schemas.openxmlformats.org/officeDocument/2006/relationships/image" Target="../media/image15.png"/><Relationship Id="rId5" Type="http://schemas.openxmlformats.org/officeDocument/2006/relationships/image" Target="../media/image23.png"/><Relationship Id="rId6" Type="http://schemas.openxmlformats.org/officeDocument/2006/relationships/slide" Target="slide114.xml"/><Relationship Id="rId7" Type="http://schemas.openxmlformats.org/officeDocument/2006/relationships/slide" Target="slide115.xml"/><Relationship Id="rId8" Type="http://schemas.openxmlformats.org/officeDocument/2006/relationships/slide" Target="slide117.xml"/><Relationship Id="rId9" Type="http://schemas.openxmlformats.org/officeDocument/2006/relationships/slide" Target="slide120.xml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image" Target="../media/image16.png"/><Relationship Id="rId4" Type="http://schemas.openxmlformats.org/officeDocument/2006/relationships/image" Target="../media/image15.png"/><Relationship Id="rId5" Type="http://schemas.openxmlformats.org/officeDocument/2006/relationships/image" Target="../media/image23.png"/><Relationship Id="rId6" Type="http://schemas.openxmlformats.org/officeDocument/2006/relationships/slide" Target="slide114.xml"/><Relationship Id="rId7" Type="http://schemas.openxmlformats.org/officeDocument/2006/relationships/slide" Target="slide115.xml"/><Relationship Id="rId8" Type="http://schemas.openxmlformats.org/officeDocument/2006/relationships/slide" Target="slide117.xml"/><Relationship Id="rId9" Type="http://schemas.openxmlformats.org/officeDocument/2006/relationships/slide" Target="slide120.xml"/><Relationship Id="rId10" Type="http://schemas.openxmlformats.org/officeDocument/2006/relationships/audio" Target="../media/snd_boing.wav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image" Target="../media/image16.png"/><Relationship Id="rId4" Type="http://schemas.openxmlformats.org/officeDocument/2006/relationships/image" Target="../media/image15.png"/><Relationship Id="rId5" Type="http://schemas.openxmlformats.org/officeDocument/2006/relationships/image" Target="../media/image23.png"/><Relationship Id="rId6" Type="http://schemas.openxmlformats.org/officeDocument/2006/relationships/slide" Target="slide116.xml"/><Relationship Id="rId7" Type="http://schemas.openxmlformats.org/officeDocument/2006/relationships/slide" Target="slide119.xml"/><Relationship Id="rId8" Type="http://schemas.openxmlformats.org/officeDocument/2006/relationships/slide" Target="slide120.xml"/><Relationship Id="rId9" Type="http://schemas.openxmlformats.org/officeDocument/2006/relationships/audio" Target="../media/snd_splash.wav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image" Target="../media/image16.png"/><Relationship Id="rId4" Type="http://schemas.openxmlformats.org/officeDocument/2006/relationships/image" Target="../media/image15.png"/><Relationship Id="rId5" Type="http://schemas.openxmlformats.org/officeDocument/2006/relationships/image" Target="../media/image23.png"/><Relationship Id="rId6" Type="http://schemas.openxmlformats.org/officeDocument/2006/relationships/slide" Target="slide116.xml"/><Relationship Id="rId7" Type="http://schemas.openxmlformats.org/officeDocument/2006/relationships/slide" Target="slide119.xml"/><Relationship Id="rId8" Type="http://schemas.openxmlformats.org/officeDocument/2006/relationships/slide" Target="slide120.xml"/><Relationship Id="rId9" Type="http://schemas.openxmlformats.org/officeDocument/2006/relationships/audio" Target="../media/snd_boing.wav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image" Target="../media/image16.png"/><Relationship Id="rId4" Type="http://schemas.openxmlformats.org/officeDocument/2006/relationships/image" Target="../media/image15.png"/><Relationship Id="rId5" Type="http://schemas.openxmlformats.org/officeDocument/2006/relationships/slide" Target="slide118.xml"/><Relationship Id="rId6" Type="http://schemas.openxmlformats.org/officeDocument/2006/relationships/slide" Target="slide119.xml"/><Relationship Id="rId7" Type="http://schemas.openxmlformats.org/officeDocument/2006/relationships/slide" Target="slide120.xml"/><Relationship Id="rId8" Type="http://schemas.openxmlformats.org/officeDocument/2006/relationships/audio" Target="../media/snd_splash.wav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image" Target="../media/image16.png"/><Relationship Id="rId4" Type="http://schemas.openxmlformats.org/officeDocument/2006/relationships/image" Target="../media/image15.png"/><Relationship Id="rId5" Type="http://schemas.openxmlformats.org/officeDocument/2006/relationships/slide" Target="slide118.xml"/><Relationship Id="rId6" Type="http://schemas.openxmlformats.org/officeDocument/2006/relationships/slide" Target="slide119.xml"/><Relationship Id="rId7" Type="http://schemas.openxmlformats.org/officeDocument/2006/relationships/slide" Target="slide120.xml"/><Relationship Id="rId8" Type="http://schemas.openxmlformats.org/officeDocument/2006/relationships/audio" Target="../media/snd_boing.wav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image" Target="../media/image16.png"/><Relationship Id="rId4" Type="http://schemas.openxmlformats.org/officeDocument/2006/relationships/image" Target="../media/image15.png"/><Relationship Id="rId5" Type="http://schemas.openxmlformats.org/officeDocument/2006/relationships/slide" Target="slide120.xml"/><Relationship Id="rId6" Type="http://schemas.openxmlformats.org/officeDocument/2006/relationships/audio" Target="../media/snd_splash.wav"/><Relationship Id="rId7" Type="http://schemas.openxmlformats.org/officeDocument/2006/relationships/image" Target="../media/image40.png"/><Relationship Id="rId8" Type="http://schemas.openxmlformats.org/officeDocument/2006/relationships/audio" Target="../media/snd_cheer.wav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slide" Target="slide121.xml"/><Relationship Id="rId4" Type="http://schemas.openxmlformats.org/officeDocument/2006/relationships/slide" Target="slide122.xml"/><Relationship Id="rId5" Type="http://schemas.openxmlformats.org/officeDocument/2006/relationships/slide" Target="slide124.xml"/><Relationship Id="rId6" Type="http://schemas.openxmlformats.org/officeDocument/2006/relationships/slide" Target="slide127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slide" Target="slide121.xml"/><Relationship Id="rId4" Type="http://schemas.openxmlformats.org/officeDocument/2006/relationships/slide" Target="slide122.xml"/><Relationship Id="rId5" Type="http://schemas.openxmlformats.org/officeDocument/2006/relationships/slide" Target="slide124.xml"/><Relationship Id="rId6" Type="http://schemas.openxmlformats.org/officeDocument/2006/relationships/slide" Target="slide127.xml"/><Relationship Id="rId7" Type="http://schemas.openxmlformats.org/officeDocument/2006/relationships/audio" Target="../media/snd_boing.wav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slide" Target="slide123.xml"/><Relationship Id="rId4" Type="http://schemas.openxmlformats.org/officeDocument/2006/relationships/slide" Target="slide126.xml"/><Relationship Id="rId5" Type="http://schemas.openxmlformats.org/officeDocument/2006/relationships/slide" Target="slide127.xml"/><Relationship Id="rId6" Type="http://schemas.openxmlformats.org/officeDocument/2006/relationships/audio" Target="../media/snd_bonk.wav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slide" Target="slide123.xml"/><Relationship Id="rId4" Type="http://schemas.openxmlformats.org/officeDocument/2006/relationships/slide" Target="slide126.xml"/><Relationship Id="rId5" Type="http://schemas.openxmlformats.org/officeDocument/2006/relationships/slide" Target="slide127.xml"/><Relationship Id="rId6" Type="http://schemas.openxmlformats.org/officeDocument/2006/relationships/audio" Target="../media/snd_boing.wav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slide" Target="slide125.xml"/><Relationship Id="rId4" Type="http://schemas.openxmlformats.org/officeDocument/2006/relationships/slide" Target="slide126.xml"/><Relationship Id="rId5" Type="http://schemas.openxmlformats.org/officeDocument/2006/relationships/slide" Target="slide127.xml"/><Relationship Id="rId6" Type="http://schemas.openxmlformats.org/officeDocument/2006/relationships/audio" Target="../media/snd_bonk.wav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slide" Target="slide125.xml"/><Relationship Id="rId4" Type="http://schemas.openxmlformats.org/officeDocument/2006/relationships/slide" Target="slide126.xml"/><Relationship Id="rId5" Type="http://schemas.openxmlformats.org/officeDocument/2006/relationships/slide" Target="slide127.xml"/><Relationship Id="rId6" Type="http://schemas.openxmlformats.org/officeDocument/2006/relationships/audio" Target="../media/snd_boing.wav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slide" Target="slide127.xml"/><Relationship Id="rId4" Type="http://schemas.openxmlformats.org/officeDocument/2006/relationships/audio" Target="../media/snd_bonk.wav"/><Relationship Id="rId5" Type="http://schemas.openxmlformats.org/officeDocument/2006/relationships/image" Target="../media/image40.png"/><Relationship Id="rId6" Type="http://schemas.openxmlformats.org/officeDocument/2006/relationships/audio" Target="../media/snd_cheer.wav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Relationship Id="rId3" Type="http://schemas.openxmlformats.org/officeDocument/2006/relationships/image" Target="../media/image26.png"/><Relationship Id="rId4" Type="http://schemas.openxmlformats.org/officeDocument/2006/relationships/image" Target="../media/image24.png"/><Relationship Id="rId5" Type="http://schemas.openxmlformats.org/officeDocument/2006/relationships/image" Target="../media/image27.png"/><Relationship Id="rId6" Type="http://schemas.openxmlformats.org/officeDocument/2006/relationships/image" Target="../media/image28.png"/><Relationship Id="rId7" Type="http://schemas.openxmlformats.org/officeDocument/2006/relationships/image" Target="../media/image29.png"/><Relationship Id="rId8" Type="http://schemas.openxmlformats.org/officeDocument/2006/relationships/image" Target="../media/image30.png"/><Relationship Id="rId9" Type="http://schemas.openxmlformats.org/officeDocument/2006/relationships/image" Target="../media/image31.png"/><Relationship Id="rId10" Type="http://schemas.openxmlformats.org/officeDocument/2006/relationships/image" Target="../media/image32.png"/><Relationship Id="rId11" Type="http://schemas.openxmlformats.org/officeDocument/2006/relationships/slide" Target="slide128.xml"/><Relationship Id="rId12" Type="http://schemas.openxmlformats.org/officeDocument/2006/relationships/slide" Target="slide129.xml"/><Relationship Id="rId13" Type="http://schemas.openxmlformats.org/officeDocument/2006/relationships/slide" Target="slide130.xml"/><Relationship Id="rId14" Type="http://schemas.openxmlformats.org/officeDocument/2006/relationships/slide" Target="slide131.xml"/><Relationship Id="rId15" Type="http://schemas.openxmlformats.org/officeDocument/2006/relationships/slide" Target="slide132.xml"/><Relationship Id="rId16" Type="http://schemas.openxmlformats.org/officeDocument/2006/relationships/slide" Target="slide133.xml"/><Relationship Id="rId17" Type="http://schemas.openxmlformats.org/officeDocument/2006/relationships/slide" Target="slide134.xml"/><Relationship Id="rId18" Type="http://schemas.openxmlformats.org/officeDocument/2006/relationships/slide" Target="slide135.xml"/><Relationship Id="rId19" Type="http://schemas.openxmlformats.org/officeDocument/2006/relationships/slide" Target="slide136.xml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Relationship Id="rId3" Type="http://schemas.openxmlformats.org/officeDocument/2006/relationships/image" Target="../media/image26.png"/><Relationship Id="rId4" Type="http://schemas.openxmlformats.org/officeDocument/2006/relationships/image" Target="../media/image24.png"/><Relationship Id="rId5" Type="http://schemas.openxmlformats.org/officeDocument/2006/relationships/slide" Target="slide127.xml"/><Relationship Id="rId6" Type="http://schemas.openxmlformats.org/officeDocument/2006/relationships/slide" Target="slide136.xml"/><Relationship Id="rId7" Type="http://schemas.openxmlformats.org/officeDocument/2006/relationships/audio" Target="../media/snd_tada.wav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Relationship Id="rId3" Type="http://schemas.openxmlformats.org/officeDocument/2006/relationships/image" Target="../media/image27.png"/><Relationship Id="rId4" Type="http://schemas.openxmlformats.org/officeDocument/2006/relationships/image" Target="../media/image28.png"/><Relationship Id="rId5" Type="http://schemas.openxmlformats.org/officeDocument/2006/relationships/slide" Target="slide127.xml"/><Relationship Id="rId6" Type="http://schemas.openxmlformats.org/officeDocument/2006/relationships/slide" Target="slide136.xml"/><Relationship Id="rId7" Type="http://schemas.openxmlformats.org/officeDocument/2006/relationships/audio" Target="../media/snd_tada.wav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Relationship Id="rId3" Type="http://schemas.openxmlformats.org/officeDocument/2006/relationships/image" Target="../media/image29.png"/><Relationship Id="rId4" Type="http://schemas.openxmlformats.org/officeDocument/2006/relationships/image" Target="../media/image30.png"/><Relationship Id="rId5" Type="http://schemas.openxmlformats.org/officeDocument/2006/relationships/slide" Target="slide127.xml"/><Relationship Id="rId6" Type="http://schemas.openxmlformats.org/officeDocument/2006/relationships/slide" Target="slide136.xml"/><Relationship Id="rId7" Type="http://schemas.openxmlformats.org/officeDocument/2006/relationships/audio" Target="../media/snd_tada.wav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Relationship Id="rId3" Type="http://schemas.openxmlformats.org/officeDocument/2006/relationships/image" Target="../media/image31.png"/><Relationship Id="rId4" Type="http://schemas.openxmlformats.org/officeDocument/2006/relationships/image" Target="../media/image32.png"/><Relationship Id="rId5" Type="http://schemas.openxmlformats.org/officeDocument/2006/relationships/slide" Target="slide127.xml"/><Relationship Id="rId6" Type="http://schemas.openxmlformats.org/officeDocument/2006/relationships/slide" Target="slide136.xml"/><Relationship Id="rId7" Type="http://schemas.openxmlformats.org/officeDocument/2006/relationships/audio" Target="../media/snd_tada.wav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Relationship Id="rId3" Type="http://schemas.openxmlformats.org/officeDocument/2006/relationships/image" Target="../media/image26.png"/><Relationship Id="rId4" Type="http://schemas.openxmlformats.org/officeDocument/2006/relationships/image" Target="../media/image24.png"/><Relationship Id="rId5" Type="http://schemas.openxmlformats.org/officeDocument/2006/relationships/slide" Target="slide127.xml"/><Relationship Id="rId6" Type="http://schemas.openxmlformats.org/officeDocument/2006/relationships/slide" Target="slide136.xml"/><Relationship Id="rId7" Type="http://schemas.openxmlformats.org/officeDocument/2006/relationships/audio" Target="../media/snd_tada.wav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Relationship Id="rId3" Type="http://schemas.openxmlformats.org/officeDocument/2006/relationships/image" Target="../media/image27.png"/><Relationship Id="rId4" Type="http://schemas.openxmlformats.org/officeDocument/2006/relationships/image" Target="../media/image28.png"/><Relationship Id="rId5" Type="http://schemas.openxmlformats.org/officeDocument/2006/relationships/slide" Target="slide127.xml"/><Relationship Id="rId6" Type="http://schemas.openxmlformats.org/officeDocument/2006/relationships/slide" Target="slide136.xml"/><Relationship Id="rId7" Type="http://schemas.openxmlformats.org/officeDocument/2006/relationships/audio" Target="../media/snd_tada.wav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Relationship Id="rId3" Type="http://schemas.openxmlformats.org/officeDocument/2006/relationships/image" Target="../media/image29.png"/><Relationship Id="rId4" Type="http://schemas.openxmlformats.org/officeDocument/2006/relationships/image" Target="../media/image30.png"/><Relationship Id="rId5" Type="http://schemas.openxmlformats.org/officeDocument/2006/relationships/slide" Target="slide127.xml"/><Relationship Id="rId6" Type="http://schemas.openxmlformats.org/officeDocument/2006/relationships/slide" Target="slide136.xml"/><Relationship Id="rId7" Type="http://schemas.openxmlformats.org/officeDocument/2006/relationships/audio" Target="../media/snd_tada.wav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Relationship Id="rId3" Type="http://schemas.openxmlformats.org/officeDocument/2006/relationships/image" Target="../media/image31.png"/><Relationship Id="rId4" Type="http://schemas.openxmlformats.org/officeDocument/2006/relationships/image" Target="../media/image32.png"/><Relationship Id="rId5" Type="http://schemas.openxmlformats.org/officeDocument/2006/relationships/slide" Target="slide127.xml"/><Relationship Id="rId6" Type="http://schemas.openxmlformats.org/officeDocument/2006/relationships/slide" Target="slide136.xml"/><Relationship Id="rId7" Type="http://schemas.openxmlformats.org/officeDocument/2006/relationships/audio" Target="../media/snd_tada.wav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6.png"/><Relationship Id="rId4" Type="http://schemas.openxmlformats.org/officeDocument/2006/relationships/image" Target="../media/image33.png"/><Relationship Id="rId5" Type="http://schemas.openxmlformats.org/officeDocument/2006/relationships/image" Target="../media/image7.png"/><Relationship Id="rId6" Type="http://schemas.openxmlformats.org/officeDocument/2006/relationships/slide" Target="slide137.xml"/><Relationship Id="rId7" Type="http://schemas.openxmlformats.org/officeDocument/2006/relationships/slide" Target="slide138.xml"/><Relationship Id="rId8" Type="http://schemas.openxmlformats.org/officeDocument/2006/relationships/slide" Target="slide140.xml"/><Relationship Id="rId9" Type="http://schemas.openxmlformats.org/officeDocument/2006/relationships/slide" Target="slide143.xml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6.png"/><Relationship Id="rId4" Type="http://schemas.openxmlformats.org/officeDocument/2006/relationships/image" Target="../media/image33.png"/><Relationship Id="rId5" Type="http://schemas.openxmlformats.org/officeDocument/2006/relationships/image" Target="../media/image7.png"/><Relationship Id="rId6" Type="http://schemas.openxmlformats.org/officeDocument/2006/relationships/slide" Target="slide137.xml"/><Relationship Id="rId7" Type="http://schemas.openxmlformats.org/officeDocument/2006/relationships/slide" Target="slide138.xml"/><Relationship Id="rId8" Type="http://schemas.openxmlformats.org/officeDocument/2006/relationships/slide" Target="slide140.xml"/><Relationship Id="rId9" Type="http://schemas.openxmlformats.org/officeDocument/2006/relationships/slide" Target="slide143.xml"/><Relationship Id="rId10" Type="http://schemas.openxmlformats.org/officeDocument/2006/relationships/audio" Target="../media/snd_boing.wav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6.png"/><Relationship Id="rId4" Type="http://schemas.openxmlformats.org/officeDocument/2006/relationships/image" Target="../media/image33.png"/><Relationship Id="rId5" Type="http://schemas.openxmlformats.org/officeDocument/2006/relationships/image" Target="../media/image7.png"/><Relationship Id="rId6" Type="http://schemas.openxmlformats.org/officeDocument/2006/relationships/slide" Target="slide139.xml"/><Relationship Id="rId7" Type="http://schemas.openxmlformats.org/officeDocument/2006/relationships/slide" Target="slide142.xml"/><Relationship Id="rId8" Type="http://schemas.openxmlformats.org/officeDocument/2006/relationships/slide" Target="slide143.xml"/><Relationship Id="rId9" Type="http://schemas.openxmlformats.org/officeDocument/2006/relationships/audio" Target="../media/snd_pop.wav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6.png"/><Relationship Id="rId4" Type="http://schemas.openxmlformats.org/officeDocument/2006/relationships/image" Target="../media/image33.png"/><Relationship Id="rId5" Type="http://schemas.openxmlformats.org/officeDocument/2006/relationships/image" Target="../media/image7.png"/><Relationship Id="rId6" Type="http://schemas.openxmlformats.org/officeDocument/2006/relationships/slide" Target="slide139.xml"/><Relationship Id="rId7" Type="http://schemas.openxmlformats.org/officeDocument/2006/relationships/slide" Target="slide142.xml"/><Relationship Id="rId8" Type="http://schemas.openxmlformats.org/officeDocument/2006/relationships/slide" Target="slide143.xml"/><Relationship Id="rId9" Type="http://schemas.openxmlformats.org/officeDocument/2006/relationships/audio" Target="../media/snd_boing.wav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6.png"/><Relationship Id="rId4" Type="http://schemas.openxmlformats.org/officeDocument/2006/relationships/image" Target="../media/image33.png"/><Relationship Id="rId5" Type="http://schemas.openxmlformats.org/officeDocument/2006/relationships/image" Target="../media/image7.png"/><Relationship Id="rId6" Type="http://schemas.openxmlformats.org/officeDocument/2006/relationships/slide" Target="slide141.xml"/><Relationship Id="rId7" Type="http://schemas.openxmlformats.org/officeDocument/2006/relationships/slide" Target="slide142.xml"/><Relationship Id="rId8" Type="http://schemas.openxmlformats.org/officeDocument/2006/relationships/slide" Target="slide143.xml"/><Relationship Id="rId9" Type="http://schemas.openxmlformats.org/officeDocument/2006/relationships/audio" Target="../media/snd_pop.wav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6.png"/><Relationship Id="rId4" Type="http://schemas.openxmlformats.org/officeDocument/2006/relationships/image" Target="../media/image33.png"/><Relationship Id="rId5" Type="http://schemas.openxmlformats.org/officeDocument/2006/relationships/image" Target="../media/image7.png"/><Relationship Id="rId6" Type="http://schemas.openxmlformats.org/officeDocument/2006/relationships/slide" Target="slide141.xml"/><Relationship Id="rId7" Type="http://schemas.openxmlformats.org/officeDocument/2006/relationships/slide" Target="slide142.xml"/><Relationship Id="rId8" Type="http://schemas.openxmlformats.org/officeDocument/2006/relationships/slide" Target="slide143.xml"/><Relationship Id="rId9" Type="http://schemas.openxmlformats.org/officeDocument/2006/relationships/audio" Target="../media/snd_boing.wav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6.png"/><Relationship Id="rId4" Type="http://schemas.openxmlformats.org/officeDocument/2006/relationships/image" Target="../media/image33.png"/><Relationship Id="rId5" Type="http://schemas.openxmlformats.org/officeDocument/2006/relationships/slide" Target="slide143.xml"/><Relationship Id="rId6" Type="http://schemas.openxmlformats.org/officeDocument/2006/relationships/audio" Target="../media/snd_pop.wav"/><Relationship Id="rId7" Type="http://schemas.openxmlformats.org/officeDocument/2006/relationships/image" Target="../media/image40.png"/><Relationship Id="rId8" Type="http://schemas.openxmlformats.org/officeDocument/2006/relationships/audio" Target="../media/snd_cheer.wav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image" Target="../media/image8.png"/><Relationship Id="rId4" Type="http://schemas.openxmlformats.org/officeDocument/2006/relationships/image" Target="../media/image10.png"/><Relationship Id="rId5" Type="http://schemas.openxmlformats.org/officeDocument/2006/relationships/image" Target="../media/image19.png"/><Relationship Id="rId6" Type="http://schemas.openxmlformats.org/officeDocument/2006/relationships/image" Target="../media/image18.png"/><Relationship Id="rId7" Type="http://schemas.openxmlformats.org/officeDocument/2006/relationships/slide" Target="slide145.xml"/><Relationship Id="rId8" Type="http://schemas.openxmlformats.org/officeDocument/2006/relationships/slide" Target="slide144.xml"/><Relationship Id="rId9" Type="http://schemas.openxmlformats.org/officeDocument/2006/relationships/slide" Target="slide146.xml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image" Target="../media/image11.png"/><Relationship Id="rId4" Type="http://schemas.openxmlformats.org/officeDocument/2006/relationships/image" Target="../media/image10.png"/><Relationship Id="rId5" Type="http://schemas.openxmlformats.org/officeDocument/2006/relationships/image" Target="../media/image19.png"/><Relationship Id="rId6" Type="http://schemas.openxmlformats.org/officeDocument/2006/relationships/image" Target="../media/image18.png"/><Relationship Id="rId7" Type="http://schemas.openxmlformats.org/officeDocument/2006/relationships/slide" Target="slide145.xml"/><Relationship Id="rId8" Type="http://schemas.openxmlformats.org/officeDocument/2006/relationships/slide" Target="slide144.xml"/><Relationship Id="rId9" Type="http://schemas.openxmlformats.org/officeDocument/2006/relationships/slide" Target="slide146.xml"/><Relationship Id="rId10" Type="http://schemas.openxmlformats.org/officeDocument/2006/relationships/audio" Target="../media/snd_boing.wav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image" Target="../media/image12.png"/><Relationship Id="rId4" Type="http://schemas.openxmlformats.org/officeDocument/2006/relationships/image" Target="../media/image19.png"/><Relationship Id="rId5" Type="http://schemas.openxmlformats.org/officeDocument/2006/relationships/image" Target="../media/image10.png"/><Relationship Id="rId6" Type="http://schemas.openxmlformats.org/officeDocument/2006/relationships/image" Target="../media/image18.png"/><Relationship Id="rId7" Type="http://schemas.openxmlformats.org/officeDocument/2006/relationships/slide" Target="slide146.xml"/><Relationship Id="rId8" Type="http://schemas.openxmlformats.org/officeDocument/2006/relationships/audio" Target="../media/snd_munch.wav"/><Relationship Id="rId9" Type="http://schemas.openxmlformats.org/officeDocument/2006/relationships/image" Target="../media/image40.png"/><Relationship Id="rId10" Type="http://schemas.openxmlformats.org/officeDocument/2006/relationships/audio" Target="../media/snd_cheer.wav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Relationship Id="rId3" Type="http://schemas.openxmlformats.org/officeDocument/2006/relationships/image" Target="../media/image20.png"/><Relationship Id="rId4" Type="http://schemas.openxmlformats.org/officeDocument/2006/relationships/image" Target="../media/image22.png"/><Relationship Id="rId5" Type="http://schemas.openxmlformats.org/officeDocument/2006/relationships/slide" Target="slide150.xml"/><Relationship Id="rId6" Type="http://schemas.openxmlformats.org/officeDocument/2006/relationships/slide" Target="slide147.xml"/><Relationship Id="rId7" Type="http://schemas.openxmlformats.org/officeDocument/2006/relationships/slide" Target="slide153.xml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Relationship Id="rId3" Type="http://schemas.openxmlformats.org/officeDocument/2006/relationships/image" Target="../media/image20.png"/><Relationship Id="rId4" Type="http://schemas.openxmlformats.org/officeDocument/2006/relationships/image" Target="../media/image22.png"/><Relationship Id="rId5" Type="http://schemas.openxmlformats.org/officeDocument/2006/relationships/slide" Target="slide151.xml"/><Relationship Id="rId6" Type="http://schemas.openxmlformats.org/officeDocument/2006/relationships/slide" Target="slide148.xml"/><Relationship Id="rId7" Type="http://schemas.openxmlformats.org/officeDocument/2006/relationships/slide" Target="slide153.xml"/><Relationship Id="rId8" Type="http://schemas.openxmlformats.org/officeDocument/2006/relationships/audio" Target="../media/snd_ding.wav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Relationship Id="rId3" Type="http://schemas.openxmlformats.org/officeDocument/2006/relationships/image" Target="../media/image20.png"/><Relationship Id="rId4" Type="http://schemas.openxmlformats.org/officeDocument/2006/relationships/image" Target="../media/image22.png"/><Relationship Id="rId5" Type="http://schemas.openxmlformats.org/officeDocument/2006/relationships/slide" Target="slide149.xml"/><Relationship Id="rId6" Type="http://schemas.openxmlformats.org/officeDocument/2006/relationships/slide" Target="slide153.xml"/><Relationship Id="rId7" Type="http://schemas.openxmlformats.org/officeDocument/2006/relationships/audio" Target="../media/snd_ding.wav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Relationship Id="rId3" Type="http://schemas.openxmlformats.org/officeDocument/2006/relationships/image" Target="../media/image20.png"/><Relationship Id="rId4" Type="http://schemas.openxmlformats.org/officeDocument/2006/relationships/image" Target="../media/image22.png"/><Relationship Id="rId5" Type="http://schemas.openxmlformats.org/officeDocument/2006/relationships/slide" Target="slide152.xml"/><Relationship Id="rId6" Type="http://schemas.openxmlformats.org/officeDocument/2006/relationships/slide" Target="slide153.xml"/><Relationship Id="rId7" Type="http://schemas.openxmlformats.org/officeDocument/2006/relationships/audio" Target="../media/snd_ding.wav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Relationship Id="rId3" Type="http://schemas.openxmlformats.org/officeDocument/2006/relationships/image" Target="../media/image20.png"/><Relationship Id="rId4" Type="http://schemas.openxmlformats.org/officeDocument/2006/relationships/image" Target="../media/image22.png"/><Relationship Id="rId5" Type="http://schemas.openxmlformats.org/officeDocument/2006/relationships/slide" Target="slide150.xml"/><Relationship Id="rId6" Type="http://schemas.openxmlformats.org/officeDocument/2006/relationships/slide" Target="slide147.xml"/><Relationship Id="rId7" Type="http://schemas.openxmlformats.org/officeDocument/2006/relationships/slide" Target="slide153.xml"/><Relationship Id="rId8" Type="http://schemas.openxmlformats.org/officeDocument/2006/relationships/audio" Target="../media/snd_boing.wav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Relationship Id="rId3" Type="http://schemas.openxmlformats.org/officeDocument/2006/relationships/image" Target="../media/image20.png"/><Relationship Id="rId4" Type="http://schemas.openxmlformats.org/officeDocument/2006/relationships/image" Target="../media/image22.png"/><Relationship Id="rId5" Type="http://schemas.openxmlformats.org/officeDocument/2006/relationships/slide" Target="slide151.xml"/><Relationship Id="rId6" Type="http://schemas.openxmlformats.org/officeDocument/2006/relationships/slide" Target="slide148.xml"/><Relationship Id="rId7" Type="http://schemas.openxmlformats.org/officeDocument/2006/relationships/slide" Target="slide153.xml"/><Relationship Id="rId8" Type="http://schemas.openxmlformats.org/officeDocument/2006/relationships/audio" Target="../media/snd_boing.wav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Relationship Id="rId3" Type="http://schemas.openxmlformats.org/officeDocument/2006/relationships/image" Target="../media/image20.png"/><Relationship Id="rId4" Type="http://schemas.openxmlformats.org/officeDocument/2006/relationships/image" Target="../media/image22.png"/><Relationship Id="rId5" Type="http://schemas.openxmlformats.org/officeDocument/2006/relationships/slide" Target="slide153.xml"/><Relationship Id="rId6" Type="http://schemas.openxmlformats.org/officeDocument/2006/relationships/audio" Target="../media/snd_whistle.wav"/><Relationship Id="rId7" Type="http://schemas.openxmlformats.org/officeDocument/2006/relationships/image" Target="../media/image40.png"/><Relationship Id="rId8" Type="http://schemas.openxmlformats.org/officeDocument/2006/relationships/audio" Target="../media/snd_cheer.wav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image" Target="../media/image23.png"/><Relationship Id="rId4" Type="http://schemas.openxmlformats.org/officeDocument/2006/relationships/image" Target="../media/image13.png"/><Relationship Id="rId5" Type="http://schemas.openxmlformats.org/officeDocument/2006/relationships/image" Target="../media/image16.png"/><Relationship Id="rId6" Type="http://schemas.openxmlformats.org/officeDocument/2006/relationships/image" Target="../media/image15.png"/><Relationship Id="rId7" Type="http://schemas.openxmlformats.org/officeDocument/2006/relationships/slide" Target="slide154.xml"/><Relationship Id="rId8" Type="http://schemas.openxmlformats.org/officeDocument/2006/relationships/slide" Target="slide155.xml"/><Relationship Id="rId9" Type="http://schemas.openxmlformats.org/officeDocument/2006/relationships/slide" Target="slide157.xml"/><Relationship Id="rId10" Type="http://schemas.openxmlformats.org/officeDocument/2006/relationships/slide" Target="slide160.xml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image" Target="../media/image23.png"/><Relationship Id="rId4" Type="http://schemas.openxmlformats.org/officeDocument/2006/relationships/image" Target="../media/image13.png"/><Relationship Id="rId5" Type="http://schemas.openxmlformats.org/officeDocument/2006/relationships/image" Target="../media/image16.png"/><Relationship Id="rId6" Type="http://schemas.openxmlformats.org/officeDocument/2006/relationships/image" Target="../media/image15.png"/><Relationship Id="rId7" Type="http://schemas.openxmlformats.org/officeDocument/2006/relationships/slide" Target="slide154.xml"/><Relationship Id="rId8" Type="http://schemas.openxmlformats.org/officeDocument/2006/relationships/slide" Target="slide155.xml"/><Relationship Id="rId9" Type="http://schemas.openxmlformats.org/officeDocument/2006/relationships/slide" Target="slide157.xml"/><Relationship Id="rId10" Type="http://schemas.openxmlformats.org/officeDocument/2006/relationships/slide" Target="slide160.xml"/><Relationship Id="rId11" Type="http://schemas.openxmlformats.org/officeDocument/2006/relationships/audio" Target="../media/snd_boing.wav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image" Target="../media/image23.png"/><Relationship Id="rId4" Type="http://schemas.openxmlformats.org/officeDocument/2006/relationships/image" Target="../media/image13.png"/><Relationship Id="rId5" Type="http://schemas.openxmlformats.org/officeDocument/2006/relationships/image" Target="../media/image15.png"/><Relationship Id="rId6" Type="http://schemas.openxmlformats.org/officeDocument/2006/relationships/slide" Target="slide156.xml"/><Relationship Id="rId7" Type="http://schemas.openxmlformats.org/officeDocument/2006/relationships/slide" Target="slide159.xml"/><Relationship Id="rId8" Type="http://schemas.openxmlformats.org/officeDocument/2006/relationships/slide" Target="slide160.xml"/><Relationship Id="rId9" Type="http://schemas.openxmlformats.org/officeDocument/2006/relationships/audio" Target="../media/snd_splash.wav"/></Relationships>
</file>

<file path=ppt/slides/_rels/slide1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image" Target="../media/image23.png"/><Relationship Id="rId4" Type="http://schemas.openxmlformats.org/officeDocument/2006/relationships/image" Target="../media/image13.png"/><Relationship Id="rId5" Type="http://schemas.openxmlformats.org/officeDocument/2006/relationships/image" Target="../media/image15.png"/><Relationship Id="rId6" Type="http://schemas.openxmlformats.org/officeDocument/2006/relationships/slide" Target="slide156.xml"/><Relationship Id="rId7" Type="http://schemas.openxmlformats.org/officeDocument/2006/relationships/slide" Target="slide159.xml"/><Relationship Id="rId8" Type="http://schemas.openxmlformats.org/officeDocument/2006/relationships/slide" Target="slide160.xml"/><Relationship Id="rId9" Type="http://schemas.openxmlformats.org/officeDocument/2006/relationships/audio" Target="../media/snd_boing.wav"/></Relationships>
</file>

<file path=ppt/slides/_rels/slide1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image" Target="../media/image23.png"/><Relationship Id="rId4" Type="http://schemas.openxmlformats.org/officeDocument/2006/relationships/image" Target="../media/image13.png"/><Relationship Id="rId5" Type="http://schemas.openxmlformats.org/officeDocument/2006/relationships/image" Target="../media/image16.png"/><Relationship Id="rId6" Type="http://schemas.openxmlformats.org/officeDocument/2006/relationships/slide" Target="slide158.xml"/><Relationship Id="rId7" Type="http://schemas.openxmlformats.org/officeDocument/2006/relationships/slide" Target="slide159.xml"/><Relationship Id="rId8" Type="http://schemas.openxmlformats.org/officeDocument/2006/relationships/slide" Target="slide160.xml"/><Relationship Id="rId9" Type="http://schemas.openxmlformats.org/officeDocument/2006/relationships/audio" Target="../media/snd_splash.wav"/></Relationships>
</file>

<file path=ppt/slides/_rels/slide1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image" Target="../media/image23.png"/><Relationship Id="rId4" Type="http://schemas.openxmlformats.org/officeDocument/2006/relationships/image" Target="../media/image13.png"/><Relationship Id="rId5" Type="http://schemas.openxmlformats.org/officeDocument/2006/relationships/image" Target="../media/image16.png"/><Relationship Id="rId6" Type="http://schemas.openxmlformats.org/officeDocument/2006/relationships/slide" Target="slide158.xml"/><Relationship Id="rId7" Type="http://schemas.openxmlformats.org/officeDocument/2006/relationships/slide" Target="slide159.xml"/><Relationship Id="rId8" Type="http://schemas.openxmlformats.org/officeDocument/2006/relationships/slide" Target="slide160.xml"/><Relationship Id="rId9" Type="http://schemas.openxmlformats.org/officeDocument/2006/relationships/audio" Target="../media/snd_boing.wav"/></Relationships>
</file>

<file path=ppt/slides/_rels/slide1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image" Target="../media/image23.png"/><Relationship Id="rId4" Type="http://schemas.openxmlformats.org/officeDocument/2006/relationships/image" Target="../media/image13.png"/><Relationship Id="rId5" Type="http://schemas.openxmlformats.org/officeDocument/2006/relationships/slide" Target="slide160.xml"/><Relationship Id="rId6" Type="http://schemas.openxmlformats.org/officeDocument/2006/relationships/audio" Target="../media/snd_splash.wav"/><Relationship Id="rId7" Type="http://schemas.openxmlformats.org/officeDocument/2006/relationships/image" Target="../media/image40.png"/><Relationship Id="rId8" Type="http://schemas.openxmlformats.org/officeDocument/2006/relationships/audio" Target="../media/snd_cheer.wav"/></Relationships>
</file>

<file path=ppt/slides/_rels/slide1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slide" Target="slide162.xml"/><Relationship Id="rId4" Type="http://schemas.openxmlformats.org/officeDocument/2006/relationships/slide" Target="slide161.xml"/><Relationship Id="rId5" Type="http://schemas.openxmlformats.org/officeDocument/2006/relationships/slide" Target="slide164.xml"/><Relationship Id="rId6" Type="http://schemas.openxmlformats.org/officeDocument/2006/relationships/slide" Target="slide167.xml"/></Relationships>
</file>

<file path=ppt/slides/_rels/slide1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slide" Target="slide162.xml"/><Relationship Id="rId4" Type="http://schemas.openxmlformats.org/officeDocument/2006/relationships/slide" Target="slide161.xml"/><Relationship Id="rId5" Type="http://schemas.openxmlformats.org/officeDocument/2006/relationships/slide" Target="slide164.xml"/><Relationship Id="rId6" Type="http://schemas.openxmlformats.org/officeDocument/2006/relationships/slide" Target="slide167.xml"/><Relationship Id="rId7" Type="http://schemas.openxmlformats.org/officeDocument/2006/relationships/audio" Target="../media/snd_boing.wav"/></Relationships>
</file>

<file path=ppt/slides/_rels/slide1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slide" Target="slide163.xml"/><Relationship Id="rId4" Type="http://schemas.openxmlformats.org/officeDocument/2006/relationships/slide" Target="slide166.xml"/><Relationship Id="rId5" Type="http://schemas.openxmlformats.org/officeDocument/2006/relationships/slide" Target="slide167.xml"/><Relationship Id="rId6" Type="http://schemas.openxmlformats.org/officeDocument/2006/relationships/audio" Target="../media/snd_bonk.wav"/></Relationships>
</file>

<file path=ppt/slides/_rels/slide1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slide" Target="slide163.xml"/><Relationship Id="rId4" Type="http://schemas.openxmlformats.org/officeDocument/2006/relationships/slide" Target="slide166.xml"/><Relationship Id="rId5" Type="http://schemas.openxmlformats.org/officeDocument/2006/relationships/slide" Target="slide167.xml"/><Relationship Id="rId6" Type="http://schemas.openxmlformats.org/officeDocument/2006/relationships/audio" Target="../media/snd_boing.wav"/></Relationships>
</file>

<file path=ppt/slides/_rels/slide1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slide" Target="slide166.xml"/><Relationship Id="rId4" Type="http://schemas.openxmlformats.org/officeDocument/2006/relationships/slide" Target="slide165.xml"/><Relationship Id="rId5" Type="http://schemas.openxmlformats.org/officeDocument/2006/relationships/slide" Target="slide167.xml"/><Relationship Id="rId6" Type="http://schemas.openxmlformats.org/officeDocument/2006/relationships/audio" Target="../media/snd_bonk.wav"/></Relationships>
</file>

<file path=ppt/slides/_rels/slide1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slide" Target="slide166.xml"/><Relationship Id="rId4" Type="http://schemas.openxmlformats.org/officeDocument/2006/relationships/slide" Target="slide165.xml"/><Relationship Id="rId5" Type="http://schemas.openxmlformats.org/officeDocument/2006/relationships/slide" Target="slide167.xml"/><Relationship Id="rId6" Type="http://schemas.openxmlformats.org/officeDocument/2006/relationships/audio" Target="../media/snd_boing.wav"/></Relationships>
</file>

<file path=ppt/slides/_rels/slide1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slide" Target="slide167.xml"/><Relationship Id="rId4" Type="http://schemas.openxmlformats.org/officeDocument/2006/relationships/audio" Target="../media/snd_bonk.wav"/><Relationship Id="rId5" Type="http://schemas.openxmlformats.org/officeDocument/2006/relationships/image" Target="../media/image40.png"/><Relationship Id="rId6" Type="http://schemas.openxmlformats.org/officeDocument/2006/relationships/audio" Target="../media/snd_cheer.wav"/></Relationships>
</file>

<file path=ppt/slides/_rels/slide1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png"/><Relationship Id="rId4" Type="http://schemas.openxmlformats.org/officeDocument/2006/relationships/image" Target="../media/image33.png"/><Relationship Id="rId5" Type="http://schemas.openxmlformats.org/officeDocument/2006/relationships/image" Target="../media/image7.png"/><Relationship Id="rId6" Type="http://schemas.openxmlformats.org/officeDocument/2006/relationships/image" Target="../media/image6.png"/><Relationship Id="rId7" Type="http://schemas.openxmlformats.org/officeDocument/2006/relationships/slide" Target="slide169.xml"/><Relationship Id="rId8" Type="http://schemas.openxmlformats.org/officeDocument/2006/relationships/slide" Target="slide168.xml"/><Relationship Id="rId9" Type="http://schemas.openxmlformats.org/officeDocument/2006/relationships/slide" Target="slide171.xml"/><Relationship Id="rId10" Type="http://schemas.openxmlformats.org/officeDocument/2006/relationships/slide" Target="slide174.xml"/></Relationships>
</file>

<file path=ppt/slides/_rels/slide1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png"/><Relationship Id="rId4" Type="http://schemas.openxmlformats.org/officeDocument/2006/relationships/image" Target="../media/image33.png"/><Relationship Id="rId5" Type="http://schemas.openxmlformats.org/officeDocument/2006/relationships/image" Target="../media/image7.png"/><Relationship Id="rId6" Type="http://schemas.openxmlformats.org/officeDocument/2006/relationships/image" Target="../media/image6.png"/><Relationship Id="rId7" Type="http://schemas.openxmlformats.org/officeDocument/2006/relationships/slide" Target="slide169.xml"/><Relationship Id="rId8" Type="http://schemas.openxmlformats.org/officeDocument/2006/relationships/slide" Target="slide168.xml"/><Relationship Id="rId9" Type="http://schemas.openxmlformats.org/officeDocument/2006/relationships/slide" Target="slide171.xml"/><Relationship Id="rId10" Type="http://schemas.openxmlformats.org/officeDocument/2006/relationships/slide" Target="slide174.xml"/><Relationship Id="rId11" Type="http://schemas.openxmlformats.org/officeDocument/2006/relationships/audio" Target="../media/snd_boing.wav"/></Relationships>
</file>

<file path=ppt/slides/_rels/slide1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33.png"/><Relationship Id="rId4" Type="http://schemas.openxmlformats.org/officeDocument/2006/relationships/image" Target="../media/image7.png"/><Relationship Id="rId5" Type="http://schemas.openxmlformats.org/officeDocument/2006/relationships/image" Target="../media/image4.png"/><Relationship Id="rId6" Type="http://schemas.openxmlformats.org/officeDocument/2006/relationships/image" Target="../media/image6.png"/><Relationship Id="rId7" Type="http://schemas.openxmlformats.org/officeDocument/2006/relationships/slide" Target="slide170.xml"/><Relationship Id="rId8" Type="http://schemas.openxmlformats.org/officeDocument/2006/relationships/slide" Target="slide173.xml"/><Relationship Id="rId9" Type="http://schemas.openxmlformats.org/officeDocument/2006/relationships/slide" Target="slide174.xml"/><Relationship Id="rId10" Type="http://schemas.openxmlformats.org/officeDocument/2006/relationships/audio" Target="../media/snd_pop.wav"/></Relationships>
</file>

<file path=ppt/slides/_rels/slide1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33.png"/><Relationship Id="rId4" Type="http://schemas.openxmlformats.org/officeDocument/2006/relationships/image" Target="../media/image7.png"/><Relationship Id="rId5" Type="http://schemas.openxmlformats.org/officeDocument/2006/relationships/image" Target="../media/image4.png"/><Relationship Id="rId6" Type="http://schemas.openxmlformats.org/officeDocument/2006/relationships/image" Target="../media/image6.png"/><Relationship Id="rId7" Type="http://schemas.openxmlformats.org/officeDocument/2006/relationships/slide" Target="slide170.xml"/><Relationship Id="rId8" Type="http://schemas.openxmlformats.org/officeDocument/2006/relationships/slide" Target="slide173.xml"/><Relationship Id="rId9" Type="http://schemas.openxmlformats.org/officeDocument/2006/relationships/slide" Target="slide174.xml"/><Relationship Id="rId10" Type="http://schemas.openxmlformats.org/officeDocument/2006/relationships/audio" Target="../media/snd_boing.wav"/></Relationships>
</file>

<file path=ppt/slides/_rels/slide1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png"/><Relationship Id="rId4" Type="http://schemas.openxmlformats.org/officeDocument/2006/relationships/image" Target="../media/image33.png"/><Relationship Id="rId5" Type="http://schemas.openxmlformats.org/officeDocument/2006/relationships/image" Target="../media/image7.png"/><Relationship Id="rId6" Type="http://schemas.openxmlformats.org/officeDocument/2006/relationships/slide" Target="slide173.xml"/><Relationship Id="rId7" Type="http://schemas.openxmlformats.org/officeDocument/2006/relationships/slide" Target="slide172.xml"/><Relationship Id="rId8" Type="http://schemas.openxmlformats.org/officeDocument/2006/relationships/slide" Target="slide174.xml"/><Relationship Id="rId9" Type="http://schemas.openxmlformats.org/officeDocument/2006/relationships/audio" Target="../media/snd_pop.wav"/></Relationships>
</file>

<file path=ppt/slides/_rels/slide1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png"/><Relationship Id="rId4" Type="http://schemas.openxmlformats.org/officeDocument/2006/relationships/image" Target="../media/image33.png"/><Relationship Id="rId5" Type="http://schemas.openxmlformats.org/officeDocument/2006/relationships/image" Target="../media/image7.png"/><Relationship Id="rId6" Type="http://schemas.openxmlformats.org/officeDocument/2006/relationships/slide" Target="slide173.xml"/><Relationship Id="rId7" Type="http://schemas.openxmlformats.org/officeDocument/2006/relationships/slide" Target="slide172.xml"/><Relationship Id="rId8" Type="http://schemas.openxmlformats.org/officeDocument/2006/relationships/slide" Target="slide174.xml"/><Relationship Id="rId9" Type="http://schemas.openxmlformats.org/officeDocument/2006/relationships/audio" Target="../media/snd_boing.wav"/></Relationships>
</file>

<file path=ppt/slides/_rels/slide1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33.png"/><Relationship Id="rId4" Type="http://schemas.openxmlformats.org/officeDocument/2006/relationships/image" Target="../media/image7.png"/><Relationship Id="rId5" Type="http://schemas.openxmlformats.org/officeDocument/2006/relationships/image" Target="../media/image4.png"/><Relationship Id="rId6" Type="http://schemas.openxmlformats.org/officeDocument/2006/relationships/slide" Target="slide174.xml"/><Relationship Id="rId7" Type="http://schemas.openxmlformats.org/officeDocument/2006/relationships/audio" Target="../media/snd_pop.wav"/><Relationship Id="rId8" Type="http://schemas.openxmlformats.org/officeDocument/2006/relationships/image" Target="../media/image40.png"/><Relationship Id="rId9" Type="http://schemas.openxmlformats.org/officeDocument/2006/relationships/audio" Target="../media/snd_cheer.wav"/></Relationships>
</file>

<file path=ppt/slides/_rels/slide1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image" Target="../media/image8.png"/><Relationship Id="rId4" Type="http://schemas.openxmlformats.org/officeDocument/2006/relationships/image" Target="../media/image19.png"/><Relationship Id="rId5" Type="http://schemas.openxmlformats.org/officeDocument/2006/relationships/image" Target="../media/image18.png"/><Relationship Id="rId6" Type="http://schemas.openxmlformats.org/officeDocument/2006/relationships/image" Target="../media/image10.png"/><Relationship Id="rId7" Type="http://schemas.openxmlformats.org/officeDocument/2006/relationships/slide" Target="slide175.xml"/><Relationship Id="rId8" Type="http://schemas.openxmlformats.org/officeDocument/2006/relationships/slide" Target="slide176.xml"/><Relationship Id="rId9" Type="http://schemas.openxmlformats.org/officeDocument/2006/relationships/slide" Target="slide177.xml"/></Relationships>
</file>

<file path=ppt/slides/_rels/slide1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image" Target="../media/image11.png"/><Relationship Id="rId4" Type="http://schemas.openxmlformats.org/officeDocument/2006/relationships/image" Target="../media/image19.png"/><Relationship Id="rId5" Type="http://schemas.openxmlformats.org/officeDocument/2006/relationships/image" Target="../media/image18.png"/><Relationship Id="rId6" Type="http://schemas.openxmlformats.org/officeDocument/2006/relationships/image" Target="../media/image10.png"/><Relationship Id="rId7" Type="http://schemas.openxmlformats.org/officeDocument/2006/relationships/slide" Target="slide175.xml"/><Relationship Id="rId8" Type="http://schemas.openxmlformats.org/officeDocument/2006/relationships/slide" Target="slide176.xml"/><Relationship Id="rId9" Type="http://schemas.openxmlformats.org/officeDocument/2006/relationships/slide" Target="slide177.xml"/><Relationship Id="rId10" Type="http://schemas.openxmlformats.org/officeDocument/2006/relationships/audio" Target="../media/snd_boing.wav"/></Relationships>
</file>

<file path=ppt/slides/_rels/slide1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image" Target="../media/image12.png"/><Relationship Id="rId4" Type="http://schemas.openxmlformats.org/officeDocument/2006/relationships/image" Target="../media/image19.png"/><Relationship Id="rId5" Type="http://schemas.openxmlformats.org/officeDocument/2006/relationships/image" Target="../media/image18.png"/><Relationship Id="rId6" Type="http://schemas.openxmlformats.org/officeDocument/2006/relationships/slide" Target="slide177.xml"/><Relationship Id="rId7" Type="http://schemas.openxmlformats.org/officeDocument/2006/relationships/audio" Target="../media/snd_munch.wav"/><Relationship Id="rId8" Type="http://schemas.openxmlformats.org/officeDocument/2006/relationships/image" Target="../media/image40.png"/><Relationship Id="rId9" Type="http://schemas.openxmlformats.org/officeDocument/2006/relationships/audio" Target="../media/snd_cheer.wav"/></Relationships>
</file>

<file path=ppt/slides/_rels/slide1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image" Target="../media/image35.png"/><Relationship Id="rId4" Type="http://schemas.openxmlformats.org/officeDocument/2006/relationships/image" Target="../media/image16.png"/><Relationship Id="rId5" Type="http://schemas.openxmlformats.org/officeDocument/2006/relationships/image" Target="../media/image13.png"/><Relationship Id="rId6" Type="http://schemas.openxmlformats.org/officeDocument/2006/relationships/image" Target="../media/image23.png"/><Relationship Id="rId7" Type="http://schemas.openxmlformats.org/officeDocument/2006/relationships/slide" Target="slide178.xml"/><Relationship Id="rId8" Type="http://schemas.openxmlformats.org/officeDocument/2006/relationships/slide" Target="slide179.xml"/><Relationship Id="rId9" Type="http://schemas.openxmlformats.org/officeDocument/2006/relationships/slide" Target="slide181.xml"/><Relationship Id="rId10" Type="http://schemas.openxmlformats.org/officeDocument/2006/relationships/slide" Target="slide184.xml"/></Relationships>
</file>

<file path=ppt/slides/_rels/slide1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image" Target="../media/image35.png"/><Relationship Id="rId4" Type="http://schemas.openxmlformats.org/officeDocument/2006/relationships/image" Target="../media/image16.png"/><Relationship Id="rId5" Type="http://schemas.openxmlformats.org/officeDocument/2006/relationships/image" Target="../media/image13.png"/><Relationship Id="rId6" Type="http://schemas.openxmlformats.org/officeDocument/2006/relationships/image" Target="../media/image23.png"/><Relationship Id="rId7" Type="http://schemas.openxmlformats.org/officeDocument/2006/relationships/slide" Target="slide178.xml"/><Relationship Id="rId8" Type="http://schemas.openxmlformats.org/officeDocument/2006/relationships/slide" Target="slide179.xml"/><Relationship Id="rId9" Type="http://schemas.openxmlformats.org/officeDocument/2006/relationships/slide" Target="slide181.xml"/><Relationship Id="rId10" Type="http://schemas.openxmlformats.org/officeDocument/2006/relationships/slide" Target="slide184.xml"/><Relationship Id="rId11" Type="http://schemas.openxmlformats.org/officeDocument/2006/relationships/audio" Target="../media/snd_boing.wav"/></Relationships>
</file>

<file path=ppt/slides/_rels/slide1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image" Target="../media/image35.png"/><Relationship Id="rId4" Type="http://schemas.openxmlformats.org/officeDocument/2006/relationships/image" Target="../media/image13.png"/><Relationship Id="rId5" Type="http://schemas.openxmlformats.org/officeDocument/2006/relationships/image" Target="../media/image23.png"/><Relationship Id="rId6" Type="http://schemas.openxmlformats.org/officeDocument/2006/relationships/slide" Target="slide180.xml"/><Relationship Id="rId7" Type="http://schemas.openxmlformats.org/officeDocument/2006/relationships/slide" Target="slide183.xml"/><Relationship Id="rId8" Type="http://schemas.openxmlformats.org/officeDocument/2006/relationships/slide" Target="slide184.xml"/><Relationship Id="rId9" Type="http://schemas.openxmlformats.org/officeDocument/2006/relationships/audio" Target="../media/snd_splash.wav"/></Relationships>
</file>

<file path=ppt/slides/_rels/slide1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image" Target="../media/image35.png"/><Relationship Id="rId4" Type="http://schemas.openxmlformats.org/officeDocument/2006/relationships/image" Target="../media/image13.png"/><Relationship Id="rId5" Type="http://schemas.openxmlformats.org/officeDocument/2006/relationships/image" Target="../media/image23.png"/><Relationship Id="rId6" Type="http://schemas.openxmlformats.org/officeDocument/2006/relationships/slide" Target="slide180.xml"/><Relationship Id="rId7" Type="http://schemas.openxmlformats.org/officeDocument/2006/relationships/slide" Target="slide183.xml"/><Relationship Id="rId8" Type="http://schemas.openxmlformats.org/officeDocument/2006/relationships/slide" Target="slide184.xml"/><Relationship Id="rId9" Type="http://schemas.openxmlformats.org/officeDocument/2006/relationships/audio" Target="../media/snd_boing.wav"/></Relationships>
</file>

<file path=ppt/slides/_rels/slide1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image" Target="../media/image35.png"/><Relationship Id="rId4" Type="http://schemas.openxmlformats.org/officeDocument/2006/relationships/image" Target="../media/image16.png"/><Relationship Id="rId5" Type="http://schemas.openxmlformats.org/officeDocument/2006/relationships/image" Target="../media/image13.png"/><Relationship Id="rId6" Type="http://schemas.openxmlformats.org/officeDocument/2006/relationships/image" Target="../media/image23.png"/><Relationship Id="rId7" Type="http://schemas.openxmlformats.org/officeDocument/2006/relationships/slide" Target="slide182.xml"/><Relationship Id="rId8" Type="http://schemas.openxmlformats.org/officeDocument/2006/relationships/slide" Target="slide183.xml"/><Relationship Id="rId9" Type="http://schemas.openxmlformats.org/officeDocument/2006/relationships/slide" Target="slide184.xml"/><Relationship Id="rId10" Type="http://schemas.openxmlformats.org/officeDocument/2006/relationships/audio" Target="../media/snd_splash.wav"/></Relationships>
</file>

<file path=ppt/slides/_rels/slide1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image" Target="../media/image35.png"/><Relationship Id="rId4" Type="http://schemas.openxmlformats.org/officeDocument/2006/relationships/image" Target="../media/image16.png"/><Relationship Id="rId5" Type="http://schemas.openxmlformats.org/officeDocument/2006/relationships/image" Target="../media/image13.png"/><Relationship Id="rId6" Type="http://schemas.openxmlformats.org/officeDocument/2006/relationships/image" Target="../media/image23.png"/><Relationship Id="rId7" Type="http://schemas.openxmlformats.org/officeDocument/2006/relationships/slide" Target="slide182.xml"/><Relationship Id="rId8" Type="http://schemas.openxmlformats.org/officeDocument/2006/relationships/slide" Target="slide183.xml"/><Relationship Id="rId9" Type="http://schemas.openxmlformats.org/officeDocument/2006/relationships/slide" Target="slide184.xml"/><Relationship Id="rId10" Type="http://schemas.openxmlformats.org/officeDocument/2006/relationships/audio" Target="../media/snd_boing.wav"/></Relationships>
</file>

<file path=ppt/slides/_rels/slide1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image" Target="../media/image35.png"/><Relationship Id="rId4" Type="http://schemas.openxmlformats.org/officeDocument/2006/relationships/image" Target="../media/image13.png"/><Relationship Id="rId5" Type="http://schemas.openxmlformats.org/officeDocument/2006/relationships/image" Target="../media/image23.png"/><Relationship Id="rId6" Type="http://schemas.openxmlformats.org/officeDocument/2006/relationships/slide" Target="slide184.xml"/><Relationship Id="rId7" Type="http://schemas.openxmlformats.org/officeDocument/2006/relationships/audio" Target="../media/snd_splash.wav"/><Relationship Id="rId8" Type="http://schemas.openxmlformats.org/officeDocument/2006/relationships/image" Target="../media/image40.png"/><Relationship Id="rId9" Type="http://schemas.openxmlformats.org/officeDocument/2006/relationships/audio" Target="../media/snd_cheer.wav"/></Relationships>
</file>

<file path=ppt/slides/_rels/slide1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slide" Target="slide186.xml"/><Relationship Id="rId4" Type="http://schemas.openxmlformats.org/officeDocument/2006/relationships/slide" Target="slide185.xml"/><Relationship Id="rId5" Type="http://schemas.openxmlformats.org/officeDocument/2006/relationships/slide" Target="slide188.xml"/><Relationship Id="rId6" Type="http://schemas.openxmlformats.org/officeDocument/2006/relationships/slide" Target="slide191.xml"/></Relationships>
</file>

<file path=ppt/slides/_rels/slide1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slide" Target="slide186.xml"/><Relationship Id="rId4" Type="http://schemas.openxmlformats.org/officeDocument/2006/relationships/slide" Target="slide185.xml"/><Relationship Id="rId5" Type="http://schemas.openxmlformats.org/officeDocument/2006/relationships/slide" Target="slide188.xml"/><Relationship Id="rId6" Type="http://schemas.openxmlformats.org/officeDocument/2006/relationships/slide" Target="slide191.xml"/><Relationship Id="rId7" Type="http://schemas.openxmlformats.org/officeDocument/2006/relationships/audio" Target="../media/snd_boing.wav"/></Relationships>
</file>

<file path=ppt/slides/_rels/slide1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slide" Target="slide187.xml"/><Relationship Id="rId4" Type="http://schemas.openxmlformats.org/officeDocument/2006/relationships/slide" Target="slide190.xml"/><Relationship Id="rId5" Type="http://schemas.openxmlformats.org/officeDocument/2006/relationships/slide" Target="slide191.xml"/><Relationship Id="rId6" Type="http://schemas.openxmlformats.org/officeDocument/2006/relationships/audio" Target="../media/snd_bonk.wav"/></Relationships>
</file>

<file path=ppt/slides/_rels/slide1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slide" Target="slide187.xml"/><Relationship Id="rId4" Type="http://schemas.openxmlformats.org/officeDocument/2006/relationships/slide" Target="slide190.xml"/><Relationship Id="rId5" Type="http://schemas.openxmlformats.org/officeDocument/2006/relationships/slide" Target="slide191.xml"/><Relationship Id="rId6" Type="http://schemas.openxmlformats.org/officeDocument/2006/relationships/audio" Target="../media/snd_boing.wav"/></Relationships>
</file>

<file path=ppt/slides/_rels/slide1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slide" Target="slide190.xml"/><Relationship Id="rId4" Type="http://schemas.openxmlformats.org/officeDocument/2006/relationships/slide" Target="slide189.xml"/><Relationship Id="rId5" Type="http://schemas.openxmlformats.org/officeDocument/2006/relationships/slide" Target="slide191.xml"/><Relationship Id="rId6" Type="http://schemas.openxmlformats.org/officeDocument/2006/relationships/audio" Target="../media/snd_bonk.wav"/></Relationships>
</file>

<file path=ppt/slides/_rels/slide1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slide" Target="slide190.xml"/><Relationship Id="rId4" Type="http://schemas.openxmlformats.org/officeDocument/2006/relationships/slide" Target="slide189.xml"/><Relationship Id="rId5" Type="http://schemas.openxmlformats.org/officeDocument/2006/relationships/slide" Target="slide191.xml"/><Relationship Id="rId6" Type="http://schemas.openxmlformats.org/officeDocument/2006/relationships/audio" Target="../media/snd_boing.wav"/></Relationships>
</file>

<file path=ppt/slides/_rels/slide1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slide" Target="slide191.xml"/><Relationship Id="rId4" Type="http://schemas.openxmlformats.org/officeDocument/2006/relationships/audio" Target="../media/snd_bonk.wav"/><Relationship Id="rId5" Type="http://schemas.openxmlformats.org/officeDocument/2006/relationships/image" Target="../media/image40.png"/><Relationship Id="rId6" Type="http://schemas.openxmlformats.org/officeDocument/2006/relationships/audio" Target="../media/snd_cheer.wav"/></Relationships>
</file>

<file path=ppt/slides/_rels/slide1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Relationship Id="rId3" Type="http://schemas.openxmlformats.org/officeDocument/2006/relationships/image" Target="../media/image26.png"/><Relationship Id="rId4" Type="http://schemas.openxmlformats.org/officeDocument/2006/relationships/image" Target="../media/image24.png"/><Relationship Id="rId5" Type="http://schemas.openxmlformats.org/officeDocument/2006/relationships/image" Target="../media/image27.png"/><Relationship Id="rId6" Type="http://schemas.openxmlformats.org/officeDocument/2006/relationships/image" Target="../media/image28.png"/><Relationship Id="rId7" Type="http://schemas.openxmlformats.org/officeDocument/2006/relationships/image" Target="../media/image29.png"/><Relationship Id="rId8" Type="http://schemas.openxmlformats.org/officeDocument/2006/relationships/image" Target="../media/image30.png"/><Relationship Id="rId9" Type="http://schemas.openxmlformats.org/officeDocument/2006/relationships/image" Target="../media/image31.png"/><Relationship Id="rId10" Type="http://schemas.openxmlformats.org/officeDocument/2006/relationships/image" Target="../media/image32.png"/><Relationship Id="rId11" Type="http://schemas.openxmlformats.org/officeDocument/2006/relationships/slide" Target="slide192.xml"/><Relationship Id="rId12" Type="http://schemas.openxmlformats.org/officeDocument/2006/relationships/slide" Target="slide193.xml"/><Relationship Id="rId13" Type="http://schemas.openxmlformats.org/officeDocument/2006/relationships/slide" Target="slide194.xml"/><Relationship Id="rId14" Type="http://schemas.openxmlformats.org/officeDocument/2006/relationships/slide" Target="slide195.xml"/><Relationship Id="rId15" Type="http://schemas.openxmlformats.org/officeDocument/2006/relationships/slide" Target="slide196.xml"/><Relationship Id="rId16" Type="http://schemas.openxmlformats.org/officeDocument/2006/relationships/slide" Target="slide197.xml"/><Relationship Id="rId17" Type="http://schemas.openxmlformats.org/officeDocument/2006/relationships/slide" Target="slide198.xml"/><Relationship Id="rId18" Type="http://schemas.openxmlformats.org/officeDocument/2006/relationships/slide" Target="slide199.xml"/><Relationship Id="rId19" Type="http://schemas.openxmlformats.org/officeDocument/2006/relationships/slide" Target="slide200.xml"/></Relationships>
</file>

<file path=ppt/slides/_rels/slide1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Relationship Id="rId3" Type="http://schemas.openxmlformats.org/officeDocument/2006/relationships/image" Target="../media/image26.png"/><Relationship Id="rId4" Type="http://schemas.openxmlformats.org/officeDocument/2006/relationships/image" Target="../media/image24.png"/><Relationship Id="rId5" Type="http://schemas.openxmlformats.org/officeDocument/2006/relationships/slide" Target="slide191.xml"/><Relationship Id="rId6" Type="http://schemas.openxmlformats.org/officeDocument/2006/relationships/slide" Target="slide200.xml"/><Relationship Id="rId7" Type="http://schemas.openxmlformats.org/officeDocument/2006/relationships/audio" Target="../media/snd_tada.wav"/></Relationships>
</file>

<file path=ppt/slides/_rels/slide1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Relationship Id="rId3" Type="http://schemas.openxmlformats.org/officeDocument/2006/relationships/image" Target="../media/image27.png"/><Relationship Id="rId4" Type="http://schemas.openxmlformats.org/officeDocument/2006/relationships/image" Target="../media/image28.png"/><Relationship Id="rId5" Type="http://schemas.openxmlformats.org/officeDocument/2006/relationships/slide" Target="slide191.xml"/><Relationship Id="rId6" Type="http://schemas.openxmlformats.org/officeDocument/2006/relationships/slide" Target="slide200.xml"/><Relationship Id="rId7" Type="http://schemas.openxmlformats.org/officeDocument/2006/relationships/audio" Target="../media/snd_tada.wav"/></Relationships>
</file>

<file path=ppt/slides/_rels/slide1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Relationship Id="rId3" Type="http://schemas.openxmlformats.org/officeDocument/2006/relationships/image" Target="../media/image29.png"/><Relationship Id="rId4" Type="http://schemas.openxmlformats.org/officeDocument/2006/relationships/image" Target="../media/image30.png"/><Relationship Id="rId5" Type="http://schemas.openxmlformats.org/officeDocument/2006/relationships/slide" Target="slide191.xml"/><Relationship Id="rId6" Type="http://schemas.openxmlformats.org/officeDocument/2006/relationships/slide" Target="slide200.xml"/><Relationship Id="rId7" Type="http://schemas.openxmlformats.org/officeDocument/2006/relationships/audio" Target="../media/snd_tada.wav"/></Relationships>
</file>

<file path=ppt/slides/_rels/slide1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Relationship Id="rId3" Type="http://schemas.openxmlformats.org/officeDocument/2006/relationships/image" Target="../media/image31.png"/><Relationship Id="rId4" Type="http://schemas.openxmlformats.org/officeDocument/2006/relationships/image" Target="../media/image32.png"/><Relationship Id="rId5" Type="http://schemas.openxmlformats.org/officeDocument/2006/relationships/slide" Target="slide191.xml"/><Relationship Id="rId6" Type="http://schemas.openxmlformats.org/officeDocument/2006/relationships/slide" Target="slide200.xml"/><Relationship Id="rId7" Type="http://schemas.openxmlformats.org/officeDocument/2006/relationships/audio" Target="../media/snd_tada.wav"/></Relationships>
</file>

<file path=ppt/slides/_rels/slide1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Relationship Id="rId3" Type="http://schemas.openxmlformats.org/officeDocument/2006/relationships/image" Target="../media/image26.png"/><Relationship Id="rId4" Type="http://schemas.openxmlformats.org/officeDocument/2006/relationships/image" Target="../media/image24.png"/><Relationship Id="rId5" Type="http://schemas.openxmlformats.org/officeDocument/2006/relationships/slide" Target="slide191.xml"/><Relationship Id="rId6" Type="http://schemas.openxmlformats.org/officeDocument/2006/relationships/slide" Target="slide200.xml"/><Relationship Id="rId7" Type="http://schemas.openxmlformats.org/officeDocument/2006/relationships/audio" Target="../media/snd_tada.wav"/></Relationships>
</file>

<file path=ppt/slides/_rels/slide1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Relationship Id="rId3" Type="http://schemas.openxmlformats.org/officeDocument/2006/relationships/image" Target="../media/image27.png"/><Relationship Id="rId4" Type="http://schemas.openxmlformats.org/officeDocument/2006/relationships/image" Target="../media/image28.png"/><Relationship Id="rId5" Type="http://schemas.openxmlformats.org/officeDocument/2006/relationships/slide" Target="slide191.xml"/><Relationship Id="rId6" Type="http://schemas.openxmlformats.org/officeDocument/2006/relationships/slide" Target="slide200.xml"/><Relationship Id="rId7" Type="http://schemas.openxmlformats.org/officeDocument/2006/relationships/audio" Target="../media/snd_tada.wav"/></Relationships>
</file>

<file path=ppt/slides/_rels/slide1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Relationship Id="rId3" Type="http://schemas.openxmlformats.org/officeDocument/2006/relationships/image" Target="../media/image29.png"/><Relationship Id="rId4" Type="http://schemas.openxmlformats.org/officeDocument/2006/relationships/image" Target="../media/image30.png"/><Relationship Id="rId5" Type="http://schemas.openxmlformats.org/officeDocument/2006/relationships/slide" Target="slide191.xml"/><Relationship Id="rId6" Type="http://schemas.openxmlformats.org/officeDocument/2006/relationships/slide" Target="slide200.xml"/><Relationship Id="rId7" Type="http://schemas.openxmlformats.org/officeDocument/2006/relationships/audio" Target="../media/snd_tada.wav"/></Relationships>
</file>

<file path=ppt/slides/_rels/slide1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Relationship Id="rId3" Type="http://schemas.openxmlformats.org/officeDocument/2006/relationships/image" Target="../media/image31.png"/><Relationship Id="rId4" Type="http://schemas.openxmlformats.org/officeDocument/2006/relationships/image" Target="../media/image32.png"/><Relationship Id="rId5" Type="http://schemas.openxmlformats.org/officeDocument/2006/relationships/slide" Target="slide191.xml"/><Relationship Id="rId6" Type="http://schemas.openxmlformats.org/officeDocument/2006/relationships/slide" Target="slide200.xml"/><Relationship Id="rId7" Type="http://schemas.openxmlformats.org/officeDocument/2006/relationships/audio" Target="../media/snd_tada.wav"/></Relationships>
</file>

<file path=ppt/slides/_rels/slide2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Relationship Id="rId3" Type="http://schemas.openxmlformats.org/officeDocument/2006/relationships/image" Target="../media/image20.png"/><Relationship Id="rId4" Type="http://schemas.openxmlformats.org/officeDocument/2006/relationships/image" Target="../media/image22.png"/><Relationship Id="rId5" Type="http://schemas.openxmlformats.org/officeDocument/2006/relationships/slide" Target="slide204.xml"/><Relationship Id="rId6" Type="http://schemas.openxmlformats.org/officeDocument/2006/relationships/slide" Target="slide201.xml"/><Relationship Id="rId7" Type="http://schemas.openxmlformats.org/officeDocument/2006/relationships/slide" Target="slide207.xml"/></Relationships>
</file>

<file path=ppt/slides/_rels/slide2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Relationship Id="rId3" Type="http://schemas.openxmlformats.org/officeDocument/2006/relationships/image" Target="../media/image20.png"/><Relationship Id="rId4" Type="http://schemas.openxmlformats.org/officeDocument/2006/relationships/image" Target="../media/image22.png"/><Relationship Id="rId5" Type="http://schemas.openxmlformats.org/officeDocument/2006/relationships/slide" Target="slide205.xml"/><Relationship Id="rId6" Type="http://schemas.openxmlformats.org/officeDocument/2006/relationships/slide" Target="slide202.xml"/><Relationship Id="rId7" Type="http://schemas.openxmlformats.org/officeDocument/2006/relationships/slide" Target="slide207.xml"/><Relationship Id="rId8" Type="http://schemas.openxmlformats.org/officeDocument/2006/relationships/audio" Target="../media/snd_ding.wav"/></Relationships>
</file>

<file path=ppt/slides/_rels/slide2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Relationship Id="rId3" Type="http://schemas.openxmlformats.org/officeDocument/2006/relationships/image" Target="../media/image20.png"/><Relationship Id="rId4" Type="http://schemas.openxmlformats.org/officeDocument/2006/relationships/image" Target="../media/image22.png"/><Relationship Id="rId5" Type="http://schemas.openxmlformats.org/officeDocument/2006/relationships/slide" Target="slide203.xml"/><Relationship Id="rId6" Type="http://schemas.openxmlformats.org/officeDocument/2006/relationships/slide" Target="slide207.xml"/><Relationship Id="rId7" Type="http://schemas.openxmlformats.org/officeDocument/2006/relationships/audio" Target="../media/snd_ding.wav"/></Relationships>
</file>

<file path=ppt/slides/_rels/slide2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Relationship Id="rId3" Type="http://schemas.openxmlformats.org/officeDocument/2006/relationships/image" Target="../media/image20.png"/><Relationship Id="rId4" Type="http://schemas.openxmlformats.org/officeDocument/2006/relationships/image" Target="../media/image22.png"/><Relationship Id="rId5" Type="http://schemas.openxmlformats.org/officeDocument/2006/relationships/slide" Target="slide206.xml"/><Relationship Id="rId6" Type="http://schemas.openxmlformats.org/officeDocument/2006/relationships/slide" Target="slide207.xml"/><Relationship Id="rId7" Type="http://schemas.openxmlformats.org/officeDocument/2006/relationships/audio" Target="../media/snd_ding.wav"/></Relationships>
</file>

<file path=ppt/slides/_rels/slide2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Relationship Id="rId3" Type="http://schemas.openxmlformats.org/officeDocument/2006/relationships/image" Target="../media/image20.png"/><Relationship Id="rId4" Type="http://schemas.openxmlformats.org/officeDocument/2006/relationships/image" Target="../media/image22.png"/><Relationship Id="rId5" Type="http://schemas.openxmlformats.org/officeDocument/2006/relationships/slide" Target="slide204.xml"/><Relationship Id="rId6" Type="http://schemas.openxmlformats.org/officeDocument/2006/relationships/slide" Target="slide201.xml"/><Relationship Id="rId7" Type="http://schemas.openxmlformats.org/officeDocument/2006/relationships/slide" Target="slide207.xml"/><Relationship Id="rId8" Type="http://schemas.openxmlformats.org/officeDocument/2006/relationships/audio" Target="../media/snd_boing.wav"/></Relationships>
</file>

<file path=ppt/slides/_rels/slide2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Relationship Id="rId3" Type="http://schemas.openxmlformats.org/officeDocument/2006/relationships/image" Target="../media/image20.png"/><Relationship Id="rId4" Type="http://schemas.openxmlformats.org/officeDocument/2006/relationships/image" Target="../media/image22.png"/><Relationship Id="rId5" Type="http://schemas.openxmlformats.org/officeDocument/2006/relationships/slide" Target="slide205.xml"/><Relationship Id="rId6" Type="http://schemas.openxmlformats.org/officeDocument/2006/relationships/slide" Target="slide202.xml"/><Relationship Id="rId7" Type="http://schemas.openxmlformats.org/officeDocument/2006/relationships/slide" Target="slide207.xml"/><Relationship Id="rId8" Type="http://schemas.openxmlformats.org/officeDocument/2006/relationships/audio" Target="../media/snd_boing.wav"/></Relationships>
</file>

<file path=ppt/slides/_rels/slide2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Relationship Id="rId3" Type="http://schemas.openxmlformats.org/officeDocument/2006/relationships/image" Target="../media/image20.png"/><Relationship Id="rId4" Type="http://schemas.openxmlformats.org/officeDocument/2006/relationships/image" Target="../media/image22.png"/><Relationship Id="rId5" Type="http://schemas.openxmlformats.org/officeDocument/2006/relationships/slide" Target="slide207.xml"/><Relationship Id="rId6" Type="http://schemas.openxmlformats.org/officeDocument/2006/relationships/audio" Target="../media/snd_whistle.wav"/><Relationship Id="rId7" Type="http://schemas.openxmlformats.org/officeDocument/2006/relationships/image" Target="../media/image40.png"/><Relationship Id="rId8" Type="http://schemas.openxmlformats.org/officeDocument/2006/relationships/audio" Target="../media/snd_cheer.wav"/></Relationships>
</file>

<file path=ppt/slides/_rels/slide2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6.png"/><Relationship Id="rId4" Type="http://schemas.openxmlformats.org/officeDocument/2006/relationships/image" Target="../media/image4.png"/><Relationship Id="rId5" Type="http://schemas.openxmlformats.org/officeDocument/2006/relationships/slide" Target="slide209.xml"/><Relationship Id="rId6" Type="http://schemas.openxmlformats.org/officeDocument/2006/relationships/slide" Target="slide208.xml"/><Relationship Id="rId7" Type="http://schemas.openxmlformats.org/officeDocument/2006/relationships/slide" Target="slide211.xml"/><Relationship Id="rId8" Type="http://schemas.openxmlformats.org/officeDocument/2006/relationships/slide" Target="slide214.xml"/></Relationships>
</file>

<file path=ppt/slides/_rels/slide2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6.png"/><Relationship Id="rId4" Type="http://schemas.openxmlformats.org/officeDocument/2006/relationships/image" Target="../media/image4.png"/><Relationship Id="rId5" Type="http://schemas.openxmlformats.org/officeDocument/2006/relationships/slide" Target="slide209.xml"/><Relationship Id="rId6" Type="http://schemas.openxmlformats.org/officeDocument/2006/relationships/slide" Target="slide208.xml"/><Relationship Id="rId7" Type="http://schemas.openxmlformats.org/officeDocument/2006/relationships/slide" Target="slide211.xml"/><Relationship Id="rId8" Type="http://schemas.openxmlformats.org/officeDocument/2006/relationships/slide" Target="slide214.xml"/><Relationship Id="rId9" Type="http://schemas.openxmlformats.org/officeDocument/2006/relationships/audio" Target="../media/snd_boing.wav"/></Relationships>
</file>

<file path=ppt/slides/_rels/slide2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slide" Target="slide210.xml"/><Relationship Id="rId6" Type="http://schemas.openxmlformats.org/officeDocument/2006/relationships/slide" Target="slide213.xml"/><Relationship Id="rId7" Type="http://schemas.openxmlformats.org/officeDocument/2006/relationships/slide" Target="slide214.xml"/><Relationship Id="rId8" Type="http://schemas.openxmlformats.org/officeDocument/2006/relationships/audio" Target="../media/snd_pop.wav"/></Relationships>
</file>

<file path=ppt/slides/_rels/slide2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slide" Target="slide210.xml"/><Relationship Id="rId6" Type="http://schemas.openxmlformats.org/officeDocument/2006/relationships/slide" Target="slide213.xml"/><Relationship Id="rId7" Type="http://schemas.openxmlformats.org/officeDocument/2006/relationships/slide" Target="slide214.xml"/><Relationship Id="rId8" Type="http://schemas.openxmlformats.org/officeDocument/2006/relationships/audio" Target="../media/snd_boing.wav"/></Relationships>
</file>

<file path=ppt/slides/_rels/slide2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6.png"/><Relationship Id="rId4" Type="http://schemas.openxmlformats.org/officeDocument/2006/relationships/image" Target="../media/image4.png"/><Relationship Id="rId5" Type="http://schemas.openxmlformats.org/officeDocument/2006/relationships/slide" Target="slide213.xml"/><Relationship Id="rId6" Type="http://schemas.openxmlformats.org/officeDocument/2006/relationships/slide" Target="slide212.xml"/><Relationship Id="rId7" Type="http://schemas.openxmlformats.org/officeDocument/2006/relationships/slide" Target="slide214.xml"/><Relationship Id="rId8" Type="http://schemas.openxmlformats.org/officeDocument/2006/relationships/audio" Target="../media/snd_pop.wav"/></Relationships>
</file>

<file path=ppt/slides/_rels/slide2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6.png"/><Relationship Id="rId4" Type="http://schemas.openxmlformats.org/officeDocument/2006/relationships/image" Target="../media/image4.png"/><Relationship Id="rId5" Type="http://schemas.openxmlformats.org/officeDocument/2006/relationships/slide" Target="slide213.xml"/><Relationship Id="rId6" Type="http://schemas.openxmlformats.org/officeDocument/2006/relationships/slide" Target="slide212.xml"/><Relationship Id="rId7" Type="http://schemas.openxmlformats.org/officeDocument/2006/relationships/slide" Target="slide214.xml"/><Relationship Id="rId8" Type="http://schemas.openxmlformats.org/officeDocument/2006/relationships/audio" Target="../media/snd_boing.wav"/></Relationships>
</file>

<file path=ppt/slides/_rels/slide2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slide" Target="slide214.xml"/><Relationship Id="rId6" Type="http://schemas.openxmlformats.org/officeDocument/2006/relationships/audio" Target="../media/snd_pop.wav"/><Relationship Id="rId7" Type="http://schemas.openxmlformats.org/officeDocument/2006/relationships/image" Target="../media/image40.png"/><Relationship Id="rId8" Type="http://schemas.openxmlformats.org/officeDocument/2006/relationships/audio" Target="../media/snd_cheer.wav"/></Relationships>
</file>

<file path=ppt/slides/_rels/slide2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image" Target="../media/image8.png"/><Relationship Id="rId4" Type="http://schemas.openxmlformats.org/officeDocument/2006/relationships/image" Target="../media/image18.png"/><Relationship Id="rId5" Type="http://schemas.openxmlformats.org/officeDocument/2006/relationships/image" Target="../media/image19.png"/><Relationship Id="rId6" Type="http://schemas.openxmlformats.org/officeDocument/2006/relationships/slide" Target="slide215.xml"/><Relationship Id="rId7" Type="http://schemas.openxmlformats.org/officeDocument/2006/relationships/slide" Target="slide216.xml"/><Relationship Id="rId8" Type="http://schemas.openxmlformats.org/officeDocument/2006/relationships/slide" Target="slide217.xml"/></Relationships>
</file>

<file path=ppt/slides/_rels/slide2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image" Target="../media/image11.png"/><Relationship Id="rId4" Type="http://schemas.openxmlformats.org/officeDocument/2006/relationships/image" Target="../media/image18.png"/><Relationship Id="rId5" Type="http://schemas.openxmlformats.org/officeDocument/2006/relationships/image" Target="../media/image19.png"/><Relationship Id="rId6" Type="http://schemas.openxmlformats.org/officeDocument/2006/relationships/slide" Target="slide215.xml"/><Relationship Id="rId7" Type="http://schemas.openxmlformats.org/officeDocument/2006/relationships/slide" Target="slide216.xml"/><Relationship Id="rId8" Type="http://schemas.openxmlformats.org/officeDocument/2006/relationships/slide" Target="slide217.xml"/><Relationship Id="rId9" Type="http://schemas.openxmlformats.org/officeDocument/2006/relationships/audio" Target="../media/snd_boing.wav"/></Relationships>
</file>

<file path=ppt/slides/_rels/slide2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image" Target="../media/image12.png"/><Relationship Id="rId4" Type="http://schemas.openxmlformats.org/officeDocument/2006/relationships/image" Target="../media/image18.png"/><Relationship Id="rId5" Type="http://schemas.openxmlformats.org/officeDocument/2006/relationships/image" Target="../media/image19.png"/><Relationship Id="rId6" Type="http://schemas.openxmlformats.org/officeDocument/2006/relationships/slide" Target="slide217.xml"/><Relationship Id="rId7" Type="http://schemas.openxmlformats.org/officeDocument/2006/relationships/audio" Target="../media/snd_munch.wav"/><Relationship Id="rId8" Type="http://schemas.openxmlformats.org/officeDocument/2006/relationships/image" Target="../media/image40.png"/><Relationship Id="rId9" Type="http://schemas.openxmlformats.org/officeDocument/2006/relationships/audio" Target="../media/snd_cheer.wav"/></Relationships>
</file>

<file path=ppt/slides/_rels/slide2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image" Target="../media/image16.png"/><Relationship Id="rId4" Type="http://schemas.openxmlformats.org/officeDocument/2006/relationships/image" Target="../media/image23.png"/><Relationship Id="rId5" Type="http://schemas.openxmlformats.org/officeDocument/2006/relationships/image" Target="../media/image15.png"/><Relationship Id="rId6" Type="http://schemas.openxmlformats.org/officeDocument/2006/relationships/image" Target="../media/image35.png"/><Relationship Id="rId7" Type="http://schemas.openxmlformats.org/officeDocument/2006/relationships/slide" Target="slide218.xml"/><Relationship Id="rId8" Type="http://schemas.openxmlformats.org/officeDocument/2006/relationships/slide" Target="slide219.xml"/><Relationship Id="rId9" Type="http://schemas.openxmlformats.org/officeDocument/2006/relationships/slide" Target="slide221.xml"/><Relationship Id="rId10" Type="http://schemas.openxmlformats.org/officeDocument/2006/relationships/slide" Target="slide224.xml"/></Relationships>
</file>

<file path=ppt/slides/_rels/slide2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image" Target="../media/image16.png"/><Relationship Id="rId4" Type="http://schemas.openxmlformats.org/officeDocument/2006/relationships/image" Target="../media/image23.png"/><Relationship Id="rId5" Type="http://schemas.openxmlformats.org/officeDocument/2006/relationships/image" Target="../media/image15.png"/><Relationship Id="rId6" Type="http://schemas.openxmlformats.org/officeDocument/2006/relationships/image" Target="../media/image35.png"/><Relationship Id="rId7" Type="http://schemas.openxmlformats.org/officeDocument/2006/relationships/slide" Target="slide218.xml"/><Relationship Id="rId8" Type="http://schemas.openxmlformats.org/officeDocument/2006/relationships/slide" Target="slide219.xml"/><Relationship Id="rId9" Type="http://schemas.openxmlformats.org/officeDocument/2006/relationships/slide" Target="slide221.xml"/><Relationship Id="rId10" Type="http://schemas.openxmlformats.org/officeDocument/2006/relationships/slide" Target="slide224.xml"/><Relationship Id="rId11" Type="http://schemas.openxmlformats.org/officeDocument/2006/relationships/audio" Target="../media/snd_boing.wav"/></Relationships>
</file>

<file path=ppt/slides/_rels/slide2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image" Target="../media/image16.png"/><Relationship Id="rId4" Type="http://schemas.openxmlformats.org/officeDocument/2006/relationships/image" Target="../media/image15.png"/><Relationship Id="rId5" Type="http://schemas.openxmlformats.org/officeDocument/2006/relationships/image" Target="../media/image35.png"/><Relationship Id="rId6" Type="http://schemas.openxmlformats.org/officeDocument/2006/relationships/slide" Target="slide220.xml"/><Relationship Id="rId7" Type="http://schemas.openxmlformats.org/officeDocument/2006/relationships/slide" Target="slide223.xml"/><Relationship Id="rId8" Type="http://schemas.openxmlformats.org/officeDocument/2006/relationships/slide" Target="slide224.xml"/><Relationship Id="rId9" Type="http://schemas.openxmlformats.org/officeDocument/2006/relationships/audio" Target="../media/snd_splash.wav"/></Relationships>
</file>

<file path=ppt/slides/_rels/slide2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image" Target="../media/image16.png"/><Relationship Id="rId4" Type="http://schemas.openxmlformats.org/officeDocument/2006/relationships/image" Target="../media/image15.png"/><Relationship Id="rId5" Type="http://schemas.openxmlformats.org/officeDocument/2006/relationships/image" Target="../media/image35.png"/><Relationship Id="rId6" Type="http://schemas.openxmlformats.org/officeDocument/2006/relationships/slide" Target="slide220.xml"/><Relationship Id="rId7" Type="http://schemas.openxmlformats.org/officeDocument/2006/relationships/slide" Target="slide223.xml"/><Relationship Id="rId8" Type="http://schemas.openxmlformats.org/officeDocument/2006/relationships/slide" Target="slide224.xml"/><Relationship Id="rId9" Type="http://schemas.openxmlformats.org/officeDocument/2006/relationships/audio" Target="../media/snd_boing.wav"/></Relationships>
</file>

<file path=ppt/slides/_rels/slide2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image" Target="../media/image16.png"/><Relationship Id="rId4" Type="http://schemas.openxmlformats.org/officeDocument/2006/relationships/image" Target="../media/image23.png"/><Relationship Id="rId5" Type="http://schemas.openxmlformats.org/officeDocument/2006/relationships/image" Target="../media/image35.png"/><Relationship Id="rId6" Type="http://schemas.openxmlformats.org/officeDocument/2006/relationships/slide" Target="slide222.xml"/><Relationship Id="rId7" Type="http://schemas.openxmlformats.org/officeDocument/2006/relationships/slide" Target="slide223.xml"/><Relationship Id="rId8" Type="http://schemas.openxmlformats.org/officeDocument/2006/relationships/slide" Target="slide224.xml"/><Relationship Id="rId9" Type="http://schemas.openxmlformats.org/officeDocument/2006/relationships/audio" Target="../media/snd_splash.wav"/></Relationships>
</file>

<file path=ppt/slides/_rels/slide2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image" Target="../media/image16.png"/><Relationship Id="rId4" Type="http://schemas.openxmlformats.org/officeDocument/2006/relationships/image" Target="../media/image23.png"/><Relationship Id="rId5" Type="http://schemas.openxmlformats.org/officeDocument/2006/relationships/image" Target="../media/image35.png"/><Relationship Id="rId6" Type="http://schemas.openxmlformats.org/officeDocument/2006/relationships/slide" Target="slide222.xml"/><Relationship Id="rId7" Type="http://schemas.openxmlformats.org/officeDocument/2006/relationships/slide" Target="slide223.xml"/><Relationship Id="rId8" Type="http://schemas.openxmlformats.org/officeDocument/2006/relationships/slide" Target="slide224.xml"/><Relationship Id="rId9" Type="http://schemas.openxmlformats.org/officeDocument/2006/relationships/audio" Target="../media/snd_boing.wav"/></Relationships>
</file>

<file path=ppt/slides/_rels/slide2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image" Target="../media/image16.png"/><Relationship Id="rId4" Type="http://schemas.openxmlformats.org/officeDocument/2006/relationships/image" Target="../media/image35.png"/><Relationship Id="rId5" Type="http://schemas.openxmlformats.org/officeDocument/2006/relationships/slide" Target="slide224.xml"/><Relationship Id="rId6" Type="http://schemas.openxmlformats.org/officeDocument/2006/relationships/audio" Target="../media/snd_splash.wav"/><Relationship Id="rId7" Type="http://schemas.openxmlformats.org/officeDocument/2006/relationships/image" Target="../media/image40.png"/><Relationship Id="rId8" Type="http://schemas.openxmlformats.org/officeDocument/2006/relationships/audio" Target="../media/snd_cheer.wav"/></Relationships>
</file>

<file path=ppt/slides/_rels/slide2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slide" Target="slide225.xml"/><Relationship Id="rId4" Type="http://schemas.openxmlformats.org/officeDocument/2006/relationships/slide" Target="slide226.xml"/><Relationship Id="rId5" Type="http://schemas.openxmlformats.org/officeDocument/2006/relationships/slide" Target="slide228.xml"/><Relationship Id="rId6" Type="http://schemas.openxmlformats.org/officeDocument/2006/relationships/slide" Target="slide231.xml"/></Relationships>
</file>

<file path=ppt/slides/_rels/slide2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slide" Target="slide225.xml"/><Relationship Id="rId4" Type="http://schemas.openxmlformats.org/officeDocument/2006/relationships/slide" Target="slide226.xml"/><Relationship Id="rId5" Type="http://schemas.openxmlformats.org/officeDocument/2006/relationships/slide" Target="slide228.xml"/><Relationship Id="rId6" Type="http://schemas.openxmlformats.org/officeDocument/2006/relationships/slide" Target="slide231.xml"/><Relationship Id="rId7" Type="http://schemas.openxmlformats.org/officeDocument/2006/relationships/audio" Target="../media/snd_boing.wav"/></Relationships>
</file>

<file path=ppt/slides/_rels/slide2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slide" Target="slide227.xml"/><Relationship Id="rId4" Type="http://schemas.openxmlformats.org/officeDocument/2006/relationships/slide" Target="slide230.xml"/><Relationship Id="rId5" Type="http://schemas.openxmlformats.org/officeDocument/2006/relationships/slide" Target="slide231.xml"/><Relationship Id="rId6" Type="http://schemas.openxmlformats.org/officeDocument/2006/relationships/audio" Target="../media/snd_bonk.wav"/></Relationships>
</file>

<file path=ppt/slides/_rels/slide2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slide" Target="slide227.xml"/><Relationship Id="rId4" Type="http://schemas.openxmlformats.org/officeDocument/2006/relationships/slide" Target="slide230.xml"/><Relationship Id="rId5" Type="http://schemas.openxmlformats.org/officeDocument/2006/relationships/slide" Target="slide231.xml"/><Relationship Id="rId6" Type="http://schemas.openxmlformats.org/officeDocument/2006/relationships/audio" Target="../media/snd_boing.wav"/></Relationships>
</file>

<file path=ppt/slides/_rels/slide2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slide" Target="slide229.xml"/><Relationship Id="rId4" Type="http://schemas.openxmlformats.org/officeDocument/2006/relationships/slide" Target="slide230.xml"/><Relationship Id="rId5" Type="http://schemas.openxmlformats.org/officeDocument/2006/relationships/slide" Target="slide231.xml"/><Relationship Id="rId6" Type="http://schemas.openxmlformats.org/officeDocument/2006/relationships/audio" Target="../media/snd_bonk.wav"/></Relationships>
</file>

<file path=ppt/slides/_rels/slide2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slide" Target="slide229.xml"/><Relationship Id="rId4" Type="http://schemas.openxmlformats.org/officeDocument/2006/relationships/slide" Target="slide230.xml"/><Relationship Id="rId5" Type="http://schemas.openxmlformats.org/officeDocument/2006/relationships/slide" Target="slide231.xml"/><Relationship Id="rId6" Type="http://schemas.openxmlformats.org/officeDocument/2006/relationships/audio" Target="../media/snd_boing.wav"/></Relationships>
</file>

<file path=ppt/slides/_rels/slide2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slide" Target="slide231.xml"/><Relationship Id="rId4" Type="http://schemas.openxmlformats.org/officeDocument/2006/relationships/audio" Target="../media/snd_bonk.wav"/><Relationship Id="rId5" Type="http://schemas.openxmlformats.org/officeDocument/2006/relationships/image" Target="../media/image40.png"/><Relationship Id="rId6" Type="http://schemas.openxmlformats.org/officeDocument/2006/relationships/audio" Target="../media/snd_cheer.wav"/></Relationships>
</file>

<file path=ppt/slides/_rels/slide2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36.png"/><Relationship Id="rId4" Type="http://schemas.openxmlformats.org/officeDocument/2006/relationships/slide" Target="slide232.xml"/></Relationships>
</file>

<file path=ppt/slides/_rels/slide2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jpg"/><Relationship Id="rId3" Type="http://schemas.openxmlformats.org/officeDocument/2006/relationships/image" Target="../media/image36.png"/><Relationship Id="rId4" Type="http://schemas.openxmlformats.org/officeDocument/2006/relationships/image" Target="../media/image38.png"/><Relationship Id="rId5" Type="http://schemas.openxmlformats.org/officeDocument/2006/relationships/slide" Target="slide237.xml"/><Relationship Id="rId6" Type="http://schemas.openxmlformats.org/officeDocument/2006/relationships/slide" Target="slide233.xml"/><Relationship Id="rId7" Type="http://schemas.openxmlformats.org/officeDocument/2006/relationships/slide" Target="slide259.xml"/></Relationships>
</file>

<file path=ppt/slides/_rels/slide2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jpg"/><Relationship Id="rId3" Type="http://schemas.openxmlformats.org/officeDocument/2006/relationships/image" Target="../media/image36.png"/><Relationship Id="rId4" Type="http://schemas.openxmlformats.org/officeDocument/2006/relationships/image" Target="../media/image38.png"/><Relationship Id="rId5" Type="http://schemas.openxmlformats.org/officeDocument/2006/relationships/slide" Target="slide238.xml"/><Relationship Id="rId6" Type="http://schemas.openxmlformats.org/officeDocument/2006/relationships/slide" Target="slide234.xml"/><Relationship Id="rId7" Type="http://schemas.openxmlformats.org/officeDocument/2006/relationships/slide" Target="slide259.xml"/><Relationship Id="rId8" Type="http://schemas.openxmlformats.org/officeDocument/2006/relationships/audio" Target="../media/snd_vroom.wav"/></Relationships>
</file>

<file path=ppt/slides/_rels/slide2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jpg"/><Relationship Id="rId3" Type="http://schemas.openxmlformats.org/officeDocument/2006/relationships/image" Target="../media/image36.png"/><Relationship Id="rId4" Type="http://schemas.openxmlformats.org/officeDocument/2006/relationships/image" Target="../media/image38.png"/><Relationship Id="rId5" Type="http://schemas.openxmlformats.org/officeDocument/2006/relationships/slide" Target="slide239.xml"/><Relationship Id="rId6" Type="http://schemas.openxmlformats.org/officeDocument/2006/relationships/slide" Target="slide235.xml"/><Relationship Id="rId7" Type="http://schemas.openxmlformats.org/officeDocument/2006/relationships/slide" Target="slide259.xml"/><Relationship Id="rId8" Type="http://schemas.openxmlformats.org/officeDocument/2006/relationships/audio" Target="../media/snd_vroom.wav"/></Relationships>
</file>

<file path=ppt/slides/_rels/slide2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jpg"/><Relationship Id="rId3" Type="http://schemas.openxmlformats.org/officeDocument/2006/relationships/image" Target="../media/image36.png"/><Relationship Id="rId4" Type="http://schemas.openxmlformats.org/officeDocument/2006/relationships/image" Target="../media/image38.png"/><Relationship Id="rId5" Type="http://schemas.openxmlformats.org/officeDocument/2006/relationships/slide" Target="slide240.xml"/><Relationship Id="rId6" Type="http://schemas.openxmlformats.org/officeDocument/2006/relationships/slide" Target="slide236.xml"/><Relationship Id="rId7" Type="http://schemas.openxmlformats.org/officeDocument/2006/relationships/slide" Target="slide259.xml"/><Relationship Id="rId8" Type="http://schemas.openxmlformats.org/officeDocument/2006/relationships/audio" Target="../media/snd_vroom.wav"/></Relationships>
</file>

<file path=ppt/slides/_rels/slide2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jpg"/><Relationship Id="rId3" Type="http://schemas.openxmlformats.org/officeDocument/2006/relationships/image" Target="../media/image36.png"/><Relationship Id="rId4" Type="http://schemas.openxmlformats.org/officeDocument/2006/relationships/image" Target="../media/image38.png"/><Relationship Id="rId5" Type="http://schemas.openxmlformats.org/officeDocument/2006/relationships/slide" Target="slide241.xml"/><Relationship Id="rId6" Type="http://schemas.openxmlformats.org/officeDocument/2006/relationships/slide" Target="slide258.xml"/><Relationship Id="rId7" Type="http://schemas.openxmlformats.org/officeDocument/2006/relationships/slide" Target="slide259.xml"/><Relationship Id="rId8" Type="http://schemas.openxmlformats.org/officeDocument/2006/relationships/audio" Target="../media/snd_vroom.wav"/></Relationships>
</file>

<file path=ppt/slides/_rels/slide2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jpg"/><Relationship Id="rId3" Type="http://schemas.openxmlformats.org/officeDocument/2006/relationships/image" Target="../media/image36.png"/><Relationship Id="rId4" Type="http://schemas.openxmlformats.org/officeDocument/2006/relationships/image" Target="../media/image38.png"/><Relationship Id="rId5" Type="http://schemas.openxmlformats.org/officeDocument/2006/relationships/slide" Target="slide242.xml"/><Relationship Id="rId6" Type="http://schemas.openxmlformats.org/officeDocument/2006/relationships/slide" Target="slide238.xml"/><Relationship Id="rId7" Type="http://schemas.openxmlformats.org/officeDocument/2006/relationships/slide" Target="slide259.xml"/><Relationship Id="rId8" Type="http://schemas.openxmlformats.org/officeDocument/2006/relationships/audio" Target="../media/snd_vroom.wav"/></Relationships>
</file>

<file path=ppt/slides/_rels/slide2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jpg"/><Relationship Id="rId3" Type="http://schemas.openxmlformats.org/officeDocument/2006/relationships/image" Target="../media/image36.png"/><Relationship Id="rId4" Type="http://schemas.openxmlformats.org/officeDocument/2006/relationships/image" Target="../media/image38.png"/><Relationship Id="rId5" Type="http://schemas.openxmlformats.org/officeDocument/2006/relationships/slide" Target="slide243.xml"/><Relationship Id="rId6" Type="http://schemas.openxmlformats.org/officeDocument/2006/relationships/slide" Target="slide239.xml"/><Relationship Id="rId7" Type="http://schemas.openxmlformats.org/officeDocument/2006/relationships/slide" Target="slide259.xml"/><Relationship Id="rId8" Type="http://schemas.openxmlformats.org/officeDocument/2006/relationships/audio" Target="../media/snd_vroom.wav"/></Relationships>
</file>

<file path=ppt/slides/_rels/slide2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jpg"/><Relationship Id="rId3" Type="http://schemas.openxmlformats.org/officeDocument/2006/relationships/image" Target="../media/image36.png"/><Relationship Id="rId4" Type="http://schemas.openxmlformats.org/officeDocument/2006/relationships/image" Target="../media/image38.png"/><Relationship Id="rId5" Type="http://schemas.openxmlformats.org/officeDocument/2006/relationships/slide" Target="slide244.xml"/><Relationship Id="rId6" Type="http://schemas.openxmlformats.org/officeDocument/2006/relationships/slide" Target="slide240.xml"/><Relationship Id="rId7" Type="http://schemas.openxmlformats.org/officeDocument/2006/relationships/slide" Target="slide259.xml"/><Relationship Id="rId8" Type="http://schemas.openxmlformats.org/officeDocument/2006/relationships/audio" Target="../media/snd_vroom.wav"/></Relationships>
</file>

<file path=ppt/slides/_rels/slide2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jpg"/><Relationship Id="rId3" Type="http://schemas.openxmlformats.org/officeDocument/2006/relationships/image" Target="../media/image36.png"/><Relationship Id="rId4" Type="http://schemas.openxmlformats.org/officeDocument/2006/relationships/image" Target="../media/image38.png"/><Relationship Id="rId5" Type="http://schemas.openxmlformats.org/officeDocument/2006/relationships/slide" Target="slide245.xml"/><Relationship Id="rId6" Type="http://schemas.openxmlformats.org/officeDocument/2006/relationships/slide" Target="slide241.xml"/><Relationship Id="rId7" Type="http://schemas.openxmlformats.org/officeDocument/2006/relationships/slide" Target="slide259.xml"/><Relationship Id="rId8" Type="http://schemas.openxmlformats.org/officeDocument/2006/relationships/audio" Target="../media/snd_vroom.wav"/></Relationships>
</file>

<file path=ppt/slides/_rels/slide2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jpg"/><Relationship Id="rId3" Type="http://schemas.openxmlformats.org/officeDocument/2006/relationships/image" Target="../media/image36.png"/><Relationship Id="rId4" Type="http://schemas.openxmlformats.org/officeDocument/2006/relationships/image" Target="../media/image38.png"/><Relationship Id="rId5" Type="http://schemas.openxmlformats.org/officeDocument/2006/relationships/slide" Target="slide246.xml"/><Relationship Id="rId6" Type="http://schemas.openxmlformats.org/officeDocument/2006/relationships/slide" Target="slide258.xml"/><Relationship Id="rId7" Type="http://schemas.openxmlformats.org/officeDocument/2006/relationships/slide" Target="slide259.xml"/><Relationship Id="rId8" Type="http://schemas.openxmlformats.org/officeDocument/2006/relationships/audio" Target="../media/snd_vroom.wav"/></Relationships>
</file>

<file path=ppt/slides/_rels/slide2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jpg"/><Relationship Id="rId3" Type="http://schemas.openxmlformats.org/officeDocument/2006/relationships/image" Target="../media/image36.png"/><Relationship Id="rId4" Type="http://schemas.openxmlformats.org/officeDocument/2006/relationships/image" Target="../media/image38.png"/><Relationship Id="rId5" Type="http://schemas.openxmlformats.org/officeDocument/2006/relationships/slide" Target="slide247.xml"/><Relationship Id="rId6" Type="http://schemas.openxmlformats.org/officeDocument/2006/relationships/slide" Target="slide243.xml"/><Relationship Id="rId7" Type="http://schemas.openxmlformats.org/officeDocument/2006/relationships/slide" Target="slide259.xml"/><Relationship Id="rId8" Type="http://schemas.openxmlformats.org/officeDocument/2006/relationships/audio" Target="../media/snd_vroom.wav"/></Relationships>
</file>

<file path=ppt/slides/_rels/slide2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jpg"/><Relationship Id="rId3" Type="http://schemas.openxmlformats.org/officeDocument/2006/relationships/image" Target="../media/image36.png"/><Relationship Id="rId4" Type="http://schemas.openxmlformats.org/officeDocument/2006/relationships/image" Target="../media/image38.png"/><Relationship Id="rId5" Type="http://schemas.openxmlformats.org/officeDocument/2006/relationships/slide" Target="slide248.xml"/><Relationship Id="rId6" Type="http://schemas.openxmlformats.org/officeDocument/2006/relationships/slide" Target="slide244.xml"/><Relationship Id="rId7" Type="http://schemas.openxmlformats.org/officeDocument/2006/relationships/slide" Target="slide259.xml"/><Relationship Id="rId8" Type="http://schemas.openxmlformats.org/officeDocument/2006/relationships/audio" Target="../media/snd_vroom.wav"/></Relationships>
</file>

<file path=ppt/slides/_rels/slide2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jpg"/><Relationship Id="rId3" Type="http://schemas.openxmlformats.org/officeDocument/2006/relationships/image" Target="../media/image36.png"/><Relationship Id="rId4" Type="http://schemas.openxmlformats.org/officeDocument/2006/relationships/image" Target="../media/image38.png"/><Relationship Id="rId5" Type="http://schemas.openxmlformats.org/officeDocument/2006/relationships/slide" Target="slide249.xml"/><Relationship Id="rId6" Type="http://schemas.openxmlformats.org/officeDocument/2006/relationships/slide" Target="slide245.xml"/><Relationship Id="rId7" Type="http://schemas.openxmlformats.org/officeDocument/2006/relationships/slide" Target="slide259.xml"/><Relationship Id="rId8" Type="http://schemas.openxmlformats.org/officeDocument/2006/relationships/audio" Target="../media/snd_vroom.wav"/></Relationships>
</file>

<file path=ppt/slides/_rels/slide2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jpg"/><Relationship Id="rId3" Type="http://schemas.openxmlformats.org/officeDocument/2006/relationships/image" Target="../media/image36.png"/><Relationship Id="rId4" Type="http://schemas.openxmlformats.org/officeDocument/2006/relationships/image" Target="../media/image38.png"/><Relationship Id="rId5" Type="http://schemas.openxmlformats.org/officeDocument/2006/relationships/slide" Target="slide250.xml"/><Relationship Id="rId6" Type="http://schemas.openxmlformats.org/officeDocument/2006/relationships/slide" Target="slide246.xml"/><Relationship Id="rId7" Type="http://schemas.openxmlformats.org/officeDocument/2006/relationships/slide" Target="slide259.xml"/><Relationship Id="rId8" Type="http://schemas.openxmlformats.org/officeDocument/2006/relationships/audio" Target="../media/snd_vroom.wav"/></Relationships>
</file>

<file path=ppt/slides/_rels/slide2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jpg"/><Relationship Id="rId3" Type="http://schemas.openxmlformats.org/officeDocument/2006/relationships/image" Target="../media/image36.png"/><Relationship Id="rId4" Type="http://schemas.openxmlformats.org/officeDocument/2006/relationships/image" Target="../media/image38.png"/><Relationship Id="rId5" Type="http://schemas.openxmlformats.org/officeDocument/2006/relationships/slide" Target="slide251.xml"/><Relationship Id="rId6" Type="http://schemas.openxmlformats.org/officeDocument/2006/relationships/slide" Target="slide258.xml"/><Relationship Id="rId7" Type="http://schemas.openxmlformats.org/officeDocument/2006/relationships/slide" Target="slide259.xml"/><Relationship Id="rId8" Type="http://schemas.openxmlformats.org/officeDocument/2006/relationships/audio" Target="../media/snd_vroom.wav"/></Relationships>
</file>

<file path=ppt/slides/_rels/slide2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jpg"/><Relationship Id="rId3" Type="http://schemas.openxmlformats.org/officeDocument/2006/relationships/image" Target="../media/image36.png"/><Relationship Id="rId4" Type="http://schemas.openxmlformats.org/officeDocument/2006/relationships/image" Target="../media/image38.png"/><Relationship Id="rId5" Type="http://schemas.openxmlformats.org/officeDocument/2006/relationships/slide" Target="slide252.xml"/><Relationship Id="rId6" Type="http://schemas.openxmlformats.org/officeDocument/2006/relationships/slide" Target="slide248.xml"/><Relationship Id="rId7" Type="http://schemas.openxmlformats.org/officeDocument/2006/relationships/slide" Target="slide259.xml"/><Relationship Id="rId8" Type="http://schemas.openxmlformats.org/officeDocument/2006/relationships/audio" Target="../media/snd_vroom.wav"/></Relationships>
</file>

<file path=ppt/slides/_rels/slide2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jpg"/><Relationship Id="rId3" Type="http://schemas.openxmlformats.org/officeDocument/2006/relationships/image" Target="../media/image36.png"/><Relationship Id="rId4" Type="http://schemas.openxmlformats.org/officeDocument/2006/relationships/image" Target="../media/image38.png"/><Relationship Id="rId5" Type="http://schemas.openxmlformats.org/officeDocument/2006/relationships/slide" Target="slide253.xml"/><Relationship Id="rId6" Type="http://schemas.openxmlformats.org/officeDocument/2006/relationships/slide" Target="slide249.xml"/><Relationship Id="rId7" Type="http://schemas.openxmlformats.org/officeDocument/2006/relationships/slide" Target="slide259.xml"/><Relationship Id="rId8" Type="http://schemas.openxmlformats.org/officeDocument/2006/relationships/audio" Target="../media/snd_vroom.wav"/></Relationships>
</file>

<file path=ppt/slides/_rels/slide2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jpg"/><Relationship Id="rId3" Type="http://schemas.openxmlformats.org/officeDocument/2006/relationships/image" Target="../media/image36.png"/><Relationship Id="rId4" Type="http://schemas.openxmlformats.org/officeDocument/2006/relationships/image" Target="../media/image38.png"/><Relationship Id="rId5" Type="http://schemas.openxmlformats.org/officeDocument/2006/relationships/slide" Target="slide254.xml"/><Relationship Id="rId6" Type="http://schemas.openxmlformats.org/officeDocument/2006/relationships/slide" Target="slide250.xml"/><Relationship Id="rId7" Type="http://schemas.openxmlformats.org/officeDocument/2006/relationships/slide" Target="slide259.xml"/><Relationship Id="rId8" Type="http://schemas.openxmlformats.org/officeDocument/2006/relationships/audio" Target="../media/snd_vroom.wav"/></Relationships>
</file>

<file path=ppt/slides/_rels/slide2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jpg"/><Relationship Id="rId3" Type="http://schemas.openxmlformats.org/officeDocument/2006/relationships/image" Target="../media/image36.png"/><Relationship Id="rId4" Type="http://schemas.openxmlformats.org/officeDocument/2006/relationships/image" Target="../media/image38.png"/><Relationship Id="rId5" Type="http://schemas.openxmlformats.org/officeDocument/2006/relationships/slide" Target="slide255.xml"/><Relationship Id="rId6" Type="http://schemas.openxmlformats.org/officeDocument/2006/relationships/slide" Target="slide251.xml"/><Relationship Id="rId7" Type="http://schemas.openxmlformats.org/officeDocument/2006/relationships/slide" Target="slide259.xml"/><Relationship Id="rId8" Type="http://schemas.openxmlformats.org/officeDocument/2006/relationships/audio" Target="../media/snd_vroom.wav"/></Relationships>
</file>

<file path=ppt/slides/_rels/slide2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jpg"/><Relationship Id="rId3" Type="http://schemas.openxmlformats.org/officeDocument/2006/relationships/image" Target="../media/image36.png"/><Relationship Id="rId4" Type="http://schemas.openxmlformats.org/officeDocument/2006/relationships/image" Target="../media/image38.png"/><Relationship Id="rId5" Type="http://schemas.openxmlformats.org/officeDocument/2006/relationships/slide" Target="slide256.xml"/><Relationship Id="rId6" Type="http://schemas.openxmlformats.org/officeDocument/2006/relationships/slide" Target="slide258.xml"/><Relationship Id="rId7" Type="http://schemas.openxmlformats.org/officeDocument/2006/relationships/slide" Target="slide259.xml"/><Relationship Id="rId8" Type="http://schemas.openxmlformats.org/officeDocument/2006/relationships/audio" Target="../media/snd_vroom.wav"/></Relationships>
</file>

<file path=ppt/slides/_rels/slide2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jpg"/><Relationship Id="rId3" Type="http://schemas.openxmlformats.org/officeDocument/2006/relationships/image" Target="../media/image36.png"/><Relationship Id="rId4" Type="http://schemas.openxmlformats.org/officeDocument/2006/relationships/image" Target="../media/image38.png"/><Relationship Id="rId5" Type="http://schemas.openxmlformats.org/officeDocument/2006/relationships/slide" Target="slide257.xml"/><Relationship Id="rId6" Type="http://schemas.openxmlformats.org/officeDocument/2006/relationships/slide" Target="slide253.xml"/><Relationship Id="rId7" Type="http://schemas.openxmlformats.org/officeDocument/2006/relationships/slide" Target="slide259.xml"/><Relationship Id="rId8" Type="http://schemas.openxmlformats.org/officeDocument/2006/relationships/audio" Target="../media/snd_vroom.wav"/></Relationships>
</file>

<file path=ppt/slides/_rels/slide2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jpg"/><Relationship Id="rId3" Type="http://schemas.openxmlformats.org/officeDocument/2006/relationships/image" Target="../media/image36.png"/><Relationship Id="rId4" Type="http://schemas.openxmlformats.org/officeDocument/2006/relationships/image" Target="../media/image38.png"/><Relationship Id="rId5" Type="http://schemas.openxmlformats.org/officeDocument/2006/relationships/slide" Target="slide257.xml"/><Relationship Id="rId6" Type="http://schemas.openxmlformats.org/officeDocument/2006/relationships/slide" Target="slide254.xml"/><Relationship Id="rId7" Type="http://schemas.openxmlformats.org/officeDocument/2006/relationships/slide" Target="slide259.xml"/><Relationship Id="rId8" Type="http://schemas.openxmlformats.org/officeDocument/2006/relationships/audio" Target="../media/snd_vroom.wav"/></Relationships>
</file>

<file path=ppt/slides/_rels/slide2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jpg"/><Relationship Id="rId3" Type="http://schemas.openxmlformats.org/officeDocument/2006/relationships/image" Target="../media/image36.png"/><Relationship Id="rId4" Type="http://schemas.openxmlformats.org/officeDocument/2006/relationships/image" Target="../media/image38.png"/><Relationship Id="rId5" Type="http://schemas.openxmlformats.org/officeDocument/2006/relationships/slide" Target="slide257.xml"/><Relationship Id="rId6" Type="http://schemas.openxmlformats.org/officeDocument/2006/relationships/slide" Target="slide255.xml"/><Relationship Id="rId7" Type="http://schemas.openxmlformats.org/officeDocument/2006/relationships/slide" Target="slide259.xml"/><Relationship Id="rId8" Type="http://schemas.openxmlformats.org/officeDocument/2006/relationships/audio" Target="../media/snd_vroom.wav"/></Relationships>
</file>

<file path=ppt/slides/_rels/slide2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jpg"/><Relationship Id="rId3" Type="http://schemas.openxmlformats.org/officeDocument/2006/relationships/image" Target="../media/image36.png"/><Relationship Id="rId4" Type="http://schemas.openxmlformats.org/officeDocument/2006/relationships/image" Target="../media/image38.png"/><Relationship Id="rId5" Type="http://schemas.openxmlformats.org/officeDocument/2006/relationships/slide" Target="slide257.xml"/><Relationship Id="rId6" Type="http://schemas.openxmlformats.org/officeDocument/2006/relationships/slide" Target="slide256.xml"/><Relationship Id="rId7" Type="http://schemas.openxmlformats.org/officeDocument/2006/relationships/slide" Target="slide259.xml"/><Relationship Id="rId8" Type="http://schemas.openxmlformats.org/officeDocument/2006/relationships/audio" Target="../media/snd_vroom.wav"/></Relationships>
</file>

<file path=ppt/slides/_rels/slide2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jpg"/><Relationship Id="rId3" Type="http://schemas.openxmlformats.org/officeDocument/2006/relationships/image" Target="../media/image36.png"/><Relationship Id="rId4" Type="http://schemas.openxmlformats.org/officeDocument/2006/relationships/image" Target="../media/image38.png"/><Relationship Id="rId5" Type="http://schemas.openxmlformats.org/officeDocument/2006/relationships/slide" Target="slide257.xml"/><Relationship Id="rId6" Type="http://schemas.openxmlformats.org/officeDocument/2006/relationships/slide" Target="slide258.xml"/><Relationship Id="rId7" Type="http://schemas.openxmlformats.org/officeDocument/2006/relationships/slide" Target="slide259.xml"/><Relationship Id="rId8" Type="http://schemas.openxmlformats.org/officeDocument/2006/relationships/audio" Target="../media/snd_vroom.wav"/></Relationships>
</file>

<file path=ppt/slides/_rels/slide2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jpg"/><Relationship Id="rId3" Type="http://schemas.openxmlformats.org/officeDocument/2006/relationships/image" Target="../media/image36.png"/><Relationship Id="rId4" Type="http://schemas.openxmlformats.org/officeDocument/2006/relationships/slide" Target="slide259.xml"/><Relationship Id="rId5" Type="http://schemas.openxmlformats.org/officeDocument/2006/relationships/audio" Target="../media/snd_cheer.wav"/></Relationships>
</file>

<file path=ppt/slides/_rels/slide2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jpg"/><Relationship Id="rId3" Type="http://schemas.openxmlformats.org/officeDocument/2006/relationships/image" Target="../media/image38.png"/><Relationship Id="rId4" Type="http://schemas.openxmlformats.org/officeDocument/2006/relationships/slide" Target="slide259.xml"/><Relationship Id="rId5" Type="http://schemas.openxmlformats.org/officeDocument/2006/relationships/audio" Target="../media/snd_cheer.wav"/></Relationships>
</file>

<file path=ppt/slides/_rels/slide2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6.png"/><Relationship Id="rId5" Type="http://schemas.openxmlformats.org/officeDocument/2006/relationships/image" Target="../media/image4.png"/><Relationship Id="rId6" Type="http://schemas.openxmlformats.org/officeDocument/2006/relationships/image" Target="../media/image33.png"/><Relationship Id="rId7" Type="http://schemas.openxmlformats.org/officeDocument/2006/relationships/slide" Target="slide260.xml"/><Relationship Id="rId8" Type="http://schemas.openxmlformats.org/officeDocument/2006/relationships/slide" Target="slide261.xml"/><Relationship Id="rId9" Type="http://schemas.openxmlformats.org/officeDocument/2006/relationships/slide" Target="slide263.xml"/><Relationship Id="rId10" Type="http://schemas.openxmlformats.org/officeDocument/2006/relationships/slide" Target="slide266.xml"/></Relationships>
</file>

<file path=ppt/slides/_rels/slide2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6.png"/><Relationship Id="rId5" Type="http://schemas.openxmlformats.org/officeDocument/2006/relationships/image" Target="../media/image4.png"/><Relationship Id="rId6" Type="http://schemas.openxmlformats.org/officeDocument/2006/relationships/image" Target="../media/image33.png"/><Relationship Id="rId7" Type="http://schemas.openxmlformats.org/officeDocument/2006/relationships/slide" Target="slide260.xml"/><Relationship Id="rId8" Type="http://schemas.openxmlformats.org/officeDocument/2006/relationships/slide" Target="slide261.xml"/><Relationship Id="rId9" Type="http://schemas.openxmlformats.org/officeDocument/2006/relationships/slide" Target="slide263.xml"/><Relationship Id="rId10" Type="http://schemas.openxmlformats.org/officeDocument/2006/relationships/slide" Target="slide266.xml"/><Relationship Id="rId11" Type="http://schemas.openxmlformats.org/officeDocument/2006/relationships/audio" Target="../media/snd_boing.wav"/></Relationships>
</file>

<file path=ppt/slides/_rels/slide2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image" Target="../media/image33.png"/><Relationship Id="rId6" Type="http://schemas.openxmlformats.org/officeDocument/2006/relationships/slide" Target="slide262.xml"/><Relationship Id="rId7" Type="http://schemas.openxmlformats.org/officeDocument/2006/relationships/slide" Target="slide265.xml"/><Relationship Id="rId8" Type="http://schemas.openxmlformats.org/officeDocument/2006/relationships/slide" Target="slide266.xml"/><Relationship Id="rId9" Type="http://schemas.openxmlformats.org/officeDocument/2006/relationships/audio" Target="../media/snd_pop.wav"/></Relationships>
</file>

<file path=ppt/slides/_rels/slide2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image" Target="../media/image33.png"/><Relationship Id="rId6" Type="http://schemas.openxmlformats.org/officeDocument/2006/relationships/slide" Target="slide262.xml"/><Relationship Id="rId7" Type="http://schemas.openxmlformats.org/officeDocument/2006/relationships/slide" Target="slide265.xml"/><Relationship Id="rId8" Type="http://schemas.openxmlformats.org/officeDocument/2006/relationships/slide" Target="slide266.xml"/><Relationship Id="rId9" Type="http://schemas.openxmlformats.org/officeDocument/2006/relationships/audio" Target="../media/snd_boing.wav"/></Relationships>
</file>

<file path=ppt/slides/_rels/slide2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6.png"/><Relationship Id="rId5" Type="http://schemas.openxmlformats.org/officeDocument/2006/relationships/image" Target="../media/image4.png"/><Relationship Id="rId6" Type="http://schemas.openxmlformats.org/officeDocument/2006/relationships/image" Target="../media/image33.png"/><Relationship Id="rId7" Type="http://schemas.openxmlformats.org/officeDocument/2006/relationships/slide" Target="slide264.xml"/><Relationship Id="rId8" Type="http://schemas.openxmlformats.org/officeDocument/2006/relationships/slide" Target="slide265.xml"/><Relationship Id="rId9" Type="http://schemas.openxmlformats.org/officeDocument/2006/relationships/slide" Target="slide266.xml"/><Relationship Id="rId10" Type="http://schemas.openxmlformats.org/officeDocument/2006/relationships/audio" Target="../media/snd_pop.wav"/></Relationships>
</file>

<file path=ppt/slides/_rels/slide2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6.png"/><Relationship Id="rId5" Type="http://schemas.openxmlformats.org/officeDocument/2006/relationships/image" Target="../media/image4.png"/><Relationship Id="rId6" Type="http://schemas.openxmlformats.org/officeDocument/2006/relationships/image" Target="../media/image33.png"/><Relationship Id="rId7" Type="http://schemas.openxmlformats.org/officeDocument/2006/relationships/slide" Target="slide264.xml"/><Relationship Id="rId8" Type="http://schemas.openxmlformats.org/officeDocument/2006/relationships/slide" Target="slide265.xml"/><Relationship Id="rId9" Type="http://schemas.openxmlformats.org/officeDocument/2006/relationships/slide" Target="slide266.xml"/><Relationship Id="rId10" Type="http://schemas.openxmlformats.org/officeDocument/2006/relationships/audio" Target="../media/snd_boing.wav"/></Relationships>
</file>

<file path=ppt/slides/_rels/slide2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image" Target="../media/image33.png"/><Relationship Id="rId6" Type="http://schemas.openxmlformats.org/officeDocument/2006/relationships/slide" Target="slide266.xml"/><Relationship Id="rId7" Type="http://schemas.openxmlformats.org/officeDocument/2006/relationships/audio" Target="../media/snd_pop.wav"/><Relationship Id="rId8" Type="http://schemas.openxmlformats.org/officeDocument/2006/relationships/image" Target="../media/image40.png"/><Relationship Id="rId9" Type="http://schemas.openxmlformats.org/officeDocument/2006/relationships/audio" Target="../media/snd_cheer.wav"/></Relationships>
</file>

<file path=ppt/slides/_rels/slide2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image" Target="../media/image8.png"/><Relationship Id="rId4" Type="http://schemas.openxmlformats.org/officeDocument/2006/relationships/image" Target="../media/image34.png"/><Relationship Id="rId5" Type="http://schemas.openxmlformats.org/officeDocument/2006/relationships/image" Target="../media/image18.png"/><Relationship Id="rId6" Type="http://schemas.openxmlformats.org/officeDocument/2006/relationships/image" Target="../media/image19.png"/><Relationship Id="rId7" Type="http://schemas.openxmlformats.org/officeDocument/2006/relationships/slide" Target="slide267.xml"/><Relationship Id="rId8" Type="http://schemas.openxmlformats.org/officeDocument/2006/relationships/slide" Target="slide268.xml"/><Relationship Id="rId9" Type="http://schemas.openxmlformats.org/officeDocument/2006/relationships/slide" Target="slide269.xml"/></Relationships>
</file>

<file path=ppt/slides/_rels/slide2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image" Target="../media/image11.png"/><Relationship Id="rId4" Type="http://schemas.openxmlformats.org/officeDocument/2006/relationships/image" Target="../media/image34.png"/><Relationship Id="rId5" Type="http://schemas.openxmlformats.org/officeDocument/2006/relationships/image" Target="../media/image18.png"/><Relationship Id="rId6" Type="http://schemas.openxmlformats.org/officeDocument/2006/relationships/image" Target="../media/image19.png"/><Relationship Id="rId7" Type="http://schemas.openxmlformats.org/officeDocument/2006/relationships/slide" Target="slide267.xml"/><Relationship Id="rId8" Type="http://schemas.openxmlformats.org/officeDocument/2006/relationships/slide" Target="slide268.xml"/><Relationship Id="rId9" Type="http://schemas.openxmlformats.org/officeDocument/2006/relationships/slide" Target="slide269.xml"/><Relationship Id="rId10" Type="http://schemas.openxmlformats.org/officeDocument/2006/relationships/audio" Target="../media/snd_boing.wav"/></Relationships>
</file>

<file path=ppt/slides/_rels/slide2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image" Target="../media/image12.png"/><Relationship Id="rId4" Type="http://schemas.openxmlformats.org/officeDocument/2006/relationships/image" Target="../media/image34.png"/><Relationship Id="rId5" Type="http://schemas.openxmlformats.org/officeDocument/2006/relationships/image" Target="../media/image18.png"/><Relationship Id="rId6" Type="http://schemas.openxmlformats.org/officeDocument/2006/relationships/slide" Target="slide269.xml"/><Relationship Id="rId7" Type="http://schemas.openxmlformats.org/officeDocument/2006/relationships/audio" Target="../media/snd_munch.wav"/><Relationship Id="rId8" Type="http://schemas.openxmlformats.org/officeDocument/2006/relationships/image" Target="../media/image40.png"/><Relationship Id="rId9" Type="http://schemas.openxmlformats.org/officeDocument/2006/relationships/audio" Target="../media/snd_cheer.wav"/></Relationships>
</file>

<file path=ppt/slides/_rels/slide2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Relationship Id="rId3" Type="http://schemas.openxmlformats.org/officeDocument/2006/relationships/image" Target="../media/image20.png"/><Relationship Id="rId4" Type="http://schemas.openxmlformats.org/officeDocument/2006/relationships/image" Target="../media/image22.png"/><Relationship Id="rId5" Type="http://schemas.openxmlformats.org/officeDocument/2006/relationships/slide" Target="slide270.xml"/><Relationship Id="rId6" Type="http://schemas.openxmlformats.org/officeDocument/2006/relationships/slide" Target="slide273.xml"/><Relationship Id="rId7" Type="http://schemas.openxmlformats.org/officeDocument/2006/relationships/slide" Target="slide276.xml"/></Relationships>
</file>

<file path=ppt/slides/_rels/slide2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Relationship Id="rId3" Type="http://schemas.openxmlformats.org/officeDocument/2006/relationships/image" Target="../media/image20.png"/><Relationship Id="rId4" Type="http://schemas.openxmlformats.org/officeDocument/2006/relationships/image" Target="../media/image22.png"/><Relationship Id="rId5" Type="http://schemas.openxmlformats.org/officeDocument/2006/relationships/slide" Target="slide271.xml"/><Relationship Id="rId6" Type="http://schemas.openxmlformats.org/officeDocument/2006/relationships/slide" Target="slide274.xml"/><Relationship Id="rId7" Type="http://schemas.openxmlformats.org/officeDocument/2006/relationships/slide" Target="slide276.xml"/><Relationship Id="rId8" Type="http://schemas.openxmlformats.org/officeDocument/2006/relationships/audio" Target="../media/snd_ding.wav"/></Relationships>
</file>

<file path=ppt/slides/_rels/slide2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Relationship Id="rId3" Type="http://schemas.openxmlformats.org/officeDocument/2006/relationships/image" Target="../media/image20.png"/><Relationship Id="rId4" Type="http://schemas.openxmlformats.org/officeDocument/2006/relationships/image" Target="../media/image22.png"/><Relationship Id="rId5" Type="http://schemas.openxmlformats.org/officeDocument/2006/relationships/slide" Target="slide272.xml"/><Relationship Id="rId6" Type="http://schemas.openxmlformats.org/officeDocument/2006/relationships/slide" Target="slide276.xml"/><Relationship Id="rId7" Type="http://schemas.openxmlformats.org/officeDocument/2006/relationships/audio" Target="../media/snd_ding.wav"/></Relationships>
</file>

<file path=ppt/slides/_rels/slide2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Relationship Id="rId3" Type="http://schemas.openxmlformats.org/officeDocument/2006/relationships/image" Target="../media/image20.png"/><Relationship Id="rId4" Type="http://schemas.openxmlformats.org/officeDocument/2006/relationships/image" Target="../media/image22.png"/><Relationship Id="rId5" Type="http://schemas.openxmlformats.org/officeDocument/2006/relationships/slide" Target="slide275.xml"/><Relationship Id="rId6" Type="http://schemas.openxmlformats.org/officeDocument/2006/relationships/slide" Target="slide276.xml"/><Relationship Id="rId7" Type="http://schemas.openxmlformats.org/officeDocument/2006/relationships/audio" Target="../media/snd_ding.wav"/></Relationships>
</file>

<file path=ppt/slides/_rels/slide2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Relationship Id="rId3" Type="http://schemas.openxmlformats.org/officeDocument/2006/relationships/image" Target="../media/image20.png"/><Relationship Id="rId4" Type="http://schemas.openxmlformats.org/officeDocument/2006/relationships/image" Target="../media/image22.png"/><Relationship Id="rId5" Type="http://schemas.openxmlformats.org/officeDocument/2006/relationships/slide" Target="slide270.xml"/><Relationship Id="rId6" Type="http://schemas.openxmlformats.org/officeDocument/2006/relationships/slide" Target="slide273.xml"/><Relationship Id="rId7" Type="http://schemas.openxmlformats.org/officeDocument/2006/relationships/slide" Target="slide276.xml"/><Relationship Id="rId8" Type="http://schemas.openxmlformats.org/officeDocument/2006/relationships/audio" Target="../media/snd_boing.wav"/></Relationships>
</file>

<file path=ppt/slides/_rels/slide2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Relationship Id="rId3" Type="http://schemas.openxmlformats.org/officeDocument/2006/relationships/image" Target="../media/image20.png"/><Relationship Id="rId4" Type="http://schemas.openxmlformats.org/officeDocument/2006/relationships/image" Target="../media/image22.png"/><Relationship Id="rId5" Type="http://schemas.openxmlformats.org/officeDocument/2006/relationships/slide" Target="slide271.xml"/><Relationship Id="rId6" Type="http://schemas.openxmlformats.org/officeDocument/2006/relationships/slide" Target="slide274.xml"/><Relationship Id="rId7" Type="http://schemas.openxmlformats.org/officeDocument/2006/relationships/slide" Target="slide276.xml"/><Relationship Id="rId8" Type="http://schemas.openxmlformats.org/officeDocument/2006/relationships/audio" Target="../media/snd_boing.wav"/></Relationships>
</file>

<file path=ppt/slides/_rels/slide2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Relationship Id="rId3" Type="http://schemas.openxmlformats.org/officeDocument/2006/relationships/image" Target="../media/image20.png"/><Relationship Id="rId4" Type="http://schemas.openxmlformats.org/officeDocument/2006/relationships/image" Target="../media/image22.png"/><Relationship Id="rId5" Type="http://schemas.openxmlformats.org/officeDocument/2006/relationships/slide" Target="slide276.xml"/><Relationship Id="rId6" Type="http://schemas.openxmlformats.org/officeDocument/2006/relationships/audio" Target="../media/snd_whistle.wav"/><Relationship Id="rId7" Type="http://schemas.openxmlformats.org/officeDocument/2006/relationships/image" Target="../media/image40.png"/><Relationship Id="rId8" Type="http://schemas.openxmlformats.org/officeDocument/2006/relationships/audio" Target="../media/snd_cheer.wav"/></Relationships>
</file>

<file path=ppt/slides/_rels/slide2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image" Target="../media/image35.png"/><Relationship Id="rId4" Type="http://schemas.openxmlformats.org/officeDocument/2006/relationships/image" Target="../media/image13.png"/><Relationship Id="rId5" Type="http://schemas.openxmlformats.org/officeDocument/2006/relationships/image" Target="../media/image15.png"/><Relationship Id="rId6" Type="http://schemas.openxmlformats.org/officeDocument/2006/relationships/slide" Target="slide277.xml"/><Relationship Id="rId7" Type="http://schemas.openxmlformats.org/officeDocument/2006/relationships/slide" Target="slide278.xml"/><Relationship Id="rId8" Type="http://schemas.openxmlformats.org/officeDocument/2006/relationships/slide" Target="slide280.xml"/><Relationship Id="rId9" Type="http://schemas.openxmlformats.org/officeDocument/2006/relationships/slide" Target="slide283.xml"/></Relationships>
</file>

<file path=ppt/slides/_rels/slide2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image" Target="../media/image35.png"/><Relationship Id="rId4" Type="http://schemas.openxmlformats.org/officeDocument/2006/relationships/image" Target="../media/image13.png"/><Relationship Id="rId5" Type="http://schemas.openxmlformats.org/officeDocument/2006/relationships/image" Target="../media/image15.png"/><Relationship Id="rId6" Type="http://schemas.openxmlformats.org/officeDocument/2006/relationships/slide" Target="slide277.xml"/><Relationship Id="rId7" Type="http://schemas.openxmlformats.org/officeDocument/2006/relationships/slide" Target="slide278.xml"/><Relationship Id="rId8" Type="http://schemas.openxmlformats.org/officeDocument/2006/relationships/slide" Target="slide280.xml"/><Relationship Id="rId9" Type="http://schemas.openxmlformats.org/officeDocument/2006/relationships/slide" Target="slide283.xml"/><Relationship Id="rId10" Type="http://schemas.openxmlformats.org/officeDocument/2006/relationships/audio" Target="../media/snd_boing.wav"/></Relationships>
</file>

<file path=ppt/slides/_rels/slide2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image" Target="../media/image35.png"/><Relationship Id="rId4" Type="http://schemas.openxmlformats.org/officeDocument/2006/relationships/image" Target="../media/image13.png"/><Relationship Id="rId5" Type="http://schemas.openxmlformats.org/officeDocument/2006/relationships/slide" Target="slide279.xml"/><Relationship Id="rId6" Type="http://schemas.openxmlformats.org/officeDocument/2006/relationships/slide" Target="slide282.xml"/><Relationship Id="rId7" Type="http://schemas.openxmlformats.org/officeDocument/2006/relationships/slide" Target="slide283.xml"/><Relationship Id="rId8" Type="http://schemas.openxmlformats.org/officeDocument/2006/relationships/audio" Target="../media/snd_splash.wav"/></Relationships>
</file>

<file path=ppt/slides/_rels/slide2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image" Target="../media/image35.png"/><Relationship Id="rId4" Type="http://schemas.openxmlformats.org/officeDocument/2006/relationships/image" Target="../media/image13.png"/><Relationship Id="rId5" Type="http://schemas.openxmlformats.org/officeDocument/2006/relationships/slide" Target="slide279.xml"/><Relationship Id="rId6" Type="http://schemas.openxmlformats.org/officeDocument/2006/relationships/slide" Target="slide282.xml"/><Relationship Id="rId7" Type="http://schemas.openxmlformats.org/officeDocument/2006/relationships/slide" Target="slide283.xml"/><Relationship Id="rId8" Type="http://schemas.openxmlformats.org/officeDocument/2006/relationships/audio" Target="../media/snd_boing.wav"/></Relationships>
</file>

<file path=ppt/slides/_rels/slide2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image" Target="../media/image35.png"/><Relationship Id="rId4" Type="http://schemas.openxmlformats.org/officeDocument/2006/relationships/image" Target="../media/image13.png"/><Relationship Id="rId5" Type="http://schemas.openxmlformats.org/officeDocument/2006/relationships/image" Target="../media/image15.png"/><Relationship Id="rId6" Type="http://schemas.openxmlformats.org/officeDocument/2006/relationships/slide" Target="slide281.xml"/><Relationship Id="rId7" Type="http://schemas.openxmlformats.org/officeDocument/2006/relationships/slide" Target="slide282.xml"/><Relationship Id="rId8" Type="http://schemas.openxmlformats.org/officeDocument/2006/relationships/slide" Target="slide283.xml"/><Relationship Id="rId9" Type="http://schemas.openxmlformats.org/officeDocument/2006/relationships/audio" Target="../media/snd_splash.wav"/></Relationships>
</file>

<file path=ppt/slides/_rels/slide2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image" Target="../media/image35.png"/><Relationship Id="rId4" Type="http://schemas.openxmlformats.org/officeDocument/2006/relationships/image" Target="../media/image13.png"/><Relationship Id="rId5" Type="http://schemas.openxmlformats.org/officeDocument/2006/relationships/image" Target="../media/image15.png"/><Relationship Id="rId6" Type="http://schemas.openxmlformats.org/officeDocument/2006/relationships/slide" Target="slide281.xml"/><Relationship Id="rId7" Type="http://schemas.openxmlformats.org/officeDocument/2006/relationships/slide" Target="slide282.xml"/><Relationship Id="rId8" Type="http://schemas.openxmlformats.org/officeDocument/2006/relationships/slide" Target="slide283.xml"/><Relationship Id="rId9" Type="http://schemas.openxmlformats.org/officeDocument/2006/relationships/audio" Target="../media/snd_boing.wav"/></Relationships>
</file>

<file path=ppt/slides/_rels/slide2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image" Target="../media/image35.png"/><Relationship Id="rId4" Type="http://schemas.openxmlformats.org/officeDocument/2006/relationships/image" Target="../media/image13.png"/><Relationship Id="rId5" Type="http://schemas.openxmlformats.org/officeDocument/2006/relationships/slide" Target="slide283.xml"/><Relationship Id="rId6" Type="http://schemas.openxmlformats.org/officeDocument/2006/relationships/audio" Target="../media/snd_splash.wav"/><Relationship Id="rId7" Type="http://schemas.openxmlformats.org/officeDocument/2006/relationships/image" Target="../media/image40.png"/><Relationship Id="rId8" Type="http://schemas.openxmlformats.org/officeDocument/2006/relationships/audio" Target="../media/snd_cheer.wav"/></Relationships>
</file>

<file path=ppt/slides/_rels/slide2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slide" Target="slide284.xml"/><Relationship Id="rId4" Type="http://schemas.openxmlformats.org/officeDocument/2006/relationships/slide" Target="slide285.xml"/><Relationship Id="rId5" Type="http://schemas.openxmlformats.org/officeDocument/2006/relationships/slide" Target="slide287.xml"/><Relationship Id="rId6" Type="http://schemas.openxmlformats.org/officeDocument/2006/relationships/slide" Target="slide290.xml"/></Relationships>
</file>

<file path=ppt/slides/_rels/slide2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slide" Target="slide284.xml"/><Relationship Id="rId4" Type="http://schemas.openxmlformats.org/officeDocument/2006/relationships/slide" Target="slide285.xml"/><Relationship Id="rId5" Type="http://schemas.openxmlformats.org/officeDocument/2006/relationships/slide" Target="slide287.xml"/><Relationship Id="rId6" Type="http://schemas.openxmlformats.org/officeDocument/2006/relationships/slide" Target="slide290.xml"/><Relationship Id="rId7" Type="http://schemas.openxmlformats.org/officeDocument/2006/relationships/audio" Target="../media/snd_boing.wav"/></Relationships>
</file>

<file path=ppt/slides/_rels/slide2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slide" Target="slide286.xml"/><Relationship Id="rId4" Type="http://schemas.openxmlformats.org/officeDocument/2006/relationships/slide" Target="slide289.xml"/><Relationship Id="rId5" Type="http://schemas.openxmlformats.org/officeDocument/2006/relationships/slide" Target="slide290.xml"/><Relationship Id="rId6" Type="http://schemas.openxmlformats.org/officeDocument/2006/relationships/audio" Target="../media/snd_bonk.wav"/></Relationships>
</file>

<file path=ppt/slides/_rels/slide2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slide" Target="slide286.xml"/><Relationship Id="rId4" Type="http://schemas.openxmlformats.org/officeDocument/2006/relationships/slide" Target="slide289.xml"/><Relationship Id="rId5" Type="http://schemas.openxmlformats.org/officeDocument/2006/relationships/slide" Target="slide290.xml"/><Relationship Id="rId6" Type="http://schemas.openxmlformats.org/officeDocument/2006/relationships/audio" Target="../media/snd_boing.wav"/></Relationships>
</file>

<file path=ppt/slides/_rels/slide2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slide" Target="slide288.xml"/><Relationship Id="rId4" Type="http://schemas.openxmlformats.org/officeDocument/2006/relationships/slide" Target="slide289.xml"/><Relationship Id="rId5" Type="http://schemas.openxmlformats.org/officeDocument/2006/relationships/slide" Target="slide290.xml"/><Relationship Id="rId6" Type="http://schemas.openxmlformats.org/officeDocument/2006/relationships/audio" Target="../media/snd_bonk.wav"/></Relationships>
</file>

<file path=ppt/slides/_rels/slide2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slide" Target="slide288.xml"/><Relationship Id="rId4" Type="http://schemas.openxmlformats.org/officeDocument/2006/relationships/slide" Target="slide289.xml"/><Relationship Id="rId5" Type="http://schemas.openxmlformats.org/officeDocument/2006/relationships/slide" Target="slide290.xml"/><Relationship Id="rId6" Type="http://schemas.openxmlformats.org/officeDocument/2006/relationships/audio" Target="../media/snd_boing.wav"/></Relationships>
</file>

<file path=ppt/slides/_rels/slide2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slide" Target="slide290.xml"/><Relationship Id="rId4" Type="http://schemas.openxmlformats.org/officeDocument/2006/relationships/audio" Target="../media/snd_bonk.wav"/><Relationship Id="rId5" Type="http://schemas.openxmlformats.org/officeDocument/2006/relationships/image" Target="../media/image40.png"/><Relationship Id="rId6" Type="http://schemas.openxmlformats.org/officeDocument/2006/relationships/audio" Target="../media/snd_cheer.wav"/></Relationships>
</file>

<file path=ppt/slides/_rels/slide2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Relationship Id="rId3" Type="http://schemas.openxmlformats.org/officeDocument/2006/relationships/image" Target="../media/image26.png"/><Relationship Id="rId4" Type="http://schemas.openxmlformats.org/officeDocument/2006/relationships/image" Target="../media/image24.png"/><Relationship Id="rId5" Type="http://schemas.openxmlformats.org/officeDocument/2006/relationships/image" Target="../media/image27.png"/><Relationship Id="rId6" Type="http://schemas.openxmlformats.org/officeDocument/2006/relationships/image" Target="../media/image28.png"/><Relationship Id="rId7" Type="http://schemas.openxmlformats.org/officeDocument/2006/relationships/image" Target="../media/image29.png"/><Relationship Id="rId8" Type="http://schemas.openxmlformats.org/officeDocument/2006/relationships/image" Target="../media/image30.png"/><Relationship Id="rId9" Type="http://schemas.openxmlformats.org/officeDocument/2006/relationships/image" Target="../media/image31.png"/><Relationship Id="rId10" Type="http://schemas.openxmlformats.org/officeDocument/2006/relationships/image" Target="../media/image32.png"/><Relationship Id="rId11" Type="http://schemas.openxmlformats.org/officeDocument/2006/relationships/slide" Target="slide291.xml"/><Relationship Id="rId12" Type="http://schemas.openxmlformats.org/officeDocument/2006/relationships/slide" Target="slide292.xml"/><Relationship Id="rId13" Type="http://schemas.openxmlformats.org/officeDocument/2006/relationships/slide" Target="slide293.xml"/><Relationship Id="rId14" Type="http://schemas.openxmlformats.org/officeDocument/2006/relationships/slide" Target="slide294.xml"/><Relationship Id="rId15" Type="http://schemas.openxmlformats.org/officeDocument/2006/relationships/slide" Target="slide295.xml"/><Relationship Id="rId16" Type="http://schemas.openxmlformats.org/officeDocument/2006/relationships/slide" Target="slide296.xml"/><Relationship Id="rId17" Type="http://schemas.openxmlformats.org/officeDocument/2006/relationships/slide" Target="slide297.xml"/><Relationship Id="rId18" Type="http://schemas.openxmlformats.org/officeDocument/2006/relationships/slide" Target="slide298.xml"/><Relationship Id="rId19" Type="http://schemas.openxmlformats.org/officeDocument/2006/relationships/slide" Target="slide299.xml"/></Relationships>
</file>

<file path=ppt/slides/_rels/slide2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Relationship Id="rId3" Type="http://schemas.openxmlformats.org/officeDocument/2006/relationships/image" Target="../media/image26.png"/><Relationship Id="rId4" Type="http://schemas.openxmlformats.org/officeDocument/2006/relationships/image" Target="../media/image24.png"/><Relationship Id="rId5" Type="http://schemas.openxmlformats.org/officeDocument/2006/relationships/slide" Target="slide290.xml"/><Relationship Id="rId6" Type="http://schemas.openxmlformats.org/officeDocument/2006/relationships/slide" Target="slide299.xml"/><Relationship Id="rId7" Type="http://schemas.openxmlformats.org/officeDocument/2006/relationships/audio" Target="../media/snd_tada.wav"/></Relationships>
</file>

<file path=ppt/slides/_rels/slide2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Relationship Id="rId3" Type="http://schemas.openxmlformats.org/officeDocument/2006/relationships/image" Target="../media/image27.png"/><Relationship Id="rId4" Type="http://schemas.openxmlformats.org/officeDocument/2006/relationships/image" Target="../media/image28.png"/><Relationship Id="rId5" Type="http://schemas.openxmlformats.org/officeDocument/2006/relationships/slide" Target="slide290.xml"/><Relationship Id="rId6" Type="http://schemas.openxmlformats.org/officeDocument/2006/relationships/slide" Target="slide299.xml"/><Relationship Id="rId7" Type="http://schemas.openxmlformats.org/officeDocument/2006/relationships/audio" Target="../media/snd_tada.wav"/></Relationships>
</file>

<file path=ppt/slides/_rels/slide2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Relationship Id="rId3" Type="http://schemas.openxmlformats.org/officeDocument/2006/relationships/image" Target="../media/image29.png"/><Relationship Id="rId4" Type="http://schemas.openxmlformats.org/officeDocument/2006/relationships/image" Target="../media/image30.png"/><Relationship Id="rId5" Type="http://schemas.openxmlformats.org/officeDocument/2006/relationships/slide" Target="slide290.xml"/><Relationship Id="rId6" Type="http://schemas.openxmlformats.org/officeDocument/2006/relationships/slide" Target="slide299.xml"/><Relationship Id="rId7" Type="http://schemas.openxmlformats.org/officeDocument/2006/relationships/audio" Target="../media/snd_tada.wav"/></Relationships>
</file>

<file path=ppt/slides/_rels/slide2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Relationship Id="rId3" Type="http://schemas.openxmlformats.org/officeDocument/2006/relationships/image" Target="../media/image31.png"/><Relationship Id="rId4" Type="http://schemas.openxmlformats.org/officeDocument/2006/relationships/image" Target="../media/image32.png"/><Relationship Id="rId5" Type="http://schemas.openxmlformats.org/officeDocument/2006/relationships/slide" Target="slide290.xml"/><Relationship Id="rId6" Type="http://schemas.openxmlformats.org/officeDocument/2006/relationships/slide" Target="slide299.xml"/><Relationship Id="rId7" Type="http://schemas.openxmlformats.org/officeDocument/2006/relationships/audio" Target="../media/snd_tada.wav"/></Relationships>
</file>

<file path=ppt/slides/_rels/slide2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Relationship Id="rId3" Type="http://schemas.openxmlformats.org/officeDocument/2006/relationships/image" Target="../media/image26.png"/><Relationship Id="rId4" Type="http://schemas.openxmlformats.org/officeDocument/2006/relationships/image" Target="../media/image24.png"/><Relationship Id="rId5" Type="http://schemas.openxmlformats.org/officeDocument/2006/relationships/slide" Target="slide290.xml"/><Relationship Id="rId6" Type="http://schemas.openxmlformats.org/officeDocument/2006/relationships/slide" Target="slide299.xml"/><Relationship Id="rId7" Type="http://schemas.openxmlformats.org/officeDocument/2006/relationships/audio" Target="../media/snd_tada.wav"/></Relationships>
</file>

<file path=ppt/slides/_rels/slide2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Relationship Id="rId3" Type="http://schemas.openxmlformats.org/officeDocument/2006/relationships/image" Target="../media/image27.png"/><Relationship Id="rId4" Type="http://schemas.openxmlformats.org/officeDocument/2006/relationships/image" Target="../media/image28.png"/><Relationship Id="rId5" Type="http://schemas.openxmlformats.org/officeDocument/2006/relationships/slide" Target="slide290.xml"/><Relationship Id="rId6" Type="http://schemas.openxmlformats.org/officeDocument/2006/relationships/slide" Target="slide299.xml"/><Relationship Id="rId7" Type="http://schemas.openxmlformats.org/officeDocument/2006/relationships/audio" Target="../media/snd_tada.wav"/></Relationships>
</file>

<file path=ppt/slides/_rels/slide2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Relationship Id="rId3" Type="http://schemas.openxmlformats.org/officeDocument/2006/relationships/image" Target="../media/image29.png"/><Relationship Id="rId4" Type="http://schemas.openxmlformats.org/officeDocument/2006/relationships/image" Target="../media/image30.png"/><Relationship Id="rId5" Type="http://schemas.openxmlformats.org/officeDocument/2006/relationships/slide" Target="slide290.xml"/><Relationship Id="rId6" Type="http://schemas.openxmlformats.org/officeDocument/2006/relationships/slide" Target="slide299.xml"/><Relationship Id="rId7" Type="http://schemas.openxmlformats.org/officeDocument/2006/relationships/audio" Target="../media/snd_tada.wav"/></Relationships>
</file>

<file path=ppt/slides/_rels/slide2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Relationship Id="rId3" Type="http://schemas.openxmlformats.org/officeDocument/2006/relationships/image" Target="../media/image31.png"/><Relationship Id="rId4" Type="http://schemas.openxmlformats.org/officeDocument/2006/relationships/image" Target="../media/image32.png"/><Relationship Id="rId5" Type="http://schemas.openxmlformats.org/officeDocument/2006/relationships/slide" Target="slide290.xml"/><Relationship Id="rId6" Type="http://schemas.openxmlformats.org/officeDocument/2006/relationships/slide" Target="slide299.xml"/><Relationship Id="rId7" Type="http://schemas.openxmlformats.org/officeDocument/2006/relationships/audio" Target="../media/snd_tada.wav"/></Relationships>
</file>

<file path=ppt/slides/_rels/slide2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slide" Target="slide301.xml"/><Relationship Id="rId7" Type="http://schemas.openxmlformats.org/officeDocument/2006/relationships/slide" Target="slide300.xml"/><Relationship Id="rId8" Type="http://schemas.openxmlformats.org/officeDocument/2006/relationships/slide" Target="slide303.xml"/><Relationship Id="rId9" Type="http://schemas.openxmlformats.org/officeDocument/2006/relationships/slide" Target="slide306.xml"/></Relationships>
</file>

<file path=ppt/slides/_rels/slide3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slide" Target="slide301.xml"/><Relationship Id="rId7" Type="http://schemas.openxmlformats.org/officeDocument/2006/relationships/slide" Target="slide300.xml"/><Relationship Id="rId8" Type="http://schemas.openxmlformats.org/officeDocument/2006/relationships/slide" Target="slide303.xml"/><Relationship Id="rId9" Type="http://schemas.openxmlformats.org/officeDocument/2006/relationships/slide" Target="slide306.xml"/><Relationship Id="rId10" Type="http://schemas.openxmlformats.org/officeDocument/2006/relationships/audio" Target="../media/snd_boing.wav"/></Relationships>
</file>

<file path=ppt/slides/_rels/slide3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slide" Target="slide302.xml"/><Relationship Id="rId7" Type="http://schemas.openxmlformats.org/officeDocument/2006/relationships/slide" Target="slide305.xml"/><Relationship Id="rId8" Type="http://schemas.openxmlformats.org/officeDocument/2006/relationships/slide" Target="slide306.xml"/><Relationship Id="rId9" Type="http://schemas.openxmlformats.org/officeDocument/2006/relationships/audio" Target="../media/snd_pop.wav"/></Relationships>
</file>

<file path=ppt/slides/_rels/slide3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slide" Target="slide302.xml"/><Relationship Id="rId7" Type="http://schemas.openxmlformats.org/officeDocument/2006/relationships/slide" Target="slide305.xml"/><Relationship Id="rId8" Type="http://schemas.openxmlformats.org/officeDocument/2006/relationships/slide" Target="slide306.xml"/><Relationship Id="rId9" Type="http://schemas.openxmlformats.org/officeDocument/2006/relationships/audio" Target="../media/snd_boing.wav"/></Relationships>
</file>

<file path=ppt/slides/_rels/slide3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slide" Target="slide305.xml"/><Relationship Id="rId7" Type="http://schemas.openxmlformats.org/officeDocument/2006/relationships/slide" Target="slide304.xml"/><Relationship Id="rId8" Type="http://schemas.openxmlformats.org/officeDocument/2006/relationships/slide" Target="slide306.xml"/><Relationship Id="rId9" Type="http://schemas.openxmlformats.org/officeDocument/2006/relationships/audio" Target="../media/snd_pop.wav"/></Relationships>
</file>

<file path=ppt/slides/_rels/slide3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slide" Target="slide305.xml"/><Relationship Id="rId7" Type="http://schemas.openxmlformats.org/officeDocument/2006/relationships/slide" Target="slide304.xml"/><Relationship Id="rId8" Type="http://schemas.openxmlformats.org/officeDocument/2006/relationships/slide" Target="slide306.xml"/><Relationship Id="rId9" Type="http://schemas.openxmlformats.org/officeDocument/2006/relationships/audio" Target="../media/snd_boing.wav"/></Relationships>
</file>

<file path=ppt/slides/_rels/slide3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slide" Target="slide306.xml"/><Relationship Id="rId7" Type="http://schemas.openxmlformats.org/officeDocument/2006/relationships/audio" Target="../media/snd_pop.wav"/><Relationship Id="rId8" Type="http://schemas.openxmlformats.org/officeDocument/2006/relationships/image" Target="../media/image40.png"/><Relationship Id="rId9" Type="http://schemas.openxmlformats.org/officeDocument/2006/relationships/audio" Target="../media/snd_cheer.wav"/></Relationships>
</file>

<file path=ppt/slides/_rels/slide3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image" Target="../media/image8.png"/><Relationship Id="rId4" Type="http://schemas.openxmlformats.org/officeDocument/2006/relationships/image" Target="../media/image18.png"/><Relationship Id="rId5" Type="http://schemas.openxmlformats.org/officeDocument/2006/relationships/image" Target="../media/image34.png"/><Relationship Id="rId6" Type="http://schemas.openxmlformats.org/officeDocument/2006/relationships/image" Target="../media/image19.png"/><Relationship Id="rId7" Type="http://schemas.openxmlformats.org/officeDocument/2006/relationships/image" Target="../media/image39.png"/><Relationship Id="rId8" Type="http://schemas.openxmlformats.org/officeDocument/2006/relationships/slide" Target="slide307.xml"/><Relationship Id="rId9" Type="http://schemas.openxmlformats.org/officeDocument/2006/relationships/slide" Target="slide308.xml"/><Relationship Id="rId10" Type="http://schemas.openxmlformats.org/officeDocument/2006/relationships/slide" Target="slide309.xml"/></Relationships>
</file>

<file path=ppt/slides/_rels/slide3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image" Target="../media/image11.png"/><Relationship Id="rId4" Type="http://schemas.openxmlformats.org/officeDocument/2006/relationships/image" Target="../media/image18.png"/><Relationship Id="rId5" Type="http://schemas.openxmlformats.org/officeDocument/2006/relationships/image" Target="../media/image34.png"/><Relationship Id="rId6" Type="http://schemas.openxmlformats.org/officeDocument/2006/relationships/image" Target="../media/image19.png"/><Relationship Id="rId7" Type="http://schemas.openxmlformats.org/officeDocument/2006/relationships/image" Target="../media/image39.png"/><Relationship Id="rId8" Type="http://schemas.openxmlformats.org/officeDocument/2006/relationships/slide" Target="slide307.xml"/><Relationship Id="rId9" Type="http://schemas.openxmlformats.org/officeDocument/2006/relationships/slide" Target="slide308.xml"/><Relationship Id="rId10" Type="http://schemas.openxmlformats.org/officeDocument/2006/relationships/slide" Target="slide309.xml"/><Relationship Id="rId11" Type="http://schemas.openxmlformats.org/officeDocument/2006/relationships/audio" Target="../media/snd_boing.wav"/></Relationships>
</file>

<file path=ppt/slides/_rels/slide3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image" Target="../media/image12.png"/><Relationship Id="rId4" Type="http://schemas.openxmlformats.org/officeDocument/2006/relationships/image" Target="../media/image18.png"/><Relationship Id="rId5" Type="http://schemas.openxmlformats.org/officeDocument/2006/relationships/image" Target="../media/image34.png"/><Relationship Id="rId6" Type="http://schemas.openxmlformats.org/officeDocument/2006/relationships/image" Target="../media/image39.png"/><Relationship Id="rId7" Type="http://schemas.openxmlformats.org/officeDocument/2006/relationships/slide" Target="slide309.xml"/><Relationship Id="rId8" Type="http://schemas.openxmlformats.org/officeDocument/2006/relationships/audio" Target="../media/snd_munch.wav"/><Relationship Id="rId9" Type="http://schemas.openxmlformats.org/officeDocument/2006/relationships/image" Target="../media/image40.png"/><Relationship Id="rId10" Type="http://schemas.openxmlformats.org/officeDocument/2006/relationships/audio" Target="../media/snd_cheer.wav"/></Relationships>
</file>

<file path=ppt/slides/_rels/slide3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image" Target="../media/image35.png"/><Relationship Id="rId4" Type="http://schemas.openxmlformats.org/officeDocument/2006/relationships/image" Target="../media/image13.png"/><Relationship Id="rId5" Type="http://schemas.openxmlformats.org/officeDocument/2006/relationships/image" Target="../media/image23.png"/><Relationship Id="rId6" Type="http://schemas.openxmlformats.org/officeDocument/2006/relationships/image" Target="../media/image16.png"/><Relationship Id="rId7" Type="http://schemas.openxmlformats.org/officeDocument/2006/relationships/slide" Target="slide310.xml"/><Relationship Id="rId8" Type="http://schemas.openxmlformats.org/officeDocument/2006/relationships/slide" Target="slide311.xml"/><Relationship Id="rId9" Type="http://schemas.openxmlformats.org/officeDocument/2006/relationships/slide" Target="slide313.xml"/><Relationship Id="rId10" Type="http://schemas.openxmlformats.org/officeDocument/2006/relationships/slide" Target="slide316.xml"/></Relationships>
</file>

<file path=ppt/slides/_rels/slide3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image" Target="../media/image35.png"/><Relationship Id="rId4" Type="http://schemas.openxmlformats.org/officeDocument/2006/relationships/image" Target="../media/image13.png"/><Relationship Id="rId5" Type="http://schemas.openxmlformats.org/officeDocument/2006/relationships/image" Target="../media/image23.png"/><Relationship Id="rId6" Type="http://schemas.openxmlformats.org/officeDocument/2006/relationships/image" Target="../media/image16.png"/><Relationship Id="rId7" Type="http://schemas.openxmlformats.org/officeDocument/2006/relationships/slide" Target="slide310.xml"/><Relationship Id="rId8" Type="http://schemas.openxmlformats.org/officeDocument/2006/relationships/slide" Target="slide311.xml"/><Relationship Id="rId9" Type="http://schemas.openxmlformats.org/officeDocument/2006/relationships/slide" Target="slide313.xml"/><Relationship Id="rId10" Type="http://schemas.openxmlformats.org/officeDocument/2006/relationships/slide" Target="slide316.xml"/><Relationship Id="rId11" Type="http://schemas.openxmlformats.org/officeDocument/2006/relationships/audio" Target="../media/snd_boing.wav"/></Relationships>
</file>

<file path=ppt/slides/_rels/slide3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image" Target="../media/image35.png"/><Relationship Id="rId4" Type="http://schemas.openxmlformats.org/officeDocument/2006/relationships/image" Target="../media/image13.png"/><Relationship Id="rId5" Type="http://schemas.openxmlformats.org/officeDocument/2006/relationships/image" Target="../media/image23.png"/><Relationship Id="rId6" Type="http://schemas.openxmlformats.org/officeDocument/2006/relationships/image" Target="../media/image16.png"/><Relationship Id="rId7" Type="http://schemas.openxmlformats.org/officeDocument/2006/relationships/slide" Target="slide312.xml"/><Relationship Id="rId8" Type="http://schemas.openxmlformats.org/officeDocument/2006/relationships/slide" Target="slide315.xml"/><Relationship Id="rId9" Type="http://schemas.openxmlformats.org/officeDocument/2006/relationships/slide" Target="slide316.xml"/><Relationship Id="rId10" Type="http://schemas.openxmlformats.org/officeDocument/2006/relationships/audio" Target="../media/snd_splash.wav"/></Relationships>
</file>

<file path=ppt/slides/_rels/slide3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image" Target="../media/image35.png"/><Relationship Id="rId4" Type="http://schemas.openxmlformats.org/officeDocument/2006/relationships/image" Target="../media/image13.png"/><Relationship Id="rId5" Type="http://schemas.openxmlformats.org/officeDocument/2006/relationships/image" Target="../media/image23.png"/><Relationship Id="rId6" Type="http://schemas.openxmlformats.org/officeDocument/2006/relationships/image" Target="../media/image16.png"/><Relationship Id="rId7" Type="http://schemas.openxmlformats.org/officeDocument/2006/relationships/slide" Target="slide312.xml"/><Relationship Id="rId8" Type="http://schemas.openxmlformats.org/officeDocument/2006/relationships/slide" Target="slide315.xml"/><Relationship Id="rId9" Type="http://schemas.openxmlformats.org/officeDocument/2006/relationships/slide" Target="slide316.xml"/><Relationship Id="rId10" Type="http://schemas.openxmlformats.org/officeDocument/2006/relationships/audio" Target="../media/snd_boing.wav"/></Relationships>
</file>

<file path=ppt/slides/_rels/slide3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image" Target="../media/image35.png"/><Relationship Id="rId4" Type="http://schemas.openxmlformats.org/officeDocument/2006/relationships/image" Target="../media/image13.png"/><Relationship Id="rId5" Type="http://schemas.openxmlformats.org/officeDocument/2006/relationships/image" Target="../media/image23.png"/><Relationship Id="rId6" Type="http://schemas.openxmlformats.org/officeDocument/2006/relationships/image" Target="../media/image16.png"/><Relationship Id="rId7" Type="http://schemas.openxmlformats.org/officeDocument/2006/relationships/slide" Target="slide314.xml"/><Relationship Id="rId8" Type="http://schemas.openxmlformats.org/officeDocument/2006/relationships/slide" Target="slide315.xml"/><Relationship Id="rId9" Type="http://schemas.openxmlformats.org/officeDocument/2006/relationships/slide" Target="slide316.xml"/><Relationship Id="rId10" Type="http://schemas.openxmlformats.org/officeDocument/2006/relationships/audio" Target="../media/snd_splash.wav"/></Relationships>
</file>

<file path=ppt/slides/_rels/slide3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image" Target="../media/image35.png"/><Relationship Id="rId4" Type="http://schemas.openxmlformats.org/officeDocument/2006/relationships/image" Target="../media/image13.png"/><Relationship Id="rId5" Type="http://schemas.openxmlformats.org/officeDocument/2006/relationships/image" Target="../media/image23.png"/><Relationship Id="rId6" Type="http://schemas.openxmlformats.org/officeDocument/2006/relationships/image" Target="../media/image16.png"/><Relationship Id="rId7" Type="http://schemas.openxmlformats.org/officeDocument/2006/relationships/slide" Target="slide314.xml"/><Relationship Id="rId8" Type="http://schemas.openxmlformats.org/officeDocument/2006/relationships/slide" Target="slide315.xml"/><Relationship Id="rId9" Type="http://schemas.openxmlformats.org/officeDocument/2006/relationships/slide" Target="slide316.xml"/><Relationship Id="rId10" Type="http://schemas.openxmlformats.org/officeDocument/2006/relationships/audio" Target="../media/snd_boing.wav"/></Relationships>
</file>

<file path=ppt/slides/_rels/slide3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image" Target="../media/image35.png"/><Relationship Id="rId4" Type="http://schemas.openxmlformats.org/officeDocument/2006/relationships/image" Target="../media/image13.png"/><Relationship Id="rId5" Type="http://schemas.openxmlformats.org/officeDocument/2006/relationships/image" Target="../media/image16.png"/><Relationship Id="rId6" Type="http://schemas.openxmlformats.org/officeDocument/2006/relationships/slide" Target="slide316.xml"/><Relationship Id="rId7" Type="http://schemas.openxmlformats.org/officeDocument/2006/relationships/audio" Target="../media/snd_splash.wav"/><Relationship Id="rId8" Type="http://schemas.openxmlformats.org/officeDocument/2006/relationships/image" Target="../media/image40.png"/><Relationship Id="rId9" Type="http://schemas.openxmlformats.org/officeDocument/2006/relationships/audio" Target="../media/snd_cheer.wav"/></Relationships>
</file>

<file path=ppt/slides/_rels/slide3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slide" Target="slide317.xml"/><Relationship Id="rId4" Type="http://schemas.openxmlformats.org/officeDocument/2006/relationships/slide" Target="slide318.xml"/><Relationship Id="rId5" Type="http://schemas.openxmlformats.org/officeDocument/2006/relationships/slide" Target="slide320.xml"/><Relationship Id="rId6" Type="http://schemas.openxmlformats.org/officeDocument/2006/relationships/slide" Target="slide323.xml"/></Relationships>
</file>

<file path=ppt/slides/_rels/slide3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slide" Target="slide317.xml"/><Relationship Id="rId4" Type="http://schemas.openxmlformats.org/officeDocument/2006/relationships/slide" Target="slide318.xml"/><Relationship Id="rId5" Type="http://schemas.openxmlformats.org/officeDocument/2006/relationships/slide" Target="slide320.xml"/><Relationship Id="rId6" Type="http://schemas.openxmlformats.org/officeDocument/2006/relationships/slide" Target="slide323.xml"/><Relationship Id="rId7" Type="http://schemas.openxmlformats.org/officeDocument/2006/relationships/audio" Target="../media/snd_boing.wav"/></Relationships>
</file>

<file path=ppt/slides/_rels/slide3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slide" Target="slide319.xml"/><Relationship Id="rId4" Type="http://schemas.openxmlformats.org/officeDocument/2006/relationships/slide" Target="slide322.xml"/><Relationship Id="rId5" Type="http://schemas.openxmlformats.org/officeDocument/2006/relationships/slide" Target="slide323.xml"/><Relationship Id="rId6" Type="http://schemas.openxmlformats.org/officeDocument/2006/relationships/audio" Target="../media/snd_bonk.wav"/></Relationships>
</file>

<file path=ppt/slides/_rels/slide3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slide" Target="slide319.xml"/><Relationship Id="rId4" Type="http://schemas.openxmlformats.org/officeDocument/2006/relationships/slide" Target="slide322.xml"/><Relationship Id="rId5" Type="http://schemas.openxmlformats.org/officeDocument/2006/relationships/slide" Target="slide323.xml"/><Relationship Id="rId6" Type="http://schemas.openxmlformats.org/officeDocument/2006/relationships/audio" Target="../media/snd_boing.wav"/></Relationships>
</file>

<file path=ppt/slides/_rels/slide3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slide" Target="slide321.xml"/><Relationship Id="rId4" Type="http://schemas.openxmlformats.org/officeDocument/2006/relationships/slide" Target="slide322.xml"/><Relationship Id="rId5" Type="http://schemas.openxmlformats.org/officeDocument/2006/relationships/slide" Target="slide323.xml"/><Relationship Id="rId6" Type="http://schemas.openxmlformats.org/officeDocument/2006/relationships/audio" Target="../media/snd_bonk.wav"/></Relationships>
</file>

<file path=ppt/slides/_rels/slide3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slide" Target="slide321.xml"/><Relationship Id="rId4" Type="http://schemas.openxmlformats.org/officeDocument/2006/relationships/slide" Target="slide322.xml"/><Relationship Id="rId5" Type="http://schemas.openxmlformats.org/officeDocument/2006/relationships/slide" Target="slide323.xml"/><Relationship Id="rId6" Type="http://schemas.openxmlformats.org/officeDocument/2006/relationships/audio" Target="../media/snd_boing.wav"/></Relationships>
</file>

<file path=ppt/slides/_rels/slide3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slide" Target="slide323.xml"/><Relationship Id="rId4" Type="http://schemas.openxmlformats.org/officeDocument/2006/relationships/audio" Target="../media/snd_bonk.wav"/><Relationship Id="rId5" Type="http://schemas.openxmlformats.org/officeDocument/2006/relationships/image" Target="../media/image40.png"/><Relationship Id="rId6" Type="http://schemas.openxmlformats.org/officeDocument/2006/relationships/audio" Target="../media/snd_cheer.wav"/></Relationships>
</file>

<file path=ppt/slides/_rels/slide3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Relationship Id="rId3" Type="http://schemas.openxmlformats.org/officeDocument/2006/relationships/image" Target="../media/image20.png"/><Relationship Id="rId4" Type="http://schemas.openxmlformats.org/officeDocument/2006/relationships/image" Target="../media/image22.png"/><Relationship Id="rId5" Type="http://schemas.openxmlformats.org/officeDocument/2006/relationships/slide" Target="slide324.xml"/><Relationship Id="rId6" Type="http://schemas.openxmlformats.org/officeDocument/2006/relationships/slide" Target="slide327.xml"/><Relationship Id="rId7" Type="http://schemas.openxmlformats.org/officeDocument/2006/relationships/slide" Target="slide330.xml"/></Relationships>
</file>

<file path=ppt/slides/_rels/slide3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Relationship Id="rId3" Type="http://schemas.openxmlformats.org/officeDocument/2006/relationships/image" Target="../media/image20.png"/><Relationship Id="rId4" Type="http://schemas.openxmlformats.org/officeDocument/2006/relationships/image" Target="../media/image22.png"/><Relationship Id="rId5" Type="http://schemas.openxmlformats.org/officeDocument/2006/relationships/slide" Target="slide328.xml"/><Relationship Id="rId6" Type="http://schemas.openxmlformats.org/officeDocument/2006/relationships/slide" Target="slide325.xml"/><Relationship Id="rId7" Type="http://schemas.openxmlformats.org/officeDocument/2006/relationships/slide" Target="slide330.xml"/><Relationship Id="rId8" Type="http://schemas.openxmlformats.org/officeDocument/2006/relationships/audio" Target="../media/snd_ding.wav"/></Relationships>
</file>

<file path=ppt/slides/_rels/slide3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Relationship Id="rId3" Type="http://schemas.openxmlformats.org/officeDocument/2006/relationships/image" Target="../media/image20.png"/><Relationship Id="rId4" Type="http://schemas.openxmlformats.org/officeDocument/2006/relationships/image" Target="../media/image22.png"/><Relationship Id="rId5" Type="http://schemas.openxmlformats.org/officeDocument/2006/relationships/slide" Target="slide326.xml"/><Relationship Id="rId6" Type="http://schemas.openxmlformats.org/officeDocument/2006/relationships/slide" Target="slide330.xml"/><Relationship Id="rId7" Type="http://schemas.openxmlformats.org/officeDocument/2006/relationships/audio" Target="../media/snd_ding.wav"/></Relationships>
</file>

<file path=ppt/slides/_rels/slide3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Relationship Id="rId3" Type="http://schemas.openxmlformats.org/officeDocument/2006/relationships/image" Target="../media/image20.png"/><Relationship Id="rId4" Type="http://schemas.openxmlformats.org/officeDocument/2006/relationships/image" Target="../media/image22.png"/><Relationship Id="rId5" Type="http://schemas.openxmlformats.org/officeDocument/2006/relationships/slide" Target="slide329.xml"/><Relationship Id="rId6" Type="http://schemas.openxmlformats.org/officeDocument/2006/relationships/slide" Target="slide330.xml"/><Relationship Id="rId7" Type="http://schemas.openxmlformats.org/officeDocument/2006/relationships/audio" Target="../media/snd_ding.wav"/></Relationships>
</file>

<file path=ppt/slides/_rels/slide3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Relationship Id="rId3" Type="http://schemas.openxmlformats.org/officeDocument/2006/relationships/image" Target="../media/image20.png"/><Relationship Id="rId4" Type="http://schemas.openxmlformats.org/officeDocument/2006/relationships/image" Target="../media/image22.png"/><Relationship Id="rId5" Type="http://schemas.openxmlformats.org/officeDocument/2006/relationships/slide" Target="slide324.xml"/><Relationship Id="rId6" Type="http://schemas.openxmlformats.org/officeDocument/2006/relationships/slide" Target="slide327.xml"/><Relationship Id="rId7" Type="http://schemas.openxmlformats.org/officeDocument/2006/relationships/slide" Target="slide330.xml"/><Relationship Id="rId8" Type="http://schemas.openxmlformats.org/officeDocument/2006/relationships/audio" Target="../media/snd_boing.wav"/></Relationships>
</file>

<file path=ppt/slides/_rels/slide3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Relationship Id="rId3" Type="http://schemas.openxmlformats.org/officeDocument/2006/relationships/image" Target="../media/image20.png"/><Relationship Id="rId4" Type="http://schemas.openxmlformats.org/officeDocument/2006/relationships/image" Target="../media/image22.png"/><Relationship Id="rId5" Type="http://schemas.openxmlformats.org/officeDocument/2006/relationships/slide" Target="slide328.xml"/><Relationship Id="rId6" Type="http://schemas.openxmlformats.org/officeDocument/2006/relationships/slide" Target="slide325.xml"/><Relationship Id="rId7" Type="http://schemas.openxmlformats.org/officeDocument/2006/relationships/slide" Target="slide330.xml"/><Relationship Id="rId8" Type="http://schemas.openxmlformats.org/officeDocument/2006/relationships/audio" Target="../media/snd_boing.wav"/></Relationships>
</file>

<file path=ppt/slides/_rels/slide3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Relationship Id="rId3" Type="http://schemas.openxmlformats.org/officeDocument/2006/relationships/image" Target="../media/image20.png"/><Relationship Id="rId4" Type="http://schemas.openxmlformats.org/officeDocument/2006/relationships/image" Target="../media/image22.png"/><Relationship Id="rId5" Type="http://schemas.openxmlformats.org/officeDocument/2006/relationships/slide" Target="slide330.xml"/><Relationship Id="rId6" Type="http://schemas.openxmlformats.org/officeDocument/2006/relationships/audio" Target="../media/snd_whistle.wav"/><Relationship Id="rId7" Type="http://schemas.openxmlformats.org/officeDocument/2006/relationships/image" Target="../media/image40.png"/><Relationship Id="rId8" Type="http://schemas.openxmlformats.org/officeDocument/2006/relationships/audio" Target="../media/snd_cheer.wav"/></Relationships>
</file>

<file path=ppt/slides/_rels/slide3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6.png"/><Relationship Id="rId4" Type="http://schemas.openxmlformats.org/officeDocument/2006/relationships/image" Target="../media/image4.png"/><Relationship Id="rId5" Type="http://schemas.openxmlformats.org/officeDocument/2006/relationships/slide" Target="slide332.xml"/><Relationship Id="rId6" Type="http://schemas.openxmlformats.org/officeDocument/2006/relationships/slide" Target="slide331.xml"/><Relationship Id="rId7" Type="http://schemas.openxmlformats.org/officeDocument/2006/relationships/slide" Target="slide334.xml"/><Relationship Id="rId8" Type="http://schemas.openxmlformats.org/officeDocument/2006/relationships/slide" Target="slide337.xml"/></Relationships>
</file>

<file path=ppt/slides/_rels/slide3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6.png"/><Relationship Id="rId4" Type="http://schemas.openxmlformats.org/officeDocument/2006/relationships/image" Target="../media/image4.png"/><Relationship Id="rId5" Type="http://schemas.openxmlformats.org/officeDocument/2006/relationships/slide" Target="slide332.xml"/><Relationship Id="rId6" Type="http://schemas.openxmlformats.org/officeDocument/2006/relationships/slide" Target="slide331.xml"/><Relationship Id="rId7" Type="http://schemas.openxmlformats.org/officeDocument/2006/relationships/slide" Target="slide334.xml"/><Relationship Id="rId8" Type="http://schemas.openxmlformats.org/officeDocument/2006/relationships/slide" Target="slide337.xml"/><Relationship Id="rId9" Type="http://schemas.openxmlformats.org/officeDocument/2006/relationships/audio" Target="../media/snd_boing.wav"/></Relationships>
</file>

<file path=ppt/slides/_rels/slide3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slide" Target="slide333.xml"/><Relationship Id="rId6" Type="http://schemas.openxmlformats.org/officeDocument/2006/relationships/slide" Target="slide336.xml"/><Relationship Id="rId7" Type="http://schemas.openxmlformats.org/officeDocument/2006/relationships/slide" Target="slide337.xml"/><Relationship Id="rId8" Type="http://schemas.openxmlformats.org/officeDocument/2006/relationships/audio" Target="../media/snd_pop.wav"/></Relationships>
</file>

<file path=ppt/slides/_rels/slide3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slide" Target="slide333.xml"/><Relationship Id="rId6" Type="http://schemas.openxmlformats.org/officeDocument/2006/relationships/slide" Target="slide336.xml"/><Relationship Id="rId7" Type="http://schemas.openxmlformats.org/officeDocument/2006/relationships/slide" Target="slide337.xml"/><Relationship Id="rId8" Type="http://schemas.openxmlformats.org/officeDocument/2006/relationships/audio" Target="../media/snd_boing.wav"/></Relationships>
</file>

<file path=ppt/slides/_rels/slide3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6.png"/><Relationship Id="rId4" Type="http://schemas.openxmlformats.org/officeDocument/2006/relationships/image" Target="../media/image4.png"/><Relationship Id="rId5" Type="http://schemas.openxmlformats.org/officeDocument/2006/relationships/slide" Target="slide336.xml"/><Relationship Id="rId6" Type="http://schemas.openxmlformats.org/officeDocument/2006/relationships/slide" Target="slide335.xml"/><Relationship Id="rId7" Type="http://schemas.openxmlformats.org/officeDocument/2006/relationships/slide" Target="slide337.xml"/><Relationship Id="rId8" Type="http://schemas.openxmlformats.org/officeDocument/2006/relationships/audio" Target="../media/snd_pop.wav"/></Relationships>
</file>

<file path=ppt/slides/_rels/slide3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6.png"/><Relationship Id="rId4" Type="http://schemas.openxmlformats.org/officeDocument/2006/relationships/image" Target="../media/image4.png"/><Relationship Id="rId5" Type="http://schemas.openxmlformats.org/officeDocument/2006/relationships/slide" Target="slide336.xml"/><Relationship Id="rId6" Type="http://schemas.openxmlformats.org/officeDocument/2006/relationships/slide" Target="slide335.xml"/><Relationship Id="rId7" Type="http://schemas.openxmlformats.org/officeDocument/2006/relationships/slide" Target="slide337.xml"/><Relationship Id="rId8" Type="http://schemas.openxmlformats.org/officeDocument/2006/relationships/audio" Target="../media/snd_boing.wav"/></Relationships>
</file>

<file path=ppt/slides/_rels/slide3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slide" Target="slide337.xml"/><Relationship Id="rId6" Type="http://schemas.openxmlformats.org/officeDocument/2006/relationships/audio" Target="../media/snd_pop.wav"/><Relationship Id="rId7" Type="http://schemas.openxmlformats.org/officeDocument/2006/relationships/image" Target="../media/image40.png"/><Relationship Id="rId8" Type="http://schemas.openxmlformats.org/officeDocument/2006/relationships/audio" Target="../media/snd_cheer.wav"/></Relationships>
</file>

<file path=ppt/slides/_rels/slide3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image" Target="../media/image8.png"/><Relationship Id="rId4" Type="http://schemas.openxmlformats.org/officeDocument/2006/relationships/image" Target="../media/image18.png"/><Relationship Id="rId5" Type="http://schemas.openxmlformats.org/officeDocument/2006/relationships/image" Target="../media/image19.png"/><Relationship Id="rId6" Type="http://schemas.openxmlformats.org/officeDocument/2006/relationships/slide" Target="slide339.xml"/><Relationship Id="rId7" Type="http://schemas.openxmlformats.org/officeDocument/2006/relationships/slide" Target="slide338.xml"/><Relationship Id="rId8" Type="http://schemas.openxmlformats.org/officeDocument/2006/relationships/slide" Target="slide340.xml"/></Relationships>
</file>

<file path=ppt/slides/_rels/slide3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image" Target="../media/image11.png"/><Relationship Id="rId4" Type="http://schemas.openxmlformats.org/officeDocument/2006/relationships/image" Target="../media/image18.png"/><Relationship Id="rId5" Type="http://schemas.openxmlformats.org/officeDocument/2006/relationships/image" Target="../media/image19.png"/><Relationship Id="rId6" Type="http://schemas.openxmlformats.org/officeDocument/2006/relationships/slide" Target="slide339.xml"/><Relationship Id="rId7" Type="http://schemas.openxmlformats.org/officeDocument/2006/relationships/slide" Target="slide338.xml"/><Relationship Id="rId8" Type="http://schemas.openxmlformats.org/officeDocument/2006/relationships/slide" Target="slide340.xml"/><Relationship Id="rId9" Type="http://schemas.openxmlformats.org/officeDocument/2006/relationships/audio" Target="../media/snd_boing.wav"/></Relationships>
</file>

<file path=ppt/slides/_rels/slide3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image" Target="../media/image12.png"/><Relationship Id="rId4" Type="http://schemas.openxmlformats.org/officeDocument/2006/relationships/image" Target="../media/image19.png"/><Relationship Id="rId5" Type="http://schemas.openxmlformats.org/officeDocument/2006/relationships/image" Target="../media/image18.png"/><Relationship Id="rId6" Type="http://schemas.openxmlformats.org/officeDocument/2006/relationships/slide" Target="slide340.xml"/><Relationship Id="rId7" Type="http://schemas.openxmlformats.org/officeDocument/2006/relationships/audio" Target="../media/snd_munch.wav"/><Relationship Id="rId8" Type="http://schemas.openxmlformats.org/officeDocument/2006/relationships/image" Target="../media/image40.png"/><Relationship Id="rId9" Type="http://schemas.openxmlformats.org/officeDocument/2006/relationships/audio" Target="../media/snd_cheer.wav"/></Relationships>
</file>

<file path=ppt/slides/_rels/slide3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image" Target="../media/image35.png"/><Relationship Id="rId4" Type="http://schemas.openxmlformats.org/officeDocument/2006/relationships/image" Target="../media/image16.png"/><Relationship Id="rId5" Type="http://schemas.openxmlformats.org/officeDocument/2006/relationships/image" Target="../media/image15.png"/><Relationship Id="rId6" Type="http://schemas.openxmlformats.org/officeDocument/2006/relationships/slide" Target="slide342.xml"/><Relationship Id="rId7" Type="http://schemas.openxmlformats.org/officeDocument/2006/relationships/slide" Target="slide341.xml"/><Relationship Id="rId8" Type="http://schemas.openxmlformats.org/officeDocument/2006/relationships/slide" Target="slide344.xml"/><Relationship Id="rId9" Type="http://schemas.openxmlformats.org/officeDocument/2006/relationships/slide" Target="slide347.xml"/></Relationships>
</file>

<file path=ppt/slides/_rels/slide3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image" Target="../media/image35.png"/><Relationship Id="rId4" Type="http://schemas.openxmlformats.org/officeDocument/2006/relationships/image" Target="../media/image16.png"/><Relationship Id="rId5" Type="http://schemas.openxmlformats.org/officeDocument/2006/relationships/image" Target="../media/image15.png"/><Relationship Id="rId6" Type="http://schemas.openxmlformats.org/officeDocument/2006/relationships/slide" Target="slide342.xml"/><Relationship Id="rId7" Type="http://schemas.openxmlformats.org/officeDocument/2006/relationships/slide" Target="slide341.xml"/><Relationship Id="rId8" Type="http://schemas.openxmlformats.org/officeDocument/2006/relationships/slide" Target="slide344.xml"/><Relationship Id="rId9" Type="http://schemas.openxmlformats.org/officeDocument/2006/relationships/slide" Target="slide347.xml"/><Relationship Id="rId10" Type="http://schemas.openxmlformats.org/officeDocument/2006/relationships/audio" Target="../media/snd_boing.wav"/></Relationships>
</file>

<file path=ppt/slides/_rels/slide3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image" Target="../media/image16.png"/><Relationship Id="rId4" Type="http://schemas.openxmlformats.org/officeDocument/2006/relationships/image" Target="../media/image15.png"/><Relationship Id="rId5" Type="http://schemas.openxmlformats.org/officeDocument/2006/relationships/image" Target="../media/image35.png"/><Relationship Id="rId6" Type="http://schemas.openxmlformats.org/officeDocument/2006/relationships/slide" Target="slide343.xml"/><Relationship Id="rId7" Type="http://schemas.openxmlformats.org/officeDocument/2006/relationships/slide" Target="slide346.xml"/><Relationship Id="rId8" Type="http://schemas.openxmlformats.org/officeDocument/2006/relationships/slide" Target="slide347.xml"/><Relationship Id="rId9" Type="http://schemas.openxmlformats.org/officeDocument/2006/relationships/audio" Target="../media/snd_splash.wav"/></Relationships>
</file>

<file path=ppt/slides/_rels/slide3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image" Target="../media/image16.png"/><Relationship Id="rId4" Type="http://schemas.openxmlformats.org/officeDocument/2006/relationships/image" Target="../media/image15.png"/><Relationship Id="rId5" Type="http://schemas.openxmlformats.org/officeDocument/2006/relationships/image" Target="../media/image35.png"/><Relationship Id="rId6" Type="http://schemas.openxmlformats.org/officeDocument/2006/relationships/slide" Target="slide343.xml"/><Relationship Id="rId7" Type="http://schemas.openxmlformats.org/officeDocument/2006/relationships/slide" Target="slide346.xml"/><Relationship Id="rId8" Type="http://schemas.openxmlformats.org/officeDocument/2006/relationships/slide" Target="slide347.xml"/><Relationship Id="rId9" Type="http://schemas.openxmlformats.org/officeDocument/2006/relationships/audio" Target="../media/snd_boing.wav"/></Relationships>
</file>

<file path=ppt/slides/_rels/slide3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image" Target="../media/image35.png"/><Relationship Id="rId4" Type="http://schemas.openxmlformats.org/officeDocument/2006/relationships/image" Target="../media/image16.png"/><Relationship Id="rId5" Type="http://schemas.openxmlformats.org/officeDocument/2006/relationships/image" Target="../media/image15.png"/><Relationship Id="rId6" Type="http://schemas.openxmlformats.org/officeDocument/2006/relationships/slide" Target="slide346.xml"/><Relationship Id="rId7" Type="http://schemas.openxmlformats.org/officeDocument/2006/relationships/slide" Target="slide345.xml"/><Relationship Id="rId8" Type="http://schemas.openxmlformats.org/officeDocument/2006/relationships/slide" Target="slide347.xml"/><Relationship Id="rId9" Type="http://schemas.openxmlformats.org/officeDocument/2006/relationships/audio" Target="../media/snd_splash.wav"/></Relationships>
</file>

<file path=ppt/slides/_rels/slide3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image" Target="../media/image35.png"/><Relationship Id="rId4" Type="http://schemas.openxmlformats.org/officeDocument/2006/relationships/image" Target="../media/image16.png"/><Relationship Id="rId5" Type="http://schemas.openxmlformats.org/officeDocument/2006/relationships/image" Target="../media/image15.png"/><Relationship Id="rId6" Type="http://schemas.openxmlformats.org/officeDocument/2006/relationships/slide" Target="slide346.xml"/><Relationship Id="rId7" Type="http://schemas.openxmlformats.org/officeDocument/2006/relationships/slide" Target="slide345.xml"/><Relationship Id="rId8" Type="http://schemas.openxmlformats.org/officeDocument/2006/relationships/slide" Target="slide347.xml"/><Relationship Id="rId9" Type="http://schemas.openxmlformats.org/officeDocument/2006/relationships/audio" Target="../media/snd_boing.wav"/></Relationships>
</file>

<file path=ppt/slides/_rels/slide3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image" Target="../media/image16.png"/><Relationship Id="rId4" Type="http://schemas.openxmlformats.org/officeDocument/2006/relationships/image" Target="../media/image15.png"/><Relationship Id="rId5" Type="http://schemas.openxmlformats.org/officeDocument/2006/relationships/image" Target="../media/image35.png"/><Relationship Id="rId6" Type="http://schemas.openxmlformats.org/officeDocument/2006/relationships/slide" Target="slide347.xml"/><Relationship Id="rId7" Type="http://schemas.openxmlformats.org/officeDocument/2006/relationships/audio" Target="../media/snd_splash.wav"/><Relationship Id="rId8" Type="http://schemas.openxmlformats.org/officeDocument/2006/relationships/image" Target="../media/image40.png"/><Relationship Id="rId9" Type="http://schemas.openxmlformats.org/officeDocument/2006/relationships/audio" Target="../media/snd_cheer.wav"/></Relationships>
</file>

<file path=ppt/slides/_rels/slide3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slide" Target="slide348.xml"/><Relationship Id="rId4" Type="http://schemas.openxmlformats.org/officeDocument/2006/relationships/slide" Target="slide349.xml"/><Relationship Id="rId5" Type="http://schemas.openxmlformats.org/officeDocument/2006/relationships/slide" Target="slide351.xml"/><Relationship Id="rId6" Type="http://schemas.openxmlformats.org/officeDocument/2006/relationships/slide" Target="slide354.xml"/></Relationships>
</file>

<file path=ppt/slides/_rels/slide3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slide" Target="slide348.xml"/><Relationship Id="rId4" Type="http://schemas.openxmlformats.org/officeDocument/2006/relationships/slide" Target="slide349.xml"/><Relationship Id="rId5" Type="http://schemas.openxmlformats.org/officeDocument/2006/relationships/slide" Target="slide351.xml"/><Relationship Id="rId6" Type="http://schemas.openxmlformats.org/officeDocument/2006/relationships/slide" Target="slide354.xml"/><Relationship Id="rId7" Type="http://schemas.openxmlformats.org/officeDocument/2006/relationships/audio" Target="../media/snd_boing.wav"/></Relationships>
</file>

<file path=ppt/slides/_rels/slide3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slide" Target="slide350.xml"/><Relationship Id="rId4" Type="http://schemas.openxmlformats.org/officeDocument/2006/relationships/slide" Target="slide353.xml"/><Relationship Id="rId5" Type="http://schemas.openxmlformats.org/officeDocument/2006/relationships/slide" Target="slide354.xml"/><Relationship Id="rId6" Type="http://schemas.openxmlformats.org/officeDocument/2006/relationships/audio" Target="../media/snd_bonk.wav"/></Relationships>
</file>

<file path=ppt/slides/_rels/slide3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slide" Target="slide350.xml"/><Relationship Id="rId4" Type="http://schemas.openxmlformats.org/officeDocument/2006/relationships/slide" Target="slide353.xml"/><Relationship Id="rId5" Type="http://schemas.openxmlformats.org/officeDocument/2006/relationships/slide" Target="slide354.xml"/><Relationship Id="rId6" Type="http://schemas.openxmlformats.org/officeDocument/2006/relationships/audio" Target="../media/snd_boing.wav"/></Relationships>
</file>

<file path=ppt/slides/_rels/slide3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slide" Target="slide352.xml"/><Relationship Id="rId4" Type="http://schemas.openxmlformats.org/officeDocument/2006/relationships/slide" Target="slide353.xml"/><Relationship Id="rId5" Type="http://schemas.openxmlformats.org/officeDocument/2006/relationships/slide" Target="slide354.xml"/><Relationship Id="rId6" Type="http://schemas.openxmlformats.org/officeDocument/2006/relationships/audio" Target="../media/snd_bonk.wav"/></Relationships>
</file>

<file path=ppt/slides/_rels/slide3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slide" Target="slide352.xml"/><Relationship Id="rId4" Type="http://schemas.openxmlformats.org/officeDocument/2006/relationships/slide" Target="slide353.xml"/><Relationship Id="rId5" Type="http://schemas.openxmlformats.org/officeDocument/2006/relationships/slide" Target="slide354.xml"/><Relationship Id="rId6" Type="http://schemas.openxmlformats.org/officeDocument/2006/relationships/audio" Target="../media/snd_boing.wav"/></Relationships>
</file>

<file path=ppt/slides/_rels/slide3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slide" Target="slide354.xml"/><Relationship Id="rId4" Type="http://schemas.openxmlformats.org/officeDocument/2006/relationships/audio" Target="../media/snd_bonk.wav"/><Relationship Id="rId5" Type="http://schemas.openxmlformats.org/officeDocument/2006/relationships/image" Target="../media/image40.png"/><Relationship Id="rId6" Type="http://schemas.openxmlformats.org/officeDocument/2006/relationships/audio" Target="../media/snd_cheer.wav"/></Relationships>
</file>

<file path=ppt/slides/_rels/slide3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Relationship Id="rId3" Type="http://schemas.openxmlformats.org/officeDocument/2006/relationships/image" Target="../media/image26.png"/><Relationship Id="rId4" Type="http://schemas.openxmlformats.org/officeDocument/2006/relationships/image" Target="../media/image24.png"/><Relationship Id="rId5" Type="http://schemas.openxmlformats.org/officeDocument/2006/relationships/image" Target="../media/image27.png"/><Relationship Id="rId6" Type="http://schemas.openxmlformats.org/officeDocument/2006/relationships/image" Target="../media/image28.png"/><Relationship Id="rId7" Type="http://schemas.openxmlformats.org/officeDocument/2006/relationships/image" Target="../media/image29.png"/><Relationship Id="rId8" Type="http://schemas.openxmlformats.org/officeDocument/2006/relationships/image" Target="../media/image30.png"/><Relationship Id="rId9" Type="http://schemas.openxmlformats.org/officeDocument/2006/relationships/image" Target="../media/image31.png"/><Relationship Id="rId10" Type="http://schemas.openxmlformats.org/officeDocument/2006/relationships/image" Target="../media/image32.png"/><Relationship Id="rId11" Type="http://schemas.openxmlformats.org/officeDocument/2006/relationships/slide" Target="slide355.xml"/><Relationship Id="rId12" Type="http://schemas.openxmlformats.org/officeDocument/2006/relationships/slide" Target="slide356.xml"/><Relationship Id="rId13" Type="http://schemas.openxmlformats.org/officeDocument/2006/relationships/slide" Target="slide357.xml"/><Relationship Id="rId14" Type="http://schemas.openxmlformats.org/officeDocument/2006/relationships/slide" Target="slide358.xml"/><Relationship Id="rId15" Type="http://schemas.openxmlformats.org/officeDocument/2006/relationships/slide" Target="slide359.xml"/><Relationship Id="rId16" Type="http://schemas.openxmlformats.org/officeDocument/2006/relationships/slide" Target="slide360.xml"/><Relationship Id="rId17" Type="http://schemas.openxmlformats.org/officeDocument/2006/relationships/slide" Target="slide361.xml"/><Relationship Id="rId18" Type="http://schemas.openxmlformats.org/officeDocument/2006/relationships/slide" Target="slide362.xml"/><Relationship Id="rId19" Type="http://schemas.openxmlformats.org/officeDocument/2006/relationships/slide" Target="slide363.xml"/></Relationships>
</file>

<file path=ppt/slides/_rels/slide3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Relationship Id="rId3" Type="http://schemas.openxmlformats.org/officeDocument/2006/relationships/image" Target="../media/image26.png"/><Relationship Id="rId4" Type="http://schemas.openxmlformats.org/officeDocument/2006/relationships/image" Target="../media/image24.png"/><Relationship Id="rId5" Type="http://schemas.openxmlformats.org/officeDocument/2006/relationships/slide" Target="slide354.xml"/><Relationship Id="rId6" Type="http://schemas.openxmlformats.org/officeDocument/2006/relationships/slide" Target="slide363.xml"/><Relationship Id="rId7" Type="http://schemas.openxmlformats.org/officeDocument/2006/relationships/audio" Target="../media/snd_tada.wav"/></Relationships>
</file>

<file path=ppt/slides/_rels/slide3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Relationship Id="rId3" Type="http://schemas.openxmlformats.org/officeDocument/2006/relationships/image" Target="../media/image27.png"/><Relationship Id="rId4" Type="http://schemas.openxmlformats.org/officeDocument/2006/relationships/image" Target="../media/image28.png"/><Relationship Id="rId5" Type="http://schemas.openxmlformats.org/officeDocument/2006/relationships/slide" Target="slide354.xml"/><Relationship Id="rId6" Type="http://schemas.openxmlformats.org/officeDocument/2006/relationships/slide" Target="slide363.xml"/><Relationship Id="rId7" Type="http://schemas.openxmlformats.org/officeDocument/2006/relationships/audio" Target="../media/snd_tada.wav"/></Relationships>
</file>

<file path=ppt/slides/_rels/slide3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Relationship Id="rId3" Type="http://schemas.openxmlformats.org/officeDocument/2006/relationships/image" Target="../media/image29.png"/><Relationship Id="rId4" Type="http://schemas.openxmlformats.org/officeDocument/2006/relationships/image" Target="../media/image30.png"/><Relationship Id="rId5" Type="http://schemas.openxmlformats.org/officeDocument/2006/relationships/slide" Target="slide354.xml"/><Relationship Id="rId6" Type="http://schemas.openxmlformats.org/officeDocument/2006/relationships/slide" Target="slide363.xml"/><Relationship Id="rId7" Type="http://schemas.openxmlformats.org/officeDocument/2006/relationships/audio" Target="../media/snd_tada.wav"/></Relationships>
</file>

<file path=ppt/slides/_rels/slide3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Relationship Id="rId3" Type="http://schemas.openxmlformats.org/officeDocument/2006/relationships/image" Target="../media/image31.png"/><Relationship Id="rId4" Type="http://schemas.openxmlformats.org/officeDocument/2006/relationships/image" Target="../media/image32.png"/><Relationship Id="rId5" Type="http://schemas.openxmlformats.org/officeDocument/2006/relationships/slide" Target="slide354.xml"/><Relationship Id="rId6" Type="http://schemas.openxmlformats.org/officeDocument/2006/relationships/slide" Target="slide363.xml"/><Relationship Id="rId7" Type="http://schemas.openxmlformats.org/officeDocument/2006/relationships/audio" Target="../media/snd_tada.wav"/></Relationships>
</file>

<file path=ppt/slides/_rels/slide3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Relationship Id="rId3" Type="http://schemas.openxmlformats.org/officeDocument/2006/relationships/image" Target="../media/image26.png"/><Relationship Id="rId4" Type="http://schemas.openxmlformats.org/officeDocument/2006/relationships/image" Target="../media/image24.png"/><Relationship Id="rId5" Type="http://schemas.openxmlformats.org/officeDocument/2006/relationships/slide" Target="slide354.xml"/><Relationship Id="rId6" Type="http://schemas.openxmlformats.org/officeDocument/2006/relationships/slide" Target="slide363.xml"/><Relationship Id="rId7" Type="http://schemas.openxmlformats.org/officeDocument/2006/relationships/audio" Target="../media/snd_tada.wav"/></Relationships>
</file>

<file path=ppt/slides/_rels/slide3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Relationship Id="rId3" Type="http://schemas.openxmlformats.org/officeDocument/2006/relationships/image" Target="../media/image27.png"/><Relationship Id="rId4" Type="http://schemas.openxmlformats.org/officeDocument/2006/relationships/image" Target="../media/image28.png"/><Relationship Id="rId5" Type="http://schemas.openxmlformats.org/officeDocument/2006/relationships/slide" Target="slide354.xml"/><Relationship Id="rId6" Type="http://schemas.openxmlformats.org/officeDocument/2006/relationships/slide" Target="slide363.xml"/><Relationship Id="rId7" Type="http://schemas.openxmlformats.org/officeDocument/2006/relationships/audio" Target="../media/snd_tada.wav"/></Relationships>
</file>

<file path=ppt/slides/_rels/slide3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Relationship Id="rId3" Type="http://schemas.openxmlformats.org/officeDocument/2006/relationships/image" Target="../media/image29.png"/><Relationship Id="rId4" Type="http://schemas.openxmlformats.org/officeDocument/2006/relationships/image" Target="../media/image30.png"/><Relationship Id="rId5" Type="http://schemas.openxmlformats.org/officeDocument/2006/relationships/slide" Target="slide354.xml"/><Relationship Id="rId6" Type="http://schemas.openxmlformats.org/officeDocument/2006/relationships/slide" Target="slide363.xml"/><Relationship Id="rId7" Type="http://schemas.openxmlformats.org/officeDocument/2006/relationships/audio" Target="../media/snd_tada.wav"/></Relationships>
</file>

<file path=ppt/slides/_rels/slide3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Relationship Id="rId3" Type="http://schemas.openxmlformats.org/officeDocument/2006/relationships/image" Target="../media/image31.png"/><Relationship Id="rId4" Type="http://schemas.openxmlformats.org/officeDocument/2006/relationships/image" Target="../media/image32.png"/><Relationship Id="rId5" Type="http://schemas.openxmlformats.org/officeDocument/2006/relationships/slide" Target="slide354.xml"/><Relationship Id="rId6" Type="http://schemas.openxmlformats.org/officeDocument/2006/relationships/slide" Target="slide363.xml"/><Relationship Id="rId7" Type="http://schemas.openxmlformats.org/officeDocument/2006/relationships/audio" Target="../media/snd_tada.wav"/></Relationships>
</file>

<file path=ppt/slides/_rels/slide3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png"/><Relationship Id="rId4" Type="http://schemas.openxmlformats.org/officeDocument/2006/relationships/image" Target="../media/image33.png"/><Relationship Id="rId5" Type="http://schemas.openxmlformats.org/officeDocument/2006/relationships/slide" Target="slide365.xml"/><Relationship Id="rId6" Type="http://schemas.openxmlformats.org/officeDocument/2006/relationships/slide" Target="slide364.xml"/><Relationship Id="rId7" Type="http://schemas.openxmlformats.org/officeDocument/2006/relationships/slide" Target="slide367.xml"/><Relationship Id="rId8" Type="http://schemas.openxmlformats.org/officeDocument/2006/relationships/slide" Target="slide370.xml"/></Relationships>
</file>

<file path=ppt/slides/_rels/slide3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png"/><Relationship Id="rId4" Type="http://schemas.openxmlformats.org/officeDocument/2006/relationships/image" Target="../media/image33.png"/><Relationship Id="rId5" Type="http://schemas.openxmlformats.org/officeDocument/2006/relationships/slide" Target="slide365.xml"/><Relationship Id="rId6" Type="http://schemas.openxmlformats.org/officeDocument/2006/relationships/slide" Target="slide364.xml"/><Relationship Id="rId7" Type="http://schemas.openxmlformats.org/officeDocument/2006/relationships/slide" Target="slide367.xml"/><Relationship Id="rId8" Type="http://schemas.openxmlformats.org/officeDocument/2006/relationships/slide" Target="slide370.xml"/><Relationship Id="rId9" Type="http://schemas.openxmlformats.org/officeDocument/2006/relationships/audio" Target="../media/snd_boing.wav"/></Relationships>
</file>

<file path=ppt/slides/_rels/slide3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png"/><Relationship Id="rId4" Type="http://schemas.openxmlformats.org/officeDocument/2006/relationships/image" Target="../media/image33.png"/><Relationship Id="rId5" Type="http://schemas.openxmlformats.org/officeDocument/2006/relationships/slide" Target="slide366.xml"/><Relationship Id="rId6" Type="http://schemas.openxmlformats.org/officeDocument/2006/relationships/slide" Target="slide369.xml"/><Relationship Id="rId7" Type="http://schemas.openxmlformats.org/officeDocument/2006/relationships/slide" Target="slide370.xml"/><Relationship Id="rId8" Type="http://schemas.openxmlformats.org/officeDocument/2006/relationships/audio" Target="../media/snd_pop.wav"/></Relationships>
</file>

<file path=ppt/slides/_rels/slide3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png"/><Relationship Id="rId4" Type="http://schemas.openxmlformats.org/officeDocument/2006/relationships/image" Target="../media/image33.png"/><Relationship Id="rId5" Type="http://schemas.openxmlformats.org/officeDocument/2006/relationships/slide" Target="slide366.xml"/><Relationship Id="rId6" Type="http://schemas.openxmlformats.org/officeDocument/2006/relationships/slide" Target="slide369.xml"/><Relationship Id="rId7" Type="http://schemas.openxmlformats.org/officeDocument/2006/relationships/slide" Target="slide370.xml"/><Relationship Id="rId8" Type="http://schemas.openxmlformats.org/officeDocument/2006/relationships/audio" Target="../media/snd_boing.wav"/></Relationships>
</file>

<file path=ppt/slides/_rels/slide3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png"/><Relationship Id="rId4" Type="http://schemas.openxmlformats.org/officeDocument/2006/relationships/image" Target="../media/image33.png"/><Relationship Id="rId5" Type="http://schemas.openxmlformats.org/officeDocument/2006/relationships/slide" Target="slide369.xml"/><Relationship Id="rId6" Type="http://schemas.openxmlformats.org/officeDocument/2006/relationships/slide" Target="slide368.xml"/><Relationship Id="rId7" Type="http://schemas.openxmlformats.org/officeDocument/2006/relationships/slide" Target="slide370.xml"/><Relationship Id="rId8" Type="http://schemas.openxmlformats.org/officeDocument/2006/relationships/audio" Target="../media/snd_pop.wav"/></Relationships>
</file>

<file path=ppt/slides/_rels/slide3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png"/><Relationship Id="rId4" Type="http://schemas.openxmlformats.org/officeDocument/2006/relationships/image" Target="../media/image33.png"/><Relationship Id="rId5" Type="http://schemas.openxmlformats.org/officeDocument/2006/relationships/slide" Target="slide369.xml"/><Relationship Id="rId6" Type="http://schemas.openxmlformats.org/officeDocument/2006/relationships/slide" Target="slide368.xml"/><Relationship Id="rId7" Type="http://schemas.openxmlformats.org/officeDocument/2006/relationships/slide" Target="slide370.xml"/><Relationship Id="rId8" Type="http://schemas.openxmlformats.org/officeDocument/2006/relationships/audio" Target="../media/snd_boing.wav"/></Relationships>
</file>

<file path=ppt/slides/_rels/slide3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png"/><Relationship Id="rId4" Type="http://schemas.openxmlformats.org/officeDocument/2006/relationships/image" Target="../media/image33.png"/><Relationship Id="rId5" Type="http://schemas.openxmlformats.org/officeDocument/2006/relationships/slide" Target="slide370.xml"/><Relationship Id="rId6" Type="http://schemas.openxmlformats.org/officeDocument/2006/relationships/audio" Target="../media/snd_pop.wav"/><Relationship Id="rId7" Type="http://schemas.openxmlformats.org/officeDocument/2006/relationships/image" Target="../media/image40.png"/><Relationship Id="rId8" Type="http://schemas.openxmlformats.org/officeDocument/2006/relationships/audio" Target="../media/snd_cheer.wav"/></Relationships>
</file>

<file path=ppt/slides/_rels/slide3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image" Target="../media/image8.png"/><Relationship Id="rId4" Type="http://schemas.openxmlformats.org/officeDocument/2006/relationships/image" Target="../media/image10.png"/><Relationship Id="rId5" Type="http://schemas.openxmlformats.org/officeDocument/2006/relationships/image" Target="../media/image34.png"/><Relationship Id="rId6" Type="http://schemas.openxmlformats.org/officeDocument/2006/relationships/image" Target="../media/image18.png"/><Relationship Id="rId7" Type="http://schemas.openxmlformats.org/officeDocument/2006/relationships/slide" Target="slide371.xml"/><Relationship Id="rId8" Type="http://schemas.openxmlformats.org/officeDocument/2006/relationships/slide" Target="slide372.xml"/><Relationship Id="rId9" Type="http://schemas.openxmlformats.org/officeDocument/2006/relationships/slide" Target="slide373.xml"/></Relationships>
</file>

<file path=ppt/slides/_rels/slide3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image" Target="../media/image11.png"/><Relationship Id="rId4" Type="http://schemas.openxmlformats.org/officeDocument/2006/relationships/image" Target="../media/image10.png"/><Relationship Id="rId5" Type="http://schemas.openxmlformats.org/officeDocument/2006/relationships/image" Target="../media/image34.png"/><Relationship Id="rId6" Type="http://schemas.openxmlformats.org/officeDocument/2006/relationships/image" Target="../media/image18.png"/><Relationship Id="rId7" Type="http://schemas.openxmlformats.org/officeDocument/2006/relationships/slide" Target="slide371.xml"/><Relationship Id="rId8" Type="http://schemas.openxmlformats.org/officeDocument/2006/relationships/slide" Target="slide372.xml"/><Relationship Id="rId9" Type="http://schemas.openxmlformats.org/officeDocument/2006/relationships/slide" Target="slide373.xml"/><Relationship Id="rId10" Type="http://schemas.openxmlformats.org/officeDocument/2006/relationships/audio" Target="../media/snd_boing.wav"/></Relationships>
</file>

<file path=ppt/slides/_rels/slide3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image" Target="../media/image12.png"/><Relationship Id="rId4" Type="http://schemas.openxmlformats.org/officeDocument/2006/relationships/image" Target="../media/image10.png"/><Relationship Id="rId5" Type="http://schemas.openxmlformats.org/officeDocument/2006/relationships/image" Target="../media/image34.png"/><Relationship Id="rId6" Type="http://schemas.openxmlformats.org/officeDocument/2006/relationships/image" Target="../media/image18.png"/><Relationship Id="rId7" Type="http://schemas.openxmlformats.org/officeDocument/2006/relationships/slide" Target="slide373.xml"/><Relationship Id="rId8" Type="http://schemas.openxmlformats.org/officeDocument/2006/relationships/audio" Target="../media/snd_munch.wav"/><Relationship Id="rId9" Type="http://schemas.openxmlformats.org/officeDocument/2006/relationships/image" Target="../media/image40.png"/><Relationship Id="rId10" Type="http://schemas.openxmlformats.org/officeDocument/2006/relationships/audio" Target="../media/snd_cheer.wav"/></Relationships>
</file>

<file path=ppt/slides/_rels/slide3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Relationship Id="rId3" Type="http://schemas.openxmlformats.org/officeDocument/2006/relationships/image" Target="../media/image20.png"/><Relationship Id="rId4" Type="http://schemas.openxmlformats.org/officeDocument/2006/relationships/image" Target="../media/image22.png"/><Relationship Id="rId5" Type="http://schemas.openxmlformats.org/officeDocument/2006/relationships/slide" Target="slide377.xml"/><Relationship Id="rId6" Type="http://schemas.openxmlformats.org/officeDocument/2006/relationships/slide" Target="slide374.xml"/><Relationship Id="rId7" Type="http://schemas.openxmlformats.org/officeDocument/2006/relationships/slide" Target="slide380.xml"/></Relationships>
</file>

<file path=ppt/slides/_rels/slide3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Relationship Id="rId3" Type="http://schemas.openxmlformats.org/officeDocument/2006/relationships/image" Target="../media/image20.png"/><Relationship Id="rId4" Type="http://schemas.openxmlformats.org/officeDocument/2006/relationships/image" Target="../media/image22.png"/><Relationship Id="rId5" Type="http://schemas.openxmlformats.org/officeDocument/2006/relationships/slide" Target="slide375.xml"/><Relationship Id="rId6" Type="http://schemas.openxmlformats.org/officeDocument/2006/relationships/slide" Target="slide378.xml"/><Relationship Id="rId7" Type="http://schemas.openxmlformats.org/officeDocument/2006/relationships/slide" Target="slide380.xml"/><Relationship Id="rId8" Type="http://schemas.openxmlformats.org/officeDocument/2006/relationships/audio" Target="../media/snd_ding.wav"/></Relationships>
</file>

<file path=ppt/slides/_rels/slide3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Relationship Id="rId3" Type="http://schemas.openxmlformats.org/officeDocument/2006/relationships/image" Target="../media/image20.png"/><Relationship Id="rId4" Type="http://schemas.openxmlformats.org/officeDocument/2006/relationships/image" Target="../media/image22.png"/><Relationship Id="rId5" Type="http://schemas.openxmlformats.org/officeDocument/2006/relationships/slide" Target="slide376.xml"/><Relationship Id="rId6" Type="http://schemas.openxmlformats.org/officeDocument/2006/relationships/slide" Target="slide380.xml"/><Relationship Id="rId7" Type="http://schemas.openxmlformats.org/officeDocument/2006/relationships/audio" Target="../media/snd_ding.wav"/></Relationships>
</file>

<file path=ppt/slides/_rels/slide3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Relationship Id="rId3" Type="http://schemas.openxmlformats.org/officeDocument/2006/relationships/image" Target="../media/image20.png"/><Relationship Id="rId4" Type="http://schemas.openxmlformats.org/officeDocument/2006/relationships/image" Target="../media/image22.png"/><Relationship Id="rId5" Type="http://schemas.openxmlformats.org/officeDocument/2006/relationships/slide" Target="slide379.xml"/><Relationship Id="rId6" Type="http://schemas.openxmlformats.org/officeDocument/2006/relationships/slide" Target="slide380.xml"/><Relationship Id="rId7" Type="http://schemas.openxmlformats.org/officeDocument/2006/relationships/audio" Target="../media/snd_ding.wav"/></Relationships>
</file>

<file path=ppt/slides/_rels/slide3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Relationship Id="rId3" Type="http://schemas.openxmlformats.org/officeDocument/2006/relationships/image" Target="../media/image20.png"/><Relationship Id="rId4" Type="http://schemas.openxmlformats.org/officeDocument/2006/relationships/image" Target="../media/image22.png"/><Relationship Id="rId5" Type="http://schemas.openxmlformats.org/officeDocument/2006/relationships/slide" Target="slide377.xml"/><Relationship Id="rId6" Type="http://schemas.openxmlformats.org/officeDocument/2006/relationships/slide" Target="slide374.xml"/><Relationship Id="rId7" Type="http://schemas.openxmlformats.org/officeDocument/2006/relationships/slide" Target="slide380.xml"/><Relationship Id="rId8" Type="http://schemas.openxmlformats.org/officeDocument/2006/relationships/audio" Target="../media/snd_boing.wav"/></Relationships>
</file>

<file path=ppt/slides/_rels/slide3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Relationship Id="rId3" Type="http://schemas.openxmlformats.org/officeDocument/2006/relationships/image" Target="../media/image20.png"/><Relationship Id="rId4" Type="http://schemas.openxmlformats.org/officeDocument/2006/relationships/image" Target="../media/image22.png"/><Relationship Id="rId5" Type="http://schemas.openxmlformats.org/officeDocument/2006/relationships/slide" Target="slide375.xml"/><Relationship Id="rId6" Type="http://schemas.openxmlformats.org/officeDocument/2006/relationships/slide" Target="slide378.xml"/><Relationship Id="rId7" Type="http://schemas.openxmlformats.org/officeDocument/2006/relationships/slide" Target="slide380.xml"/><Relationship Id="rId8" Type="http://schemas.openxmlformats.org/officeDocument/2006/relationships/audio" Target="../media/snd_boing.wav"/></Relationships>
</file>

<file path=ppt/slides/_rels/slide3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Relationship Id="rId3" Type="http://schemas.openxmlformats.org/officeDocument/2006/relationships/image" Target="../media/image20.png"/><Relationship Id="rId4" Type="http://schemas.openxmlformats.org/officeDocument/2006/relationships/image" Target="../media/image22.png"/><Relationship Id="rId5" Type="http://schemas.openxmlformats.org/officeDocument/2006/relationships/slide" Target="slide380.xml"/><Relationship Id="rId6" Type="http://schemas.openxmlformats.org/officeDocument/2006/relationships/audio" Target="../media/snd_whistle.wav"/><Relationship Id="rId7" Type="http://schemas.openxmlformats.org/officeDocument/2006/relationships/image" Target="../media/image40.png"/><Relationship Id="rId8" Type="http://schemas.openxmlformats.org/officeDocument/2006/relationships/audio" Target="../media/snd_cheer.wav"/></Relationships>
</file>

<file path=ppt/slides/_rels/slide3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image" Target="../media/image15.png"/><Relationship Id="rId4" Type="http://schemas.openxmlformats.org/officeDocument/2006/relationships/image" Target="../media/image13.png"/><Relationship Id="rId5" Type="http://schemas.openxmlformats.org/officeDocument/2006/relationships/image" Target="../media/image23.png"/><Relationship Id="rId6" Type="http://schemas.openxmlformats.org/officeDocument/2006/relationships/slide" Target="slide381.xml"/><Relationship Id="rId7" Type="http://schemas.openxmlformats.org/officeDocument/2006/relationships/slide" Target="slide382.xml"/><Relationship Id="rId8" Type="http://schemas.openxmlformats.org/officeDocument/2006/relationships/slide" Target="slide384.xml"/><Relationship Id="rId9" Type="http://schemas.openxmlformats.org/officeDocument/2006/relationships/slide" Target="slide387.xml"/></Relationships>
</file>

<file path=ppt/slides/_rels/slide3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image" Target="../media/image15.png"/><Relationship Id="rId4" Type="http://schemas.openxmlformats.org/officeDocument/2006/relationships/image" Target="../media/image13.png"/><Relationship Id="rId5" Type="http://schemas.openxmlformats.org/officeDocument/2006/relationships/image" Target="../media/image23.png"/><Relationship Id="rId6" Type="http://schemas.openxmlformats.org/officeDocument/2006/relationships/slide" Target="slide381.xml"/><Relationship Id="rId7" Type="http://schemas.openxmlformats.org/officeDocument/2006/relationships/slide" Target="slide382.xml"/><Relationship Id="rId8" Type="http://schemas.openxmlformats.org/officeDocument/2006/relationships/slide" Target="slide384.xml"/><Relationship Id="rId9" Type="http://schemas.openxmlformats.org/officeDocument/2006/relationships/slide" Target="slide387.xml"/><Relationship Id="rId10" Type="http://schemas.openxmlformats.org/officeDocument/2006/relationships/audio" Target="../media/snd_boing.wav"/></Relationships>
</file>

<file path=ppt/slides/_rels/slide3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image" Target="../media/image15.png"/><Relationship Id="rId4" Type="http://schemas.openxmlformats.org/officeDocument/2006/relationships/image" Target="../media/image23.png"/><Relationship Id="rId5" Type="http://schemas.openxmlformats.org/officeDocument/2006/relationships/slide" Target="slide383.xml"/><Relationship Id="rId6" Type="http://schemas.openxmlformats.org/officeDocument/2006/relationships/slide" Target="slide386.xml"/><Relationship Id="rId7" Type="http://schemas.openxmlformats.org/officeDocument/2006/relationships/slide" Target="slide387.xml"/><Relationship Id="rId8" Type="http://schemas.openxmlformats.org/officeDocument/2006/relationships/audio" Target="../media/snd_splash.wav"/></Relationships>
</file>

<file path=ppt/slides/_rels/slide3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image" Target="../media/image15.png"/><Relationship Id="rId4" Type="http://schemas.openxmlformats.org/officeDocument/2006/relationships/image" Target="../media/image23.png"/><Relationship Id="rId5" Type="http://schemas.openxmlformats.org/officeDocument/2006/relationships/slide" Target="slide383.xml"/><Relationship Id="rId6" Type="http://schemas.openxmlformats.org/officeDocument/2006/relationships/slide" Target="slide386.xml"/><Relationship Id="rId7" Type="http://schemas.openxmlformats.org/officeDocument/2006/relationships/slide" Target="slide387.xml"/><Relationship Id="rId8" Type="http://schemas.openxmlformats.org/officeDocument/2006/relationships/audio" Target="../media/snd_boing.wav"/></Relationships>
</file>

<file path=ppt/slides/_rels/slide3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image" Target="../media/image15.png"/><Relationship Id="rId4" Type="http://schemas.openxmlformats.org/officeDocument/2006/relationships/image" Target="../media/image13.png"/><Relationship Id="rId5" Type="http://schemas.openxmlformats.org/officeDocument/2006/relationships/slide" Target="slide385.xml"/><Relationship Id="rId6" Type="http://schemas.openxmlformats.org/officeDocument/2006/relationships/slide" Target="slide386.xml"/><Relationship Id="rId7" Type="http://schemas.openxmlformats.org/officeDocument/2006/relationships/slide" Target="slide387.xml"/><Relationship Id="rId8" Type="http://schemas.openxmlformats.org/officeDocument/2006/relationships/audio" Target="../media/snd_splash.wav"/></Relationships>
</file>

<file path=ppt/slides/_rels/slide3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image" Target="../media/image15.png"/><Relationship Id="rId4" Type="http://schemas.openxmlformats.org/officeDocument/2006/relationships/image" Target="../media/image13.png"/><Relationship Id="rId5" Type="http://schemas.openxmlformats.org/officeDocument/2006/relationships/slide" Target="slide385.xml"/><Relationship Id="rId6" Type="http://schemas.openxmlformats.org/officeDocument/2006/relationships/slide" Target="slide386.xml"/><Relationship Id="rId7" Type="http://schemas.openxmlformats.org/officeDocument/2006/relationships/slide" Target="slide387.xml"/><Relationship Id="rId8" Type="http://schemas.openxmlformats.org/officeDocument/2006/relationships/audio" Target="../media/snd_boing.wav"/></Relationships>
</file>

<file path=ppt/slides/_rels/slide3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image" Target="../media/image15.png"/><Relationship Id="rId4" Type="http://schemas.openxmlformats.org/officeDocument/2006/relationships/slide" Target="slide387.xml"/><Relationship Id="rId5" Type="http://schemas.openxmlformats.org/officeDocument/2006/relationships/audio" Target="../media/snd_splash.wav"/><Relationship Id="rId6" Type="http://schemas.openxmlformats.org/officeDocument/2006/relationships/image" Target="../media/image40.png"/><Relationship Id="rId7" Type="http://schemas.openxmlformats.org/officeDocument/2006/relationships/audio" Target="../media/snd_cheer.wav"/></Relationships>
</file>

<file path=ppt/slides/_rels/slide3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slide" Target="slide388.xml"/><Relationship Id="rId4" Type="http://schemas.openxmlformats.org/officeDocument/2006/relationships/slide" Target="slide389.xml"/><Relationship Id="rId5" Type="http://schemas.openxmlformats.org/officeDocument/2006/relationships/slide" Target="slide391.xml"/><Relationship Id="rId6" Type="http://schemas.openxmlformats.org/officeDocument/2006/relationships/slide" Target="slide394.xml"/></Relationships>
</file>

<file path=ppt/slides/_rels/slide3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slide" Target="slide388.xml"/><Relationship Id="rId4" Type="http://schemas.openxmlformats.org/officeDocument/2006/relationships/slide" Target="slide389.xml"/><Relationship Id="rId5" Type="http://schemas.openxmlformats.org/officeDocument/2006/relationships/slide" Target="slide391.xml"/><Relationship Id="rId6" Type="http://schemas.openxmlformats.org/officeDocument/2006/relationships/slide" Target="slide394.xml"/><Relationship Id="rId7" Type="http://schemas.openxmlformats.org/officeDocument/2006/relationships/audio" Target="../media/snd_boing.wav"/></Relationships>
</file>

<file path=ppt/slides/_rels/slide3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slide" Target="slide390.xml"/><Relationship Id="rId4" Type="http://schemas.openxmlformats.org/officeDocument/2006/relationships/slide" Target="slide393.xml"/><Relationship Id="rId5" Type="http://schemas.openxmlformats.org/officeDocument/2006/relationships/slide" Target="slide394.xml"/><Relationship Id="rId6" Type="http://schemas.openxmlformats.org/officeDocument/2006/relationships/audio" Target="../media/snd_bonk.wav"/></Relationships>
</file>

<file path=ppt/slides/_rels/slide3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slide" Target="slide390.xml"/><Relationship Id="rId4" Type="http://schemas.openxmlformats.org/officeDocument/2006/relationships/slide" Target="slide393.xml"/><Relationship Id="rId5" Type="http://schemas.openxmlformats.org/officeDocument/2006/relationships/slide" Target="slide394.xml"/><Relationship Id="rId6" Type="http://schemas.openxmlformats.org/officeDocument/2006/relationships/audio" Target="../media/snd_boing.wav"/></Relationships>
</file>

<file path=ppt/slides/_rels/slide3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slide" Target="slide392.xml"/><Relationship Id="rId4" Type="http://schemas.openxmlformats.org/officeDocument/2006/relationships/slide" Target="slide393.xml"/><Relationship Id="rId5" Type="http://schemas.openxmlformats.org/officeDocument/2006/relationships/slide" Target="slide394.xml"/><Relationship Id="rId6" Type="http://schemas.openxmlformats.org/officeDocument/2006/relationships/audio" Target="../media/snd_bonk.wav"/></Relationships>
</file>

<file path=ppt/slides/_rels/slide3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slide" Target="slide392.xml"/><Relationship Id="rId4" Type="http://schemas.openxmlformats.org/officeDocument/2006/relationships/slide" Target="slide393.xml"/><Relationship Id="rId5" Type="http://schemas.openxmlformats.org/officeDocument/2006/relationships/slide" Target="slide394.xml"/><Relationship Id="rId6" Type="http://schemas.openxmlformats.org/officeDocument/2006/relationships/audio" Target="../media/snd_boing.wav"/></Relationships>
</file>

<file path=ppt/slides/_rels/slide3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slide" Target="slide394.xml"/><Relationship Id="rId4" Type="http://schemas.openxmlformats.org/officeDocument/2006/relationships/audio" Target="../media/snd_bonk.wav"/><Relationship Id="rId5" Type="http://schemas.openxmlformats.org/officeDocument/2006/relationships/image" Target="../media/image40.png"/><Relationship Id="rId6" Type="http://schemas.openxmlformats.org/officeDocument/2006/relationships/audio" Target="../media/snd_cheer.wav"/></Relationships>
</file>

<file path=ppt/slides/_rels/slide3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2.png"/><Relationship Id="rId7" Type="http://schemas.openxmlformats.org/officeDocument/2006/relationships/slide" Target="slide395.xml"/><Relationship Id="rId8" Type="http://schemas.openxmlformats.org/officeDocument/2006/relationships/slide" Target="slide396.xml"/><Relationship Id="rId9" Type="http://schemas.openxmlformats.org/officeDocument/2006/relationships/slide" Target="slide398.xml"/><Relationship Id="rId10" Type="http://schemas.openxmlformats.org/officeDocument/2006/relationships/slide" Target="slide401.xml"/></Relationships>
</file>

<file path=ppt/slides/_rels/slide3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2.png"/><Relationship Id="rId7" Type="http://schemas.openxmlformats.org/officeDocument/2006/relationships/slide" Target="slide395.xml"/><Relationship Id="rId8" Type="http://schemas.openxmlformats.org/officeDocument/2006/relationships/slide" Target="slide396.xml"/><Relationship Id="rId9" Type="http://schemas.openxmlformats.org/officeDocument/2006/relationships/slide" Target="slide398.xml"/><Relationship Id="rId10" Type="http://schemas.openxmlformats.org/officeDocument/2006/relationships/slide" Target="slide401.xml"/><Relationship Id="rId11" Type="http://schemas.openxmlformats.org/officeDocument/2006/relationships/audio" Target="../media/snd_boing.wav"/></Relationships>
</file>

<file path=ppt/slides/_rels/slide3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2.png"/><Relationship Id="rId6" Type="http://schemas.openxmlformats.org/officeDocument/2006/relationships/slide" Target="slide397.xml"/><Relationship Id="rId7" Type="http://schemas.openxmlformats.org/officeDocument/2006/relationships/slide" Target="slide400.xml"/><Relationship Id="rId8" Type="http://schemas.openxmlformats.org/officeDocument/2006/relationships/slide" Target="slide401.xml"/><Relationship Id="rId9" Type="http://schemas.openxmlformats.org/officeDocument/2006/relationships/audio" Target="../media/snd_pop.wav"/></Relationships>
</file>

<file path=ppt/slides/_rels/slide3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2.png"/><Relationship Id="rId6" Type="http://schemas.openxmlformats.org/officeDocument/2006/relationships/slide" Target="slide397.xml"/><Relationship Id="rId7" Type="http://schemas.openxmlformats.org/officeDocument/2006/relationships/slide" Target="slide400.xml"/><Relationship Id="rId8" Type="http://schemas.openxmlformats.org/officeDocument/2006/relationships/slide" Target="slide401.xml"/><Relationship Id="rId9" Type="http://schemas.openxmlformats.org/officeDocument/2006/relationships/audio" Target="../media/snd_boing.wav"/></Relationships>
</file>

<file path=ppt/slides/_rels/slide3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slide" Target="slide399.xml"/><Relationship Id="rId7" Type="http://schemas.openxmlformats.org/officeDocument/2006/relationships/slide" Target="slide400.xml"/><Relationship Id="rId8" Type="http://schemas.openxmlformats.org/officeDocument/2006/relationships/slide" Target="slide401.xml"/><Relationship Id="rId9" Type="http://schemas.openxmlformats.org/officeDocument/2006/relationships/audio" Target="../media/snd_pop.wav"/></Relationships>
</file>

<file path=ppt/slides/_rels/slide3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slide" Target="slide399.xml"/><Relationship Id="rId7" Type="http://schemas.openxmlformats.org/officeDocument/2006/relationships/slide" Target="slide400.xml"/><Relationship Id="rId8" Type="http://schemas.openxmlformats.org/officeDocument/2006/relationships/slide" Target="slide401.xml"/><Relationship Id="rId9" Type="http://schemas.openxmlformats.org/officeDocument/2006/relationships/audio" Target="../media/snd_boing.wav"/></Relationships>
</file>

<file path=ppt/slides/_rels/slide4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slide" Target="slide401.xml"/><Relationship Id="rId6" Type="http://schemas.openxmlformats.org/officeDocument/2006/relationships/audio" Target="../media/snd_pop.wav"/><Relationship Id="rId7" Type="http://schemas.openxmlformats.org/officeDocument/2006/relationships/image" Target="../media/image40.png"/><Relationship Id="rId8" Type="http://schemas.openxmlformats.org/officeDocument/2006/relationships/audio" Target="../media/snd_cheer.wav"/></Relationships>
</file>

<file path=ppt/slides/_rels/slide4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image" Target="../media/image8.png"/><Relationship Id="rId4" Type="http://schemas.openxmlformats.org/officeDocument/2006/relationships/image" Target="../media/image19.png"/><Relationship Id="rId5" Type="http://schemas.openxmlformats.org/officeDocument/2006/relationships/image" Target="../media/image18.png"/><Relationship Id="rId6" Type="http://schemas.openxmlformats.org/officeDocument/2006/relationships/slide" Target="slide402.xml"/><Relationship Id="rId7" Type="http://schemas.openxmlformats.org/officeDocument/2006/relationships/slide" Target="slide403.xml"/><Relationship Id="rId8" Type="http://schemas.openxmlformats.org/officeDocument/2006/relationships/slide" Target="slide404.xml"/></Relationships>
</file>

<file path=ppt/slides/_rels/slide4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image" Target="../media/image11.png"/><Relationship Id="rId4" Type="http://schemas.openxmlformats.org/officeDocument/2006/relationships/image" Target="../media/image19.png"/><Relationship Id="rId5" Type="http://schemas.openxmlformats.org/officeDocument/2006/relationships/image" Target="../media/image18.png"/><Relationship Id="rId6" Type="http://schemas.openxmlformats.org/officeDocument/2006/relationships/slide" Target="slide402.xml"/><Relationship Id="rId7" Type="http://schemas.openxmlformats.org/officeDocument/2006/relationships/slide" Target="slide403.xml"/><Relationship Id="rId8" Type="http://schemas.openxmlformats.org/officeDocument/2006/relationships/slide" Target="slide404.xml"/><Relationship Id="rId9" Type="http://schemas.openxmlformats.org/officeDocument/2006/relationships/audio" Target="../media/snd_boing.wav"/></Relationships>
</file>

<file path=ppt/slides/_rels/slide4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image" Target="../media/image12.png"/><Relationship Id="rId4" Type="http://schemas.openxmlformats.org/officeDocument/2006/relationships/image" Target="../media/image19.png"/><Relationship Id="rId5" Type="http://schemas.openxmlformats.org/officeDocument/2006/relationships/image" Target="../media/image18.png"/><Relationship Id="rId6" Type="http://schemas.openxmlformats.org/officeDocument/2006/relationships/slide" Target="slide404.xml"/><Relationship Id="rId7" Type="http://schemas.openxmlformats.org/officeDocument/2006/relationships/audio" Target="../media/snd_munch.wav"/><Relationship Id="rId8" Type="http://schemas.openxmlformats.org/officeDocument/2006/relationships/image" Target="../media/image40.png"/><Relationship Id="rId9" Type="http://schemas.openxmlformats.org/officeDocument/2006/relationships/audio" Target="../media/snd_cheer.wav"/></Relationships>
</file>

<file path=ppt/slides/_rels/slide4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image" Target="../media/image23.png"/><Relationship Id="rId4" Type="http://schemas.openxmlformats.org/officeDocument/2006/relationships/image" Target="../media/image15.png"/><Relationship Id="rId5" Type="http://schemas.openxmlformats.org/officeDocument/2006/relationships/image" Target="../media/image35.png"/><Relationship Id="rId6" Type="http://schemas.openxmlformats.org/officeDocument/2006/relationships/slide" Target="slide406.xml"/><Relationship Id="rId7" Type="http://schemas.openxmlformats.org/officeDocument/2006/relationships/slide" Target="slide408.xml"/><Relationship Id="rId8" Type="http://schemas.openxmlformats.org/officeDocument/2006/relationships/slide" Target="slide405.xml"/><Relationship Id="rId9" Type="http://schemas.openxmlformats.org/officeDocument/2006/relationships/slide" Target="slide411.xml"/></Relationships>
</file>

<file path=ppt/slides/_rels/slide4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image" Target="../media/image23.png"/><Relationship Id="rId4" Type="http://schemas.openxmlformats.org/officeDocument/2006/relationships/image" Target="../media/image15.png"/><Relationship Id="rId5" Type="http://schemas.openxmlformats.org/officeDocument/2006/relationships/image" Target="../media/image35.png"/><Relationship Id="rId6" Type="http://schemas.openxmlformats.org/officeDocument/2006/relationships/slide" Target="slide406.xml"/><Relationship Id="rId7" Type="http://schemas.openxmlformats.org/officeDocument/2006/relationships/slide" Target="slide408.xml"/><Relationship Id="rId8" Type="http://schemas.openxmlformats.org/officeDocument/2006/relationships/slide" Target="slide405.xml"/><Relationship Id="rId9" Type="http://schemas.openxmlformats.org/officeDocument/2006/relationships/slide" Target="slide411.xml"/><Relationship Id="rId10" Type="http://schemas.openxmlformats.org/officeDocument/2006/relationships/audio" Target="../media/snd_boing.wav"/></Relationships>
</file>

<file path=ppt/slides/_rels/slide4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image" Target="../media/image15.png"/><Relationship Id="rId4" Type="http://schemas.openxmlformats.org/officeDocument/2006/relationships/image" Target="../media/image35.png"/><Relationship Id="rId5" Type="http://schemas.openxmlformats.org/officeDocument/2006/relationships/slide" Target="slide410.xml"/><Relationship Id="rId6" Type="http://schemas.openxmlformats.org/officeDocument/2006/relationships/slide" Target="slide407.xml"/><Relationship Id="rId7" Type="http://schemas.openxmlformats.org/officeDocument/2006/relationships/slide" Target="slide411.xml"/><Relationship Id="rId8" Type="http://schemas.openxmlformats.org/officeDocument/2006/relationships/audio" Target="../media/snd_splash.wav"/></Relationships>
</file>

<file path=ppt/slides/_rels/slide4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image" Target="../media/image15.png"/><Relationship Id="rId4" Type="http://schemas.openxmlformats.org/officeDocument/2006/relationships/image" Target="../media/image35.png"/><Relationship Id="rId5" Type="http://schemas.openxmlformats.org/officeDocument/2006/relationships/slide" Target="slide410.xml"/><Relationship Id="rId6" Type="http://schemas.openxmlformats.org/officeDocument/2006/relationships/slide" Target="slide407.xml"/><Relationship Id="rId7" Type="http://schemas.openxmlformats.org/officeDocument/2006/relationships/slide" Target="slide411.xml"/><Relationship Id="rId8" Type="http://schemas.openxmlformats.org/officeDocument/2006/relationships/audio" Target="../media/snd_boing.wav"/></Relationships>
</file>

<file path=ppt/slides/_rels/slide4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image" Target="../media/image23.png"/><Relationship Id="rId4" Type="http://schemas.openxmlformats.org/officeDocument/2006/relationships/image" Target="../media/image15.png"/><Relationship Id="rId5" Type="http://schemas.openxmlformats.org/officeDocument/2006/relationships/image" Target="../media/image35.png"/><Relationship Id="rId6" Type="http://schemas.openxmlformats.org/officeDocument/2006/relationships/slide" Target="slide410.xml"/><Relationship Id="rId7" Type="http://schemas.openxmlformats.org/officeDocument/2006/relationships/slide" Target="slide409.xml"/><Relationship Id="rId8" Type="http://schemas.openxmlformats.org/officeDocument/2006/relationships/slide" Target="slide411.xml"/><Relationship Id="rId9" Type="http://schemas.openxmlformats.org/officeDocument/2006/relationships/audio" Target="../media/snd_splash.wav"/></Relationships>
</file>

<file path=ppt/slides/_rels/slide4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image" Target="../media/image23.png"/><Relationship Id="rId4" Type="http://schemas.openxmlformats.org/officeDocument/2006/relationships/image" Target="../media/image15.png"/><Relationship Id="rId5" Type="http://schemas.openxmlformats.org/officeDocument/2006/relationships/image" Target="../media/image35.png"/><Relationship Id="rId6" Type="http://schemas.openxmlformats.org/officeDocument/2006/relationships/slide" Target="slide410.xml"/><Relationship Id="rId7" Type="http://schemas.openxmlformats.org/officeDocument/2006/relationships/slide" Target="slide409.xml"/><Relationship Id="rId8" Type="http://schemas.openxmlformats.org/officeDocument/2006/relationships/slide" Target="slide411.xml"/><Relationship Id="rId9" Type="http://schemas.openxmlformats.org/officeDocument/2006/relationships/audio" Target="../media/snd_boing.wav"/></Relationships>
</file>

<file path=ppt/slides/_rels/slide4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image" Target="../media/image15.png"/><Relationship Id="rId4" Type="http://schemas.openxmlformats.org/officeDocument/2006/relationships/image" Target="../media/image35.png"/><Relationship Id="rId5" Type="http://schemas.openxmlformats.org/officeDocument/2006/relationships/slide" Target="slide411.xml"/><Relationship Id="rId6" Type="http://schemas.openxmlformats.org/officeDocument/2006/relationships/audio" Target="../media/snd_splash.wav"/><Relationship Id="rId7" Type="http://schemas.openxmlformats.org/officeDocument/2006/relationships/image" Target="../media/image40.png"/><Relationship Id="rId8" Type="http://schemas.openxmlformats.org/officeDocument/2006/relationships/audio" Target="../media/snd_cheer.wav"/></Relationships>
</file>

<file path=ppt/slides/_rels/slide4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slide" Target="slide412.xml"/><Relationship Id="rId4" Type="http://schemas.openxmlformats.org/officeDocument/2006/relationships/slide" Target="slide413.xml"/><Relationship Id="rId5" Type="http://schemas.openxmlformats.org/officeDocument/2006/relationships/slide" Target="slide415.xml"/><Relationship Id="rId6" Type="http://schemas.openxmlformats.org/officeDocument/2006/relationships/slide" Target="slide418.xml"/></Relationships>
</file>

<file path=ppt/slides/_rels/slide4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slide" Target="slide412.xml"/><Relationship Id="rId4" Type="http://schemas.openxmlformats.org/officeDocument/2006/relationships/slide" Target="slide413.xml"/><Relationship Id="rId5" Type="http://schemas.openxmlformats.org/officeDocument/2006/relationships/slide" Target="slide415.xml"/><Relationship Id="rId6" Type="http://schemas.openxmlformats.org/officeDocument/2006/relationships/slide" Target="slide418.xml"/><Relationship Id="rId7" Type="http://schemas.openxmlformats.org/officeDocument/2006/relationships/audio" Target="../media/snd_boing.wav"/></Relationships>
</file>

<file path=ppt/slides/_rels/slide4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slide" Target="slide414.xml"/><Relationship Id="rId4" Type="http://schemas.openxmlformats.org/officeDocument/2006/relationships/slide" Target="slide417.xml"/><Relationship Id="rId5" Type="http://schemas.openxmlformats.org/officeDocument/2006/relationships/slide" Target="slide418.xml"/><Relationship Id="rId6" Type="http://schemas.openxmlformats.org/officeDocument/2006/relationships/audio" Target="../media/snd_bonk.wav"/></Relationships>
</file>

<file path=ppt/slides/_rels/slide4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slide" Target="slide414.xml"/><Relationship Id="rId4" Type="http://schemas.openxmlformats.org/officeDocument/2006/relationships/slide" Target="slide417.xml"/><Relationship Id="rId5" Type="http://schemas.openxmlformats.org/officeDocument/2006/relationships/slide" Target="slide418.xml"/><Relationship Id="rId6" Type="http://schemas.openxmlformats.org/officeDocument/2006/relationships/audio" Target="../media/snd_boing.wav"/></Relationships>
</file>

<file path=ppt/slides/_rels/slide4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slide" Target="slide416.xml"/><Relationship Id="rId4" Type="http://schemas.openxmlformats.org/officeDocument/2006/relationships/slide" Target="slide417.xml"/><Relationship Id="rId5" Type="http://schemas.openxmlformats.org/officeDocument/2006/relationships/slide" Target="slide418.xml"/><Relationship Id="rId6" Type="http://schemas.openxmlformats.org/officeDocument/2006/relationships/audio" Target="../media/snd_bonk.wav"/></Relationships>
</file>

<file path=ppt/slides/_rels/slide4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slide" Target="slide416.xml"/><Relationship Id="rId4" Type="http://schemas.openxmlformats.org/officeDocument/2006/relationships/slide" Target="slide417.xml"/><Relationship Id="rId5" Type="http://schemas.openxmlformats.org/officeDocument/2006/relationships/slide" Target="slide418.xml"/><Relationship Id="rId6" Type="http://schemas.openxmlformats.org/officeDocument/2006/relationships/audio" Target="../media/snd_boing.wav"/></Relationships>
</file>

<file path=ppt/slides/_rels/slide4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slide" Target="slide418.xml"/><Relationship Id="rId4" Type="http://schemas.openxmlformats.org/officeDocument/2006/relationships/audio" Target="../media/snd_bonk.wav"/><Relationship Id="rId5" Type="http://schemas.openxmlformats.org/officeDocument/2006/relationships/image" Target="../media/image40.png"/><Relationship Id="rId6" Type="http://schemas.openxmlformats.org/officeDocument/2006/relationships/audio" Target="../media/snd_cheer.wav"/></Relationships>
</file>

<file path=ppt/slides/_rels/slide4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Relationship Id="rId3" Type="http://schemas.openxmlformats.org/officeDocument/2006/relationships/image" Target="../media/image26.png"/><Relationship Id="rId4" Type="http://schemas.openxmlformats.org/officeDocument/2006/relationships/image" Target="../media/image24.png"/><Relationship Id="rId5" Type="http://schemas.openxmlformats.org/officeDocument/2006/relationships/image" Target="../media/image27.png"/><Relationship Id="rId6" Type="http://schemas.openxmlformats.org/officeDocument/2006/relationships/image" Target="../media/image28.png"/><Relationship Id="rId7" Type="http://schemas.openxmlformats.org/officeDocument/2006/relationships/image" Target="../media/image29.png"/><Relationship Id="rId8" Type="http://schemas.openxmlformats.org/officeDocument/2006/relationships/image" Target="../media/image30.png"/><Relationship Id="rId9" Type="http://schemas.openxmlformats.org/officeDocument/2006/relationships/image" Target="../media/image31.png"/><Relationship Id="rId10" Type="http://schemas.openxmlformats.org/officeDocument/2006/relationships/image" Target="../media/image32.png"/><Relationship Id="rId11" Type="http://schemas.openxmlformats.org/officeDocument/2006/relationships/slide" Target="slide419.xml"/><Relationship Id="rId12" Type="http://schemas.openxmlformats.org/officeDocument/2006/relationships/slide" Target="slide420.xml"/><Relationship Id="rId13" Type="http://schemas.openxmlformats.org/officeDocument/2006/relationships/slide" Target="slide421.xml"/><Relationship Id="rId14" Type="http://schemas.openxmlformats.org/officeDocument/2006/relationships/slide" Target="slide422.xml"/><Relationship Id="rId15" Type="http://schemas.openxmlformats.org/officeDocument/2006/relationships/slide" Target="slide423.xml"/><Relationship Id="rId16" Type="http://schemas.openxmlformats.org/officeDocument/2006/relationships/slide" Target="slide424.xml"/><Relationship Id="rId17" Type="http://schemas.openxmlformats.org/officeDocument/2006/relationships/slide" Target="slide425.xml"/><Relationship Id="rId18" Type="http://schemas.openxmlformats.org/officeDocument/2006/relationships/slide" Target="slide426.xml"/><Relationship Id="rId19" Type="http://schemas.openxmlformats.org/officeDocument/2006/relationships/slide" Target="slide427.xml"/></Relationships>
</file>

<file path=ppt/slides/_rels/slide4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Relationship Id="rId3" Type="http://schemas.openxmlformats.org/officeDocument/2006/relationships/image" Target="../media/image26.png"/><Relationship Id="rId4" Type="http://schemas.openxmlformats.org/officeDocument/2006/relationships/image" Target="../media/image24.png"/><Relationship Id="rId5" Type="http://schemas.openxmlformats.org/officeDocument/2006/relationships/slide" Target="slide418.xml"/><Relationship Id="rId6" Type="http://schemas.openxmlformats.org/officeDocument/2006/relationships/slide" Target="slide427.xml"/><Relationship Id="rId7" Type="http://schemas.openxmlformats.org/officeDocument/2006/relationships/audio" Target="../media/snd_tada.wav"/></Relationships>
</file>

<file path=ppt/slides/_rels/slide4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Relationship Id="rId3" Type="http://schemas.openxmlformats.org/officeDocument/2006/relationships/image" Target="../media/image27.png"/><Relationship Id="rId4" Type="http://schemas.openxmlformats.org/officeDocument/2006/relationships/image" Target="../media/image28.png"/><Relationship Id="rId5" Type="http://schemas.openxmlformats.org/officeDocument/2006/relationships/slide" Target="slide418.xml"/><Relationship Id="rId6" Type="http://schemas.openxmlformats.org/officeDocument/2006/relationships/slide" Target="slide427.xml"/><Relationship Id="rId7" Type="http://schemas.openxmlformats.org/officeDocument/2006/relationships/audio" Target="../media/snd_tada.wav"/></Relationships>
</file>

<file path=ppt/slides/_rels/slide4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Relationship Id="rId3" Type="http://schemas.openxmlformats.org/officeDocument/2006/relationships/image" Target="../media/image29.png"/><Relationship Id="rId4" Type="http://schemas.openxmlformats.org/officeDocument/2006/relationships/image" Target="../media/image30.png"/><Relationship Id="rId5" Type="http://schemas.openxmlformats.org/officeDocument/2006/relationships/slide" Target="slide418.xml"/><Relationship Id="rId6" Type="http://schemas.openxmlformats.org/officeDocument/2006/relationships/slide" Target="slide427.xml"/><Relationship Id="rId7" Type="http://schemas.openxmlformats.org/officeDocument/2006/relationships/audio" Target="../media/snd_tada.wav"/></Relationships>
</file>

<file path=ppt/slides/_rels/slide4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Relationship Id="rId3" Type="http://schemas.openxmlformats.org/officeDocument/2006/relationships/image" Target="../media/image31.png"/><Relationship Id="rId4" Type="http://schemas.openxmlformats.org/officeDocument/2006/relationships/image" Target="../media/image32.png"/><Relationship Id="rId5" Type="http://schemas.openxmlformats.org/officeDocument/2006/relationships/slide" Target="slide418.xml"/><Relationship Id="rId6" Type="http://schemas.openxmlformats.org/officeDocument/2006/relationships/slide" Target="slide427.xml"/><Relationship Id="rId7" Type="http://schemas.openxmlformats.org/officeDocument/2006/relationships/audio" Target="../media/snd_tada.wav"/></Relationships>
</file>

<file path=ppt/slides/_rels/slide4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Relationship Id="rId3" Type="http://schemas.openxmlformats.org/officeDocument/2006/relationships/image" Target="../media/image26.png"/><Relationship Id="rId4" Type="http://schemas.openxmlformats.org/officeDocument/2006/relationships/image" Target="../media/image24.png"/><Relationship Id="rId5" Type="http://schemas.openxmlformats.org/officeDocument/2006/relationships/slide" Target="slide418.xml"/><Relationship Id="rId6" Type="http://schemas.openxmlformats.org/officeDocument/2006/relationships/slide" Target="slide427.xml"/><Relationship Id="rId7" Type="http://schemas.openxmlformats.org/officeDocument/2006/relationships/audio" Target="../media/snd_tada.wav"/></Relationships>
</file>

<file path=ppt/slides/_rels/slide4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Relationship Id="rId3" Type="http://schemas.openxmlformats.org/officeDocument/2006/relationships/image" Target="../media/image27.png"/><Relationship Id="rId4" Type="http://schemas.openxmlformats.org/officeDocument/2006/relationships/image" Target="../media/image28.png"/><Relationship Id="rId5" Type="http://schemas.openxmlformats.org/officeDocument/2006/relationships/slide" Target="slide418.xml"/><Relationship Id="rId6" Type="http://schemas.openxmlformats.org/officeDocument/2006/relationships/slide" Target="slide427.xml"/><Relationship Id="rId7" Type="http://schemas.openxmlformats.org/officeDocument/2006/relationships/audio" Target="../media/snd_tada.wav"/></Relationships>
</file>

<file path=ppt/slides/_rels/slide4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Relationship Id="rId3" Type="http://schemas.openxmlformats.org/officeDocument/2006/relationships/image" Target="../media/image29.png"/><Relationship Id="rId4" Type="http://schemas.openxmlformats.org/officeDocument/2006/relationships/image" Target="../media/image30.png"/><Relationship Id="rId5" Type="http://schemas.openxmlformats.org/officeDocument/2006/relationships/slide" Target="slide418.xml"/><Relationship Id="rId6" Type="http://schemas.openxmlformats.org/officeDocument/2006/relationships/slide" Target="slide427.xml"/><Relationship Id="rId7" Type="http://schemas.openxmlformats.org/officeDocument/2006/relationships/audio" Target="../media/snd_tada.wav"/></Relationships>
</file>

<file path=ppt/slides/_rels/slide4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Relationship Id="rId3" Type="http://schemas.openxmlformats.org/officeDocument/2006/relationships/image" Target="../media/image31.png"/><Relationship Id="rId4" Type="http://schemas.openxmlformats.org/officeDocument/2006/relationships/image" Target="../media/image32.png"/><Relationship Id="rId5" Type="http://schemas.openxmlformats.org/officeDocument/2006/relationships/slide" Target="slide418.xml"/><Relationship Id="rId6" Type="http://schemas.openxmlformats.org/officeDocument/2006/relationships/slide" Target="slide427.xml"/><Relationship Id="rId7" Type="http://schemas.openxmlformats.org/officeDocument/2006/relationships/audio" Target="../media/snd_tada.wav"/></Relationships>
</file>

<file path=ppt/slides/_rels/slide4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Relationship Id="rId3" Type="http://schemas.openxmlformats.org/officeDocument/2006/relationships/image" Target="../media/image20.png"/><Relationship Id="rId4" Type="http://schemas.openxmlformats.org/officeDocument/2006/relationships/image" Target="../media/image22.png"/><Relationship Id="rId5" Type="http://schemas.openxmlformats.org/officeDocument/2006/relationships/slide" Target="slide431.xml"/><Relationship Id="rId6" Type="http://schemas.openxmlformats.org/officeDocument/2006/relationships/slide" Target="slide428.xml"/><Relationship Id="rId7" Type="http://schemas.openxmlformats.org/officeDocument/2006/relationships/slide" Target="slide434.xml"/></Relationships>
</file>

<file path=ppt/slides/_rels/slide4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Relationship Id="rId3" Type="http://schemas.openxmlformats.org/officeDocument/2006/relationships/image" Target="../media/image20.png"/><Relationship Id="rId4" Type="http://schemas.openxmlformats.org/officeDocument/2006/relationships/image" Target="../media/image22.png"/><Relationship Id="rId5" Type="http://schemas.openxmlformats.org/officeDocument/2006/relationships/slide" Target="slide429.xml"/><Relationship Id="rId6" Type="http://schemas.openxmlformats.org/officeDocument/2006/relationships/slide" Target="slide432.xml"/><Relationship Id="rId7" Type="http://schemas.openxmlformats.org/officeDocument/2006/relationships/slide" Target="slide434.xml"/><Relationship Id="rId8" Type="http://schemas.openxmlformats.org/officeDocument/2006/relationships/audio" Target="../media/snd_ding.wav"/></Relationships>
</file>

<file path=ppt/slides/_rels/slide4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Relationship Id="rId3" Type="http://schemas.openxmlformats.org/officeDocument/2006/relationships/image" Target="../media/image20.png"/><Relationship Id="rId4" Type="http://schemas.openxmlformats.org/officeDocument/2006/relationships/image" Target="../media/image22.png"/><Relationship Id="rId5" Type="http://schemas.openxmlformats.org/officeDocument/2006/relationships/slide" Target="slide430.xml"/><Relationship Id="rId6" Type="http://schemas.openxmlformats.org/officeDocument/2006/relationships/slide" Target="slide434.xml"/><Relationship Id="rId7" Type="http://schemas.openxmlformats.org/officeDocument/2006/relationships/audio" Target="../media/snd_ding.wav"/></Relationships>
</file>

<file path=ppt/slides/_rels/slide4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Relationship Id="rId3" Type="http://schemas.openxmlformats.org/officeDocument/2006/relationships/image" Target="../media/image20.png"/><Relationship Id="rId4" Type="http://schemas.openxmlformats.org/officeDocument/2006/relationships/image" Target="../media/image22.png"/><Relationship Id="rId5" Type="http://schemas.openxmlformats.org/officeDocument/2006/relationships/slide" Target="slide433.xml"/><Relationship Id="rId6" Type="http://schemas.openxmlformats.org/officeDocument/2006/relationships/slide" Target="slide434.xml"/><Relationship Id="rId7" Type="http://schemas.openxmlformats.org/officeDocument/2006/relationships/audio" Target="../media/snd_ding.wav"/></Relationships>
</file>

<file path=ppt/slides/_rels/slide4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Relationship Id="rId3" Type="http://schemas.openxmlformats.org/officeDocument/2006/relationships/image" Target="../media/image20.png"/><Relationship Id="rId4" Type="http://schemas.openxmlformats.org/officeDocument/2006/relationships/image" Target="../media/image22.png"/><Relationship Id="rId5" Type="http://schemas.openxmlformats.org/officeDocument/2006/relationships/slide" Target="slide431.xml"/><Relationship Id="rId6" Type="http://schemas.openxmlformats.org/officeDocument/2006/relationships/slide" Target="slide428.xml"/><Relationship Id="rId7" Type="http://schemas.openxmlformats.org/officeDocument/2006/relationships/slide" Target="slide434.xml"/><Relationship Id="rId8" Type="http://schemas.openxmlformats.org/officeDocument/2006/relationships/audio" Target="../media/snd_boing.wav"/></Relationships>
</file>

<file path=ppt/slides/_rels/slide4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Relationship Id="rId3" Type="http://schemas.openxmlformats.org/officeDocument/2006/relationships/image" Target="../media/image20.png"/><Relationship Id="rId4" Type="http://schemas.openxmlformats.org/officeDocument/2006/relationships/image" Target="../media/image22.png"/><Relationship Id="rId5" Type="http://schemas.openxmlformats.org/officeDocument/2006/relationships/slide" Target="slide429.xml"/><Relationship Id="rId6" Type="http://schemas.openxmlformats.org/officeDocument/2006/relationships/slide" Target="slide432.xml"/><Relationship Id="rId7" Type="http://schemas.openxmlformats.org/officeDocument/2006/relationships/slide" Target="slide434.xml"/><Relationship Id="rId8" Type="http://schemas.openxmlformats.org/officeDocument/2006/relationships/audio" Target="../media/snd_boing.wav"/></Relationships>
</file>

<file path=ppt/slides/_rels/slide4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Relationship Id="rId3" Type="http://schemas.openxmlformats.org/officeDocument/2006/relationships/image" Target="../media/image20.png"/><Relationship Id="rId4" Type="http://schemas.openxmlformats.org/officeDocument/2006/relationships/image" Target="../media/image22.png"/><Relationship Id="rId5" Type="http://schemas.openxmlformats.org/officeDocument/2006/relationships/slide" Target="slide434.xml"/><Relationship Id="rId6" Type="http://schemas.openxmlformats.org/officeDocument/2006/relationships/audio" Target="../media/snd_whistle.wav"/><Relationship Id="rId7" Type="http://schemas.openxmlformats.org/officeDocument/2006/relationships/image" Target="../media/image40.png"/><Relationship Id="rId8" Type="http://schemas.openxmlformats.org/officeDocument/2006/relationships/audio" Target="../media/snd_cheer.wav"/></Relationships>
</file>

<file path=ppt/slides/_rels/slide4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6.png"/><Relationship Id="rId5" Type="http://schemas.openxmlformats.org/officeDocument/2006/relationships/image" Target="../media/image33.png"/><Relationship Id="rId6" Type="http://schemas.openxmlformats.org/officeDocument/2006/relationships/image" Target="../media/image5.png"/><Relationship Id="rId7" Type="http://schemas.openxmlformats.org/officeDocument/2006/relationships/slide" Target="slide435.xml"/><Relationship Id="rId8" Type="http://schemas.openxmlformats.org/officeDocument/2006/relationships/slide" Target="slide436.xml"/><Relationship Id="rId9" Type="http://schemas.openxmlformats.org/officeDocument/2006/relationships/slide" Target="slide438.xml"/><Relationship Id="rId10" Type="http://schemas.openxmlformats.org/officeDocument/2006/relationships/slide" Target="slide441.xml"/></Relationships>
</file>

<file path=ppt/slides/_rels/slide4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6.png"/><Relationship Id="rId5" Type="http://schemas.openxmlformats.org/officeDocument/2006/relationships/image" Target="../media/image33.png"/><Relationship Id="rId6" Type="http://schemas.openxmlformats.org/officeDocument/2006/relationships/image" Target="../media/image5.png"/><Relationship Id="rId7" Type="http://schemas.openxmlformats.org/officeDocument/2006/relationships/slide" Target="slide435.xml"/><Relationship Id="rId8" Type="http://schemas.openxmlformats.org/officeDocument/2006/relationships/slide" Target="slide436.xml"/><Relationship Id="rId9" Type="http://schemas.openxmlformats.org/officeDocument/2006/relationships/slide" Target="slide438.xml"/><Relationship Id="rId10" Type="http://schemas.openxmlformats.org/officeDocument/2006/relationships/slide" Target="slide441.xml"/><Relationship Id="rId11" Type="http://schemas.openxmlformats.org/officeDocument/2006/relationships/audio" Target="../media/snd_boing.wav"/></Relationships>
</file>

<file path=ppt/slides/_rels/slide4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6.png"/><Relationship Id="rId5" Type="http://schemas.openxmlformats.org/officeDocument/2006/relationships/image" Target="../media/image5.png"/><Relationship Id="rId6" Type="http://schemas.openxmlformats.org/officeDocument/2006/relationships/slide" Target="slide437.xml"/><Relationship Id="rId7" Type="http://schemas.openxmlformats.org/officeDocument/2006/relationships/slide" Target="slide440.xml"/><Relationship Id="rId8" Type="http://schemas.openxmlformats.org/officeDocument/2006/relationships/slide" Target="slide441.xml"/><Relationship Id="rId9" Type="http://schemas.openxmlformats.org/officeDocument/2006/relationships/audio" Target="../media/snd_pop.wav"/></Relationships>
</file>

<file path=ppt/slides/_rels/slide4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6.png"/><Relationship Id="rId5" Type="http://schemas.openxmlformats.org/officeDocument/2006/relationships/image" Target="../media/image5.png"/><Relationship Id="rId6" Type="http://schemas.openxmlformats.org/officeDocument/2006/relationships/slide" Target="slide437.xml"/><Relationship Id="rId7" Type="http://schemas.openxmlformats.org/officeDocument/2006/relationships/slide" Target="slide440.xml"/><Relationship Id="rId8" Type="http://schemas.openxmlformats.org/officeDocument/2006/relationships/slide" Target="slide441.xml"/><Relationship Id="rId9" Type="http://schemas.openxmlformats.org/officeDocument/2006/relationships/audio" Target="../media/snd_boing.wav"/></Relationships>
</file>

<file path=ppt/slides/_rels/slide4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6.png"/><Relationship Id="rId5" Type="http://schemas.openxmlformats.org/officeDocument/2006/relationships/image" Target="../media/image33.png"/><Relationship Id="rId6" Type="http://schemas.openxmlformats.org/officeDocument/2006/relationships/slide" Target="slide439.xml"/><Relationship Id="rId7" Type="http://schemas.openxmlformats.org/officeDocument/2006/relationships/slide" Target="slide440.xml"/><Relationship Id="rId8" Type="http://schemas.openxmlformats.org/officeDocument/2006/relationships/slide" Target="slide441.xml"/><Relationship Id="rId9" Type="http://schemas.openxmlformats.org/officeDocument/2006/relationships/audio" Target="../media/snd_pop.wav"/></Relationships>
</file>

<file path=ppt/slides/_rels/slide4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6.png"/><Relationship Id="rId5" Type="http://schemas.openxmlformats.org/officeDocument/2006/relationships/image" Target="../media/image33.png"/><Relationship Id="rId6" Type="http://schemas.openxmlformats.org/officeDocument/2006/relationships/slide" Target="slide439.xml"/><Relationship Id="rId7" Type="http://schemas.openxmlformats.org/officeDocument/2006/relationships/slide" Target="slide440.xml"/><Relationship Id="rId8" Type="http://schemas.openxmlformats.org/officeDocument/2006/relationships/slide" Target="slide441.xml"/><Relationship Id="rId9" Type="http://schemas.openxmlformats.org/officeDocument/2006/relationships/audio" Target="../media/snd_boing.wav"/></Relationships>
</file>

<file path=ppt/slides/_rels/slide4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6.png"/><Relationship Id="rId5" Type="http://schemas.openxmlformats.org/officeDocument/2006/relationships/slide" Target="slide441.xml"/><Relationship Id="rId6" Type="http://schemas.openxmlformats.org/officeDocument/2006/relationships/audio" Target="../media/snd_pop.wav"/><Relationship Id="rId7" Type="http://schemas.openxmlformats.org/officeDocument/2006/relationships/image" Target="../media/image40.png"/><Relationship Id="rId8" Type="http://schemas.openxmlformats.org/officeDocument/2006/relationships/audio" Target="../media/snd_cheer.wav"/></Relationships>
</file>

<file path=ppt/slides/_rels/slide4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image" Target="../media/image8.png"/><Relationship Id="rId4" Type="http://schemas.openxmlformats.org/officeDocument/2006/relationships/image" Target="../media/image18.png"/><Relationship Id="rId5" Type="http://schemas.openxmlformats.org/officeDocument/2006/relationships/image" Target="../media/image34.png"/><Relationship Id="rId6" Type="http://schemas.openxmlformats.org/officeDocument/2006/relationships/image" Target="../media/image10.png"/><Relationship Id="rId7" Type="http://schemas.openxmlformats.org/officeDocument/2006/relationships/slide" Target="slide443.xml"/><Relationship Id="rId8" Type="http://schemas.openxmlformats.org/officeDocument/2006/relationships/slide" Target="slide442.xml"/><Relationship Id="rId9" Type="http://schemas.openxmlformats.org/officeDocument/2006/relationships/slide" Target="slide444.xml"/></Relationships>
</file>

<file path=ppt/slides/_rels/slide4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image" Target="../media/image11.png"/><Relationship Id="rId4" Type="http://schemas.openxmlformats.org/officeDocument/2006/relationships/image" Target="../media/image18.png"/><Relationship Id="rId5" Type="http://schemas.openxmlformats.org/officeDocument/2006/relationships/image" Target="../media/image34.png"/><Relationship Id="rId6" Type="http://schemas.openxmlformats.org/officeDocument/2006/relationships/image" Target="../media/image10.png"/><Relationship Id="rId7" Type="http://schemas.openxmlformats.org/officeDocument/2006/relationships/slide" Target="slide443.xml"/><Relationship Id="rId8" Type="http://schemas.openxmlformats.org/officeDocument/2006/relationships/slide" Target="slide442.xml"/><Relationship Id="rId9" Type="http://schemas.openxmlformats.org/officeDocument/2006/relationships/slide" Target="slide444.xml"/><Relationship Id="rId10" Type="http://schemas.openxmlformats.org/officeDocument/2006/relationships/audio" Target="../media/snd_boing.wav"/></Relationships>
</file>

<file path=ppt/slides/_rels/slide4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image" Target="../media/image12.png"/><Relationship Id="rId4" Type="http://schemas.openxmlformats.org/officeDocument/2006/relationships/image" Target="../media/image34.png"/><Relationship Id="rId5" Type="http://schemas.openxmlformats.org/officeDocument/2006/relationships/image" Target="../media/image10.png"/><Relationship Id="rId6" Type="http://schemas.openxmlformats.org/officeDocument/2006/relationships/image" Target="../media/image18.png"/><Relationship Id="rId7" Type="http://schemas.openxmlformats.org/officeDocument/2006/relationships/slide" Target="slide444.xml"/><Relationship Id="rId8" Type="http://schemas.openxmlformats.org/officeDocument/2006/relationships/audio" Target="../media/snd_munch.wav"/><Relationship Id="rId9" Type="http://schemas.openxmlformats.org/officeDocument/2006/relationships/image" Target="../media/image40.png"/><Relationship Id="rId10" Type="http://schemas.openxmlformats.org/officeDocument/2006/relationships/audio" Target="../media/snd_cheer.wav"/></Relationships>
</file>

<file path=ppt/slides/_rels/slide4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image" Target="../media/image35.png"/><Relationship Id="rId4" Type="http://schemas.openxmlformats.org/officeDocument/2006/relationships/image" Target="../media/image16.png"/><Relationship Id="rId5" Type="http://schemas.openxmlformats.org/officeDocument/2006/relationships/image" Target="../media/image15.png"/><Relationship Id="rId6" Type="http://schemas.openxmlformats.org/officeDocument/2006/relationships/image" Target="../media/image23.png"/><Relationship Id="rId7" Type="http://schemas.openxmlformats.org/officeDocument/2006/relationships/slide" Target="slide446.xml"/><Relationship Id="rId8" Type="http://schemas.openxmlformats.org/officeDocument/2006/relationships/slide" Target="slide445.xml"/><Relationship Id="rId9" Type="http://schemas.openxmlformats.org/officeDocument/2006/relationships/slide" Target="slide448.xml"/><Relationship Id="rId10" Type="http://schemas.openxmlformats.org/officeDocument/2006/relationships/slide" Target="slide451.xml"/></Relationships>
</file>

<file path=ppt/slides/_rels/slide4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image" Target="../media/image35.png"/><Relationship Id="rId4" Type="http://schemas.openxmlformats.org/officeDocument/2006/relationships/image" Target="../media/image16.png"/><Relationship Id="rId5" Type="http://schemas.openxmlformats.org/officeDocument/2006/relationships/image" Target="../media/image15.png"/><Relationship Id="rId6" Type="http://schemas.openxmlformats.org/officeDocument/2006/relationships/image" Target="../media/image23.png"/><Relationship Id="rId7" Type="http://schemas.openxmlformats.org/officeDocument/2006/relationships/slide" Target="slide446.xml"/><Relationship Id="rId8" Type="http://schemas.openxmlformats.org/officeDocument/2006/relationships/slide" Target="slide445.xml"/><Relationship Id="rId9" Type="http://schemas.openxmlformats.org/officeDocument/2006/relationships/slide" Target="slide448.xml"/><Relationship Id="rId10" Type="http://schemas.openxmlformats.org/officeDocument/2006/relationships/slide" Target="slide451.xml"/><Relationship Id="rId11" Type="http://schemas.openxmlformats.org/officeDocument/2006/relationships/audio" Target="../media/snd_boing.wav"/></Relationships>
</file>

<file path=ppt/slides/_rels/slide4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image" Target="../media/image35.png"/><Relationship Id="rId4" Type="http://schemas.openxmlformats.org/officeDocument/2006/relationships/image" Target="../media/image16.png"/><Relationship Id="rId5" Type="http://schemas.openxmlformats.org/officeDocument/2006/relationships/image" Target="../media/image15.png"/><Relationship Id="rId6" Type="http://schemas.openxmlformats.org/officeDocument/2006/relationships/image" Target="../media/image23.png"/><Relationship Id="rId7" Type="http://schemas.openxmlformats.org/officeDocument/2006/relationships/slide" Target="slide447.xml"/><Relationship Id="rId8" Type="http://schemas.openxmlformats.org/officeDocument/2006/relationships/slide" Target="slide450.xml"/><Relationship Id="rId9" Type="http://schemas.openxmlformats.org/officeDocument/2006/relationships/slide" Target="slide451.xml"/><Relationship Id="rId10" Type="http://schemas.openxmlformats.org/officeDocument/2006/relationships/audio" Target="../media/snd_splash.wav"/></Relationships>
</file>

<file path=ppt/slides/_rels/slide4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image" Target="../media/image35.png"/><Relationship Id="rId4" Type="http://schemas.openxmlformats.org/officeDocument/2006/relationships/image" Target="../media/image16.png"/><Relationship Id="rId5" Type="http://schemas.openxmlformats.org/officeDocument/2006/relationships/image" Target="../media/image15.png"/><Relationship Id="rId6" Type="http://schemas.openxmlformats.org/officeDocument/2006/relationships/image" Target="../media/image23.png"/><Relationship Id="rId7" Type="http://schemas.openxmlformats.org/officeDocument/2006/relationships/slide" Target="slide447.xml"/><Relationship Id="rId8" Type="http://schemas.openxmlformats.org/officeDocument/2006/relationships/slide" Target="slide450.xml"/><Relationship Id="rId9" Type="http://schemas.openxmlformats.org/officeDocument/2006/relationships/slide" Target="slide451.xml"/><Relationship Id="rId10" Type="http://schemas.openxmlformats.org/officeDocument/2006/relationships/audio" Target="../media/snd_boing.wav"/></Relationships>
</file>

<file path=ppt/slides/_rels/slide4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image" Target="../media/image35.png"/><Relationship Id="rId4" Type="http://schemas.openxmlformats.org/officeDocument/2006/relationships/image" Target="../media/image16.png"/><Relationship Id="rId5" Type="http://schemas.openxmlformats.org/officeDocument/2006/relationships/image" Target="../media/image15.png"/><Relationship Id="rId6" Type="http://schemas.openxmlformats.org/officeDocument/2006/relationships/slide" Target="slide450.xml"/><Relationship Id="rId7" Type="http://schemas.openxmlformats.org/officeDocument/2006/relationships/slide" Target="slide449.xml"/><Relationship Id="rId8" Type="http://schemas.openxmlformats.org/officeDocument/2006/relationships/slide" Target="slide451.xml"/><Relationship Id="rId9" Type="http://schemas.openxmlformats.org/officeDocument/2006/relationships/audio" Target="../media/snd_splash.wav"/></Relationships>
</file>

<file path=ppt/slides/_rels/slide4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image" Target="../media/image35.png"/><Relationship Id="rId4" Type="http://schemas.openxmlformats.org/officeDocument/2006/relationships/image" Target="../media/image16.png"/><Relationship Id="rId5" Type="http://schemas.openxmlformats.org/officeDocument/2006/relationships/image" Target="../media/image15.png"/><Relationship Id="rId6" Type="http://schemas.openxmlformats.org/officeDocument/2006/relationships/slide" Target="slide450.xml"/><Relationship Id="rId7" Type="http://schemas.openxmlformats.org/officeDocument/2006/relationships/slide" Target="slide449.xml"/><Relationship Id="rId8" Type="http://schemas.openxmlformats.org/officeDocument/2006/relationships/slide" Target="slide451.xml"/><Relationship Id="rId9" Type="http://schemas.openxmlformats.org/officeDocument/2006/relationships/audio" Target="../media/snd_boing.wav"/></Relationships>
</file>

<file path=ppt/slides/_rels/slide4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image" Target="../media/image35.png"/><Relationship Id="rId4" Type="http://schemas.openxmlformats.org/officeDocument/2006/relationships/image" Target="../media/image16.png"/><Relationship Id="rId5" Type="http://schemas.openxmlformats.org/officeDocument/2006/relationships/image" Target="../media/image15.png"/><Relationship Id="rId6" Type="http://schemas.openxmlformats.org/officeDocument/2006/relationships/slide" Target="slide451.xml"/><Relationship Id="rId7" Type="http://schemas.openxmlformats.org/officeDocument/2006/relationships/audio" Target="../media/snd_splash.wav"/><Relationship Id="rId8" Type="http://schemas.openxmlformats.org/officeDocument/2006/relationships/image" Target="../media/image40.png"/><Relationship Id="rId9" Type="http://schemas.openxmlformats.org/officeDocument/2006/relationships/audio" Target="../media/snd_cheer.wav"/></Relationships>
</file>

<file path=ppt/slides/_rels/slide4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slide" Target="slide452.xml"/><Relationship Id="rId4" Type="http://schemas.openxmlformats.org/officeDocument/2006/relationships/slide" Target="slide453.xml"/><Relationship Id="rId5" Type="http://schemas.openxmlformats.org/officeDocument/2006/relationships/slide" Target="slide455.xml"/><Relationship Id="rId6" Type="http://schemas.openxmlformats.org/officeDocument/2006/relationships/slide" Target="slide458.xml"/></Relationships>
</file>

<file path=ppt/slides/_rels/slide4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slide" Target="slide452.xml"/><Relationship Id="rId4" Type="http://schemas.openxmlformats.org/officeDocument/2006/relationships/slide" Target="slide453.xml"/><Relationship Id="rId5" Type="http://schemas.openxmlformats.org/officeDocument/2006/relationships/slide" Target="slide455.xml"/><Relationship Id="rId6" Type="http://schemas.openxmlformats.org/officeDocument/2006/relationships/slide" Target="slide458.xml"/><Relationship Id="rId7" Type="http://schemas.openxmlformats.org/officeDocument/2006/relationships/audio" Target="../media/snd_boing.wav"/></Relationships>
</file>

<file path=ppt/slides/_rels/slide4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slide" Target="slide454.xml"/><Relationship Id="rId4" Type="http://schemas.openxmlformats.org/officeDocument/2006/relationships/slide" Target="slide457.xml"/><Relationship Id="rId5" Type="http://schemas.openxmlformats.org/officeDocument/2006/relationships/slide" Target="slide458.xml"/><Relationship Id="rId6" Type="http://schemas.openxmlformats.org/officeDocument/2006/relationships/audio" Target="../media/snd_bonk.wav"/></Relationships>
</file>

<file path=ppt/slides/_rels/slide4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slide" Target="slide454.xml"/><Relationship Id="rId4" Type="http://schemas.openxmlformats.org/officeDocument/2006/relationships/slide" Target="slide457.xml"/><Relationship Id="rId5" Type="http://schemas.openxmlformats.org/officeDocument/2006/relationships/slide" Target="slide458.xml"/><Relationship Id="rId6" Type="http://schemas.openxmlformats.org/officeDocument/2006/relationships/audio" Target="../media/snd_boing.wav"/></Relationships>
</file>

<file path=ppt/slides/_rels/slide4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slide" Target="slide456.xml"/><Relationship Id="rId4" Type="http://schemas.openxmlformats.org/officeDocument/2006/relationships/slide" Target="slide457.xml"/><Relationship Id="rId5" Type="http://schemas.openxmlformats.org/officeDocument/2006/relationships/slide" Target="slide458.xml"/><Relationship Id="rId6" Type="http://schemas.openxmlformats.org/officeDocument/2006/relationships/audio" Target="../media/snd_bonk.wav"/></Relationships>
</file>

<file path=ppt/slides/_rels/slide4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slide" Target="slide456.xml"/><Relationship Id="rId4" Type="http://schemas.openxmlformats.org/officeDocument/2006/relationships/slide" Target="slide457.xml"/><Relationship Id="rId5" Type="http://schemas.openxmlformats.org/officeDocument/2006/relationships/slide" Target="slide458.xml"/><Relationship Id="rId6" Type="http://schemas.openxmlformats.org/officeDocument/2006/relationships/audio" Target="../media/snd_boing.wav"/></Relationships>
</file>

<file path=ppt/slides/_rels/slide4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slide" Target="slide458.xml"/><Relationship Id="rId4" Type="http://schemas.openxmlformats.org/officeDocument/2006/relationships/audio" Target="../media/snd_bonk.wav"/><Relationship Id="rId5" Type="http://schemas.openxmlformats.org/officeDocument/2006/relationships/image" Target="../media/image40.png"/><Relationship Id="rId6" Type="http://schemas.openxmlformats.org/officeDocument/2006/relationships/audio" Target="../media/snd_cheer.wav"/></Relationships>
</file>

<file path=ppt/slides/_rels/slide4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slide" Target="slide459.xml"/><Relationship Id="rId7" Type="http://schemas.openxmlformats.org/officeDocument/2006/relationships/slide" Target="slide460.xml"/><Relationship Id="rId8" Type="http://schemas.openxmlformats.org/officeDocument/2006/relationships/slide" Target="slide462.xml"/><Relationship Id="rId9" Type="http://schemas.openxmlformats.org/officeDocument/2006/relationships/slide" Target="slide465.xml"/></Relationships>
</file>

<file path=ppt/slides/_rels/slide4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slide" Target="slide459.xml"/><Relationship Id="rId7" Type="http://schemas.openxmlformats.org/officeDocument/2006/relationships/slide" Target="slide460.xml"/><Relationship Id="rId8" Type="http://schemas.openxmlformats.org/officeDocument/2006/relationships/slide" Target="slide462.xml"/><Relationship Id="rId9" Type="http://schemas.openxmlformats.org/officeDocument/2006/relationships/slide" Target="slide465.xml"/><Relationship Id="rId10" Type="http://schemas.openxmlformats.org/officeDocument/2006/relationships/audio" Target="../media/snd_boing.wav"/></Relationships>
</file>

<file path=ppt/slides/_rels/slide4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png"/><Relationship Id="rId4" Type="http://schemas.openxmlformats.org/officeDocument/2006/relationships/image" Target="../media/image7.png"/><Relationship Id="rId5" Type="http://schemas.openxmlformats.org/officeDocument/2006/relationships/slide" Target="slide461.xml"/><Relationship Id="rId6" Type="http://schemas.openxmlformats.org/officeDocument/2006/relationships/slide" Target="slide464.xml"/><Relationship Id="rId7" Type="http://schemas.openxmlformats.org/officeDocument/2006/relationships/slide" Target="slide465.xml"/><Relationship Id="rId8" Type="http://schemas.openxmlformats.org/officeDocument/2006/relationships/audio" Target="../media/snd_pop.wav"/></Relationships>
</file>

<file path=ppt/slides/_rels/slide4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png"/><Relationship Id="rId4" Type="http://schemas.openxmlformats.org/officeDocument/2006/relationships/image" Target="../media/image7.png"/><Relationship Id="rId5" Type="http://schemas.openxmlformats.org/officeDocument/2006/relationships/slide" Target="slide461.xml"/><Relationship Id="rId6" Type="http://schemas.openxmlformats.org/officeDocument/2006/relationships/slide" Target="slide464.xml"/><Relationship Id="rId7" Type="http://schemas.openxmlformats.org/officeDocument/2006/relationships/slide" Target="slide465.xml"/><Relationship Id="rId8" Type="http://schemas.openxmlformats.org/officeDocument/2006/relationships/audio" Target="../media/snd_boing.wav"/></Relationships>
</file>

<file path=ppt/slides/_rels/slide4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slide" Target="slide463.xml"/><Relationship Id="rId7" Type="http://schemas.openxmlformats.org/officeDocument/2006/relationships/slide" Target="slide464.xml"/><Relationship Id="rId8" Type="http://schemas.openxmlformats.org/officeDocument/2006/relationships/slide" Target="slide465.xml"/><Relationship Id="rId9" Type="http://schemas.openxmlformats.org/officeDocument/2006/relationships/audio" Target="../media/snd_pop.wav"/></Relationships>
</file>

<file path=ppt/slides/_rels/slide4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slide" Target="slide463.xml"/><Relationship Id="rId7" Type="http://schemas.openxmlformats.org/officeDocument/2006/relationships/slide" Target="slide464.xml"/><Relationship Id="rId8" Type="http://schemas.openxmlformats.org/officeDocument/2006/relationships/slide" Target="slide465.xml"/><Relationship Id="rId9" Type="http://schemas.openxmlformats.org/officeDocument/2006/relationships/audio" Target="../media/snd_boing.wav"/></Relationships>
</file>

<file path=ppt/slides/_rels/slide4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png"/><Relationship Id="rId4" Type="http://schemas.openxmlformats.org/officeDocument/2006/relationships/image" Target="../media/image7.png"/><Relationship Id="rId5" Type="http://schemas.openxmlformats.org/officeDocument/2006/relationships/slide" Target="slide465.xml"/><Relationship Id="rId6" Type="http://schemas.openxmlformats.org/officeDocument/2006/relationships/audio" Target="../media/snd_pop.wav"/><Relationship Id="rId7" Type="http://schemas.openxmlformats.org/officeDocument/2006/relationships/image" Target="../media/image40.png"/><Relationship Id="rId8" Type="http://schemas.openxmlformats.org/officeDocument/2006/relationships/audio" Target="../media/snd_cheer.wav"/></Relationships>
</file>

<file path=ppt/slides/_rels/slide4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image" Target="../media/image8.png"/><Relationship Id="rId4" Type="http://schemas.openxmlformats.org/officeDocument/2006/relationships/image" Target="../media/image39.png"/><Relationship Id="rId5" Type="http://schemas.openxmlformats.org/officeDocument/2006/relationships/image" Target="../media/image34.png"/><Relationship Id="rId6" Type="http://schemas.openxmlformats.org/officeDocument/2006/relationships/slide" Target="slide467.xml"/><Relationship Id="rId7" Type="http://schemas.openxmlformats.org/officeDocument/2006/relationships/slide" Target="slide466.xml"/><Relationship Id="rId8" Type="http://schemas.openxmlformats.org/officeDocument/2006/relationships/slide" Target="slide468.xml"/></Relationships>
</file>

<file path=ppt/slides/_rels/slide4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image" Target="../media/image11.png"/><Relationship Id="rId4" Type="http://schemas.openxmlformats.org/officeDocument/2006/relationships/image" Target="../media/image39.png"/><Relationship Id="rId5" Type="http://schemas.openxmlformats.org/officeDocument/2006/relationships/image" Target="../media/image34.png"/><Relationship Id="rId6" Type="http://schemas.openxmlformats.org/officeDocument/2006/relationships/slide" Target="slide467.xml"/><Relationship Id="rId7" Type="http://schemas.openxmlformats.org/officeDocument/2006/relationships/slide" Target="slide466.xml"/><Relationship Id="rId8" Type="http://schemas.openxmlformats.org/officeDocument/2006/relationships/slide" Target="slide468.xml"/><Relationship Id="rId9" Type="http://schemas.openxmlformats.org/officeDocument/2006/relationships/audio" Target="../media/snd_boing.wav"/></Relationships>
</file>

<file path=ppt/slides/_rels/slide4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image" Target="../media/image12.png"/><Relationship Id="rId4" Type="http://schemas.openxmlformats.org/officeDocument/2006/relationships/image" Target="../media/image39.png"/><Relationship Id="rId5" Type="http://schemas.openxmlformats.org/officeDocument/2006/relationships/image" Target="../media/image34.png"/><Relationship Id="rId6" Type="http://schemas.openxmlformats.org/officeDocument/2006/relationships/slide" Target="slide468.xml"/><Relationship Id="rId7" Type="http://schemas.openxmlformats.org/officeDocument/2006/relationships/audio" Target="../media/snd_munch.wav"/><Relationship Id="rId8" Type="http://schemas.openxmlformats.org/officeDocument/2006/relationships/image" Target="../media/image40.png"/><Relationship Id="rId9" Type="http://schemas.openxmlformats.org/officeDocument/2006/relationships/audio" Target="../media/snd_cheer.wav"/></Relationships>
</file>

<file path=ppt/slides/_rels/slide4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Relationship Id="rId3" Type="http://schemas.openxmlformats.org/officeDocument/2006/relationships/image" Target="../media/image20.png"/><Relationship Id="rId4" Type="http://schemas.openxmlformats.org/officeDocument/2006/relationships/image" Target="../media/image22.png"/><Relationship Id="rId5" Type="http://schemas.openxmlformats.org/officeDocument/2006/relationships/slide" Target="slide472.xml"/><Relationship Id="rId6" Type="http://schemas.openxmlformats.org/officeDocument/2006/relationships/slide" Target="slide469.xml"/><Relationship Id="rId7" Type="http://schemas.openxmlformats.org/officeDocument/2006/relationships/slide" Target="slide475.xml"/></Relationships>
</file>

<file path=ppt/slides/_rels/slide4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Relationship Id="rId3" Type="http://schemas.openxmlformats.org/officeDocument/2006/relationships/image" Target="../media/image20.png"/><Relationship Id="rId4" Type="http://schemas.openxmlformats.org/officeDocument/2006/relationships/image" Target="../media/image22.png"/><Relationship Id="rId5" Type="http://schemas.openxmlformats.org/officeDocument/2006/relationships/slide" Target="slide470.xml"/><Relationship Id="rId6" Type="http://schemas.openxmlformats.org/officeDocument/2006/relationships/slide" Target="slide473.xml"/><Relationship Id="rId7" Type="http://schemas.openxmlformats.org/officeDocument/2006/relationships/slide" Target="slide475.xml"/><Relationship Id="rId8" Type="http://schemas.openxmlformats.org/officeDocument/2006/relationships/audio" Target="../media/snd_ding.wav"/></Relationships>
</file>

<file path=ppt/slides/_rels/slide4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Relationship Id="rId3" Type="http://schemas.openxmlformats.org/officeDocument/2006/relationships/image" Target="../media/image20.png"/><Relationship Id="rId4" Type="http://schemas.openxmlformats.org/officeDocument/2006/relationships/image" Target="../media/image22.png"/><Relationship Id="rId5" Type="http://schemas.openxmlformats.org/officeDocument/2006/relationships/slide" Target="slide471.xml"/><Relationship Id="rId6" Type="http://schemas.openxmlformats.org/officeDocument/2006/relationships/slide" Target="slide475.xml"/><Relationship Id="rId7" Type="http://schemas.openxmlformats.org/officeDocument/2006/relationships/audio" Target="../media/snd_ding.wav"/></Relationships>
</file>

<file path=ppt/slides/_rels/slide4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Relationship Id="rId3" Type="http://schemas.openxmlformats.org/officeDocument/2006/relationships/image" Target="../media/image20.png"/><Relationship Id="rId4" Type="http://schemas.openxmlformats.org/officeDocument/2006/relationships/image" Target="../media/image22.png"/><Relationship Id="rId5" Type="http://schemas.openxmlformats.org/officeDocument/2006/relationships/slide" Target="slide474.xml"/><Relationship Id="rId6" Type="http://schemas.openxmlformats.org/officeDocument/2006/relationships/slide" Target="slide475.xml"/><Relationship Id="rId7" Type="http://schemas.openxmlformats.org/officeDocument/2006/relationships/audio" Target="../media/snd_ding.wav"/></Relationships>
</file>

<file path=ppt/slides/_rels/slide4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Relationship Id="rId3" Type="http://schemas.openxmlformats.org/officeDocument/2006/relationships/image" Target="../media/image20.png"/><Relationship Id="rId4" Type="http://schemas.openxmlformats.org/officeDocument/2006/relationships/image" Target="../media/image22.png"/><Relationship Id="rId5" Type="http://schemas.openxmlformats.org/officeDocument/2006/relationships/slide" Target="slide472.xml"/><Relationship Id="rId6" Type="http://schemas.openxmlformats.org/officeDocument/2006/relationships/slide" Target="slide469.xml"/><Relationship Id="rId7" Type="http://schemas.openxmlformats.org/officeDocument/2006/relationships/slide" Target="slide475.xml"/><Relationship Id="rId8" Type="http://schemas.openxmlformats.org/officeDocument/2006/relationships/audio" Target="../media/snd_boing.wav"/></Relationships>
</file>

<file path=ppt/slides/_rels/slide4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Relationship Id="rId3" Type="http://schemas.openxmlformats.org/officeDocument/2006/relationships/image" Target="../media/image20.png"/><Relationship Id="rId4" Type="http://schemas.openxmlformats.org/officeDocument/2006/relationships/image" Target="../media/image22.png"/><Relationship Id="rId5" Type="http://schemas.openxmlformats.org/officeDocument/2006/relationships/slide" Target="slide470.xml"/><Relationship Id="rId6" Type="http://schemas.openxmlformats.org/officeDocument/2006/relationships/slide" Target="slide473.xml"/><Relationship Id="rId7" Type="http://schemas.openxmlformats.org/officeDocument/2006/relationships/slide" Target="slide475.xml"/><Relationship Id="rId8" Type="http://schemas.openxmlformats.org/officeDocument/2006/relationships/audio" Target="../media/snd_boing.wav"/></Relationships>
</file>

<file path=ppt/slides/_rels/slide4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Relationship Id="rId3" Type="http://schemas.openxmlformats.org/officeDocument/2006/relationships/image" Target="../media/image20.png"/><Relationship Id="rId4" Type="http://schemas.openxmlformats.org/officeDocument/2006/relationships/image" Target="../media/image22.png"/><Relationship Id="rId5" Type="http://schemas.openxmlformats.org/officeDocument/2006/relationships/slide" Target="slide475.xml"/><Relationship Id="rId6" Type="http://schemas.openxmlformats.org/officeDocument/2006/relationships/audio" Target="../media/snd_whistle.wav"/><Relationship Id="rId7" Type="http://schemas.openxmlformats.org/officeDocument/2006/relationships/image" Target="../media/image40.png"/><Relationship Id="rId8" Type="http://schemas.openxmlformats.org/officeDocument/2006/relationships/audio" Target="../media/snd_cheer.wav"/></Relationships>
</file>

<file path=ppt/slides/_rels/slide4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image" Target="../media/image35.png"/><Relationship Id="rId4" Type="http://schemas.openxmlformats.org/officeDocument/2006/relationships/image" Target="../media/image23.png"/><Relationship Id="rId5" Type="http://schemas.openxmlformats.org/officeDocument/2006/relationships/image" Target="../media/image16.png"/><Relationship Id="rId6" Type="http://schemas.openxmlformats.org/officeDocument/2006/relationships/image" Target="../media/image13.png"/><Relationship Id="rId7" Type="http://schemas.openxmlformats.org/officeDocument/2006/relationships/slide" Target="slide477.xml"/><Relationship Id="rId8" Type="http://schemas.openxmlformats.org/officeDocument/2006/relationships/slide" Target="slide476.xml"/><Relationship Id="rId9" Type="http://schemas.openxmlformats.org/officeDocument/2006/relationships/slide" Target="slide479.xml"/><Relationship Id="rId10" Type="http://schemas.openxmlformats.org/officeDocument/2006/relationships/slide" Target="slide482.xml"/></Relationships>
</file>

<file path=ppt/slides/_rels/slide4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image" Target="../media/image35.png"/><Relationship Id="rId4" Type="http://schemas.openxmlformats.org/officeDocument/2006/relationships/image" Target="../media/image23.png"/><Relationship Id="rId5" Type="http://schemas.openxmlformats.org/officeDocument/2006/relationships/image" Target="../media/image16.png"/><Relationship Id="rId6" Type="http://schemas.openxmlformats.org/officeDocument/2006/relationships/image" Target="../media/image13.png"/><Relationship Id="rId7" Type="http://schemas.openxmlformats.org/officeDocument/2006/relationships/slide" Target="slide477.xml"/><Relationship Id="rId8" Type="http://schemas.openxmlformats.org/officeDocument/2006/relationships/slide" Target="slide476.xml"/><Relationship Id="rId9" Type="http://schemas.openxmlformats.org/officeDocument/2006/relationships/slide" Target="slide479.xml"/><Relationship Id="rId10" Type="http://schemas.openxmlformats.org/officeDocument/2006/relationships/slide" Target="slide482.xml"/><Relationship Id="rId11" Type="http://schemas.openxmlformats.org/officeDocument/2006/relationships/audio" Target="../media/snd_boing.wav"/></Relationships>
</file>

<file path=ppt/slides/_rels/slide4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image" Target="../media/image35.png"/><Relationship Id="rId4" Type="http://schemas.openxmlformats.org/officeDocument/2006/relationships/image" Target="../media/image23.png"/><Relationship Id="rId5" Type="http://schemas.openxmlformats.org/officeDocument/2006/relationships/image" Target="../media/image16.png"/><Relationship Id="rId6" Type="http://schemas.openxmlformats.org/officeDocument/2006/relationships/image" Target="../media/image13.png"/><Relationship Id="rId7" Type="http://schemas.openxmlformats.org/officeDocument/2006/relationships/slide" Target="slide478.xml"/><Relationship Id="rId8" Type="http://schemas.openxmlformats.org/officeDocument/2006/relationships/slide" Target="slide481.xml"/><Relationship Id="rId9" Type="http://schemas.openxmlformats.org/officeDocument/2006/relationships/slide" Target="slide482.xml"/><Relationship Id="rId10" Type="http://schemas.openxmlformats.org/officeDocument/2006/relationships/audio" Target="../media/snd_splash.wav"/></Relationships>
</file>

<file path=ppt/slides/_rels/slide4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image" Target="../media/image35.png"/><Relationship Id="rId4" Type="http://schemas.openxmlformats.org/officeDocument/2006/relationships/image" Target="../media/image23.png"/><Relationship Id="rId5" Type="http://schemas.openxmlformats.org/officeDocument/2006/relationships/image" Target="../media/image16.png"/><Relationship Id="rId6" Type="http://schemas.openxmlformats.org/officeDocument/2006/relationships/image" Target="../media/image13.png"/><Relationship Id="rId7" Type="http://schemas.openxmlformats.org/officeDocument/2006/relationships/slide" Target="slide478.xml"/><Relationship Id="rId8" Type="http://schemas.openxmlformats.org/officeDocument/2006/relationships/slide" Target="slide481.xml"/><Relationship Id="rId9" Type="http://schemas.openxmlformats.org/officeDocument/2006/relationships/slide" Target="slide482.xml"/><Relationship Id="rId10" Type="http://schemas.openxmlformats.org/officeDocument/2006/relationships/audio" Target="../media/snd_boing.wav"/></Relationships>
</file>

<file path=ppt/slides/_rels/slide4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image" Target="../media/image35.png"/><Relationship Id="rId4" Type="http://schemas.openxmlformats.org/officeDocument/2006/relationships/image" Target="../media/image23.png"/><Relationship Id="rId5" Type="http://schemas.openxmlformats.org/officeDocument/2006/relationships/image" Target="../media/image13.png"/><Relationship Id="rId6" Type="http://schemas.openxmlformats.org/officeDocument/2006/relationships/slide" Target="slide481.xml"/><Relationship Id="rId7" Type="http://schemas.openxmlformats.org/officeDocument/2006/relationships/slide" Target="slide480.xml"/><Relationship Id="rId8" Type="http://schemas.openxmlformats.org/officeDocument/2006/relationships/slide" Target="slide482.xml"/><Relationship Id="rId9" Type="http://schemas.openxmlformats.org/officeDocument/2006/relationships/audio" Target="../media/snd_splash.wav"/></Relationships>
</file>

<file path=ppt/slides/_rels/slide4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image" Target="../media/image35.png"/><Relationship Id="rId4" Type="http://schemas.openxmlformats.org/officeDocument/2006/relationships/image" Target="../media/image23.png"/><Relationship Id="rId5" Type="http://schemas.openxmlformats.org/officeDocument/2006/relationships/image" Target="../media/image13.png"/><Relationship Id="rId6" Type="http://schemas.openxmlformats.org/officeDocument/2006/relationships/slide" Target="slide481.xml"/><Relationship Id="rId7" Type="http://schemas.openxmlformats.org/officeDocument/2006/relationships/slide" Target="slide480.xml"/><Relationship Id="rId8" Type="http://schemas.openxmlformats.org/officeDocument/2006/relationships/slide" Target="slide482.xml"/><Relationship Id="rId9" Type="http://schemas.openxmlformats.org/officeDocument/2006/relationships/audio" Target="../media/snd_boing.wav"/></Relationships>
</file>

<file path=ppt/slides/_rels/slide4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image" Target="../media/image35.png"/><Relationship Id="rId4" Type="http://schemas.openxmlformats.org/officeDocument/2006/relationships/image" Target="../media/image23.png"/><Relationship Id="rId5" Type="http://schemas.openxmlformats.org/officeDocument/2006/relationships/image" Target="../media/image13.png"/><Relationship Id="rId6" Type="http://schemas.openxmlformats.org/officeDocument/2006/relationships/slide" Target="slide482.xml"/><Relationship Id="rId7" Type="http://schemas.openxmlformats.org/officeDocument/2006/relationships/audio" Target="../media/snd_splash.wav"/><Relationship Id="rId8" Type="http://schemas.openxmlformats.org/officeDocument/2006/relationships/image" Target="../media/image40.png"/><Relationship Id="rId9" Type="http://schemas.openxmlformats.org/officeDocument/2006/relationships/audio" Target="../media/snd_cheer.wav"/></Relationships>
</file>

<file path=ppt/slides/_rels/slide4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slide" Target="slide483.xml"/><Relationship Id="rId4" Type="http://schemas.openxmlformats.org/officeDocument/2006/relationships/slide" Target="slide484.xml"/><Relationship Id="rId5" Type="http://schemas.openxmlformats.org/officeDocument/2006/relationships/slide" Target="slide486.xml"/><Relationship Id="rId6" Type="http://schemas.openxmlformats.org/officeDocument/2006/relationships/slide" Target="slide489.xml"/></Relationships>
</file>

<file path=ppt/slides/_rels/slide4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slide" Target="slide483.xml"/><Relationship Id="rId4" Type="http://schemas.openxmlformats.org/officeDocument/2006/relationships/slide" Target="slide484.xml"/><Relationship Id="rId5" Type="http://schemas.openxmlformats.org/officeDocument/2006/relationships/slide" Target="slide486.xml"/><Relationship Id="rId6" Type="http://schemas.openxmlformats.org/officeDocument/2006/relationships/slide" Target="slide489.xml"/><Relationship Id="rId7" Type="http://schemas.openxmlformats.org/officeDocument/2006/relationships/audio" Target="../media/snd_boing.wav"/></Relationships>
</file>

<file path=ppt/slides/_rels/slide4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slide" Target="slide485.xml"/><Relationship Id="rId4" Type="http://schemas.openxmlformats.org/officeDocument/2006/relationships/slide" Target="slide488.xml"/><Relationship Id="rId5" Type="http://schemas.openxmlformats.org/officeDocument/2006/relationships/slide" Target="slide489.xml"/><Relationship Id="rId6" Type="http://schemas.openxmlformats.org/officeDocument/2006/relationships/audio" Target="../media/snd_bonk.wav"/></Relationships>
</file>

<file path=ppt/slides/_rels/slide4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slide" Target="slide485.xml"/><Relationship Id="rId4" Type="http://schemas.openxmlformats.org/officeDocument/2006/relationships/slide" Target="slide488.xml"/><Relationship Id="rId5" Type="http://schemas.openxmlformats.org/officeDocument/2006/relationships/slide" Target="slide489.xml"/><Relationship Id="rId6" Type="http://schemas.openxmlformats.org/officeDocument/2006/relationships/audio" Target="../media/snd_boing.wav"/></Relationships>
</file>

<file path=ppt/slides/_rels/slide4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slide" Target="slide487.xml"/><Relationship Id="rId4" Type="http://schemas.openxmlformats.org/officeDocument/2006/relationships/slide" Target="slide488.xml"/><Relationship Id="rId5" Type="http://schemas.openxmlformats.org/officeDocument/2006/relationships/slide" Target="slide489.xml"/><Relationship Id="rId6" Type="http://schemas.openxmlformats.org/officeDocument/2006/relationships/audio" Target="../media/snd_bonk.wav"/></Relationships>
</file>

<file path=ppt/slides/_rels/slide4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slide" Target="slide487.xml"/><Relationship Id="rId4" Type="http://schemas.openxmlformats.org/officeDocument/2006/relationships/slide" Target="slide488.xml"/><Relationship Id="rId5" Type="http://schemas.openxmlformats.org/officeDocument/2006/relationships/slide" Target="slide489.xml"/><Relationship Id="rId6" Type="http://schemas.openxmlformats.org/officeDocument/2006/relationships/audio" Target="../media/snd_boing.wav"/></Relationships>
</file>

<file path=ppt/slides/_rels/slide4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slide" Target="slide489.xml"/><Relationship Id="rId4" Type="http://schemas.openxmlformats.org/officeDocument/2006/relationships/audio" Target="../media/snd_bonk.wav"/><Relationship Id="rId5" Type="http://schemas.openxmlformats.org/officeDocument/2006/relationships/image" Target="../media/image40.png"/><Relationship Id="rId6" Type="http://schemas.openxmlformats.org/officeDocument/2006/relationships/audio" Target="../media/snd_cheer.wav"/></Relationships>
</file>

<file path=ppt/slides/_rels/slide4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Relationship Id="rId3" Type="http://schemas.openxmlformats.org/officeDocument/2006/relationships/image" Target="../media/image26.png"/><Relationship Id="rId4" Type="http://schemas.openxmlformats.org/officeDocument/2006/relationships/image" Target="../media/image24.png"/><Relationship Id="rId5" Type="http://schemas.openxmlformats.org/officeDocument/2006/relationships/image" Target="../media/image27.png"/><Relationship Id="rId6" Type="http://schemas.openxmlformats.org/officeDocument/2006/relationships/image" Target="../media/image28.png"/><Relationship Id="rId7" Type="http://schemas.openxmlformats.org/officeDocument/2006/relationships/image" Target="../media/image29.png"/><Relationship Id="rId8" Type="http://schemas.openxmlformats.org/officeDocument/2006/relationships/image" Target="../media/image30.png"/><Relationship Id="rId9" Type="http://schemas.openxmlformats.org/officeDocument/2006/relationships/image" Target="../media/image31.png"/><Relationship Id="rId10" Type="http://schemas.openxmlformats.org/officeDocument/2006/relationships/image" Target="../media/image32.png"/><Relationship Id="rId11" Type="http://schemas.openxmlformats.org/officeDocument/2006/relationships/slide" Target="slide490.xml"/><Relationship Id="rId12" Type="http://schemas.openxmlformats.org/officeDocument/2006/relationships/slide" Target="slide491.xml"/><Relationship Id="rId13" Type="http://schemas.openxmlformats.org/officeDocument/2006/relationships/slide" Target="slide492.xml"/><Relationship Id="rId14" Type="http://schemas.openxmlformats.org/officeDocument/2006/relationships/slide" Target="slide493.xml"/><Relationship Id="rId15" Type="http://schemas.openxmlformats.org/officeDocument/2006/relationships/slide" Target="slide494.xml"/><Relationship Id="rId16" Type="http://schemas.openxmlformats.org/officeDocument/2006/relationships/slide" Target="slide495.xml"/><Relationship Id="rId17" Type="http://schemas.openxmlformats.org/officeDocument/2006/relationships/slide" Target="slide496.xml"/><Relationship Id="rId18" Type="http://schemas.openxmlformats.org/officeDocument/2006/relationships/slide" Target="slide497.xml"/><Relationship Id="rId19" Type="http://schemas.openxmlformats.org/officeDocument/2006/relationships/slide" Target="slide498.xml"/></Relationships>
</file>

<file path=ppt/slides/_rels/slide4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Relationship Id="rId3" Type="http://schemas.openxmlformats.org/officeDocument/2006/relationships/image" Target="../media/image26.png"/><Relationship Id="rId4" Type="http://schemas.openxmlformats.org/officeDocument/2006/relationships/image" Target="../media/image24.png"/><Relationship Id="rId5" Type="http://schemas.openxmlformats.org/officeDocument/2006/relationships/slide" Target="slide489.xml"/><Relationship Id="rId6" Type="http://schemas.openxmlformats.org/officeDocument/2006/relationships/slide" Target="slide498.xml"/><Relationship Id="rId7" Type="http://schemas.openxmlformats.org/officeDocument/2006/relationships/audio" Target="../media/snd_tada.wav"/></Relationships>
</file>

<file path=ppt/slides/_rels/slide4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Relationship Id="rId3" Type="http://schemas.openxmlformats.org/officeDocument/2006/relationships/image" Target="../media/image27.png"/><Relationship Id="rId4" Type="http://schemas.openxmlformats.org/officeDocument/2006/relationships/image" Target="../media/image28.png"/><Relationship Id="rId5" Type="http://schemas.openxmlformats.org/officeDocument/2006/relationships/slide" Target="slide489.xml"/><Relationship Id="rId6" Type="http://schemas.openxmlformats.org/officeDocument/2006/relationships/slide" Target="slide498.xml"/><Relationship Id="rId7" Type="http://schemas.openxmlformats.org/officeDocument/2006/relationships/audio" Target="../media/snd_tada.wav"/></Relationships>
</file>

<file path=ppt/slides/_rels/slide4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Relationship Id="rId3" Type="http://schemas.openxmlformats.org/officeDocument/2006/relationships/image" Target="../media/image29.png"/><Relationship Id="rId4" Type="http://schemas.openxmlformats.org/officeDocument/2006/relationships/image" Target="../media/image30.png"/><Relationship Id="rId5" Type="http://schemas.openxmlformats.org/officeDocument/2006/relationships/slide" Target="slide489.xml"/><Relationship Id="rId6" Type="http://schemas.openxmlformats.org/officeDocument/2006/relationships/slide" Target="slide498.xml"/><Relationship Id="rId7" Type="http://schemas.openxmlformats.org/officeDocument/2006/relationships/audio" Target="../media/snd_tada.wav"/></Relationships>
</file>

<file path=ppt/slides/_rels/slide4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Relationship Id="rId3" Type="http://schemas.openxmlformats.org/officeDocument/2006/relationships/image" Target="../media/image31.png"/><Relationship Id="rId4" Type="http://schemas.openxmlformats.org/officeDocument/2006/relationships/image" Target="../media/image32.png"/><Relationship Id="rId5" Type="http://schemas.openxmlformats.org/officeDocument/2006/relationships/slide" Target="slide489.xml"/><Relationship Id="rId6" Type="http://schemas.openxmlformats.org/officeDocument/2006/relationships/slide" Target="slide498.xml"/><Relationship Id="rId7" Type="http://schemas.openxmlformats.org/officeDocument/2006/relationships/audio" Target="../media/snd_tada.wav"/></Relationships>
</file>

<file path=ppt/slides/_rels/slide4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Relationship Id="rId3" Type="http://schemas.openxmlformats.org/officeDocument/2006/relationships/image" Target="../media/image26.png"/><Relationship Id="rId4" Type="http://schemas.openxmlformats.org/officeDocument/2006/relationships/image" Target="../media/image24.png"/><Relationship Id="rId5" Type="http://schemas.openxmlformats.org/officeDocument/2006/relationships/slide" Target="slide489.xml"/><Relationship Id="rId6" Type="http://schemas.openxmlformats.org/officeDocument/2006/relationships/slide" Target="slide498.xml"/><Relationship Id="rId7" Type="http://schemas.openxmlformats.org/officeDocument/2006/relationships/audio" Target="../media/snd_tada.wav"/></Relationships>
</file>

<file path=ppt/slides/_rels/slide4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Relationship Id="rId3" Type="http://schemas.openxmlformats.org/officeDocument/2006/relationships/image" Target="../media/image27.png"/><Relationship Id="rId4" Type="http://schemas.openxmlformats.org/officeDocument/2006/relationships/image" Target="../media/image28.png"/><Relationship Id="rId5" Type="http://schemas.openxmlformats.org/officeDocument/2006/relationships/slide" Target="slide489.xml"/><Relationship Id="rId6" Type="http://schemas.openxmlformats.org/officeDocument/2006/relationships/slide" Target="slide498.xml"/><Relationship Id="rId7" Type="http://schemas.openxmlformats.org/officeDocument/2006/relationships/audio" Target="../media/snd_tada.wav"/></Relationships>
</file>

<file path=ppt/slides/_rels/slide4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Relationship Id="rId3" Type="http://schemas.openxmlformats.org/officeDocument/2006/relationships/image" Target="../media/image29.png"/><Relationship Id="rId4" Type="http://schemas.openxmlformats.org/officeDocument/2006/relationships/image" Target="../media/image30.png"/><Relationship Id="rId5" Type="http://schemas.openxmlformats.org/officeDocument/2006/relationships/slide" Target="slide489.xml"/><Relationship Id="rId6" Type="http://schemas.openxmlformats.org/officeDocument/2006/relationships/slide" Target="slide498.xml"/><Relationship Id="rId7" Type="http://schemas.openxmlformats.org/officeDocument/2006/relationships/audio" Target="../media/snd_tada.wav"/></Relationships>
</file>

<file path=ppt/slides/_rels/slide4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Relationship Id="rId3" Type="http://schemas.openxmlformats.org/officeDocument/2006/relationships/image" Target="../media/image31.png"/><Relationship Id="rId4" Type="http://schemas.openxmlformats.org/officeDocument/2006/relationships/image" Target="../media/image32.png"/><Relationship Id="rId5" Type="http://schemas.openxmlformats.org/officeDocument/2006/relationships/slide" Target="slide489.xml"/><Relationship Id="rId6" Type="http://schemas.openxmlformats.org/officeDocument/2006/relationships/slide" Target="slide498.xml"/><Relationship Id="rId7" Type="http://schemas.openxmlformats.org/officeDocument/2006/relationships/audio" Target="../media/snd_tada.wav"/></Relationships>
</file>

<file path=ppt/slides/_rels/slide4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jpg"/><Relationship Id="rId3" Type="http://schemas.openxmlformats.org/officeDocument/2006/relationships/image" Target="../media/image36.png"/><Relationship Id="rId4" Type="http://schemas.openxmlformats.org/officeDocument/2006/relationships/image" Target="../media/image38.png"/><Relationship Id="rId5" Type="http://schemas.openxmlformats.org/officeDocument/2006/relationships/slide" Target="slide503.xml"/><Relationship Id="rId6" Type="http://schemas.openxmlformats.org/officeDocument/2006/relationships/slide" Target="slide499.xml"/><Relationship Id="rId7" Type="http://schemas.openxmlformats.org/officeDocument/2006/relationships/slide" Target="slide525.xml"/></Relationships>
</file>

<file path=ppt/slides/_rels/slide4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jpg"/><Relationship Id="rId3" Type="http://schemas.openxmlformats.org/officeDocument/2006/relationships/image" Target="../media/image36.png"/><Relationship Id="rId4" Type="http://schemas.openxmlformats.org/officeDocument/2006/relationships/image" Target="../media/image38.png"/><Relationship Id="rId5" Type="http://schemas.openxmlformats.org/officeDocument/2006/relationships/slide" Target="slide504.xml"/><Relationship Id="rId6" Type="http://schemas.openxmlformats.org/officeDocument/2006/relationships/slide" Target="slide500.xml"/><Relationship Id="rId7" Type="http://schemas.openxmlformats.org/officeDocument/2006/relationships/slide" Target="slide525.xml"/><Relationship Id="rId8" Type="http://schemas.openxmlformats.org/officeDocument/2006/relationships/audio" Target="../media/snd_vroom.wav"/></Relationships>
</file>

<file path=ppt/slides/_rels/slide5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jpg"/><Relationship Id="rId3" Type="http://schemas.openxmlformats.org/officeDocument/2006/relationships/image" Target="../media/image36.png"/><Relationship Id="rId4" Type="http://schemas.openxmlformats.org/officeDocument/2006/relationships/image" Target="../media/image38.png"/><Relationship Id="rId5" Type="http://schemas.openxmlformats.org/officeDocument/2006/relationships/slide" Target="slide505.xml"/><Relationship Id="rId6" Type="http://schemas.openxmlformats.org/officeDocument/2006/relationships/slide" Target="slide501.xml"/><Relationship Id="rId7" Type="http://schemas.openxmlformats.org/officeDocument/2006/relationships/slide" Target="slide525.xml"/><Relationship Id="rId8" Type="http://schemas.openxmlformats.org/officeDocument/2006/relationships/audio" Target="../media/snd_vroom.wav"/></Relationships>
</file>

<file path=ppt/slides/_rels/slide5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jpg"/><Relationship Id="rId3" Type="http://schemas.openxmlformats.org/officeDocument/2006/relationships/image" Target="../media/image36.png"/><Relationship Id="rId4" Type="http://schemas.openxmlformats.org/officeDocument/2006/relationships/image" Target="../media/image38.png"/><Relationship Id="rId5" Type="http://schemas.openxmlformats.org/officeDocument/2006/relationships/slide" Target="slide506.xml"/><Relationship Id="rId6" Type="http://schemas.openxmlformats.org/officeDocument/2006/relationships/slide" Target="slide502.xml"/><Relationship Id="rId7" Type="http://schemas.openxmlformats.org/officeDocument/2006/relationships/slide" Target="slide525.xml"/><Relationship Id="rId8" Type="http://schemas.openxmlformats.org/officeDocument/2006/relationships/audio" Target="../media/snd_vroom.wav"/></Relationships>
</file>

<file path=ppt/slides/_rels/slide5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jpg"/><Relationship Id="rId3" Type="http://schemas.openxmlformats.org/officeDocument/2006/relationships/image" Target="../media/image36.png"/><Relationship Id="rId4" Type="http://schemas.openxmlformats.org/officeDocument/2006/relationships/image" Target="../media/image38.png"/><Relationship Id="rId5" Type="http://schemas.openxmlformats.org/officeDocument/2006/relationships/slide" Target="slide507.xml"/><Relationship Id="rId6" Type="http://schemas.openxmlformats.org/officeDocument/2006/relationships/slide" Target="slide524.xml"/><Relationship Id="rId7" Type="http://schemas.openxmlformats.org/officeDocument/2006/relationships/slide" Target="slide525.xml"/><Relationship Id="rId8" Type="http://schemas.openxmlformats.org/officeDocument/2006/relationships/audio" Target="../media/snd_vroom.wav"/></Relationships>
</file>

<file path=ppt/slides/_rels/slide5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jpg"/><Relationship Id="rId3" Type="http://schemas.openxmlformats.org/officeDocument/2006/relationships/image" Target="../media/image36.png"/><Relationship Id="rId4" Type="http://schemas.openxmlformats.org/officeDocument/2006/relationships/image" Target="../media/image38.png"/><Relationship Id="rId5" Type="http://schemas.openxmlformats.org/officeDocument/2006/relationships/slide" Target="slide508.xml"/><Relationship Id="rId6" Type="http://schemas.openxmlformats.org/officeDocument/2006/relationships/slide" Target="slide504.xml"/><Relationship Id="rId7" Type="http://schemas.openxmlformats.org/officeDocument/2006/relationships/slide" Target="slide525.xml"/><Relationship Id="rId8" Type="http://schemas.openxmlformats.org/officeDocument/2006/relationships/audio" Target="../media/snd_vroom.wav"/></Relationships>
</file>

<file path=ppt/slides/_rels/slide5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jpg"/><Relationship Id="rId3" Type="http://schemas.openxmlformats.org/officeDocument/2006/relationships/image" Target="../media/image36.png"/><Relationship Id="rId4" Type="http://schemas.openxmlformats.org/officeDocument/2006/relationships/image" Target="../media/image38.png"/><Relationship Id="rId5" Type="http://schemas.openxmlformats.org/officeDocument/2006/relationships/slide" Target="slide509.xml"/><Relationship Id="rId6" Type="http://schemas.openxmlformats.org/officeDocument/2006/relationships/slide" Target="slide505.xml"/><Relationship Id="rId7" Type="http://schemas.openxmlformats.org/officeDocument/2006/relationships/slide" Target="slide525.xml"/><Relationship Id="rId8" Type="http://schemas.openxmlformats.org/officeDocument/2006/relationships/audio" Target="../media/snd_vroom.wav"/></Relationships>
</file>

<file path=ppt/slides/_rels/slide5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jpg"/><Relationship Id="rId3" Type="http://schemas.openxmlformats.org/officeDocument/2006/relationships/image" Target="../media/image36.png"/><Relationship Id="rId4" Type="http://schemas.openxmlformats.org/officeDocument/2006/relationships/image" Target="../media/image38.png"/><Relationship Id="rId5" Type="http://schemas.openxmlformats.org/officeDocument/2006/relationships/slide" Target="slide510.xml"/><Relationship Id="rId6" Type="http://schemas.openxmlformats.org/officeDocument/2006/relationships/slide" Target="slide506.xml"/><Relationship Id="rId7" Type="http://schemas.openxmlformats.org/officeDocument/2006/relationships/slide" Target="slide525.xml"/><Relationship Id="rId8" Type="http://schemas.openxmlformats.org/officeDocument/2006/relationships/audio" Target="../media/snd_vroom.wav"/></Relationships>
</file>

<file path=ppt/slides/_rels/slide5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jpg"/><Relationship Id="rId3" Type="http://schemas.openxmlformats.org/officeDocument/2006/relationships/image" Target="../media/image36.png"/><Relationship Id="rId4" Type="http://schemas.openxmlformats.org/officeDocument/2006/relationships/image" Target="../media/image38.png"/><Relationship Id="rId5" Type="http://schemas.openxmlformats.org/officeDocument/2006/relationships/slide" Target="slide511.xml"/><Relationship Id="rId6" Type="http://schemas.openxmlformats.org/officeDocument/2006/relationships/slide" Target="slide507.xml"/><Relationship Id="rId7" Type="http://schemas.openxmlformats.org/officeDocument/2006/relationships/slide" Target="slide525.xml"/><Relationship Id="rId8" Type="http://schemas.openxmlformats.org/officeDocument/2006/relationships/audio" Target="../media/snd_vroom.wav"/></Relationships>
</file>

<file path=ppt/slides/_rels/slide5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jpg"/><Relationship Id="rId3" Type="http://schemas.openxmlformats.org/officeDocument/2006/relationships/image" Target="../media/image36.png"/><Relationship Id="rId4" Type="http://schemas.openxmlformats.org/officeDocument/2006/relationships/image" Target="../media/image38.png"/><Relationship Id="rId5" Type="http://schemas.openxmlformats.org/officeDocument/2006/relationships/slide" Target="slide512.xml"/><Relationship Id="rId6" Type="http://schemas.openxmlformats.org/officeDocument/2006/relationships/slide" Target="slide524.xml"/><Relationship Id="rId7" Type="http://schemas.openxmlformats.org/officeDocument/2006/relationships/slide" Target="slide525.xml"/><Relationship Id="rId8" Type="http://schemas.openxmlformats.org/officeDocument/2006/relationships/audio" Target="../media/snd_vroom.wav"/></Relationships>
</file>

<file path=ppt/slides/_rels/slide5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jpg"/><Relationship Id="rId3" Type="http://schemas.openxmlformats.org/officeDocument/2006/relationships/image" Target="../media/image36.png"/><Relationship Id="rId4" Type="http://schemas.openxmlformats.org/officeDocument/2006/relationships/image" Target="../media/image38.png"/><Relationship Id="rId5" Type="http://schemas.openxmlformats.org/officeDocument/2006/relationships/slide" Target="slide513.xml"/><Relationship Id="rId6" Type="http://schemas.openxmlformats.org/officeDocument/2006/relationships/slide" Target="slide509.xml"/><Relationship Id="rId7" Type="http://schemas.openxmlformats.org/officeDocument/2006/relationships/slide" Target="slide525.xml"/><Relationship Id="rId8" Type="http://schemas.openxmlformats.org/officeDocument/2006/relationships/audio" Target="../media/snd_vroom.wav"/></Relationships>
</file>

<file path=ppt/slides/_rels/slide5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jpg"/><Relationship Id="rId3" Type="http://schemas.openxmlformats.org/officeDocument/2006/relationships/image" Target="../media/image36.png"/><Relationship Id="rId4" Type="http://schemas.openxmlformats.org/officeDocument/2006/relationships/image" Target="../media/image38.png"/><Relationship Id="rId5" Type="http://schemas.openxmlformats.org/officeDocument/2006/relationships/slide" Target="slide514.xml"/><Relationship Id="rId6" Type="http://schemas.openxmlformats.org/officeDocument/2006/relationships/slide" Target="slide510.xml"/><Relationship Id="rId7" Type="http://schemas.openxmlformats.org/officeDocument/2006/relationships/slide" Target="slide525.xml"/><Relationship Id="rId8" Type="http://schemas.openxmlformats.org/officeDocument/2006/relationships/audio" Target="../media/snd_vroom.wav"/></Relationships>
</file>

<file path=ppt/slides/_rels/slide5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jpg"/><Relationship Id="rId3" Type="http://schemas.openxmlformats.org/officeDocument/2006/relationships/image" Target="../media/image36.png"/><Relationship Id="rId4" Type="http://schemas.openxmlformats.org/officeDocument/2006/relationships/image" Target="../media/image38.png"/><Relationship Id="rId5" Type="http://schemas.openxmlformats.org/officeDocument/2006/relationships/slide" Target="slide515.xml"/><Relationship Id="rId6" Type="http://schemas.openxmlformats.org/officeDocument/2006/relationships/slide" Target="slide511.xml"/><Relationship Id="rId7" Type="http://schemas.openxmlformats.org/officeDocument/2006/relationships/slide" Target="slide525.xml"/><Relationship Id="rId8" Type="http://schemas.openxmlformats.org/officeDocument/2006/relationships/audio" Target="../media/snd_vroom.wav"/></Relationships>
</file>

<file path=ppt/slides/_rels/slide5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jpg"/><Relationship Id="rId3" Type="http://schemas.openxmlformats.org/officeDocument/2006/relationships/image" Target="../media/image36.png"/><Relationship Id="rId4" Type="http://schemas.openxmlformats.org/officeDocument/2006/relationships/image" Target="../media/image38.png"/><Relationship Id="rId5" Type="http://schemas.openxmlformats.org/officeDocument/2006/relationships/slide" Target="slide516.xml"/><Relationship Id="rId6" Type="http://schemas.openxmlformats.org/officeDocument/2006/relationships/slide" Target="slide512.xml"/><Relationship Id="rId7" Type="http://schemas.openxmlformats.org/officeDocument/2006/relationships/slide" Target="slide525.xml"/><Relationship Id="rId8" Type="http://schemas.openxmlformats.org/officeDocument/2006/relationships/audio" Target="../media/snd_vroom.wav"/></Relationships>
</file>

<file path=ppt/slides/_rels/slide5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jpg"/><Relationship Id="rId3" Type="http://schemas.openxmlformats.org/officeDocument/2006/relationships/image" Target="../media/image36.png"/><Relationship Id="rId4" Type="http://schemas.openxmlformats.org/officeDocument/2006/relationships/image" Target="../media/image38.png"/><Relationship Id="rId5" Type="http://schemas.openxmlformats.org/officeDocument/2006/relationships/slide" Target="slide517.xml"/><Relationship Id="rId6" Type="http://schemas.openxmlformats.org/officeDocument/2006/relationships/slide" Target="slide524.xml"/><Relationship Id="rId7" Type="http://schemas.openxmlformats.org/officeDocument/2006/relationships/slide" Target="slide525.xml"/><Relationship Id="rId8" Type="http://schemas.openxmlformats.org/officeDocument/2006/relationships/audio" Target="../media/snd_vroom.wav"/></Relationships>
</file>

<file path=ppt/slides/_rels/slide5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jpg"/><Relationship Id="rId3" Type="http://schemas.openxmlformats.org/officeDocument/2006/relationships/image" Target="../media/image36.png"/><Relationship Id="rId4" Type="http://schemas.openxmlformats.org/officeDocument/2006/relationships/image" Target="../media/image38.png"/><Relationship Id="rId5" Type="http://schemas.openxmlformats.org/officeDocument/2006/relationships/slide" Target="slide518.xml"/><Relationship Id="rId6" Type="http://schemas.openxmlformats.org/officeDocument/2006/relationships/slide" Target="slide514.xml"/><Relationship Id="rId7" Type="http://schemas.openxmlformats.org/officeDocument/2006/relationships/slide" Target="slide525.xml"/><Relationship Id="rId8" Type="http://schemas.openxmlformats.org/officeDocument/2006/relationships/audio" Target="../media/snd_vroom.wav"/></Relationships>
</file>

<file path=ppt/slides/_rels/slide5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jpg"/><Relationship Id="rId3" Type="http://schemas.openxmlformats.org/officeDocument/2006/relationships/image" Target="../media/image36.png"/><Relationship Id="rId4" Type="http://schemas.openxmlformats.org/officeDocument/2006/relationships/image" Target="../media/image38.png"/><Relationship Id="rId5" Type="http://schemas.openxmlformats.org/officeDocument/2006/relationships/slide" Target="slide519.xml"/><Relationship Id="rId6" Type="http://schemas.openxmlformats.org/officeDocument/2006/relationships/slide" Target="slide515.xml"/><Relationship Id="rId7" Type="http://schemas.openxmlformats.org/officeDocument/2006/relationships/slide" Target="slide525.xml"/><Relationship Id="rId8" Type="http://schemas.openxmlformats.org/officeDocument/2006/relationships/audio" Target="../media/snd_vroom.wav"/></Relationships>
</file>

<file path=ppt/slides/_rels/slide5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jpg"/><Relationship Id="rId3" Type="http://schemas.openxmlformats.org/officeDocument/2006/relationships/image" Target="../media/image36.png"/><Relationship Id="rId4" Type="http://schemas.openxmlformats.org/officeDocument/2006/relationships/image" Target="../media/image38.png"/><Relationship Id="rId5" Type="http://schemas.openxmlformats.org/officeDocument/2006/relationships/slide" Target="slide520.xml"/><Relationship Id="rId6" Type="http://schemas.openxmlformats.org/officeDocument/2006/relationships/slide" Target="slide516.xml"/><Relationship Id="rId7" Type="http://schemas.openxmlformats.org/officeDocument/2006/relationships/slide" Target="slide525.xml"/><Relationship Id="rId8" Type="http://schemas.openxmlformats.org/officeDocument/2006/relationships/audio" Target="../media/snd_vroom.wav"/></Relationships>
</file>

<file path=ppt/slides/_rels/slide5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jpg"/><Relationship Id="rId3" Type="http://schemas.openxmlformats.org/officeDocument/2006/relationships/image" Target="../media/image36.png"/><Relationship Id="rId4" Type="http://schemas.openxmlformats.org/officeDocument/2006/relationships/image" Target="../media/image38.png"/><Relationship Id="rId5" Type="http://schemas.openxmlformats.org/officeDocument/2006/relationships/slide" Target="slide521.xml"/><Relationship Id="rId6" Type="http://schemas.openxmlformats.org/officeDocument/2006/relationships/slide" Target="slide517.xml"/><Relationship Id="rId7" Type="http://schemas.openxmlformats.org/officeDocument/2006/relationships/slide" Target="slide525.xml"/><Relationship Id="rId8" Type="http://schemas.openxmlformats.org/officeDocument/2006/relationships/audio" Target="../media/snd_vroom.wav"/></Relationships>
</file>

<file path=ppt/slides/_rels/slide5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jpg"/><Relationship Id="rId3" Type="http://schemas.openxmlformats.org/officeDocument/2006/relationships/image" Target="../media/image36.png"/><Relationship Id="rId4" Type="http://schemas.openxmlformats.org/officeDocument/2006/relationships/image" Target="../media/image38.png"/><Relationship Id="rId5" Type="http://schemas.openxmlformats.org/officeDocument/2006/relationships/slide" Target="slide522.xml"/><Relationship Id="rId6" Type="http://schemas.openxmlformats.org/officeDocument/2006/relationships/slide" Target="slide524.xml"/><Relationship Id="rId7" Type="http://schemas.openxmlformats.org/officeDocument/2006/relationships/slide" Target="slide525.xml"/><Relationship Id="rId8" Type="http://schemas.openxmlformats.org/officeDocument/2006/relationships/audio" Target="../media/snd_vroom.wav"/></Relationships>
</file>

<file path=ppt/slides/_rels/slide5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jpg"/><Relationship Id="rId3" Type="http://schemas.openxmlformats.org/officeDocument/2006/relationships/image" Target="../media/image36.png"/><Relationship Id="rId4" Type="http://schemas.openxmlformats.org/officeDocument/2006/relationships/image" Target="../media/image38.png"/><Relationship Id="rId5" Type="http://schemas.openxmlformats.org/officeDocument/2006/relationships/slide" Target="slide523.xml"/><Relationship Id="rId6" Type="http://schemas.openxmlformats.org/officeDocument/2006/relationships/slide" Target="slide519.xml"/><Relationship Id="rId7" Type="http://schemas.openxmlformats.org/officeDocument/2006/relationships/slide" Target="slide525.xml"/><Relationship Id="rId8" Type="http://schemas.openxmlformats.org/officeDocument/2006/relationships/audio" Target="../media/snd_vroom.wav"/></Relationships>
</file>

<file path=ppt/slides/_rels/slide5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jpg"/><Relationship Id="rId3" Type="http://schemas.openxmlformats.org/officeDocument/2006/relationships/image" Target="../media/image36.png"/><Relationship Id="rId4" Type="http://schemas.openxmlformats.org/officeDocument/2006/relationships/image" Target="../media/image38.png"/><Relationship Id="rId5" Type="http://schemas.openxmlformats.org/officeDocument/2006/relationships/slide" Target="slide523.xml"/><Relationship Id="rId6" Type="http://schemas.openxmlformats.org/officeDocument/2006/relationships/slide" Target="slide520.xml"/><Relationship Id="rId7" Type="http://schemas.openxmlformats.org/officeDocument/2006/relationships/slide" Target="slide525.xml"/><Relationship Id="rId8" Type="http://schemas.openxmlformats.org/officeDocument/2006/relationships/audio" Target="../media/snd_vroom.wav"/></Relationships>
</file>

<file path=ppt/slides/_rels/slide5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jpg"/><Relationship Id="rId3" Type="http://schemas.openxmlformats.org/officeDocument/2006/relationships/image" Target="../media/image36.png"/><Relationship Id="rId4" Type="http://schemas.openxmlformats.org/officeDocument/2006/relationships/image" Target="../media/image38.png"/><Relationship Id="rId5" Type="http://schemas.openxmlformats.org/officeDocument/2006/relationships/slide" Target="slide523.xml"/><Relationship Id="rId6" Type="http://schemas.openxmlformats.org/officeDocument/2006/relationships/slide" Target="slide521.xml"/><Relationship Id="rId7" Type="http://schemas.openxmlformats.org/officeDocument/2006/relationships/slide" Target="slide525.xml"/><Relationship Id="rId8" Type="http://schemas.openxmlformats.org/officeDocument/2006/relationships/audio" Target="../media/snd_vroom.wav"/></Relationships>
</file>

<file path=ppt/slides/_rels/slide5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jpg"/><Relationship Id="rId3" Type="http://schemas.openxmlformats.org/officeDocument/2006/relationships/image" Target="../media/image36.png"/><Relationship Id="rId4" Type="http://schemas.openxmlformats.org/officeDocument/2006/relationships/image" Target="../media/image38.png"/><Relationship Id="rId5" Type="http://schemas.openxmlformats.org/officeDocument/2006/relationships/slide" Target="slide523.xml"/><Relationship Id="rId6" Type="http://schemas.openxmlformats.org/officeDocument/2006/relationships/slide" Target="slide522.xml"/><Relationship Id="rId7" Type="http://schemas.openxmlformats.org/officeDocument/2006/relationships/slide" Target="slide525.xml"/><Relationship Id="rId8" Type="http://schemas.openxmlformats.org/officeDocument/2006/relationships/audio" Target="../media/snd_vroom.wav"/></Relationships>
</file>

<file path=ppt/slides/_rels/slide5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jpg"/><Relationship Id="rId3" Type="http://schemas.openxmlformats.org/officeDocument/2006/relationships/image" Target="../media/image36.png"/><Relationship Id="rId4" Type="http://schemas.openxmlformats.org/officeDocument/2006/relationships/image" Target="../media/image38.png"/><Relationship Id="rId5" Type="http://schemas.openxmlformats.org/officeDocument/2006/relationships/slide" Target="slide523.xml"/><Relationship Id="rId6" Type="http://schemas.openxmlformats.org/officeDocument/2006/relationships/slide" Target="slide524.xml"/><Relationship Id="rId7" Type="http://schemas.openxmlformats.org/officeDocument/2006/relationships/slide" Target="slide525.xml"/><Relationship Id="rId8" Type="http://schemas.openxmlformats.org/officeDocument/2006/relationships/audio" Target="../media/snd_vroom.wav"/></Relationships>
</file>

<file path=ppt/slides/_rels/slide5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jpg"/><Relationship Id="rId3" Type="http://schemas.openxmlformats.org/officeDocument/2006/relationships/image" Target="../media/image36.png"/><Relationship Id="rId4" Type="http://schemas.openxmlformats.org/officeDocument/2006/relationships/slide" Target="slide525.xml"/><Relationship Id="rId5" Type="http://schemas.openxmlformats.org/officeDocument/2006/relationships/audio" Target="../media/snd_cheer.wav"/></Relationships>
</file>

<file path=ppt/slides/_rels/slide5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jpg"/><Relationship Id="rId3" Type="http://schemas.openxmlformats.org/officeDocument/2006/relationships/image" Target="../media/image38.png"/><Relationship Id="rId4" Type="http://schemas.openxmlformats.org/officeDocument/2006/relationships/slide" Target="slide525.xml"/><Relationship Id="rId5" Type="http://schemas.openxmlformats.org/officeDocument/2006/relationships/audio" Target="../media/snd_cheer.wav"/></Relationships>
</file>

<file path=ppt/slides/_rels/slide5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slide" Target="slide2.xml"/><Relationship Id="rId4" Type="http://schemas.openxmlformats.org/officeDocument/2006/relationships/image" Target="../media/image40.png"/><Relationship Id="rId5" Type="http://schemas.openxmlformats.org/officeDocument/2006/relationships/audio" Target="../media/snd_cheer.wav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Card"/>
          <p:cNvSpPr/>
          <p:nvPr/>
        </p:nvSpPr>
        <p:spPr>
          <a:xfrm>
            <a:off x="2286000" y="1079500"/>
            <a:ext cx="7620000" cy="3556000"/>
          </a:xfrm>
          <a:prstGeom prst="roundRect">
            <a:avLst>
              <a:gd name="adj" fmla="val 10000"/>
            </a:avLst>
          </a:prstGeom>
          <a:solidFill>
            <a:srgbClr val="FFFFFF">
              <a:alpha val="85000"/>
            </a:srgbClr>
          </a:solidFill>
          <a:ln w="508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itle" descr="Kasrah Games"/>
          <p:cNvSpPr/>
          <p:nvPr/>
        </p:nvSpPr>
        <p:spPr>
          <a:xfrm>
            <a:off x="2540000" y="1333500"/>
            <a:ext cx="7112000" cy="9525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7000" b="1" lang="en-US">
                <a:solidFill>
                  <a:srgbClr val="8A6CF0"/>
                </a:solidFill>
                <a:latin typeface="Arial"/>
                <a:cs typeface="Arial"/>
              </a:rPr>
              <a:t>Kasrah Games</a:t>
            </a:r>
          </a:p>
        </p:txBody>
      </p:sp>
      <p:sp>
        <p:nvSpPr>
          <p:cNvPr id="5" name="Letters" descr="بِ  تِ  نِ  مِ"/>
          <p:cNvSpPr/>
          <p:nvPr/>
        </p:nvSpPr>
        <p:spPr>
          <a:xfrm>
            <a:off x="2540000" y="2349500"/>
            <a:ext cx="7112000" cy="1397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600" b="1" lang="ar-SA">
                <a:solidFill>
                  <a:srgbClr val="2E2640"/>
                </a:solidFill>
                <a:latin typeface="Arial"/>
                <a:cs typeface="Arial"/>
              </a:rPr>
              <a:t>بِ  تِ  نِ  مِ</a:t>
            </a:r>
          </a:p>
        </p:txBody>
      </p:sp>
      <p:sp>
        <p:nvSpPr>
          <p:cNvPr id="6" name="Subtitle" descr="Tap, pop, feed, catch and race!"/>
          <p:cNvSpPr/>
          <p:nvPr/>
        </p:nvSpPr>
        <p:spPr>
          <a:xfrm>
            <a:off x="2540000" y="3746500"/>
            <a:ext cx="7112000" cy="635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700" b="1" lang="en-US">
                <a:solidFill>
                  <a:srgbClr val="2E2640"/>
                </a:solidFill>
                <a:latin typeface="Arial"/>
                <a:cs typeface="Arial"/>
              </a:rPr>
              <a:t>Tap, pop, feed, catch and race!</a:t>
            </a:r>
          </a:p>
        </p:txBody>
      </p:sp>
      <p:sp>
        <p:nvSpPr>
          <p:cNvPr id="7" name="Start" descr="Start ▶">
            <a:hlinkClick action="ppaction://hlinksldjump" r:id="rId3"/>
          </p:cNvPr>
          <p:cNvSpPr/>
          <p:nvPr/>
        </p:nvSpPr>
        <p:spPr>
          <a:xfrm>
            <a:off x="4826000" y="5016500"/>
            <a:ext cx="2540000" cy="889000"/>
          </a:xfrm>
          <a:prstGeom prst="roundRect">
            <a:avLst>
              <a:gd name="adj" fmla="val 30000"/>
            </a:avLst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4000" b="1" lang="en-US">
                <a:solidFill>
                  <a:srgbClr val="FFFFFF"/>
                </a:solidFill>
                <a:latin typeface="Arial"/>
                <a:cs typeface="Arial"/>
              </a:rPr>
              <a:t>Start ▶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Card"/>
          <p:cNvSpPr/>
          <p:nvPr/>
        </p:nvSpPr>
        <p:spPr>
          <a:xfrm>
            <a:off x="1651000" y="762000"/>
            <a:ext cx="8890000" cy="4826000"/>
          </a:xfrm>
          <a:prstGeom prst="roundRect">
            <a:avLst>
              <a:gd name="adj" fmla="val 8000"/>
            </a:avLst>
          </a:prstGeom>
          <a:solidFill>
            <a:srgbClr val="FFFFFF">
              <a:alpha val="85000"/>
            </a:srgbClr>
          </a:solidFill>
          <a:ln w="508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itle" descr="How to play: Balloon Pop"/>
          <p:cNvSpPr/>
          <p:nvPr/>
        </p:nvSpPr>
        <p:spPr>
          <a:xfrm>
            <a:off x="1905000" y="952500"/>
            <a:ext cx="8382000" cy="889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4100" b="1" lang="en-US">
                <a:solidFill>
                  <a:srgbClr val="8A6CF0"/>
                </a:solidFill>
                <a:latin typeface="Arial"/>
                <a:cs typeface="Arial"/>
              </a:rPr>
              <a:t>How to play: Balloon Pop</a:t>
            </a:r>
          </a:p>
        </p:txBody>
      </p:sp>
      <p:sp>
        <p:nvSpPr>
          <p:cNvPr id="5" name="Line 1" descr="1.  Look at the sound at the top."/>
          <p:cNvSpPr/>
          <p:nvPr/>
        </p:nvSpPr>
        <p:spPr>
          <a:xfrm>
            <a:off x="1841500" y="2095500"/>
            <a:ext cx="6350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300" b="1" lang="en-US">
                <a:solidFill>
                  <a:srgbClr val="2E2640"/>
                </a:solidFill>
                <a:latin typeface="Arial"/>
                <a:cs typeface="Arial"/>
              </a:rPr>
              <a:t>1.  Look at the sound at the top.</a:t>
            </a:r>
          </a:p>
        </p:txBody>
      </p:sp>
      <p:sp>
        <p:nvSpPr>
          <p:cNvPr id="6" name="Line 2" descr="2.  Tap the balloons that match."/>
          <p:cNvSpPr/>
          <p:nvPr/>
        </p:nvSpPr>
        <p:spPr>
          <a:xfrm>
            <a:off x="1841500" y="3048000"/>
            <a:ext cx="6350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300" b="1" lang="en-US">
                <a:solidFill>
                  <a:srgbClr val="2E2640"/>
                </a:solidFill>
                <a:latin typeface="Arial"/>
                <a:cs typeface="Arial"/>
              </a:rPr>
              <a:t>2.  Tap the balloons that match.</a:t>
            </a:r>
          </a:p>
        </p:txBody>
      </p:sp>
      <p:sp>
        <p:nvSpPr>
          <p:cNvPr id="7" name="Line 3" descr="3.  Pop! You get a star."/>
          <p:cNvSpPr/>
          <p:nvPr/>
        </p:nvSpPr>
        <p:spPr>
          <a:xfrm>
            <a:off x="1841500" y="4000500"/>
            <a:ext cx="6350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300" b="1" lang="en-US">
                <a:solidFill>
                  <a:srgbClr val="2E2640"/>
                </a:solidFill>
                <a:latin typeface="Arial"/>
                <a:cs typeface="Arial"/>
              </a:rPr>
              <a:t>3.  Pop! You get a star.</a:t>
            </a:r>
          </a:p>
        </p:txBody>
      </p:sp>
      <p:pic>
        <p:nvPicPr>
          <p:cNvPr id="8" name="Picture" descr="Pictur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18500" y="2413000"/>
            <a:ext cx="2032000" cy="2032000"/>
          </a:xfrm>
          <a:prstGeom prst="rect">
            <a:avLst/>
          </a:prstGeom>
        </p:spPr>
      </p:pic>
      <p:sp>
        <p:nvSpPr>
          <p:cNvPr id="9" name="Next button">
            <a:hlinkClick action="ppaction://hlinksldjump" r:id="rId4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Next arrow">
            <a:hlinkClick action="ppaction://hlinksldjump" r:id="rId4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Pop every balloon with"/>
          <p:cNvSpPr/>
          <p:nvPr/>
        </p:nvSpPr>
        <p:spPr>
          <a:xfrm>
            <a:off x="2730500" y="190500"/>
            <a:ext cx="546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900" b="1" lang="en-US">
                <a:solidFill>
                  <a:srgbClr val="2E2640"/>
                </a:solidFill>
                <a:latin typeface="Arial"/>
                <a:cs typeface="Arial"/>
              </a:rPr>
              <a:t>Pop every balloon with</a:t>
            </a:r>
          </a:p>
        </p:txBody>
      </p:sp>
      <p:sp>
        <p:nvSpPr>
          <p:cNvPr id="5" name="Find إِ" descr="إِ"/>
          <p:cNvSpPr/>
          <p:nvPr/>
        </p:nvSpPr>
        <p:spPr>
          <a:xfrm>
            <a:off x="81915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إِ</a:t>
            </a:r>
          </a:p>
        </p:txBody>
      </p:sp>
      <p:sp>
        <p:nvSpPr>
          <p:cNvPr id="6" name="Star place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Balloon 1" descr="Balloon 1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5500" y="1905000"/>
            <a:ext cx="1651000" cy="2857500"/>
          </a:xfrm>
          <a:prstGeom prst="rect">
            <a:avLst/>
          </a:prstGeom>
        </p:spPr>
      </p:pic>
      <p:sp>
        <p:nvSpPr>
          <p:cNvPr id="9" name="Balloon letter 1 خِ" descr="خِ">
            <a:hlinkClick action="ppaction://hlinksldjump" r:id="rId7"/>
          </p:cNvPr>
          <p:cNvSpPr/>
          <p:nvPr/>
        </p:nvSpPr>
        <p:spPr>
          <a:xfrm>
            <a:off x="952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خِ</a:t>
            </a:r>
          </a:p>
        </p:txBody>
      </p:sp>
      <p:pic>
        <p:nvPicPr>
          <p:cNvPr id="10" name="Balloon 2" descr="Balloon 2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48000" y="2286000"/>
            <a:ext cx="1651000" cy="2857500"/>
          </a:xfrm>
          <a:prstGeom prst="rect">
            <a:avLst/>
          </a:prstGeom>
        </p:spPr>
      </p:pic>
      <p:sp>
        <p:nvSpPr>
          <p:cNvPr id="11" name="Balloon letter 2 هِ" descr="هِ">
            <a:hlinkClick action="ppaction://hlinksldjump" r:id="rId7"/>
          </p:cNvPr>
          <p:cNvSpPr/>
          <p:nvPr/>
        </p:nvSpPr>
        <p:spPr>
          <a:xfrm>
            <a:off x="3175000" y="2520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هِ</a:t>
            </a:r>
          </a:p>
        </p:txBody>
      </p:sp>
      <p:pic>
        <p:nvPicPr>
          <p:cNvPr id="12" name="Balloon 3" descr="Balloon 3">
            <a:hlinkClick action="ppaction://hlinksldjump" r:id="rId8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70500" y="1905000"/>
            <a:ext cx="1651000" cy="2857500"/>
          </a:xfrm>
          <a:prstGeom prst="rect">
            <a:avLst/>
          </a:prstGeom>
        </p:spPr>
      </p:pic>
      <p:sp>
        <p:nvSpPr>
          <p:cNvPr id="13" name="Balloon letter 3 إِ" descr="إِ">
            <a:hlinkClick action="ppaction://hlinksldjump" r:id="rId8"/>
          </p:cNvPr>
          <p:cNvSpPr/>
          <p:nvPr/>
        </p:nvSpPr>
        <p:spPr>
          <a:xfrm>
            <a:off x="5397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إِ</a:t>
            </a:r>
          </a:p>
        </p:txBody>
      </p:sp>
      <p:pic>
        <p:nvPicPr>
          <p:cNvPr id="14" name="Balloon 4" descr="Balloon 4">
            <a:hlinkClick action="ppaction://hlinksldjump" r:id="rId9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93000" y="2286000"/>
            <a:ext cx="1651000" cy="2857500"/>
          </a:xfrm>
          <a:prstGeom prst="rect">
            <a:avLst/>
          </a:prstGeom>
        </p:spPr>
      </p:pic>
      <p:sp>
        <p:nvSpPr>
          <p:cNvPr id="15" name="Balloon letter 4 إِ" descr="إِ">
            <a:hlinkClick action="ppaction://hlinksldjump" r:id="rId9"/>
          </p:cNvPr>
          <p:cNvSpPr/>
          <p:nvPr/>
        </p:nvSpPr>
        <p:spPr>
          <a:xfrm>
            <a:off x="7620000" y="2520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إِ</a:t>
            </a:r>
          </a:p>
        </p:txBody>
      </p:sp>
      <p:pic>
        <p:nvPicPr>
          <p:cNvPr id="16" name="Balloon 5" descr="Balloon 5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715500" y="1905000"/>
            <a:ext cx="1651000" cy="2857500"/>
          </a:xfrm>
          <a:prstGeom prst="rect">
            <a:avLst/>
          </a:prstGeom>
        </p:spPr>
      </p:pic>
      <p:sp>
        <p:nvSpPr>
          <p:cNvPr id="17" name="Balloon letter 5 وِ" descr="وِ">
            <a:hlinkClick action="ppaction://hlinksldjump" r:id="rId7"/>
          </p:cNvPr>
          <p:cNvSpPr/>
          <p:nvPr/>
        </p:nvSpPr>
        <p:spPr>
          <a:xfrm>
            <a:off x="9842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وِ</a:t>
            </a:r>
          </a:p>
        </p:txBody>
      </p:sp>
      <p:sp>
        <p:nvSpPr>
          <p:cNvPr id="18" name="Next button">
            <a:hlinkClick action="ppaction://hlinksldjump" r:id="rId10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Next arrow">
            <a:hlinkClick action="ppaction://hlinksldjump" r:id="rId10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4" dur="1500" fill="hold" repeatCount="indefinite" autoRev="1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6" dur="150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8" dur="1670" fill="hold" repeatCount="indefinite" autoRev="1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0" dur="1670" fill="hold" repeatCount="indefinite" autoRev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2" dur="184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4" dur="1840" fill="hold" repeatCount="indefinite" autoRev="1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7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6" dur="2010" fill="hold" repeatCount="indefinite" autoRev="1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9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8" dur="2010" fill="hold" repeatCount="indefinite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1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20" dur="2180" fill="hold" repeatCount="indefinite" autoRev="1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3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22" dur="2180" fill="hold" repeatCount="indefinite" autoRev="1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Pop every balloon with"/>
          <p:cNvSpPr/>
          <p:nvPr/>
        </p:nvSpPr>
        <p:spPr>
          <a:xfrm>
            <a:off x="2730500" y="190500"/>
            <a:ext cx="546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900" b="1" lang="en-US">
                <a:solidFill>
                  <a:srgbClr val="2E2640"/>
                </a:solidFill>
                <a:latin typeface="Arial"/>
                <a:cs typeface="Arial"/>
              </a:rPr>
              <a:t>Pop every balloon with</a:t>
            </a:r>
          </a:p>
        </p:txBody>
      </p:sp>
      <p:sp>
        <p:nvSpPr>
          <p:cNvPr id="5" name="Find إِ" descr="إِ"/>
          <p:cNvSpPr/>
          <p:nvPr/>
        </p:nvSpPr>
        <p:spPr>
          <a:xfrm>
            <a:off x="81915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إِ</a:t>
            </a:r>
          </a:p>
        </p:txBody>
      </p:sp>
      <p:sp>
        <p:nvSpPr>
          <p:cNvPr id="6" name="Star place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Balloon 1" descr="Balloon 1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5500" y="1905000"/>
            <a:ext cx="1651000" cy="2857500"/>
          </a:xfrm>
          <a:prstGeom prst="rect">
            <a:avLst/>
          </a:prstGeom>
        </p:spPr>
      </p:pic>
      <p:sp>
        <p:nvSpPr>
          <p:cNvPr id="9" name="Balloon letter 1 خِ" descr="خِ">
            <a:hlinkClick action="ppaction://hlinksldjump" r:id="rId7"/>
          </p:cNvPr>
          <p:cNvSpPr/>
          <p:nvPr/>
        </p:nvSpPr>
        <p:spPr>
          <a:xfrm>
            <a:off x="952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خِ</a:t>
            </a:r>
          </a:p>
        </p:txBody>
      </p:sp>
      <p:pic>
        <p:nvPicPr>
          <p:cNvPr id="10" name="Balloon 2" descr="Balloon 2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48000" y="2286000"/>
            <a:ext cx="1651000" cy="2857500"/>
          </a:xfrm>
          <a:prstGeom prst="rect">
            <a:avLst/>
          </a:prstGeom>
        </p:spPr>
      </p:pic>
      <p:sp>
        <p:nvSpPr>
          <p:cNvPr id="11" name="Balloon letter 2 هِ" descr="هِ">
            <a:hlinkClick action="ppaction://hlinksldjump" r:id="rId7"/>
          </p:cNvPr>
          <p:cNvSpPr/>
          <p:nvPr/>
        </p:nvSpPr>
        <p:spPr>
          <a:xfrm>
            <a:off x="3175000" y="2520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هِ</a:t>
            </a:r>
          </a:p>
        </p:txBody>
      </p:sp>
      <p:pic>
        <p:nvPicPr>
          <p:cNvPr id="12" name="Balloon 3" descr="Balloon 3">
            <a:hlinkClick action="ppaction://hlinksldjump" r:id="rId8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70500" y="1905000"/>
            <a:ext cx="1651000" cy="2857500"/>
          </a:xfrm>
          <a:prstGeom prst="rect">
            <a:avLst/>
          </a:prstGeom>
        </p:spPr>
      </p:pic>
      <p:sp>
        <p:nvSpPr>
          <p:cNvPr id="13" name="Balloon letter 3 إِ" descr="إِ">
            <a:hlinkClick action="ppaction://hlinksldjump" r:id="rId8"/>
          </p:cNvPr>
          <p:cNvSpPr/>
          <p:nvPr/>
        </p:nvSpPr>
        <p:spPr>
          <a:xfrm>
            <a:off x="5397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إِ</a:t>
            </a:r>
          </a:p>
        </p:txBody>
      </p:sp>
      <p:pic>
        <p:nvPicPr>
          <p:cNvPr id="14" name="Balloon 4" descr="Balloon 4">
            <a:hlinkClick action="ppaction://hlinksldjump" r:id="rId9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93000" y="2286000"/>
            <a:ext cx="1651000" cy="2857500"/>
          </a:xfrm>
          <a:prstGeom prst="rect">
            <a:avLst/>
          </a:prstGeom>
        </p:spPr>
      </p:pic>
      <p:sp>
        <p:nvSpPr>
          <p:cNvPr id="15" name="Balloon letter 4 إِ" descr="إِ">
            <a:hlinkClick action="ppaction://hlinksldjump" r:id="rId9"/>
          </p:cNvPr>
          <p:cNvSpPr/>
          <p:nvPr/>
        </p:nvSpPr>
        <p:spPr>
          <a:xfrm>
            <a:off x="7620000" y="2520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إِ</a:t>
            </a:r>
          </a:p>
        </p:txBody>
      </p:sp>
      <p:pic>
        <p:nvPicPr>
          <p:cNvPr id="16" name="Balloon 5" descr="Balloon 5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715500" y="1905000"/>
            <a:ext cx="1651000" cy="2857500"/>
          </a:xfrm>
          <a:prstGeom prst="rect">
            <a:avLst/>
          </a:prstGeom>
        </p:spPr>
      </p:pic>
      <p:sp>
        <p:nvSpPr>
          <p:cNvPr id="17" name="Balloon letter 5 وِ" descr="وِ">
            <a:hlinkClick action="ppaction://hlinksldjump" r:id="rId7"/>
          </p:cNvPr>
          <p:cNvSpPr/>
          <p:nvPr/>
        </p:nvSpPr>
        <p:spPr>
          <a:xfrm>
            <a:off x="9842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وِ</a:t>
            </a:r>
          </a:p>
        </p:txBody>
      </p:sp>
      <p:sp>
        <p:nvSpPr>
          <p:cNvPr id="18" name="Try again!" descr="Try again!"/>
          <p:cNvSpPr/>
          <p:nvPr/>
        </p:nvSpPr>
        <p:spPr>
          <a:xfrm>
            <a:off x="7937500" y="5270500"/>
            <a:ext cx="3048000" cy="1460500"/>
          </a:xfrm>
          <a:prstGeom prst="cloudCallout">
            <a:avLst/>
          </a:prstGeom>
          <a:solidFill>
            <a:srgbClr val="FFFFFF"/>
          </a:solidFill>
          <a:ln w="50800">
            <a:solidFill>
              <a:srgbClr val="E5536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2500" b="1" lang="en-US">
                <a:solidFill>
                  <a:srgbClr val="E5536F"/>
                </a:solidFill>
                <a:latin typeface="Arial"/>
                <a:cs typeface="Arial"/>
              </a:rPr>
              <a:t>Try again!</a:t>
            </a:r>
          </a:p>
        </p:txBody>
      </p:sp>
      <p:sp>
        <p:nvSpPr>
          <p:cNvPr id="19" name="Next button">
            <a:hlinkClick action="ppaction://hlinksldjump" r:id="rId10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Next arrow">
            <a:hlinkClick action="ppaction://hlinksldjump" r:id="rId10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11" name="boing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4" dur="1500" fill="hold" repeatCount="indefinite" autoRev="1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6" dur="150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8" dur="1670" fill="hold" repeatCount="indefinite" autoRev="1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0" dur="1670" fill="hold" repeatCount="indefinite" autoRev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2" dur="184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4" dur="1840" fill="hold" repeatCount="indefinite" autoRev="1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7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6" dur="2010" fill="hold" repeatCount="indefinite" autoRev="1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9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8" dur="2010" fill="hold" repeatCount="indefinite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1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20" dur="2180" fill="hold" repeatCount="indefinite" autoRev="1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3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22" dur="2180" fill="hold" repeatCount="indefinite" autoRev="1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8" presetID="53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Pop every balloon with"/>
          <p:cNvSpPr/>
          <p:nvPr/>
        </p:nvSpPr>
        <p:spPr>
          <a:xfrm>
            <a:off x="2730500" y="190500"/>
            <a:ext cx="546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900" b="1" lang="en-US">
                <a:solidFill>
                  <a:srgbClr val="2E2640"/>
                </a:solidFill>
                <a:latin typeface="Arial"/>
                <a:cs typeface="Arial"/>
              </a:rPr>
              <a:t>Pop every balloon with</a:t>
            </a:r>
          </a:p>
        </p:txBody>
      </p:sp>
      <p:sp>
        <p:nvSpPr>
          <p:cNvPr id="5" name="Find إِ" descr="إِ"/>
          <p:cNvSpPr/>
          <p:nvPr/>
        </p:nvSpPr>
        <p:spPr>
          <a:xfrm>
            <a:off x="81915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إِ</a:t>
            </a:r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Balloon 1" descr="Balloon 1">
            <a:hlinkClick action="ppaction://hlinksldjump" r:id="rId6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5500" y="1905000"/>
            <a:ext cx="1651000" cy="2857500"/>
          </a:xfrm>
          <a:prstGeom prst="rect">
            <a:avLst/>
          </a:prstGeom>
        </p:spPr>
      </p:pic>
      <p:sp>
        <p:nvSpPr>
          <p:cNvPr id="9" name="Balloon letter 1 خِ" descr="خِ">
            <a:hlinkClick action="ppaction://hlinksldjump" r:id="rId6"/>
          </p:cNvPr>
          <p:cNvSpPr/>
          <p:nvPr/>
        </p:nvSpPr>
        <p:spPr>
          <a:xfrm>
            <a:off x="952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خِ</a:t>
            </a:r>
          </a:p>
        </p:txBody>
      </p:sp>
      <p:pic>
        <p:nvPicPr>
          <p:cNvPr id="10" name="Balloon 2" descr="Balloon 2">
            <a:hlinkClick action="ppaction://hlinksldjump" r:id="rId6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48000" y="2286000"/>
            <a:ext cx="1651000" cy="2857500"/>
          </a:xfrm>
          <a:prstGeom prst="rect">
            <a:avLst/>
          </a:prstGeom>
        </p:spPr>
      </p:pic>
      <p:sp>
        <p:nvSpPr>
          <p:cNvPr id="11" name="Balloon letter 2 هِ" descr="هِ">
            <a:hlinkClick action="ppaction://hlinksldjump" r:id="rId6"/>
          </p:cNvPr>
          <p:cNvSpPr/>
          <p:nvPr/>
        </p:nvSpPr>
        <p:spPr>
          <a:xfrm>
            <a:off x="3175000" y="2520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هِ</a:t>
            </a:r>
          </a:p>
        </p:txBody>
      </p:sp>
      <p:pic>
        <p:nvPicPr>
          <p:cNvPr id="12" name="Balloon 4" descr="Balloon 4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3000" y="2286000"/>
            <a:ext cx="1651000" cy="2857500"/>
          </a:xfrm>
          <a:prstGeom prst="rect">
            <a:avLst/>
          </a:prstGeom>
        </p:spPr>
      </p:pic>
      <p:sp>
        <p:nvSpPr>
          <p:cNvPr id="13" name="Balloon letter 4 إِ" descr="إِ">
            <a:hlinkClick action="ppaction://hlinksldjump" r:id="rId7"/>
          </p:cNvPr>
          <p:cNvSpPr/>
          <p:nvPr/>
        </p:nvSpPr>
        <p:spPr>
          <a:xfrm>
            <a:off x="7620000" y="2520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إِ</a:t>
            </a:r>
          </a:p>
        </p:txBody>
      </p:sp>
      <p:pic>
        <p:nvPicPr>
          <p:cNvPr id="14" name="Balloon 5" descr="Balloon 5">
            <a:hlinkClick action="ppaction://hlinksldjump" r:id="rId6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15500" y="1905000"/>
            <a:ext cx="1651000" cy="2857500"/>
          </a:xfrm>
          <a:prstGeom prst="rect">
            <a:avLst/>
          </a:prstGeom>
        </p:spPr>
      </p:pic>
      <p:sp>
        <p:nvSpPr>
          <p:cNvPr id="15" name="Balloon letter 5 وِ" descr="وِ">
            <a:hlinkClick action="ppaction://hlinksldjump" r:id="rId6"/>
          </p:cNvPr>
          <p:cNvSpPr/>
          <p:nvPr/>
        </p:nvSpPr>
        <p:spPr>
          <a:xfrm>
            <a:off x="9842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وِ</a:t>
            </a:r>
          </a:p>
        </p:txBody>
      </p:sp>
      <p:sp>
        <p:nvSpPr>
          <p:cNvPr id="16" name="Next button">
            <a:hlinkClick action="ppaction://hlinksldjump" r:id="rId8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Next arrow">
            <a:hlinkClick action="ppaction://hlinksldjump" r:id="rId8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9" name="po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9" dur="1500" fill="hold" repeatCount="indefinite" autoRev="1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2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1" dur="150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4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3" dur="1670" fill="hold" repeatCount="indefinite" autoRev="1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6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5" dur="1670" fill="hold" repeatCount="indefinite" autoRev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8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7" dur="201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0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9" dur="2010" fill="hold" repeatCount="indefinite" autoRev="1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2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21" dur="2180" fill="hold" repeatCount="indefinite" autoRev="1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4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23" dur="2180" fill="hold" repeatCount="indefinite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Pop every balloon with"/>
          <p:cNvSpPr/>
          <p:nvPr/>
        </p:nvSpPr>
        <p:spPr>
          <a:xfrm>
            <a:off x="2730500" y="190500"/>
            <a:ext cx="546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900" b="1" lang="en-US">
                <a:solidFill>
                  <a:srgbClr val="2E2640"/>
                </a:solidFill>
                <a:latin typeface="Arial"/>
                <a:cs typeface="Arial"/>
              </a:rPr>
              <a:t>Pop every balloon with</a:t>
            </a:r>
          </a:p>
        </p:txBody>
      </p:sp>
      <p:sp>
        <p:nvSpPr>
          <p:cNvPr id="5" name="Find إِ" descr="إِ"/>
          <p:cNvSpPr/>
          <p:nvPr/>
        </p:nvSpPr>
        <p:spPr>
          <a:xfrm>
            <a:off x="81915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إِ</a:t>
            </a:r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Balloon 1" descr="Balloon 1">
            <a:hlinkClick action="ppaction://hlinksldjump" r:id="rId6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5500" y="1905000"/>
            <a:ext cx="1651000" cy="2857500"/>
          </a:xfrm>
          <a:prstGeom prst="rect">
            <a:avLst/>
          </a:prstGeom>
        </p:spPr>
      </p:pic>
      <p:sp>
        <p:nvSpPr>
          <p:cNvPr id="9" name="Balloon letter 1 خِ" descr="خِ">
            <a:hlinkClick action="ppaction://hlinksldjump" r:id="rId6"/>
          </p:cNvPr>
          <p:cNvSpPr/>
          <p:nvPr/>
        </p:nvSpPr>
        <p:spPr>
          <a:xfrm>
            <a:off x="952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خِ</a:t>
            </a:r>
          </a:p>
        </p:txBody>
      </p:sp>
      <p:pic>
        <p:nvPicPr>
          <p:cNvPr id="10" name="Balloon 2" descr="Balloon 2">
            <a:hlinkClick action="ppaction://hlinksldjump" r:id="rId6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48000" y="2286000"/>
            <a:ext cx="1651000" cy="2857500"/>
          </a:xfrm>
          <a:prstGeom prst="rect">
            <a:avLst/>
          </a:prstGeom>
        </p:spPr>
      </p:pic>
      <p:sp>
        <p:nvSpPr>
          <p:cNvPr id="11" name="Balloon letter 2 هِ" descr="هِ">
            <a:hlinkClick action="ppaction://hlinksldjump" r:id="rId6"/>
          </p:cNvPr>
          <p:cNvSpPr/>
          <p:nvPr/>
        </p:nvSpPr>
        <p:spPr>
          <a:xfrm>
            <a:off x="3175000" y="2520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هِ</a:t>
            </a:r>
          </a:p>
        </p:txBody>
      </p:sp>
      <p:pic>
        <p:nvPicPr>
          <p:cNvPr id="12" name="Balloon 4" descr="Balloon 4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3000" y="2286000"/>
            <a:ext cx="1651000" cy="2857500"/>
          </a:xfrm>
          <a:prstGeom prst="rect">
            <a:avLst/>
          </a:prstGeom>
        </p:spPr>
      </p:pic>
      <p:sp>
        <p:nvSpPr>
          <p:cNvPr id="13" name="Balloon letter 4 إِ" descr="إِ">
            <a:hlinkClick action="ppaction://hlinksldjump" r:id="rId7"/>
          </p:cNvPr>
          <p:cNvSpPr/>
          <p:nvPr/>
        </p:nvSpPr>
        <p:spPr>
          <a:xfrm>
            <a:off x="7620000" y="2520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إِ</a:t>
            </a:r>
          </a:p>
        </p:txBody>
      </p:sp>
      <p:pic>
        <p:nvPicPr>
          <p:cNvPr id="14" name="Balloon 5" descr="Balloon 5">
            <a:hlinkClick action="ppaction://hlinksldjump" r:id="rId6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15500" y="1905000"/>
            <a:ext cx="1651000" cy="2857500"/>
          </a:xfrm>
          <a:prstGeom prst="rect">
            <a:avLst/>
          </a:prstGeom>
        </p:spPr>
      </p:pic>
      <p:sp>
        <p:nvSpPr>
          <p:cNvPr id="15" name="Balloon letter 5 وِ" descr="وِ">
            <a:hlinkClick action="ppaction://hlinksldjump" r:id="rId6"/>
          </p:cNvPr>
          <p:cNvSpPr/>
          <p:nvPr/>
        </p:nvSpPr>
        <p:spPr>
          <a:xfrm>
            <a:off x="9842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وِ</a:t>
            </a:r>
          </a:p>
        </p:txBody>
      </p:sp>
      <p:sp>
        <p:nvSpPr>
          <p:cNvPr id="16" name="Try again!" descr="Try again!"/>
          <p:cNvSpPr/>
          <p:nvPr/>
        </p:nvSpPr>
        <p:spPr>
          <a:xfrm>
            <a:off x="7937500" y="5270500"/>
            <a:ext cx="3048000" cy="1460500"/>
          </a:xfrm>
          <a:prstGeom prst="cloudCallout">
            <a:avLst/>
          </a:prstGeom>
          <a:solidFill>
            <a:srgbClr val="FFFFFF"/>
          </a:solidFill>
          <a:ln w="50800">
            <a:solidFill>
              <a:srgbClr val="E5536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2500" b="1" lang="en-US">
                <a:solidFill>
                  <a:srgbClr val="E5536F"/>
                </a:solidFill>
                <a:latin typeface="Arial"/>
                <a:cs typeface="Arial"/>
              </a:rPr>
              <a:t>Try again!</a:t>
            </a:r>
          </a:p>
        </p:txBody>
      </p:sp>
      <p:sp>
        <p:nvSpPr>
          <p:cNvPr id="17" name="Next button">
            <a:hlinkClick action="ppaction://hlinksldjump" r:id="rId8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Next arrow">
            <a:hlinkClick action="ppaction://hlinksldjump" r:id="rId8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9" name="boing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4" dur="1500" fill="hold" repeatCount="indefinite" autoRev="1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6" dur="150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8" dur="1670" fill="hold" repeatCount="indefinite" autoRev="1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0" dur="1670" fill="hold" repeatCount="indefinite" autoRev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2" dur="201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4" dur="2010" fill="hold" repeatCount="indefinite" autoRev="1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7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6" dur="2180" fill="hold" repeatCount="indefinite" autoRev="1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9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8" dur="2180" fill="hold" repeatCount="indefinite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4" presetID="53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Pop every balloon with"/>
          <p:cNvSpPr/>
          <p:nvPr/>
        </p:nvSpPr>
        <p:spPr>
          <a:xfrm>
            <a:off x="2730500" y="190500"/>
            <a:ext cx="546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900" b="1" lang="en-US">
                <a:solidFill>
                  <a:srgbClr val="2E2640"/>
                </a:solidFill>
                <a:latin typeface="Arial"/>
                <a:cs typeface="Arial"/>
              </a:rPr>
              <a:t>Pop every balloon with</a:t>
            </a:r>
          </a:p>
        </p:txBody>
      </p:sp>
      <p:sp>
        <p:nvSpPr>
          <p:cNvPr id="5" name="Find إِ" descr="إِ"/>
          <p:cNvSpPr/>
          <p:nvPr/>
        </p:nvSpPr>
        <p:spPr>
          <a:xfrm>
            <a:off x="81915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إِ</a:t>
            </a:r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Balloon 1" descr="Balloon 1">
            <a:hlinkClick action="ppaction://hlinksldjump" r:id="rId6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5500" y="1905000"/>
            <a:ext cx="1651000" cy="2857500"/>
          </a:xfrm>
          <a:prstGeom prst="rect">
            <a:avLst/>
          </a:prstGeom>
        </p:spPr>
      </p:pic>
      <p:sp>
        <p:nvSpPr>
          <p:cNvPr id="9" name="Balloon letter 1 خِ" descr="خِ">
            <a:hlinkClick action="ppaction://hlinksldjump" r:id="rId6"/>
          </p:cNvPr>
          <p:cNvSpPr/>
          <p:nvPr/>
        </p:nvSpPr>
        <p:spPr>
          <a:xfrm>
            <a:off x="952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خِ</a:t>
            </a:r>
          </a:p>
        </p:txBody>
      </p:sp>
      <p:pic>
        <p:nvPicPr>
          <p:cNvPr id="10" name="Balloon 2" descr="Balloon 2">
            <a:hlinkClick action="ppaction://hlinksldjump" r:id="rId6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48000" y="2286000"/>
            <a:ext cx="1651000" cy="2857500"/>
          </a:xfrm>
          <a:prstGeom prst="rect">
            <a:avLst/>
          </a:prstGeom>
        </p:spPr>
      </p:pic>
      <p:sp>
        <p:nvSpPr>
          <p:cNvPr id="11" name="Balloon letter 2 هِ" descr="هِ">
            <a:hlinkClick action="ppaction://hlinksldjump" r:id="rId6"/>
          </p:cNvPr>
          <p:cNvSpPr/>
          <p:nvPr/>
        </p:nvSpPr>
        <p:spPr>
          <a:xfrm>
            <a:off x="3175000" y="2520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هِ</a:t>
            </a:r>
          </a:p>
        </p:txBody>
      </p:sp>
      <p:pic>
        <p:nvPicPr>
          <p:cNvPr id="12" name="Balloon 3" descr="Balloon 3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70500" y="1905000"/>
            <a:ext cx="1651000" cy="2857500"/>
          </a:xfrm>
          <a:prstGeom prst="rect">
            <a:avLst/>
          </a:prstGeom>
        </p:spPr>
      </p:pic>
      <p:sp>
        <p:nvSpPr>
          <p:cNvPr id="13" name="Balloon letter 3 إِ" descr="إِ">
            <a:hlinkClick action="ppaction://hlinksldjump" r:id="rId7"/>
          </p:cNvPr>
          <p:cNvSpPr/>
          <p:nvPr/>
        </p:nvSpPr>
        <p:spPr>
          <a:xfrm>
            <a:off x="5397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إِ</a:t>
            </a:r>
          </a:p>
        </p:txBody>
      </p:sp>
      <p:pic>
        <p:nvPicPr>
          <p:cNvPr id="14" name="Balloon 5" descr="Balloon 5">
            <a:hlinkClick action="ppaction://hlinksldjump" r:id="rId6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15500" y="1905000"/>
            <a:ext cx="1651000" cy="2857500"/>
          </a:xfrm>
          <a:prstGeom prst="rect">
            <a:avLst/>
          </a:prstGeom>
        </p:spPr>
      </p:pic>
      <p:sp>
        <p:nvSpPr>
          <p:cNvPr id="15" name="Balloon letter 5 وِ" descr="وِ">
            <a:hlinkClick action="ppaction://hlinksldjump" r:id="rId6"/>
          </p:cNvPr>
          <p:cNvSpPr/>
          <p:nvPr/>
        </p:nvSpPr>
        <p:spPr>
          <a:xfrm>
            <a:off x="9842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وِ</a:t>
            </a:r>
          </a:p>
        </p:txBody>
      </p:sp>
      <p:sp>
        <p:nvSpPr>
          <p:cNvPr id="16" name="Next button">
            <a:hlinkClick action="ppaction://hlinksldjump" r:id="rId8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Next arrow">
            <a:hlinkClick action="ppaction://hlinksldjump" r:id="rId8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9" name="po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9" dur="1500" fill="hold" repeatCount="indefinite" autoRev="1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2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1" dur="150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4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3" dur="1670" fill="hold" repeatCount="indefinite" autoRev="1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6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5" dur="1670" fill="hold" repeatCount="indefinite" autoRev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8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7" dur="184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0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9" dur="1840" fill="hold" repeatCount="indefinite" autoRev="1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2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21" dur="2180" fill="hold" repeatCount="indefinite" autoRev="1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4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23" dur="2180" fill="hold" repeatCount="indefinite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Pop every balloon with"/>
          <p:cNvSpPr/>
          <p:nvPr/>
        </p:nvSpPr>
        <p:spPr>
          <a:xfrm>
            <a:off x="2730500" y="190500"/>
            <a:ext cx="546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900" b="1" lang="en-US">
                <a:solidFill>
                  <a:srgbClr val="2E2640"/>
                </a:solidFill>
                <a:latin typeface="Arial"/>
                <a:cs typeface="Arial"/>
              </a:rPr>
              <a:t>Pop every balloon with</a:t>
            </a:r>
          </a:p>
        </p:txBody>
      </p:sp>
      <p:sp>
        <p:nvSpPr>
          <p:cNvPr id="5" name="Find إِ" descr="إِ"/>
          <p:cNvSpPr/>
          <p:nvPr/>
        </p:nvSpPr>
        <p:spPr>
          <a:xfrm>
            <a:off x="81915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إِ</a:t>
            </a:r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Balloon 1" descr="Balloon 1">
            <a:hlinkClick action="ppaction://hlinksldjump" r:id="rId6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5500" y="1905000"/>
            <a:ext cx="1651000" cy="2857500"/>
          </a:xfrm>
          <a:prstGeom prst="rect">
            <a:avLst/>
          </a:prstGeom>
        </p:spPr>
      </p:pic>
      <p:sp>
        <p:nvSpPr>
          <p:cNvPr id="9" name="Balloon letter 1 خِ" descr="خِ">
            <a:hlinkClick action="ppaction://hlinksldjump" r:id="rId6"/>
          </p:cNvPr>
          <p:cNvSpPr/>
          <p:nvPr/>
        </p:nvSpPr>
        <p:spPr>
          <a:xfrm>
            <a:off x="952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خِ</a:t>
            </a:r>
          </a:p>
        </p:txBody>
      </p:sp>
      <p:pic>
        <p:nvPicPr>
          <p:cNvPr id="10" name="Balloon 2" descr="Balloon 2">
            <a:hlinkClick action="ppaction://hlinksldjump" r:id="rId6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48000" y="2286000"/>
            <a:ext cx="1651000" cy="2857500"/>
          </a:xfrm>
          <a:prstGeom prst="rect">
            <a:avLst/>
          </a:prstGeom>
        </p:spPr>
      </p:pic>
      <p:sp>
        <p:nvSpPr>
          <p:cNvPr id="11" name="Balloon letter 2 هِ" descr="هِ">
            <a:hlinkClick action="ppaction://hlinksldjump" r:id="rId6"/>
          </p:cNvPr>
          <p:cNvSpPr/>
          <p:nvPr/>
        </p:nvSpPr>
        <p:spPr>
          <a:xfrm>
            <a:off x="3175000" y="2520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هِ</a:t>
            </a:r>
          </a:p>
        </p:txBody>
      </p:sp>
      <p:pic>
        <p:nvPicPr>
          <p:cNvPr id="12" name="Balloon 3" descr="Balloon 3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70500" y="1905000"/>
            <a:ext cx="1651000" cy="2857500"/>
          </a:xfrm>
          <a:prstGeom prst="rect">
            <a:avLst/>
          </a:prstGeom>
        </p:spPr>
      </p:pic>
      <p:sp>
        <p:nvSpPr>
          <p:cNvPr id="13" name="Balloon letter 3 إِ" descr="إِ">
            <a:hlinkClick action="ppaction://hlinksldjump" r:id="rId7"/>
          </p:cNvPr>
          <p:cNvSpPr/>
          <p:nvPr/>
        </p:nvSpPr>
        <p:spPr>
          <a:xfrm>
            <a:off x="5397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إِ</a:t>
            </a:r>
          </a:p>
        </p:txBody>
      </p:sp>
      <p:pic>
        <p:nvPicPr>
          <p:cNvPr id="14" name="Balloon 5" descr="Balloon 5">
            <a:hlinkClick action="ppaction://hlinksldjump" r:id="rId6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15500" y="1905000"/>
            <a:ext cx="1651000" cy="2857500"/>
          </a:xfrm>
          <a:prstGeom prst="rect">
            <a:avLst/>
          </a:prstGeom>
        </p:spPr>
      </p:pic>
      <p:sp>
        <p:nvSpPr>
          <p:cNvPr id="15" name="Balloon letter 5 وِ" descr="وِ">
            <a:hlinkClick action="ppaction://hlinksldjump" r:id="rId6"/>
          </p:cNvPr>
          <p:cNvSpPr/>
          <p:nvPr/>
        </p:nvSpPr>
        <p:spPr>
          <a:xfrm>
            <a:off x="9842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وِ</a:t>
            </a:r>
          </a:p>
        </p:txBody>
      </p:sp>
      <p:sp>
        <p:nvSpPr>
          <p:cNvPr id="16" name="Try again!" descr="Try again!"/>
          <p:cNvSpPr/>
          <p:nvPr/>
        </p:nvSpPr>
        <p:spPr>
          <a:xfrm>
            <a:off x="7937500" y="5270500"/>
            <a:ext cx="3048000" cy="1460500"/>
          </a:xfrm>
          <a:prstGeom prst="cloudCallout">
            <a:avLst/>
          </a:prstGeom>
          <a:solidFill>
            <a:srgbClr val="FFFFFF"/>
          </a:solidFill>
          <a:ln w="50800">
            <a:solidFill>
              <a:srgbClr val="E5536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2500" b="1" lang="en-US">
                <a:solidFill>
                  <a:srgbClr val="E5536F"/>
                </a:solidFill>
                <a:latin typeface="Arial"/>
                <a:cs typeface="Arial"/>
              </a:rPr>
              <a:t>Try again!</a:t>
            </a:r>
          </a:p>
        </p:txBody>
      </p:sp>
      <p:sp>
        <p:nvSpPr>
          <p:cNvPr id="17" name="Next button">
            <a:hlinkClick action="ppaction://hlinksldjump" r:id="rId8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Next arrow">
            <a:hlinkClick action="ppaction://hlinksldjump" r:id="rId8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9" name="boing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4" dur="1500" fill="hold" repeatCount="indefinite" autoRev="1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6" dur="150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8" dur="1670" fill="hold" repeatCount="indefinite" autoRev="1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0" dur="1670" fill="hold" repeatCount="indefinite" autoRev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2" dur="184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4" dur="1840" fill="hold" repeatCount="indefinite" autoRev="1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7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6" dur="2180" fill="hold" repeatCount="indefinite" autoRev="1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9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8" dur="2180" fill="hold" repeatCount="indefinite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4" presetID="53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Pop every balloon with"/>
          <p:cNvSpPr/>
          <p:nvPr/>
        </p:nvSpPr>
        <p:spPr>
          <a:xfrm>
            <a:off x="2730500" y="190500"/>
            <a:ext cx="546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900" b="1" lang="en-US">
                <a:solidFill>
                  <a:srgbClr val="2E2640"/>
                </a:solidFill>
                <a:latin typeface="Arial"/>
                <a:cs typeface="Arial"/>
              </a:rPr>
              <a:t>Pop every balloon with</a:t>
            </a:r>
          </a:p>
        </p:txBody>
      </p:sp>
      <p:sp>
        <p:nvSpPr>
          <p:cNvPr id="5" name="Find إِ" descr="إِ"/>
          <p:cNvSpPr/>
          <p:nvPr/>
        </p:nvSpPr>
        <p:spPr>
          <a:xfrm>
            <a:off x="81915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إِ</a:t>
            </a:r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Balloon 1" descr="Balloon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5500" y="1905000"/>
            <a:ext cx="1651000" cy="2857500"/>
          </a:xfrm>
          <a:prstGeom prst="rect">
            <a:avLst/>
          </a:prstGeom>
        </p:spPr>
      </p:pic>
      <p:sp>
        <p:nvSpPr>
          <p:cNvPr id="9" name="Balloon letter 1 خِ" descr="خِ"/>
          <p:cNvSpPr/>
          <p:nvPr/>
        </p:nvSpPr>
        <p:spPr>
          <a:xfrm>
            <a:off x="952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خِ</a:t>
            </a:r>
          </a:p>
        </p:txBody>
      </p:sp>
      <p:pic>
        <p:nvPicPr>
          <p:cNvPr id="10" name="Balloon 2" descr="Balloon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48000" y="2286000"/>
            <a:ext cx="1651000" cy="2857500"/>
          </a:xfrm>
          <a:prstGeom prst="rect">
            <a:avLst/>
          </a:prstGeom>
        </p:spPr>
      </p:pic>
      <p:sp>
        <p:nvSpPr>
          <p:cNvPr id="11" name="Balloon letter 2 هِ" descr="هِ"/>
          <p:cNvSpPr/>
          <p:nvPr/>
        </p:nvSpPr>
        <p:spPr>
          <a:xfrm>
            <a:off x="3175000" y="2520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هِ</a:t>
            </a:r>
          </a:p>
        </p:txBody>
      </p:sp>
      <p:pic>
        <p:nvPicPr>
          <p:cNvPr id="12" name="Balloon 5" descr="Balloon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15500" y="1905000"/>
            <a:ext cx="1651000" cy="2857500"/>
          </a:xfrm>
          <a:prstGeom prst="rect">
            <a:avLst/>
          </a:prstGeom>
        </p:spPr>
      </p:pic>
      <p:sp>
        <p:nvSpPr>
          <p:cNvPr id="13" name="Balloon letter 5 وِ" descr="وِ"/>
          <p:cNvSpPr/>
          <p:nvPr/>
        </p:nvSpPr>
        <p:spPr>
          <a:xfrm>
            <a:off x="9842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وِ</a:t>
            </a:r>
          </a:p>
        </p:txBody>
      </p:sp>
      <p:sp>
        <p:nvSpPr>
          <p:cNvPr id="14" name="Great job!" descr="Great job!"/>
          <p:cNvSpPr/>
          <p:nvPr/>
        </p:nvSpPr>
        <p:spPr>
          <a:xfrm>
            <a:off x="7937500" y="5270500"/>
            <a:ext cx="3048000" cy="1460500"/>
          </a:xfrm>
          <a:prstGeom prst="cloudCallout">
            <a:avLst/>
          </a:prstGeom>
          <a:solidFill>
            <a:srgbClr val="FFFFFF"/>
          </a:solidFill>
          <a:ln w="50800">
            <a:solidFill>
              <a:srgbClr val="2FB57A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2500" b="1" lang="en-US">
                <a:solidFill>
                  <a:srgbClr val="2FB57A"/>
                </a:solidFill>
                <a:latin typeface="Arial"/>
                <a:cs typeface="Arial"/>
              </a:rPr>
              <a:t>Great job!</a:t>
            </a:r>
          </a:p>
        </p:txBody>
      </p:sp>
      <p:sp>
        <p:nvSpPr>
          <p:cNvPr id="15" name="Next button">
            <a:hlinkClick action="ppaction://hlinksldjump" r:id="rId5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Next arrow">
            <a:hlinkClick action="ppaction://hlinksldjump" r:id="rId5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7" name="sound anchor" descr="sound anchor (invisible)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700" y="12700"/>
            <a:ext cx="25400" cy="25400"/>
          </a:xfrm>
          <a:prstGeom prst="rect">
            <a:avLst/>
          </a:prstGeom>
        </p:spPr>
      </p:pic>
    </p:spTree>
  </p:cSld>
  <p:clrMapOvr>
    <a:masterClrMapping/>
  </p:clrMapOvr>
  <p:transition advClick="0">
    <p:sndAc>
      <p:stSnd>
        <p:snd r:embed="rId6" name="po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9" dur="1500" fill="hold" repeatCount="indefinite" autoRev="1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2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1" dur="150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4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3" dur="1670" fill="hold" repeatCount="indefinite" autoRev="1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6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5" dur="1670" fill="hold" repeatCount="indefinite" autoRev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8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7" dur="218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0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9" dur="2180" fill="hold" repeatCount="indefinite" autoRev="1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5" presetID="53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2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100000">
                                        <p:cTn id="2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8" name="cheer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Card"/>
          <p:cNvSpPr/>
          <p:nvPr/>
        </p:nvSpPr>
        <p:spPr>
          <a:xfrm>
            <a:off x="1651000" y="762000"/>
            <a:ext cx="8890000" cy="4826000"/>
          </a:xfrm>
          <a:prstGeom prst="roundRect">
            <a:avLst>
              <a:gd name="adj" fmla="val 8000"/>
            </a:avLst>
          </a:prstGeom>
          <a:solidFill>
            <a:srgbClr val="FFFFFF">
              <a:alpha val="85000"/>
            </a:srgbClr>
          </a:solidFill>
          <a:ln w="508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itle" descr="How to play: Feed the Monster"/>
          <p:cNvSpPr/>
          <p:nvPr/>
        </p:nvSpPr>
        <p:spPr>
          <a:xfrm>
            <a:off x="1905000" y="952500"/>
            <a:ext cx="8382000" cy="889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400" b="1" lang="en-US">
                <a:solidFill>
                  <a:srgbClr val="8A6CF0"/>
                </a:solidFill>
                <a:latin typeface="Arial"/>
                <a:cs typeface="Arial"/>
              </a:rPr>
              <a:t>How to play: Feed the Monster</a:t>
            </a:r>
          </a:p>
        </p:txBody>
      </p:sp>
      <p:sp>
        <p:nvSpPr>
          <p:cNvPr id="5" name="Line 1" descr="1.  The monster wants one sound."/>
          <p:cNvSpPr/>
          <p:nvPr/>
        </p:nvSpPr>
        <p:spPr>
          <a:xfrm>
            <a:off x="1841500" y="2095500"/>
            <a:ext cx="6350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300" b="1" lang="en-US">
                <a:solidFill>
                  <a:srgbClr val="2E2640"/>
                </a:solidFill>
                <a:latin typeface="Arial"/>
                <a:cs typeface="Arial"/>
              </a:rPr>
              <a:t>1.  The monster wants one sound.</a:t>
            </a:r>
          </a:p>
        </p:txBody>
      </p:sp>
      <p:sp>
        <p:nvSpPr>
          <p:cNvPr id="6" name="Line 2" descr="2.  Tap the right food."/>
          <p:cNvSpPr/>
          <p:nvPr/>
        </p:nvSpPr>
        <p:spPr>
          <a:xfrm>
            <a:off x="1841500" y="3048000"/>
            <a:ext cx="6350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300" b="1" lang="en-US">
                <a:solidFill>
                  <a:srgbClr val="2E2640"/>
                </a:solidFill>
                <a:latin typeface="Arial"/>
                <a:cs typeface="Arial"/>
              </a:rPr>
              <a:t>2.  Tap the right food.</a:t>
            </a:r>
          </a:p>
        </p:txBody>
      </p:sp>
      <p:sp>
        <p:nvSpPr>
          <p:cNvPr id="7" name="Line 3" descr="3.  Wrong food? “No, thanks!”"/>
          <p:cNvSpPr/>
          <p:nvPr/>
        </p:nvSpPr>
        <p:spPr>
          <a:xfrm>
            <a:off x="1841500" y="4000500"/>
            <a:ext cx="6350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300" b="1" lang="en-US">
                <a:solidFill>
                  <a:srgbClr val="2E2640"/>
                </a:solidFill>
                <a:latin typeface="Arial"/>
                <a:cs typeface="Arial"/>
              </a:rPr>
              <a:t>3.  Wrong food? “No, thanks!”</a:t>
            </a:r>
          </a:p>
        </p:txBody>
      </p:sp>
      <p:pic>
        <p:nvPicPr>
          <p:cNvPr id="8" name="Picture" descr="Pictur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18500" y="2413000"/>
            <a:ext cx="2032000" cy="2032000"/>
          </a:xfrm>
          <a:prstGeom prst="rect">
            <a:avLst/>
          </a:prstGeom>
        </p:spPr>
      </p:pic>
      <p:sp>
        <p:nvSpPr>
          <p:cNvPr id="9" name="Next button">
            <a:hlinkClick action="ppaction://hlinksldjump" r:id="rId4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Next arrow">
            <a:hlinkClick action="ppaction://hlinksldjump" r:id="rId4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921000" y="190500"/>
            <a:ext cx="6350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Feed me"/>
          <p:cNvSpPr/>
          <p:nvPr/>
        </p:nvSpPr>
        <p:spPr>
          <a:xfrm>
            <a:off x="3048000" y="190500"/>
            <a:ext cx="4826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600" b="1" lang="en-US">
                <a:solidFill>
                  <a:srgbClr val="2E2640"/>
                </a:solidFill>
                <a:latin typeface="Arial"/>
                <a:cs typeface="Arial"/>
              </a:rPr>
              <a:t>Feed me</a:t>
            </a:r>
          </a:p>
        </p:txBody>
      </p:sp>
      <p:sp>
        <p:nvSpPr>
          <p:cNvPr id="5" name="Find إِ" descr="إِ"/>
          <p:cNvSpPr/>
          <p:nvPr/>
        </p:nvSpPr>
        <p:spPr>
          <a:xfrm>
            <a:off x="78740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إِ</a:t>
            </a:r>
          </a:p>
        </p:txBody>
      </p:sp>
      <p:pic>
        <p:nvPicPr>
          <p:cNvPr id="6" name="Monster" descr="Monste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2095500"/>
            <a:ext cx="3810000" cy="3810000"/>
          </a:xfrm>
          <a:prstGeom prst="rect">
            <a:avLst/>
          </a:prstGeom>
        </p:spPr>
      </p:pic>
      <p:pic>
        <p:nvPicPr>
          <p:cNvPr id="7" name="Food 1" descr="Food 1">
            <a:hlinkClick action="ppaction://hlinksldjump"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5000" y="1778000"/>
            <a:ext cx="1905000" cy="1905000"/>
          </a:xfrm>
          <a:prstGeom prst="rect">
            <a:avLst/>
          </a:prstGeom>
        </p:spPr>
      </p:pic>
      <p:sp>
        <p:nvSpPr>
          <p:cNvPr id="8" name="Food letter 1 هِ" descr="هِ">
            <a:hlinkClick action="ppaction://hlinksldjump" r:id="rId5"/>
          </p:cNvPr>
          <p:cNvSpPr/>
          <p:nvPr/>
        </p:nvSpPr>
        <p:spPr>
          <a:xfrm>
            <a:off x="7429500" y="2317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هِ</a:t>
            </a:r>
          </a:p>
        </p:txBody>
      </p:sp>
      <p:pic>
        <p:nvPicPr>
          <p:cNvPr id="9" name="Food 2" descr="Food 2">
            <a:hlinkClick action="ppaction://hlinksldjump" r:id="rId6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25000" y="1778000"/>
            <a:ext cx="1905000" cy="1905000"/>
          </a:xfrm>
          <a:prstGeom prst="rect">
            <a:avLst/>
          </a:prstGeom>
        </p:spPr>
      </p:pic>
      <p:sp>
        <p:nvSpPr>
          <p:cNvPr id="10" name="Food letter 2 إِ" descr="إِ">
            <a:hlinkClick action="ppaction://hlinksldjump" r:id="rId6"/>
          </p:cNvPr>
          <p:cNvSpPr/>
          <p:nvPr/>
        </p:nvSpPr>
        <p:spPr>
          <a:xfrm>
            <a:off x="9969500" y="2317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إِ</a:t>
            </a:r>
          </a:p>
        </p:txBody>
      </p:sp>
      <p:pic>
        <p:nvPicPr>
          <p:cNvPr id="11" name="Food 3" descr="Food 3">
            <a:hlinkClick action="ppaction://hlinksldjump"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5000" y="4064000"/>
            <a:ext cx="1905000" cy="1905000"/>
          </a:xfrm>
          <a:prstGeom prst="rect">
            <a:avLst/>
          </a:prstGeom>
        </p:spPr>
      </p:pic>
      <p:sp>
        <p:nvSpPr>
          <p:cNvPr id="12" name="Food letter 3 طِ" descr="طِ">
            <a:hlinkClick action="ppaction://hlinksldjump" r:id="rId5"/>
          </p:cNvPr>
          <p:cNvSpPr/>
          <p:nvPr/>
        </p:nvSpPr>
        <p:spPr>
          <a:xfrm>
            <a:off x="7429500" y="4603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طِ</a:t>
            </a:r>
          </a:p>
        </p:txBody>
      </p:sp>
      <p:pic>
        <p:nvPicPr>
          <p:cNvPr id="13" name="Food 4" descr="Food 4">
            <a:hlinkClick action="ppaction://hlinksldjump"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25000" y="4064000"/>
            <a:ext cx="1905000" cy="1905000"/>
          </a:xfrm>
          <a:prstGeom prst="rect">
            <a:avLst/>
          </a:prstGeom>
        </p:spPr>
      </p:pic>
      <p:sp>
        <p:nvSpPr>
          <p:cNvPr id="14" name="Food letter 4 بِ" descr="بِ">
            <a:hlinkClick action="ppaction://hlinksldjump" r:id="rId5"/>
          </p:cNvPr>
          <p:cNvSpPr/>
          <p:nvPr/>
        </p:nvSpPr>
        <p:spPr>
          <a:xfrm>
            <a:off x="9969500" y="4603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بِ</a:t>
            </a:r>
          </a:p>
        </p:txBody>
      </p:sp>
      <p:sp>
        <p:nvSpPr>
          <p:cNvPr id="15" name="Next button">
            <a:hlinkClick action="ppaction://hlinksldjump" r:id="rId7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Next arrow">
            <a:hlinkClick action="ppaction://hlinksldjump" r:id="rId7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 spd="med">
    <p:fade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921000" y="190500"/>
            <a:ext cx="6350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Feed me"/>
          <p:cNvSpPr/>
          <p:nvPr/>
        </p:nvSpPr>
        <p:spPr>
          <a:xfrm>
            <a:off x="3048000" y="190500"/>
            <a:ext cx="4826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600" b="1" lang="en-US">
                <a:solidFill>
                  <a:srgbClr val="2E2640"/>
                </a:solidFill>
                <a:latin typeface="Arial"/>
                <a:cs typeface="Arial"/>
              </a:rPr>
              <a:t>Feed me</a:t>
            </a:r>
          </a:p>
        </p:txBody>
      </p:sp>
      <p:sp>
        <p:nvSpPr>
          <p:cNvPr id="5" name="Find إِ" descr="إِ"/>
          <p:cNvSpPr/>
          <p:nvPr/>
        </p:nvSpPr>
        <p:spPr>
          <a:xfrm>
            <a:off x="78740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إِ</a:t>
            </a:r>
          </a:p>
        </p:txBody>
      </p:sp>
      <p:pic>
        <p:nvPicPr>
          <p:cNvPr id="6" name="Monster" descr="Monste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2095500"/>
            <a:ext cx="3810000" cy="3810000"/>
          </a:xfrm>
          <a:prstGeom prst="rect">
            <a:avLst/>
          </a:prstGeom>
        </p:spPr>
      </p:pic>
      <p:pic>
        <p:nvPicPr>
          <p:cNvPr id="7" name="Food 1" descr="Food 1">
            <a:hlinkClick action="ppaction://hlinksldjump"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5000" y="1778000"/>
            <a:ext cx="1905000" cy="1905000"/>
          </a:xfrm>
          <a:prstGeom prst="rect">
            <a:avLst/>
          </a:prstGeom>
        </p:spPr>
      </p:pic>
      <p:sp>
        <p:nvSpPr>
          <p:cNvPr id="8" name="Food letter 1 هِ" descr="هِ">
            <a:hlinkClick action="ppaction://hlinksldjump" r:id="rId5"/>
          </p:cNvPr>
          <p:cNvSpPr/>
          <p:nvPr/>
        </p:nvSpPr>
        <p:spPr>
          <a:xfrm>
            <a:off x="7429500" y="2317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هِ</a:t>
            </a:r>
          </a:p>
        </p:txBody>
      </p:sp>
      <p:pic>
        <p:nvPicPr>
          <p:cNvPr id="9" name="Food 2" descr="Food 2">
            <a:hlinkClick action="ppaction://hlinksldjump" r:id="rId6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25000" y="1778000"/>
            <a:ext cx="1905000" cy="1905000"/>
          </a:xfrm>
          <a:prstGeom prst="rect">
            <a:avLst/>
          </a:prstGeom>
        </p:spPr>
      </p:pic>
      <p:sp>
        <p:nvSpPr>
          <p:cNvPr id="10" name="Food letter 2 إِ" descr="إِ">
            <a:hlinkClick action="ppaction://hlinksldjump" r:id="rId6"/>
          </p:cNvPr>
          <p:cNvSpPr/>
          <p:nvPr/>
        </p:nvSpPr>
        <p:spPr>
          <a:xfrm>
            <a:off x="9969500" y="2317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إِ</a:t>
            </a:r>
          </a:p>
        </p:txBody>
      </p:sp>
      <p:pic>
        <p:nvPicPr>
          <p:cNvPr id="11" name="Food 3" descr="Food 3">
            <a:hlinkClick action="ppaction://hlinksldjump"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5000" y="4064000"/>
            <a:ext cx="1905000" cy="1905000"/>
          </a:xfrm>
          <a:prstGeom prst="rect">
            <a:avLst/>
          </a:prstGeom>
        </p:spPr>
      </p:pic>
      <p:sp>
        <p:nvSpPr>
          <p:cNvPr id="12" name="Food letter 3 طِ" descr="طِ">
            <a:hlinkClick action="ppaction://hlinksldjump" r:id="rId5"/>
          </p:cNvPr>
          <p:cNvSpPr/>
          <p:nvPr/>
        </p:nvSpPr>
        <p:spPr>
          <a:xfrm>
            <a:off x="7429500" y="4603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طِ</a:t>
            </a:r>
          </a:p>
        </p:txBody>
      </p:sp>
      <p:pic>
        <p:nvPicPr>
          <p:cNvPr id="13" name="Food 4" descr="Food 4">
            <a:hlinkClick action="ppaction://hlinksldjump"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25000" y="4064000"/>
            <a:ext cx="1905000" cy="1905000"/>
          </a:xfrm>
          <a:prstGeom prst="rect">
            <a:avLst/>
          </a:prstGeom>
        </p:spPr>
      </p:pic>
      <p:sp>
        <p:nvSpPr>
          <p:cNvPr id="14" name="Food letter 4 بِ" descr="بِ">
            <a:hlinkClick action="ppaction://hlinksldjump" r:id="rId5"/>
          </p:cNvPr>
          <p:cNvSpPr/>
          <p:nvPr/>
        </p:nvSpPr>
        <p:spPr>
          <a:xfrm>
            <a:off x="9969500" y="4603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بِ</a:t>
            </a:r>
          </a:p>
        </p:txBody>
      </p:sp>
      <p:sp>
        <p:nvSpPr>
          <p:cNvPr id="15" name="No, thanks!" descr="No, thanks!"/>
          <p:cNvSpPr/>
          <p:nvPr/>
        </p:nvSpPr>
        <p:spPr>
          <a:xfrm>
            <a:off x="3302000" y="1079500"/>
            <a:ext cx="3302000" cy="1524000"/>
          </a:xfrm>
          <a:prstGeom prst="cloudCallout">
            <a:avLst/>
          </a:prstGeom>
          <a:solidFill>
            <a:srgbClr val="FFFFFF"/>
          </a:solidFill>
          <a:ln w="50800">
            <a:solidFill>
              <a:srgbClr val="E5536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2500" b="1" lang="en-US">
                <a:solidFill>
                  <a:srgbClr val="E5536F"/>
                </a:solidFill>
                <a:latin typeface="Arial"/>
                <a:cs typeface="Arial"/>
              </a:rPr>
              <a:t>No, thanks!</a:t>
            </a:r>
          </a:p>
        </p:txBody>
      </p:sp>
      <p:sp>
        <p:nvSpPr>
          <p:cNvPr id="16" name="Next button">
            <a:hlinkClick action="ppaction://hlinksldjump" r:id="rId7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Next arrow">
            <a:hlinkClick action="ppaction://hlinksldjump" r:id="rId7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8" name="boing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53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" dur="4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4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921000" y="190500"/>
            <a:ext cx="6350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Feed me"/>
          <p:cNvSpPr/>
          <p:nvPr/>
        </p:nvSpPr>
        <p:spPr>
          <a:xfrm>
            <a:off x="3048000" y="190500"/>
            <a:ext cx="4826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600" b="1" lang="en-US">
                <a:solidFill>
                  <a:srgbClr val="2E2640"/>
                </a:solidFill>
                <a:latin typeface="Arial"/>
                <a:cs typeface="Arial"/>
              </a:rPr>
              <a:t>Feed me</a:t>
            </a:r>
          </a:p>
        </p:txBody>
      </p:sp>
      <p:sp>
        <p:nvSpPr>
          <p:cNvPr id="5" name="Find إِ" descr="إِ"/>
          <p:cNvSpPr/>
          <p:nvPr/>
        </p:nvSpPr>
        <p:spPr>
          <a:xfrm>
            <a:off x="78740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إِ</a:t>
            </a:r>
          </a:p>
        </p:txBody>
      </p:sp>
      <p:pic>
        <p:nvPicPr>
          <p:cNvPr id="6" name="Monster" descr="Monste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2095500"/>
            <a:ext cx="3810000" cy="3810000"/>
          </a:xfrm>
          <a:prstGeom prst="rect">
            <a:avLst/>
          </a:prstGeom>
        </p:spPr>
      </p:pic>
      <p:pic>
        <p:nvPicPr>
          <p:cNvPr id="7" name="Food 1" descr="Food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5000" y="1778000"/>
            <a:ext cx="1905000" cy="1905000"/>
          </a:xfrm>
          <a:prstGeom prst="rect">
            <a:avLst/>
          </a:prstGeom>
        </p:spPr>
      </p:pic>
      <p:sp>
        <p:nvSpPr>
          <p:cNvPr id="8" name="Food letter 1 هِ" descr="هِ"/>
          <p:cNvSpPr/>
          <p:nvPr/>
        </p:nvSpPr>
        <p:spPr>
          <a:xfrm>
            <a:off x="7429500" y="2317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هِ</a:t>
            </a:r>
          </a:p>
        </p:txBody>
      </p:sp>
      <p:pic>
        <p:nvPicPr>
          <p:cNvPr id="9" name="Food 3" descr="Food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5000" y="4064000"/>
            <a:ext cx="1905000" cy="1905000"/>
          </a:xfrm>
          <a:prstGeom prst="rect">
            <a:avLst/>
          </a:prstGeom>
        </p:spPr>
      </p:pic>
      <p:sp>
        <p:nvSpPr>
          <p:cNvPr id="10" name="Food letter 3 طِ" descr="طِ"/>
          <p:cNvSpPr/>
          <p:nvPr/>
        </p:nvSpPr>
        <p:spPr>
          <a:xfrm>
            <a:off x="7429500" y="4603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طِ</a:t>
            </a:r>
          </a:p>
        </p:txBody>
      </p:sp>
      <p:pic>
        <p:nvPicPr>
          <p:cNvPr id="11" name="Food 4" descr="Food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25000" y="4064000"/>
            <a:ext cx="1905000" cy="1905000"/>
          </a:xfrm>
          <a:prstGeom prst="rect">
            <a:avLst/>
          </a:prstGeom>
        </p:spPr>
      </p:pic>
      <p:sp>
        <p:nvSpPr>
          <p:cNvPr id="12" name="Food letter 4 بِ" descr="بِ"/>
          <p:cNvSpPr/>
          <p:nvPr/>
        </p:nvSpPr>
        <p:spPr>
          <a:xfrm>
            <a:off x="9969500" y="4603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بِ</a:t>
            </a:r>
          </a:p>
        </p:txBody>
      </p:sp>
      <p:sp>
        <p:nvSpPr>
          <p:cNvPr id="13" name="Yummy!" descr="Yummy!"/>
          <p:cNvSpPr/>
          <p:nvPr/>
        </p:nvSpPr>
        <p:spPr>
          <a:xfrm>
            <a:off x="3302000" y="1079500"/>
            <a:ext cx="3302000" cy="1524000"/>
          </a:xfrm>
          <a:prstGeom prst="cloudCallout">
            <a:avLst/>
          </a:prstGeom>
          <a:solidFill>
            <a:srgbClr val="FFFFFF"/>
          </a:solidFill>
          <a:ln w="50800">
            <a:solidFill>
              <a:srgbClr val="E5536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3200" b="1" lang="en-US">
                <a:solidFill>
                  <a:srgbClr val="E5536F"/>
                </a:solidFill>
                <a:latin typeface="Arial"/>
                <a:cs typeface="Arial"/>
              </a:rPr>
              <a:t>Yummy!</a:t>
            </a:r>
          </a:p>
        </p:txBody>
      </p:sp>
      <p:sp>
        <p:nvSpPr>
          <p:cNvPr id="14" name="Next button">
            <a:hlinkClick action="ppaction://hlinksldjump" r:id="rId5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Next arrow">
            <a:hlinkClick action="ppaction://hlinksldjump" r:id="rId5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6" name="sound anchor" descr="sound anchor (invisible)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700" y="12700"/>
            <a:ext cx="25400" cy="25400"/>
          </a:xfrm>
          <a:prstGeom prst="rect">
            <a:avLst/>
          </a:prstGeom>
        </p:spPr>
      </p:pic>
    </p:spTree>
  </p:cSld>
  <p:clrMapOvr>
    <a:masterClrMapping/>
  </p:clrMapOvr>
  <p:transition advClick="0">
    <p:sndAc>
      <p:stSnd>
        <p:snd r:embed="rId6" name="munc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2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53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100000">
                                        <p:cTn id="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8" name="cheer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Card"/>
          <p:cNvSpPr/>
          <p:nvPr/>
        </p:nvSpPr>
        <p:spPr>
          <a:xfrm>
            <a:off x="1651000" y="762000"/>
            <a:ext cx="8890000" cy="4826000"/>
          </a:xfrm>
          <a:prstGeom prst="roundRect">
            <a:avLst>
              <a:gd name="adj" fmla="val 8000"/>
            </a:avLst>
          </a:prstGeom>
          <a:solidFill>
            <a:srgbClr val="FFFFFF">
              <a:alpha val="85000"/>
            </a:srgbClr>
          </a:solidFill>
          <a:ln w="508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itle" descr="How to play: Catch the Fish"/>
          <p:cNvSpPr/>
          <p:nvPr/>
        </p:nvSpPr>
        <p:spPr>
          <a:xfrm>
            <a:off x="1905000" y="952500"/>
            <a:ext cx="8382000" cy="889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600" b="1" lang="en-US">
                <a:solidFill>
                  <a:srgbClr val="8A6CF0"/>
                </a:solidFill>
                <a:latin typeface="Arial"/>
                <a:cs typeface="Arial"/>
              </a:rPr>
              <a:t>How to play: Catch the Fish</a:t>
            </a:r>
          </a:p>
        </p:txBody>
      </p:sp>
      <p:sp>
        <p:nvSpPr>
          <p:cNvPr id="5" name="Line 1" descr="1.  The fish are swimming."/>
          <p:cNvSpPr/>
          <p:nvPr/>
        </p:nvSpPr>
        <p:spPr>
          <a:xfrm>
            <a:off x="1841500" y="2095500"/>
            <a:ext cx="6350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700" b="1" lang="en-US">
                <a:solidFill>
                  <a:srgbClr val="2E2640"/>
                </a:solidFill>
                <a:latin typeface="Arial"/>
                <a:cs typeface="Arial"/>
              </a:rPr>
              <a:t>1.  The fish are swimming.</a:t>
            </a:r>
          </a:p>
        </p:txBody>
      </p:sp>
      <p:sp>
        <p:nvSpPr>
          <p:cNvPr id="6" name="Line 2" descr="2.  Tap the fish that match."/>
          <p:cNvSpPr/>
          <p:nvPr/>
        </p:nvSpPr>
        <p:spPr>
          <a:xfrm>
            <a:off x="1841500" y="3048000"/>
            <a:ext cx="6350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700" b="1" lang="en-US">
                <a:solidFill>
                  <a:srgbClr val="2E2640"/>
                </a:solidFill>
                <a:latin typeface="Arial"/>
                <a:cs typeface="Arial"/>
              </a:rPr>
              <a:t>2.  Tap the fish that match.</a:t>
            </a:r>
          </a:p>
        </p:txBody>
      </p:sp>
      <p:sp>
        <p:nvSpPr>
          <p:cNvPr id="7" name="Line 3" descr="3.  Splash! You get a star."/>
          <p:cNvSpPr/>
          <p:nvPr/>
        </p:nvSpPr>
        <p:spPr>
          <a:xfrm>
            <a:off x="1841500" y="4000500"/>
            <a:ext cx="6350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700" b="1" lang="en-US">
                <a:solidFill>
                  <a:srgbClr val="2E2640"/>
                </a:solidFill>
                <a:latin typeface="Arial"/>
                <a:cs typeface="Arial"/>
              </a:rPr>
              <a:t>3.  Splash! You get a star.</a:t>
            </a:r>
          </a:p>
        </p:txBody>
      </p:sp>
      <p:pic>
        <p:nvPicPr>
          <p:cNvPr id="8" name="Picture" descr="Pictur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18500" y="2413000"/>
            <a:ext cx="2032000" cy="1270000"/>
          </a:xfrm>
          <a:prstGeom prst="rect">
            <a:avLst/>
          </a:prstGeom>
        </p:spPr>
      </p:pic>
      <p:sp>
        <p:nvSpPr>
          <p:cNvPr id="9" name="Next button">
            <a:hlinkClick action="ppaction://hlinksldjump" r:id="rId4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Next arrow">
            <a:hlinkClick action="ppaction://hlinksldjump" r:id="rId4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Catch every fish with"/>
          <p:cNvSpPr/>
          <p:nvPr/>
        </p:nvSpPr>
        <p:spPr>
          <a:xfrm>
            <a:off x="2730500" y="190500"/>
            <a:ext cx="546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000" b="1" lang="en-US">
                <a:solidFill>
                  <a:srgbClr val="2E2640"/>
                </a:solidFill>
                <a:latin typeface="Arial"/>
                <a:cs typeface="Arial"/>
              </a:rPr>
              <a:t>Catch every fish with</a:t>
            </a:r>
          </a:p>
        </p:txBody>
      </p:sp>
      <p:sp>
        <p:nvSpPr>
          <p:cNvPr id="5" name="Find بِ" descr="بِ"/>
          <p:cNvSpPr/>
          <p:nvPr/>
        </p:nvSpPr>
        <p:spPr>
          <a:xfrm>
            <a:off x="81915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بِ</a:t>
            </a:r>
          </a:p>
        </p:txBody>
      </p:sp>
      <p:sp>
        <p:nvSpPr>
          <p:cNvPr id="6" name="Star place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Fish 1" descr="Fish 1">
            <a:hlinkClick action="ppaction://hlinksldjump" r:id="rId6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0" y="1651000"/>
            <a:ext cx="2286000" cy="1416050"/>
          </a:xfrm>
          <a:prstGeom prst="rect">
            <a:avLst/>
          </a:prstGeom>
        </p:spPr>
      </p:pic>
      <p:sp>
        <p:nvSpPr>
          <p:cNvPr id="9" name="Fish letter 1 نِ" descr="نِ">
            <a:hlinkClick action="ppaction://hlinksldjump" r:id="rId6"/>
          </p:cNvPr>
          <p:cNvSpPr/>
          <p:nvPr/>
        </p:nvSpPr>
        <p:spPr>
          <a:xfrm>
            <a:off x="1682750" y="1885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نِ</a:t>
            </a:r>
          </a:p>
        </p:txBody>
      </p:sp>
      <p:pic>
        <p:nvPicPr>
          <p:cNvPr id="10" name="Fish 2" descr="Fish 2">
            <a:hlinkClick action="ppaction://hlinksldjump" r:id="rId6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67500" y="1905000"/>
            <a:ext cx="2286000" cy="1416050"/>
          </a:xfrm>
          <a:prstGeom prst="rect">
            <a:avLst/>
          </a:prstGeom>
        </p:spPr>
      </p:pic>
      <p:sp>
        <p:nvSpPr>
          <p:cNvPr id="11" name="Fish letter 2 دِ" descr="دِ">
            <a:hlinkClick action="ppaction://hlinksldjump" r:id="rId6"/>
          </p:cNvPr>
          <p:cNvSpPr/>
          <p:nvPr/>
        </p:nvSpPr>
        <p:spPr>
          <a:xfrm>
            <a:off x="7207250" y="2139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دِ</a:t>
            </a:r>
          </a:p>
        </p:txBody>
      </p:sp>
      <p:pic>
        <p:nvPicPr>
          <p:cNvPr id="12" name="Fish 3" descr="Fish 3">
            <a:hlinkClick action="ppaction://hlinksldjump" r:id="rId6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56000" y="3302000"/>
            <a:ext cx="2286000" cy="1416050"/>
          </a:xfrm>
          <a:prstGeom prst="rect">
            <a:avLst/>
          </a:prstGeom>
        </p:spPr>
      </p:pic>
      <p:sp>
        <p:nvSpPr>
          <p:cNvPr id="13" name="Fish letter 3 ذِ" descr="ذِ">
            <a:hlinkClick action="ppaction://hlinksldjump" r:id="rId6"/>
          </p:cNvPr>
          <p:cNvSpPr/>
          <p:nvPr/>
        </p:nvSpPr>
        <p:spPr>
          <a:xfrm>
            <a:off x="4095750" y="3536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ذِ</a:t>
            </a:r>
          </a:p>
        </p:txBody>
      </p:sp>
      <p:pic>
        <p:nvPicPr>
          <p:cNvPr id="14" name="Fish 4" descr="Fish 4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72500" y="3810000"/>
            <a:ext cx="2286000" cy="1416050"/>
          </a:xfrm>
          <a:prstGeom prst="rect">
            <a:avLst/>
          </a:prstGeom>
        </p:spPr>
      </p:pic>
      <p:sp>
        <p:nvSpPr>
          <p:cNvPr id="15" name="Fish letter 4 بِ" descr="بِ">
            <a:hlinkClick action="ppaction://hlinksldjump" r:id="rId7"/>
          </p:cNvPr>
          <p:cNvSpPr/>
          <p:nvPr/>
        </p:nvSpPr>
        <p:spPr>
          <a:xfrm>
            <a:off x="9112250" y="4044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بِ</a:t>
            </a:r>
          </a:p>
        </p:txBody>
      </p:sp>
      <p:pic>
        <p:nvPicPr>
          <p:cNvPr id="16" name="Fish 5" descr="Fish 5">
            <a:hlinkClick action="ppaction://hlinksldjump" r:id="rId8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87500" y="4826000"/>
            <a:ext cx="2286000" cy="1416050"/>
          </a:xfrm>
          <a:prstGeom prst="rect">
            <a:avLst/>
          </a:prstGeom>
        </p:spPr>
      </p:pic>
      <p:sp>
        <p:nvSpPr>
          <p:cNvPr id="17" name="Fish letter 5 بِ" descr="بِ">
            <a:hlinkClick action="ppaction://hlinksldjump" r:id="rId8"/>
          </p:cNvPr>
          <p:cNvSpPr/>
          <p:nvPr/>
        </p:nvSpPr>
        <p:spPr>
          <a:xfrm>
            <a:off x="2127250" y="5060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بِ</a:t>
            </a:r>
          </a:p>
        </p:txBody>
      </p:sp>
      <p:sp>
        <p:nvSpPr>
          <p:cNvPr id="18" name="Next button">
            <a:hlinkClick action="ppaction://hlinksldjump" r:id="rId9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Next arrow">
            <a:hlinkClick action="ppaction://hlinksldjump" r:id="rId9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4" dur="2600" fill="hold" repeatCount="indefinite" autoRev="1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6" dur="260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8" dur="2900" fill="hold" repeatCount="indefinite" autoRev="1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10" dur="2900" fill="hold" repeatCount="indefinite" autoRev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12" dur="320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14" dur="3200" fill="hold" repeatCount="indefinite" autoRev="1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7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16" dur="3500" fill="hold" repeatCount="indefinite" autoRev="1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9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18" dur="3500" fill="hold" repeatCount="indefinite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1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20" dur="3800" fill="hold" repeatCount="indefinite" autoRev="1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3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22" dur="3800" fill="hold" repeatCount="indefinite" autoRev="1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Catch every fish with"/>
          <p:cNvSpPr/>
          <p:nvPr/>
        </p:nvSpPr>
        <p:spPr>
          <a:xfrm>
            <a:off x="2730500" y="190500"/>
            <a:ext cx="546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000" b="1" lang="en-US">
                <a:solidFill>
                  <a:srgbClr val="2E2640"/>
                </a:solidFill>
                <a:latin typeface="Arial"/>
                <a:cs typeface="Arial"/>
              </a:rPr>
              <a:t>Catch every fish with</a:t>
            </a:r>
          </a:p>
        </p:txBody>
      </p:sp>
      <p:sp>
        <p:nvSpPr>
          <p:cNvPr id="5" name="Find بِ" descr="بِ"/>
          <p:cNvSpPr/>
          <p:nvPr/>
        </p:nvSpPr>
        <p:spPr>
          <a:xfrm>
            <a:off x="81915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بِ</a:t>
            </a:r>
          </a:p>
        </p:txBody>
      </p:sp>
      <p:sp>
        <p:nvSpPr>
          <p:cNvPr id="6" name="Star place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Fish 1" descr="Fish 1">
            <a:hlinkClick action="ppaction://hlinksldjump" r:id="rId6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0" y="1651000"/>
            <a:ext cx="2286000" cy="1416050"/>
          </a:xfrm>
          <a:prstGeom prst="rect">
            <a:avLst/>
          </a:prstGeom>
        </p:spPr>
      </p:pic>
      <p:sp>
        <p:nvSpPr>
          <p:cNvPr id="9" name="Fish letter 1 نِ" descr="نِ">
            <a:hlinkClick action="ppaction://hlinksldjump" r:id="rId6"/>
          </p:cNvPr>
          <p:cNvSpPr/>
          <p:nvPr/>
        </p:nvSpPr>
        <p:spPr>
          <a:xfrm>
            <a:off x="1682750" y="1885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نِ</a:t>
            </a:r>
          </a:p>
        </p:txBody>
      </p:sp>
      <p:pic>
        <p:nvPicPr>
          <p:cNvPr id="10" name="Fish 2" descr="Fish 2">
            <a:hlinkClick action="ppaction://hlinksldjump" r:id="rId6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67500" y="1905000"/>
            <a:ext cx="2286000" cy="1416050"/>
          </a:xfrm>
          <a:prstGeom prst="rect">
            <a:avLst/>
          </a:prstGeom>
        </p:spPr>
      </p:pic>
      <p:sp>
        <p:nvSpPr>
          <p:cNvPr id="11" name="Fish letter 2 دِ" descr="دِ">
            <a:hlinkClick action="ppaction://hlinksldjump" r:id="rId6"/>
          </p:cNvPr>
          <p:cNvSpPr/>
          <p:nvPr/>
        </p:nvSpPr>
        <p:spPr>
          <a:xfrm>
            <a:off x="7207250" y="2139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دِ</a:t>
            </a:r>
          </a:p>
        </p:txBody>
      </p:sp>
      <p:pic>
        <p:nvPicPr>
          <p:cNvPr id="12" name="Fish 3" descr="Fish 3">
            <a:hlinkClick action="ppaction://hlinksldjump" r:id="rId6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56000" y="3302000"/>
            <a:ext cx="2286000" cy="1416050"/>
          </a:xfrm>
          <a:prstGeom prst="rect">
            <a:avLst/>
          </a:prstGeom>
        </p:spPr>
      </p:pic>
      <p:sp>
        <p:nvSpPr>
          <p:cNvPr id="13" name="Fish letter 3 ذِ" descr="ذِ">
            <a:hlinkClick action="ppaction://hlinksldjump" r:id="rId6"/>
          </p:cNvPr>
          <p:cNvSpPr/>
          <p:nvPr/>
        </p:nvSpPr>
        <p:spPr>
          <a:xfrm>
            <a:off x="4095750" y="3536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ذِ</a:t>
            </a:r>
          </a:p>
        </p:txBody>
      </p:sp>
      <p:pic>
        <p:nvPicPr>
          <p:cNvPr id="14" name="Fish 4" descr="Fish 4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72500" y="3810000"/>
            <a:ext cx="2286000" cy="1416050"/>
          </a:xfrm>
          <a:prstGeom prst="rect">
            <a:avLst/>
          </a:prstGeom>
        </p:spPr>
      </p:pic>
      <p:sp>
        <p:nvSpPr>
          <p:cNvPr id="15" name="Fish letter 4 بِ" descr="بِ">
            <a:hlinkClick action="ppaction://hlinksldjump" r:id="rId7"/>
          </p:cNvPr>
          <p:cNvSpPr/>
          <p:nvPr/>
        </p:nvSpPr>
        <p:spPr>
          <a:xfrm>
            <a:off x="9112250" y="4044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بِ</a:t>
            </a:r>
          </a:p>
        </p:txBody>
      </p:sp>
      <p:pic>
        <p:nvPicPr>
          <p:cNvPr id="16" name="Fish 5" descr="Fish 5">
            <a:hlinkClick action="ppaction://hlinksldjump" r:id="rId8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87500" y="4826000"/>
            <a:ext cx="2286000" cy="1416050"/>
          </a:xfrm>
          <a:prstGeom prst="rect">
            <a:avLst/>
          </a:prstGeom>
        </p:spPr>
      </p:pic>
      <p:sp>
        <p:nvSpPr>
          <p:cNvPr id="17" name="Fish letter 5 بِ" descr="بِ">
            <a:hlinkClick action="ppaction://hlinksldjump" r:id="rId8"/>
          </p:cNvPr>
          <p:cNvSpPr/>
          <p:nvPr/>
        </p:nvSpPr>
        <p:spPr>
          <a:xfrm>
            <a:off x="2127250" y="5060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بِ</a:t>
            </a:r>
          </a:p>
        </p:txBody>
      </p:sp>
      <p:sp>
        <p:nvSpPr>
          <p:cNvPr id="18" name="Try again!" descr="Try again!"/>
          <p:cNvSpPr/>
          <p:nvPr/>
        </p:nvSpPr>
        <p:spPr>
          <a:xfrm>
            <a:off x="7937500" y="5270500"/>
            <a:ext cx="3048000" cy="1460500"/>
          </a:xfrm>
          <a:prstGeom prst="cloudCallout">
            <a:avLst/>
          </a:prstGeom>
          <a:solidFill>
            <a:srgbClr val="FFFFFF"/>
          </a:solidFill>
          <a:ln w="50800">
            <a:solidFill>
              <a:srgbClr val="E5536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2500" b="1" lang="en-US">
                <a:solidFill>
                  <a:srgbClr val="E5536F"/>
                </a:solidFill>
                <a:latin typeface="Arial"/>
                <a:cs typeface="Arial"/>
              </a:rPr>
              <a:t>Try again!</a:t>
            </a:r>
          </a:p>
        </p:txBody>
      </p:sp>
      <p:sp>
        <p:nvSpPr>
          <p:cNvPr id="19" name="Next button">
            <a:hlinkClick action="ppaction://hlinksldjump" r:id="rId9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Next arrow">
            <a:hlinkClick action="ppaction://hlinksldjump" r:id="rId9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10" name="boing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4" dur="2600" fill="hold" repeatCount="indefinite" autoRev="1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6" dur="260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8" dur="2900" fill="hold" repeatCount="indefinite" autoRev="1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10" dur="2900" fill="hold" repeatCount="indefinite" autoRev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12" dur="320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14" dur="3200" fill="hold" repeatCount="indefinite" autoRev="1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7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16" dur="3500" fill="hold" repeatCount="indefinite" autoRev="1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9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18" dur="3500" fill="hold" repeatCount="indefinite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1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20" dur="3800" fill="hold" repeatCount="indefinite" autoRev="1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3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22" dur="3800" fill="hold" repeatCount="indefinite" autoRev="1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8" presetID="53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Catch every fish with"/>
          <p:cNvSpPr/>
          <p:nvPr/>
        </p:nvSpPr>
        <p:spPr>
          <a:xfrm>
            <a:off x="2730500" y="190500"/>
            <a:ext cx="546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000" b="1" lang="en-US">
                <a:solidFill>
                  <a:srgbClr val="2E2640"/>
                </a:solidFill>
                <a:latin typeface="Arial"/>
                <a:cs typeface="Arial"/>
              </a:rPr>
              <a:t>Catch every fish with</a:t>
            </a:r>
          </a:p>
        </p:txBody>
      </p:sp>
      <p:sp>
        <p:nvSpPr>
          <p:cNvPr id="5" name="Find بِ" descr="بِ"/>
          <p:cNvSpPr/>
          <p:nvPr/>
        </p:nvSpPr>
        <p:spPr>
          <a:xfrm>
            <a:off x="81915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بِ</a:t>
            </a:r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Fish 1" descr="Fish 1">
            <a:hlinkClick action="ppaction://hlinksldjump" r:id="rId6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0" y="1651000"/>
            <a:ext cx="2286000" cy="1416050"/>
          </a:xfrm>
          <a:prstGeom prst="rect">
            <a:avLst/>
          </a:prstGeom>
        </p:spPr>
      </p:pic>
      <p:sp>
        <p:nvSpPr>
          <p:cNvPr id="9" name="Fish letter 1 نِ" descr="نِ">
            <a:hlinkClick action="ppaction://hlinksldjump" r:id="rId6"/>
          </p:cNvPr>
          <p:cNvSpPr/>
          <p:nvPr/>
        </p:nvSpPr>
        <p:spPr>
          <a:xfrm>
            <a:off x="1682750" y="1885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نِ</a:t>
            </a:r>
          </a:p>
        </p:txBody>
      </p:sp>
      <p:pic>
        <p:nvPicPr>
          <p:cNvPr id="10" name="Fish 2" descr="Fish 2">
            <a:hlinkClick action="ppaction://hlinksldjump" r:id="rId6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67500" y="1905000"/>
            <a:ext cx="2286000" cy="1416050"/>
          </a:xfrm>
          <a:prstGeom prst="rect">
            <a:avLst/>
          </a:prstGeom>
        </p:spPr>
      </p:pic>
      <p:sp>
        <p:nvSpPr>
          <p:cNvPr id="11" name="Fish letter 2 دِ" descr="دِ">
            <a:hlinkClick action="ppaction://hlinksldjump" r:id="rId6"/>
          </p:cNvPr>
          <p:cNvSpPr/>
          <p:nvPr/>
        </p:nvSpPr>
        <p:spPr>
          <a:xfrm>
            <a:off x="7207250" y="2139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دِ</a:t>
            </a:r>
          </a:p>
        </p:txBody>
      </p:sp>
      <p:pic>
        <p:nvPicPr>
          <p:cNvPr id="12" name="Fish 3" descr="Fish 3">
            <a:hlinkClick action="ppaction://hlinksldjump" r:id="rId6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56000" y="3302000"/>
            <a:ext cx="2286000" cy="1416050"/>
          </a:xfrm>
          <a:prstGeom prst="rect">
            <a:avLst/>
          </a:prstGeom>
        </p:spPr>
      </p:pic>
      <p:sp>
        <p:nvSpPr>
          <p:cNvPr id="13" name="Fish letter 3 ذِ" descr="ذِ">
            <a:hlinkClick action="ppaction://hlinksldjump" r:id="rId6"/>
          </p:cNvPr>
          <p:cNvSpPr/>
          <p:nvPr/>
        </p:nvSpPr>
        <p:spPr>
          <a:xfrm>
            <a:off x="4095750" y="3536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ذِ</a:t>
            </a:r>
          </a:p>
        </p:txBody>
      </p:sp>
      <p:pic>
        <p:nvPicPr>
          <p:cNvPr id="14" name="Fish 5" descr="Fish 5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87500" y="4826000"/>
            <a:ext cx="2286000" cy="1416050"/>
          </a:xfrm>
          <a:prstGeom prst="rect">
            <a:avLst/>
          </a:prstGeom>
        </p:spPr>
      </p:pic>
      <p:sp>
        <p:nvSpPr>
          <p:cNvPr id="15" name="Fish letter 5 بِ" descr="بِ">
            <a:hlinkClick action="ppaction://hlinksldjump" r:id="rId7"/>
          </p:cNvPr>
          <p:cNvSpPr/>
          <p:nvPr/>
        </p:nvSpPr>
        <p:spPr>
          <a:xfrm>
            <a:off x="2127250" y="5060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بِ</a:t>
            </a:r>
          </a:p>
        </p:txBody>
      </p:sp>
      <p:sp>
        <p:nvSpPr>
          <p:cNvPr id="16" name="Next button">
            <a:hlinkClick action="ppaction://hlinksldjump" r:id="rId8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Next arrow">
            <a:hlinkClick action="ppaction://hlinksldjump" r:id="rId8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9" name="spla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9" dur="2600" fill="hold" repeatCount="indefinite" autoRev="1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2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11" dur="260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4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13" dur="2900" fill="hold" repeatCount="indefinite" autoRev="1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6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15" dur="2900" fill="hold" repeatCount="indefinite" autoRev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8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17" dur="320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0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19" dur="3200" fill="hold" repeatCount="indefinite" autoRev="1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2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21" dur="3800" fill="hold" repeatCount="indefinite" autoRev="1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4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23" dur="3800" fill="hold" repeatCount="indefinite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Catch every fish with"/>
          <p:cNvSpPr/>
          <p:nvPr/>
        </p:nvSpPr>
        <p:spPr>
          <a:xfrm>
            <a:off x="2730500" y="190500"/>
            <a:ext cx="546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000" b="1" lang="en-US">
                <a:solidFill>
                  <a:srgbClr val="2E2640"/>
                </a:solidFill>
                <a:latin typeface="Arial"/>
                <a:cs typeface="Arial"/>
              </a:rPr>
              <a:t>Catch every fish with</a:t>
            </a:r>
          </a:p>
        </p:txBody>
      </p:sp>
      <p:sp>
        <p:nvSpPr>
          <p:cNvPr id="5" name="Find بِ" descr="بِ"/>
          <p:cNvSpPr/>
          <p:nvPr/>
        </p:nvSpPr>
        <p:spPr>
          <a:xfrm>
            <a:off x="81915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بِ</a:t>
            </a:r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Fish 1" descr="Fish 1">
            <a:hlinkClick action="ppaction://hlinksldjump" r:id="rId6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0" y="1651000"/>
            <a:ext cx="2286000" cy="1416050"/>
          </a:xfrm>
          <a:prstGeom prst="rect">
            <a:avLst/>
          </a:prstGeom>
        </p:spPr>
      </p:pic>
      <p:sp>
        <p:nvSpPr>
          <p:cNvPr id="9" name="Fish letter 1 نِ" descr="نِ">
            <a:hlinkClick action="ppaction://hlinksldjump" r:id="rId6"/>
          </p:cNvPr>
          <p:cNvSpPr/>
          <p:nvPr/>
        </p:nvSpPr>
        <p:spPr>
          <a:xfrm>
            <a:off x="1682750" y="1885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نِ</a:t>
            </a:r>
          </a:p>
        </p:txBody>
      </p:sp>
      <p:pic>
        <p:nvPicPr>
          <p:cNvPr id="10" name="Fish 2" descr="Fish 2">
            <a:hlinkClick action="ppaction://hlinksldjump" r:id="rId6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67500" y="1905000"/>
            <a:ext cx="2286000" cy="1416050"/>
          </a:xfrm>
          <a:prstGeom prst="rect">
            <a:avLst/>
          </a:prstGeom>
        </p:spPr>
      </p:pic>
      <p:sp>
        <p:nvSpPr>
          <p:cNvPr id="11" name="Fish letter 2 دِ" descr="دِ">
            <a:hlinkClick action="ppaction://hlinksldjump" r:id="rId6"/>
          </p:cNvPr>
          <p:cNvSpPr/>
          <p:nvPr/>
        </p:nvSpPr>
        <p:spPr>
          <a:xfrm>
            <a:off x="7207250" y="2139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دِ</a:t>
            </a:r>
          </a:p>
        </p:txBody>
      </p:sp>
      <p:pic>
        <p:nvPicPr>
          <p:cNvPr id="12" name="Fish 3" descr="Fish 3">
            <a:hlinkClick action="ppaction://hlinksldjump" r:id="rId6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56000" y="3302000"/>
            <a:ext cx="2286000" cy="1416050"/>
          </a:xfrm>
          <a:prstGeom prst="rect">
            <a:avLst/>
          </a:prstGeom>
        </p:spPr>
      </p:pic>
      <p:sp>
        <p:nvSpPr>
          <p:cNvPr id="13" name="Fish letter 3 ذِ" descr="ذِ">
            <a:hlinkClick action="ppaction://hlinksldjump" r:id="rId6"/>
          </p:cNvPr>
          <p:cNvSpPr/>
          <p:nvPr/>
        </p:nvSpPr>
        <p:spPr>
          <a:xfrm>
            <a:off x="4095750" y="3536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ذِ</a:t>
            </a:r>
          </a:p>
        </p:txBody>
      </p:sp>
      <p:pic>
        <p:nvPicPr>
          <p:cNvPr id="14" name="Fish 5" descr="Fish 5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87500" y="4826000"/>
            <a:ext cx="2286000" cy="1416050"/>
          </a:xfrm>
          <a:prstGeom prst="rect">
            <a:avLst/>
          </a:prstGeom>
        </p:spPr>
      </p:pic>
      <p:sp>
        <p:nvSpPr>
          <p:cNvPr id="15" name="Fish letter 5 بِ" descr="بِ">
            <a:hlinkClick action="ppaction://hlinksldjump" r:id="rId7"/>
          </p:cNvPr>
          <p:cNvSpPr/>
          <p:nvPr/>
        </p:nvSpPr>
        <p:spPr>
          <a:xfrm>
            <a:off x="2127250" y="5060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بِ</a:t>
            </a:r>
          </a:p>
        </p:txBody>
      </p:sp>
      <p:sp>
        <p:nvSpPr>
          <p:cNvPr id="16" name="Try again!" descr="Try again!"/>
          <p:cNvSpPr/>
          <p:nvPr/>
        </p:nvSpPr>
        <p:spPr>
          <a:xfrm>
            <a:off x="7937500" y="5270500"/>
            <a:ext cx="3048000" cy="1460500"/>
          </a:xfrm>
          <a:prstGeom prst="cloudCallout">
            <a:avLst/>
          </a:prstGeom>
          <a:solidFill>
            <a:srgbClr val="FFFFFF"/>
          </a:solidFill>
          <a:ln w="50800">
            <a:solidFill>
              <a:srgbClr val="E5536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2500" b="1" lang="en-US">
                <a:solidFill>
                  <a:srgbClr val="E5536F"/>
                </a:solidFill>
                <a:latin typeface="Arial"/>
                <a:cs typeface="Arial"/>
              </a:rPr>
              <a:t>Try again!</a:t>
            </a:r>
          </a:p>
        </p:txBody>
      </p:sp>
      <p:sp>
        <p:nvSpPr>
          <p:cNvPr id="17" name="Next button">
            <a:hlinkClick action="ppaction://hlinksldjump" r:id="rId8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Next arrow">
            <a:hlinkClick action="ppaction://hlinksldjump" r:id="rId8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9" name="boing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4" dur="2600" fill="hold" repeatCount="indefinite" autoRev="1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6" dur="260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8" dur="2900" fill="hold" repeatCount="indefinite" autoRev="1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10" dur="2900" fill="hold" repeatCount="indefinite" autoRev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12" dur="320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14" dur="3200" fill="hold" repeatCount="indefinite" autoRev="1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7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16" dur="3800" fill="hold" repeatCount="indefinite" autoRev="1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9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18" dur="3800" fill="hold" repeatCount="indefinite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4" presetID="53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Catch every fish with"/>
          <p:cNvSpPr/>
          <p:nvPr/>
        </p:nvSpPr>
        <p:spPr>
          <a:xfrm>
            <a:off x="2730500" y="190500"/>
            <a:ext cx="546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000" b="1" lang="en-US">
                <a:solidFill>
                  <a:srgbClr val="2E2640"/>
                </a:solidFill>
                <a:latin typeface="Arial"/>
                <a:cs typeface="Arial"/>
              </a:rPr>
              <a:t>Catch every fish with</a:t>
            </a:r>
          </a:p>
        </p:txBody>
      </p:sp>
      <p:sp>
        <p:nvSpPr>
          <p:cNvPr id="5" name="Find بِ" descr="بِ"/>
          <p:cNvSpPr/>
          <p:nvPr/>
        </p:nvSpPr>
        <p:spPr>
          <a:xfrm>
            <a:off x="81915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بِ</a:t>
            </a:r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Fish 1" descr="Fish 1">
            <a:hlinkClick action="ppaction://hlinksldjump" r:id="rId5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0" y="1651000"/>
            <a:ext cx="2286000" cy="1416050"/>
          </a:xfrm>
          <a:prstGeom prst="rect">
            <a:avLst/>
          </a:prstGeom>
        </p:spPr>
      </p:pic>
      <p:sp>
        <p:nvSpPr>
          <p:cNvPr id="9" name="Fish letter 1 نِ" descr="نِ">
            <a:hlinkClick action="ppaction://hlinksldjump" r:id="rId5"/>
          </p:cNvPr>
          <p:cNvSpPr/>
          <p:nvPr/>
        </p:nvSpPr>
        <p:spPr>
          <a:xfrm>
            <a:off x="1682750" y="1885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نِ</a:t>
            </a:r>
          </a:p>
        </p:txBody>
      </p:sp>
      <p:pic>
        <p:nvPicPr>
          <p:cNvPr id="10" name="Fish 2" descr="Fish 2">
            <a:hlinkClick action="ppaction://hlinksldjump"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67500" y="1905000"/>
            <a:ext cx="2286000" cy="1416050"/>
          </a:xfrm>
          <a:prstGeom prst="rect">
            <a:avLst/>
          </a:prstGeom>
        </p:spPr>
      </p:pic>
      <p:sp>
        <p:nvSpPr>
          <p:cNvPr id="11" name="Fish letter 2 دِ" descr="دِ">
            <a:hlinkClick action="ppaction://hlinksldjump" r:id="rId5"/>
          </p:cNvPr>
          <p:cNvSpPr/>
          <p:nvPr/>
        </p:nvSpPr>
        <p:spPr>
          <a:xfrm>
            <a:off x="7207250" y="2139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دِ</a:t>
            </a:r>
          </a:p>
        </p:txBody>
      </p:sp>
      <p:pic>
        <p:nvPicPr>
          <p:cNvPr id="12" name="Fish 3" descr="Fish 3">
            <a:hlinkClick action="ppaction://hlinksldjump"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56000" y="3302000"/>
            <a:ext cx="2286000" cy="1416050"/>
          </a:xfrm>
          <a:prstGeom prst="rect">
            <a:avLst/>
          </a:prstGeom>
        </p:spPr>
      </p:pic>
      <p:sp>
        <p:nvSpPr>
          <p:cNvPr id="13" name="Fish letter 3 ذِ" descr="ذِ">
            <a:hlinkClick action="ppaction://hlinksldjump" r:id="rId5"/>
          </p:cNvPr>
          <p:cNvSpPr/>
          <p:nvPr/>
        </p:nvSpPr>
        <p:spPr>
          <a:xfrm>
            <a:off x="4095750" y="3536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ذِ</a:t>
            </a:r>
          </a:p>
        </p:txBody>
      </p:sp>
      <p:pic>
        <p:nvPicPr>
          <p:cNvPr id="14" name="Fish 4" descr="Fish 4">
            <a:hlinkClick action="ppaction://hlinksldjump" r:id="rId6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72500" y="3810000"/>
            <a:ext cx="2286000" cy="1416050"/>
          </a:xfrm>
          <a:prstGeom prst="rect">
            <a:avLst/>
          </a:prstGeom>
        </p:spPr>
      </p:pic>
      <p:sp>
        <p:nvSpPr>
          <p:cNvPr id="15" name="Fish letter 4 بِ" descr="بِ">
            <a:hlinkClick action="ppaction://hlinksldjump" r:id="rId6"/>
          </p:cNvPr>
          <p:cNvSpPr/>
          <p:nvPr/>
        </p:nvSpPr>
        <p:spPr>
          <a:xfrm>
            <a:off x="9112250" y="4044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بِ</a:t>
            </a:r>
          </a:p>
        </p:txBody>
      </p:sp>
      <p:sp>
        <p:nvSpPr>
          <p:cNvPr id="16" name="Next button">
            <a:hlinkClick action="ppaction://hlinksldjump" r:id="rId7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Next arrow">
            <a:hlinkClick action="ppaction://hlinksldjump" r:id="rId7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8" name="spla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9" dur="2600" fill="hold" repeatCount="indefinite" autoRev="1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2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11" dur="260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4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13" dur="2900" fill="hold" repeatCount="indefinite" autoRev="1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6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15" dur="2900" fill="hold" repeatCount="indefinite" autoRev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8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17" dur="320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0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19" dur="3200" fill="hold" repeatCount="indefinite" autoRev="1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2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21" dur="3500" fill="hold" repeatCount="indefinite" autoRev="1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4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23" dur="3500" fill="hold" repeatCount="indefinite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Catch every fish with"/>
          <p:cNvSpPr/>
          <p:nvPr/>
        </p:nvSpPr>
        <p:spPr>
          <a:xfrm>
            <a:off x="2730500" y="190500"/>
            <a:ext cx="546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000" b="1" lang="en-US">
                <a:solidFill>
                  <a:srgbClr val="2E2640"/>
                </a:solidFill>
                <a:latin typeface="Arial"/>
                <a:cs typeface="Arial"/>
              </a:rPr>
              <a:t>Catch every fish with</a:t>
            </a:r>
          </a:p>
        </p:txBody>
      </p:sp>
      <p:sp>
        <p:nvSpPr>
          <p:cNvPr id="5" name="Find بِ" descr="بِ"/>
          <p:cNvSpPr/>
          <p:nvPr/>
        </p:nvSpPr>
        <p:spPr>
          <a:xfrm>
            <a:off x="81915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بِ</a:t>
            </a:r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Fish 1" descr="Fish 1">
            <a:hlinkClick action="ppaction://hlinksldjump" r:id="rId5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0" y="1651000"/>
            <a:ext cx="2286000" cy="1416050"/>
          </a:xfrm>
          <a:prstGeom prst="rect">
            <a:avLst/>
          </a:prstGeom>
        </p:spPr>
      </p:pic>
      <p:sp>
        <p:nvSpPr>
          <p:cNvPr id="9" name="Fish letter 1 نِ" descr="نِ">
            <a:hlinkClick action="ppaction://hlinksldjump" r:id="rId5"/>
          </p:cNvPr>
          <p:cNvSpPr/>
          <p:nvPr/>
        </p:nvSpPr>
        <p:spPr>
          <a:xfrm>
            <a:off x="1682750" y="1885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نِ</a:t>
            </a:r>
          </a:p>
        </p:txBody>
      </p:sp>
      <p:pic>
        <p:nvPicPr>
          <p:cNvPr id="10" name="Fish 2" descr="Fish 2">
            <a:hlinkClick action="ppaction://hlinksldjump"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67500" y="1905000"/>
            <a:ext cx="2286000" cy="1416050"/>
          </a:xfrm>
          <a:prstGeom prst="rect">
            <a:avLst/>
          </a:prstGeom>
        </p:spPr>
      </p:pic>
      <p:sp>
        <p:nvSpPr>
          <p:cNvPr id="11" name="Fish letter 2 دِ" descr="دِ">
            <a:hlinkClick action="ppaction://hlinksldjump" r:id="rId5"/>
          </p:cNvPr>
          <p:cNvSpPr/>
          <p:nvPr/>
        </p:nvSpPr>
        <p:spPr>
          <a:xfrm>
            <a:off x="7207250" y="2139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دِ</a:t>
            </a:r>
          </a:p>
        </p:txBody>
      </p:sp>
      <p:pic>
        <p:nvPicPr>
          <p:cNvPr id="12" name="Fish 3" descr="Fish 3">
            <a:hlinkClick action="ppaction://hlinksldjump"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56000" y="3302000"/>
            <a:ext cx="2286000" cy="1416050"/>
          </a:xfrm>
          <a:prstGeom prst="rect">
            <a:avLst/>
          </a:prstGeom>
        </p:spPr>
      </p:pic>
      <p:sp>
        <p:nvSpPr>
          <p:cNvPr id="13" name="Fish letter 3 ذِ" descr="ذِ">
            <a:hlinkClick action="ppaction://hlinksldjump" r:id="rId5"/>
          </p:cNvPr>
          <p:cNvSpPr/>
          <p:nvPr/>
        </p:nvSpPr>
        <p:spPr>
          <a:xfrm>
            <a:off x="4095750" y="3536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ذِ</a:t>
            </a:r>
          </a:p>
        </p:txBody>
      </p:sp>
      <p:pic>
        <p:nvPicPr>
          <p:cNvPr id="14" name="Fish 4" descr="Fish 4">
            <a:hlinkClick action="ppaction://hlinksldjump" r:id="rId6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72500" y="3810000"/>
            <a:ext cx="2286000" cy="1416050"/>
          </a:xfrm>
          <a:prstGeom prst="rect">
            <a:avLst/>
          </a:prstGeom>
        </p:spPr>
      </p:pic>
      <p:sp>
        <p:nvSpPr>
          <p:cNvPr id="15" name="Fish letter 4 بِ" descr="بِ">
            <a:hlinkClick action="ppaction://hlinksldjump" r:id="rId6"/>
          </p:cNvPr>
          <p:cNvSpPr/>
          <p:nvPr/>
        </p:nvSpPr>
        <p:spPr>
          <a:xfrm>
            <a:off x="9112250" y="4044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بِ</a:t>
            </a:r>
          </a:p>
        </p:txBody>
      </p:sp>
      <p:sp>
        <p:nvSpPr>
          <p:cNvPr id="16" name="Try again!" descr="Try again!"/>
          <p:cNvSpPr/>
          <p:nvPr/>
        </p:nvSpPr>
        <p:spPr>
          <a:xfrm>
            <a:off x="7937500" y="5270500"/>
            <a:ext cx="3048000" cy="1460500"/>
          </a:xfrm>
          <a:prstGeom prst="cloudCallout">
            <a:avLst/>
          </a:prstGeom>
          <a:solidFill>
            <a:srgbClr val="FFFFFF"/>
          </a:solidFill>
          <a:ln w="50800">
            <a:solidFill>
              <a:srgbClr val="E5536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2500" b="1" lang="en-US">
                <a:solidFill>
                  <a:srgbClr val="E5536F"/>
                </a:solidFill>
                <a:latin typeface="Arial"/>
                <a:cs typeface="Arial"/>
              </a:rPr>
              <a:t>Try again!</a:t>
            </a:r>
          </a:p>
        </p:txBody>
      </p:sp>
      <p:sp>
        <p:nvSpPr>
          <p:cNvPr id="17" name="Next button">
            <a:hlinkClick action="ppaction://hlinksldjump" r:id="rId7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Next arrow">
            <a:hlinkClick action="ppaction://hlinksldjump" r:id="rId7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8" name="boing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4" dur="2600" fill="hold" repeatCount="indefinite" autoRev="1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6" dur="260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8" dur="2900" fill="hold" repeatCount="indefinite" autoRev="1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10" dur="2900" fill="hold" repeatCount="indefinite" autoRev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12" dur="320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14" dur="3200" fill="hold" repeatCount="indefinite" autoRev="1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7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16" dur="3500" fill="hold" repeatCount="indefinite" autoRev="1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9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18" dur="3500" fill="hold" repeatCount="indefinite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4" presetID="53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Catch every fish with"/>
          <p:cNvSpPr/>
          <p:nvPr/>
        </p:nvSpPr>
        <p:spPr>
          <a:xfrm>
            <a:off x="2730500" y="190500"/>
            <a:ext cx="546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000" b="1" lang="en-US">
                <a:solidFill>
                  <a:srgbClr val="2E2640"/>
                </a:solidFill>
                <a:latin typeface="Arial"/>
                <a:cs typeface="Arial"/>
              </a:rPr>
              <a:t>Catch every fish with</a:t>
            </a:r>
          </a:p>
        </p:txBody>
      </p:sp>
      <p:sp>
        <p:nvSpPr>
          <p:cNvPr id="5" name="Find بِ" descr="بِ"/>
          <p:cNvSpPr/>
          <p:nvPr/>
        </p:nvSpPr>
        <p:spPr>
          <a:xfrm>
            <a:off x="81915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بِ</a:t>
            </a:r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Fish 1" descr="Fish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0" y="1651000"/>
            <a:ext cx="2286000" cy="1416050"/>
          </a:xfrm>
          <a:prstGeom prst="rect">
            <a:avLst/>
          </a:prstGeom>
        </p:spPr>
      </p:pic>
      <p:sp>
        <p:nvSpPr>
          <p:cNvPr id="9" name="Fish letter 1 نِ" descr="نِ"/>
          <p:cNvSpPr/>
          <p:nvPr/>
        </p:nvSpPr>
        <p:spPr>
          <a:xfrm>
            <a:off x="1682750" y="1885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نِ</a:t>
            </a:r>
          </a:p>
        </p:txBody>
      </p:sp>
      <p:pic>
        <p:nvPicPr>
          <p:cNvPr id="10" name="Fish 2" descr="Fish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67500" y="1905000"/>
            <a:ext cx="2286000" cy="1416050"/>
          </a:xfrm>
          <a:prstGeom prst="rect">
            <a:avLst/>
          </a:prstGeom>
        </p:spPr>
      </p:pic>
      <p:sp>
        <p:nvSpPr>
          <p:cNvPr id="11" name="Fish letter 2 دِ" descr="دِ"/>
          <p:cNvSpPr/>
          <p:nvPr/>
        </p:nvSpPr>
        <p:spPr>
          <a:xfrm>
            <a:off x="7207250" y="2139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دِ</a:t>
            </a:r>
          </a:p>
        </p:txBody>
      </p:sp>
      <p:pic>
        <p:nvPicPr>
          <p:cNvPr id="12" name="Fish 3" descr="Fish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56000" y="3302000"/>
            <a:ext cx="2286000" cy="1416050"/>
          </a:xfrm>
          <a:prstGeom prst="rect">
            <a:avLst/>
          </a:prstGeom>
        </p:spPr>
      </p:pic>
      <p:sp>
        <p:nvSpPr>
          <p:cNvPr id="13" name="Fish letter 3 ذِ" descr="ذِ"/>
          <p:cNvSpPr/>
          <p:nvPr/>
        </p:nvSpPr>
        <p:spPr>
          <a:xfrm>
            <a:off x="4095750" y="3536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ذِ</a:t>
            </a:r>
          </a:p>
        </p:txBody>
      </p:sp>
      <p:sp>
        <p:nvSpPr>
          <p:cNvPr id="14" name="Great job!" descr="Great job!"/>
          <p:cNvSpPr/>
          <p:nvPr/>
        </p:nvSpPr>
        <p:spPr>
          <a:xfrm>
            <a:off x="7937500" y="5270500"/>
            <a:ext cx="3048000" cy="1460500"/>
          </a:xfrm>
          <a:prstGeom prst="cloudCallout">
            <a:avLst/>
          </a:prstGeom>
          <a:solidFill>
            <a:srgbClr val="FFFFFF"/>
          </a:solidFill>
          <a:ln w="50800">
            <a:solidFill>
              <a:srgbClr val="2FB57A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2500" b="1" lang="en-US">
                <a:solidFill>
                  <a:srgbClr val="2FB57A"/>
                </a:solidFill>
                <a:latin typeface="Arial"/>
                <a:cs typeface="Arial"/>
              </a:rPr>
              <a:t>Great job!</a:t>
            </a:r>
          </a:p>
        </p:txBody>
      </p:sp>
      <p:sp>
        <p:nvSpPr>
          <p:cNvPr id="15" name="Next button">
            <a:hlinkClick action="ppaction://hlinksldjump" r:id="rId5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Next arrow">
            <a:hlinkClick action="ppaction://hlinksldjump" r:id="rId5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7" name="sound anchor" descr="sound anchor (invisible)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700" y="12700"/>
            <a:ext cx="25400" cy="25400"/>
          </a:xfrm>
          <a:prstGeom prst="rect">
            <a:avLst/>
          </a:prstGeom>
        </p:spPr>
      </p:pic>
    </p:spTree>
  </p:cSld>
  <p:clrMapOvr>
    <a:masterClrMapping/>
  </p:clrMapOvr>
  <p:transition advClick="0">
    <p:sndAc>
      <p:stSnd>
        <p:snd r:embed="rId6" name="spla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9" dur="2600" fill="hold" repeatCount="indefinite" autoRev="1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2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11" dur="260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4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13" dur="2900" fill="hold" repeatCount="indefinite" autoRev="1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6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15" dur="2900" fill="hold" repeatCount="indefinite" autoRev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8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17" dur="320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0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19" dur="3200" fill="hold" repeatCount="indefinite" autoRev="1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5" presetID="53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2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100000">
                                        <p:cTn id="2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8" name="cheer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Card"/>
          <p:cNvSpPr/>
          <p:nvPr/>
        </p:nvSpPr>
        <p:spPr>
          <a:xfrm>
            <a:off x="1651000" y="762000"/>
            <a:ext cx="8890000" cy="4826000"/>
          </a:xfrm>
          <a:prstGeom prst="roundRect">
            <a:avLst>
              <a:gd name="adj" fmla="val 8000"/>
            </a:avLst>
          </a:prstGeom>
          <a:solidFill>
            <a:srgbClr val="FFFFFF">
              <a:alpha val="85000"/>
            </a:srgbClr>
          </a:solidFill>
          <a:ln w="508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itle" descr="How to play: Pop-Up Letters"/>
          <p:cNvSpPr/>
          <p:nvPr/>
        </p:nvSpPr>
        <p:spPr>
          <a:xfrm>
            <a:off x="1905000" y="952500"/>
            <a:ext cx="8382000" cy="889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600" b="1" lang="en-US">
                <a:solidFill>
                  <a:srgbClr val="8A6CF0"/>
                </a:solidFill>
                <a:latin typeface="Arial"/>
                <a:cs typeface="Arial"/>
              </a:rPr>
              <a:t>How to play: Pop-Up Letters</a:t>
            </a:r>
          </a:p>
        </p:txBody>
      </p:sp>
      <p:sp>
        <p:nvSpPr>
          <p:cNvPr id="5" name="Line 1" descr="1.  Letters pop out of the holes."/>
          <p:cNvSpPr/>
          <p:nvPr/>
        </p:nvSpPr>
        <p:spPr>
          <a:xfrm>
            <a:off x="1841500" y="2095500"/>
            <a:ext cx="6350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300" b="1" lang="en-US">
                <a:solidFill>
                  <a:srgbClr val="2E2640"/>
                </a:solidFill>
                <a:latin typeface="Arial"/>
                <a:cs typeface="Arial"/>
              </a:rPr>
              <a:t>1.  Letters pop out of the holes.</a:t>
            </a:r>
          </a:p>
        </p:txBody>
      </p:sp>
      <p:sp>
        <p:nvSpPr>
          <p:cNvPr id="6" name="Line 2" descr="2.  Tap the ones that match."/>
          <p:cNvSpPr/>
          <p:nvPr/>
        </p:nvSpPr>
        <p:spPr>
          <a:xfrm>
            <a:off x="1841500" y="3048000"/>
            <a:ext cx="6350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300" b="1" lang="en-US">
                <a:solidFill>
                  <a:srgbClr val="2E2640"/>
                </a:solidFill>
                <a:latin typeface="Arial"/>
                <a:cs typeface="Arial"/>
              </a:rPr>
              <a:t>2.  Tap the ones that match.</a:t>
            </a:r>
          </a:p>
        </p:txBody>
      </p:sp>
      <p:sp>
        <p:nvSpPr>
          <p:cNvPr id="7" name="Line 3" descr="3.  Bonk! You get a star."/>
          <p:cNvSpPr/>
          <p:nvPr/>
        </p:nvSpPr>
        <p:spPr>
          <a:xfrm>
            <a:off x="1841500" y="4000500"/>
            <a:ext cx="6350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300" b="1" lang="en-US">
                <a:solidFill>
                  <a:srgbClr val="2E2640"/>
                </a:solidFill>
                <a:latin typeface="Arial"/>
                <a:cs typeface="Arial"/>
              </a:rPr>
              <a:t>3.  Bonk! You get a star.</a:t>
            </a:r>
          </a:p>
        </p:txBody>
      </p:sp>
      <p:sp>
        <p:nvSpPr>
          <p:cNvPr id="8" name="Next button">
            <a:hlinkClick action="ppaction://hlinksldjump" r:id="rId3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Next arrow">
            <a:hlinkClick action="ppaction://hlinksldjump" r:id="rId3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fade/>
  </p:transition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Tap every letter with"/>
          <p:cNvSpPr/>
          <p:nvPr/>
        </p:nvSpPr>
        <p:spPr>
          <a:xfrm>
            <a:off x="2730500" y="190500"/>
            <a:ext cx="546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000" b="1" lang="en-US">
                <a:solidFill>
                  <a:srgbClr val="2E2640"/>
                </a:solidFill>
                <a:latin typeface="Arial"/>
                <a:cs typeface="Arial"/>
              </a:rPr>
              <a:t>Tap every letter with</a:t>
            </a:r>
          </a:p>
        </p:txBody>
      </p:sp>
      <p:sp>
        <p:nvSpPr>
          <p:cNvPr id="5" name="Find بِ" descr="بِ"/>
          <p:cNvSpPr/>
          <p:nvPr/>
        </p:nvSpPr>
        <p:spPr>
          <a:xfrm>
            <a:off x="81915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بِ</a:t>
            </a:r>
          </a:p>
        </p:txBody>
      </p:sp>
      <p:sp>
        <p:nvSpPr>
          <p:cNvPr id="6" name="Star place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Hole 1"/>
          <p:cNvSpPr/>
          <p:nvPr/>
        </p:nvSpPr>
        <p:spPr>
          <a:xfrm>
            <a:off x="2349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ile 1 ضِ" descr="ضِ">
            <a:hlinkClick action="ppaction://hlinksldjump" r:id="rId3"/>
          </p:cNvPr>
          <p:cNvSpPr/>
          <p:nvPr/>
        </p:nvSpPr>
        <p:spPr>
          <a:xfrm>
            <a:off x="2635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ضِ</a:t>
            </a:r>
          </a:p>
        </p:txBody>
      </p:sp>
      <p:sp>
        <p:nvSpPr>
          <p:cNvPr id="10" name="Hole 2"/>
          <p:cNvSpPr/>
          <p:nvPr/>
        </p:nvSpPr>
        <p:spPr>
          <a:xfrm>
            <a:off x="5143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ile 2 بِ" descr="بِ">
            <a:hlinkClick action="ppaction://hlinksldjump" r:id="rId4"/>
          </p:cNvPr>
          <p:cNvSpPr/>
          <p:nvPr/>
        </p:nvSpPr>
        <p:spPr>
          <a:xfrm>
            <a:off x="5429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بِ</a:t>
            </a:r>
          </a:p>
        </p:txBody>
      </p:sp>
      <p:sp>
        <p:nvSpPr>
          <p:cNvPr id="12" name="Hole 3"/>
          <p:cNvSpPr/>
          <p:nvPr/>
        </p:nvSpPr>
        <p:spPr>
          <a:xfrm>
            <a:off x="7937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ile 3 بِ" descr="بِ">
            <a:hlinkClick action="ppaction://hlinksldjump" r:id="rId5"/>
          </p:cNvPr>
          <p:cNvSpPr/>
          <p:nvPr/>
        </p:nvSpPr>
        <p:spPr>
          <a:xfrm>
            <a:off x="8223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بِ</a:t>
            </a:r>
          </a:p>
        </p:txBody>
      </p:sp>
      <p:sp>
        <p:nvSpPr>
          <p:cNvPr id="14" name="Hole 4"/>
          <p:cNvSpPr/>
          <p:nvPr/>
        </p:nvSpPr>
        <p:spPr>
          <a:xfrm>
            <a:off x="2349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ile 4 ثِ" descr="ثِ">
            <a:hlinkClick action="ppaction://hlinksldjump" r:id="rId3"/>
          </p:cNvPr>
          <p:cNvSpPr/>
          <p:nvPr/>
        </p:nvSpPr>
        <p:spPr>
          <a:xfrm>
            <a:off x="2635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ثِ</a:t>
            </a:r>
          </a:p>
        </p:txBody>
      </p:sp>
      <p:sp>
        <p:nvSpPr>
          <p:cNvPr id="16" name="Hole 5"/>
          <p:cNvSpPr/>
          <p:nvPr/>
        </p:nvSpPr>
        <p:spPr>
          <a:xfrm>
            <a:off x="5143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ile 5 زِ" descr="زِ">
            <a:hlinkClick action="ppaction://hlinksldjump" r:id="rId3"/>
          </p:cNvPr>
          <p:cNvSpPr/>
          <p:nvPr/>
        </p:nvSpPr>
        <p:spPr>
          <a:xfrm>
            <a:off x="5429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زِ</a:t>
            </a:r>
          </a:p>
        </p:txBody>
      </p:sp>
      <p:sp>
        <p:nvSpPr>
          <p:cNvPr id="18" name="Hole 6"/>
          <p:cNvSpPr/>
          <p:nvPr/>
        </p:nvSpPr>
        <p:spPr>
          <a:xfrm>
            <a:off x="7937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ile 6 حِ" descr="حِ">
            <a:hlinkClick action="ppaction://hlinksldjump" r:id="rId3"/>
          </p:cNvPr>
          <p:cNvSpPr/>
          <p:nvPr/>
        </p:nvSpPr>
        <p:spPr>
          <a:xfrm>
            <a:off x="8223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حِ</a:t>
            </a:r>
          </a:p>
        </p:txBody>
      </p:sp>
      <p:sp>
        <p:nvSpPr>
          <p:cNvPr id="20" name="Next button">
            <a:hlinkClick action="ppaction://hlinksldjump" r:id="rId6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Next arrow">
            <a:hlinkClick action="ppaction://hlinksldjump" r:id="rId6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6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4" dur="85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6" dur="970" fill="hold" repeatCount="indefinite" autoRev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8" dur="1090" fill="hold" repeatCount="indefinite" autoRev="1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0" dur="1210" fill="hold" repeatCount="indefinite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2" dur="1330" fill="hold" repeatCount="indefinite" autoRev="1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" presetID="0" presetClass="path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4" dur="1450" fill="hold" repeatCount="indefinite" autoRev="1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Tap every letter with"/>
          <p:cNvSpPr/>
          <p:nvPr/>
        </p:nvSpPr>
        <p:spPr>
          <a:xfrm>
            <a:off x="2730500" y="190500"/>
            <a:ext cx="546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000" b="1" lang="en-US">
                <a:solidFill>
                  <a:srgbClr val="2E2640"/>
                </a:solidFill>
                <a:latin typeface="Arial"/>
                <a:cs typeface="Arial"/>
              </a:rPr>
              <a:t>Tap every letter with</a:t>
            </a:r>
          </a:p>
        </p:txBody>
      </p:sp>
      <p:sp>
        <p:nvSpPr>
          <p:cNvPr id="5" name="Find بِ" descr="بِ"/>
          <p:cNvSpPr/>
          <p:nvPr/>
        </p:nvSpPr>
        <p:spPr>
          <a:xfrm>
            <a:off x="81915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بِ</a:t>
            </a:r>
          </a:p>
        </p:txBody>
      </p:sp>
      <p:sp>
        <p:nvSpPr>
          <p:cNvPr id="6" name="Star place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Hole 1"/>
          <p:cNvSpPr/>
          <p:nvPr/>
        </p:nvSpPr>
        <p:spPr>
          <a:xfrm>
            <a:off x="2349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ile 1 ضِ" descr="ضِ">
            <a:hlinkClick action="ppaction://hlinksldjump" r:id="rId3"/>
          </p:cNvPr>
          <p:cNvSpPr/>
          <p:nvPr/>
        </p:nvSpPr>
        <p:spPr>
          <a:xfrm>
            <a:off x="2635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ضِ</a:t>
            </a:r>
          </a:p>
        </p:txBody>
      </p:sp>
      <p:sp>
        <p:nvSpPr>
          <p:cNvPr id="10" name="Hole 2"/>
          <p:cNvSpPr/>
          <p:nvPr/>
        </p:nvSpPr>
        <p:spPr>
          <a:xfrm>
            <a:off x="5143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ile 2 بِ" descr="بِ">
            <a:hlinkClick action="ppaction://hlinksldjump" r:id="rId4"/>
          </p:cNvPr>
          <p:cNvSpPr/>
          <p:nvPr/>
        </p:nvSpPr>
        <p:spPr>
          <a:xfrm>
            <a:off x="5429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بِ</a:t>
            </a:r>
          </a:p>
        </p:txBody>
      </p:sp>
      <p:sp>
        <p:nvSpPr>
          <p:cNvPr id="12" name="Hole 3"/>
          <p:cNvSpPr/>
          <p:nvPr/>
        </p:nvSpPr>
        <p:spPr>
          <a:xfrm>
            <a:off x="7937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ile 3 بِ" descr="بِ">
            <a:hlinkClick action="ppaction://hlinksldjump" r:id="rId5"/>
          </p:cNvPr>
          <p:cNvSpPr/>
          <p:nvPr/>
        </p:nvSpPr>
        <p:spPr>
          <a:xfrm>
            <a:off x="8223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بِ</a:t>
            </a:r>
          </a:p>
        </p:txBody>
      </p:sp>
      <p:sp>
        <p:nvSpPr>
          <p:cNvPr id="14" name="Hole 4"/>
          <p:cNvSpPr/>
          <p:nvPr/>
        </p:nvSpPr>
        <p:spPr>
          <a:xfrm>
            <a:off x="2349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ile 4 ثِ" descr="ثِ">
            <a:hlinkClick action="ppaction://hlinksldjump" r:id="rId3"/>
          </p:cNvPr>
          <p:cNvSpPr/>
          <p:nvPr/>
        </p:nvSpPr>
        <p:spPr>
          <a:xfrm>
            <a:off x="2635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ثِ</a:t>
            </a:r>
          </a:p>
        </p:txBody>
      </p:sp>
      <p:sp>
        <p:nvSpPr>
          <p:cNvPr id="16" name="Hole 5"/>
          <p:cNvSpPr/>
          <p:nvPr/>
        </p:nvSpPr>
        <p:spPr>
          <a:xfrm>
            <a:off x="5143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ile 5 زِ" descr="زِ">
            <a:hlinkClick action="ppaction://hlinksldjump" r:id="rId3"/>
          </p:cNvPr>
          <p:cNvSpPr/>
          <p:nvPr/>
        </p:nvSpPr>
        <p:spPr>
          <a:xfrm>
            <a:off x="5429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زِ</a:t>
            </a:r>
          </a:p>
        </p:txBody>
      </p:sp>
      <p:sp>
        <p:nvSpPr>
          <p:cNvPr id="18" name="Hole 6"/>
          <p:cNvSpPr/>
          <p:nvPr/>
        </p:nvSpPr>
        <p:spPr>
          <a:xfrm>
            <a:off x="7937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ile 6 حِ" descr="حِ">
            <a:hlinkClick action="ppaction://hlinksldjump" r:id="rId3"/>
          </p:cNvPr>
          <p:cNvSpPr/>
          <p:nvPr/>
        </p:nvSpPr>
        <p:spPr>
          <a:xfrm>
            <a:off x="8223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حِ</a:t>
            </a:r>
          </a:p>
        </p:txBody>
      </p:sp>
      <p:sp>
        <p:nvSpPr>
          <p:cNvPr id="20" name="Try again!" descr="Try again!"/>
          <p:cNvSpPr/>
          <p:nvPr/>
        </p:nvSpPr>
        <p:spPr>
          <a:xfrm>
            <a:off x="9080500" y="1016000"/>
            <a:ext cx="3048000" cy="1460500"/>
          </a:xfrm>
          <a:prstGeom prst="cloudCallout">
            <a:avLst/>
          </a:prstGeom>
          <a:solidFill>
            <a:srgbClr val="FFFFFF"/>
          </a:solidFill>
          <a:ln w="50800">
            <a:solidFill>
              <a:srgbClr val="E5536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2500" b="1" lang="en-US">
                <a:solidFill>
                  <a:srgbClr val="E5536F"/>
                </a:solidFill>
                <a:latin typeface="Arial"/>
                <a:cs typeface="Arial"/>
              </a:rPr>
              <a:t>Try again!</a:t>
            </a:r>
          </a:p>
        </p:txBody>
      </p:sp>
      <p:sp>
        <p:nvSpPr>
          <p:cNvPr id="21" name="Next button">
            <a:hlinkClick action="ppaction://hlinksldjump" r:id="rId6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Next arrow">
            <a:hlinkClick action="ppaction://hlinksldjump" r:id="rId6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7" name="boing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1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4" dur="85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6" dur="970" fill="hold" repeatCount="indefinite" autoRev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8" dur="1090" fill="hold" repeatCount="indefinite" autoRev="1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0" dur="1210" fill="hold" repeatCount="indefinite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2" dur="1330" fill="hold" repeatCount="indefinite" autoRev="1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" presetID="0" presetClass="path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4" dur="1450" fill="hold" repeatCount="indefinite" autoRev="1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0" presetID="53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" dur="4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4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Tap every letter with"/>
          <p:cNvSpPr/>
          <p:nvPr/>
        </p:nvSpPr>
        <p:spPr>
          <a:xfrm>
            <a:off x="2730500" y="190500"/>
            <a:ext cx="546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000" b="1" lang="en-US">
                <a:solidFill>
                  <a:srgbClr val="2E2640"/>
                </a:solidFill>
                <a:latin typeface="Arial"/>
                <a:cs typeface="Arial"/>
              </a:rPr>
              <a:t>Tap every letter with</a:t>
            </a:r>
          </a:p>
        </p:txBody>
      </p:sp>
      <p:sp>
        <p:nvSpPr>
          <p:cNvPr id="5" name="Find بِ" descr="بِ"/>
          <p:cNvSpPr/>
          <p:nvPr/>
        </p:nvSpPr>
        <p:spPr>
          <a:xfrm>
            <a:off x="81915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بِ</a:t>
            </a:r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Hole 1"/>
          <p:cNvSpPr/>
          <p:nvPr/>
        </p:nvSpPr>
        <p:spPr>
          <a:xfrm>
            <a:off x="2349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ile 1 ضِ" descr="ضِ">
            <a:hlinkClick action="ppaction://hlinksldjump" r:id="rId3"/>
          </p:cNvPr>
          <p:cNvSpPr/>
          <p:nvPr/>
        </p:nvSpPr>
        <p:spPr>
          <a:xfrm>
            <a:off x="2635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ضِ</a:t>
            </a:r>
          </a:p>
        </p:txBody>
      </p:sp>
      <p:sp>
        <p:nvSpPr>
          <p:cNvPr id="10" name="Hole 2"/>
          <p:cNvSpPr/>
          <p:nvPr/>
        </p:nvSpPr>
        <p:spPr>
          <a:xfrm>
            <a:off x="5143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Hole 3"/>
          <p:cNvSpPr/>
          <p:nvPr/>
        </p:nvSpPr>
        <p:spPr>
          <a:xfrm>
            <a:off x="7937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ile 3 بِ" descr="بِ">
            <a:hlinkClick action="ppaction://hlinksldjump" r:id="rId4"/>
          </p:cNvPr>
          <p:cNvSpPr/>
          <p:nvPr/>
        </p:nvSpPr>
        <p:spPr>
          <a:xfrm>
            <a:off x="8223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بِ</a:t>
            </a:r>
          </a:p>
        </p:txBody>
      </p:sp>
      <p:sp>
        <p:nvSpPr>
          <p:cNvPr id="13" name="Hole 4"/>
          <p:cNvSpPr/>
          <p:nvPr/>
        </p:nvSpPr>
        <p:spPr>
          <a:xfrm>
            <a:off x="2349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ile 4 ثِ" descr="ثِ">
            <a:hlinkClick action="ppaction://hlinksldjump" r:id="rId3"/>
          </p:cNvPr>
          <p:cNvSpPr/>
          <p:nvPr/>
        </p:nvSpPr>
        <p:spPr>
          <a:xfrm>
            <a:off x="2635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ثِ</a:t>
            </a:r>
          </a:p>
        </p:txBody>
      </p:sp>
      <p:sp>
        <p:nvSpPr>
          <p:cNvPr id="15" name="Hole 5"/>
          <p:cNvSpPr/>
          <p:nvPr/>
        </p:nvSpPr>
        <p:spPr>
          <a:xfrm>
            <a:off x="5143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ile 5 زِ" descr="زِ">
            <a:hlinkClick action="ppaction://hlinksldjump" r:id="rId3"/>
          </p:cNvPr>
          <p:cNvSpPr/>
          <p:nvPr/>
        </p:nvSpPr>
        <p:spPr>
          <a:xfrm>
            <a:off x="5429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زِ</a:t>
            </a:r>
          </a:p>
        </p:txBody>
      </p:sp>
      <p:sp>
        <p:nvSpPr>
          <p:cNvPr id="17" name="Hole 6"/>
          <p:cNvSpPr/>
          <p:nvPr/>
        </p:nvSpPr>
        <p:spPr>
          <a:xfrm>
            <a:off x="7937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ile 6 حِ" descr="حِ">
            <a:hlinkClick action="ppaction://hlinksldjump" r:id="rId3"/>
          </p:cNvPr>
          <p:cNvSpPr/>
          <p:nvPr/>
        </p:nvSpPr>
        <p:spPr>
          <a:xfrm>
            <a:off x="8223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حِ</a:t>
            </a:r>
          </a:p>
        </p:txBody>
      </p:sp>
      <p:sp>
        <p:nvSpPr>
          <p:cNvPr id="19" name="Next button">
            <a:hlinkClick action="ppaction://hlinksldjump" r:id="rId5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Next arrow">
            <a:hlinkClick action="ppaction://hlinksldjump" r:id="rId5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6" name="bonk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9" dur="85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2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1" dur="109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4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3" dur="1210" fill="hold" repeatCount="indefinite" autoRev="1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6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5" dur="1330" fill="hold" repeatCount="indefinite" autoRev="1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8" presetID="0" presetClass="path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7" dur="1450" fill="hold" repeatCount="indefinite" autoRev="1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Tap every letter with"/>
          <p:cNvSpPr/>
          <p:nvPr/>
        </p:nvSpPr>
        <p:spPr>
          <a:xfrm>
            <a:off x="2730500" y="190500"/>
            <a:ext cx="546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000" b="1" lang="en-US">
                <a:solidFill>
                  <a:srgbClr val="2E2640"/>
                </a:solidFill>
                <a:latin typeface="Arial"/>
                <a:cs typeface="Arial"/>
              </a:rPr>
              <a:t>Tap every letter with</a:t>
            </a:r>
          </a:p>
        </p:txBody>
      </p:sp>
      <p:sp>
        <p:nvSpPr>
          <p:cNvPr id="5" name="Find بِ" descr="بِ"/>
          <p:cNvSpPr/>
          <p:nvPr/>
        </p:nvSpPr>
        <p:spPr>
          <a:xfrm>
            <a:off x="81915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بِ</a:t>
            </a:r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Hole 1"/>
          <p:cNvSpPr/>
          <p:nvPr/>
        </p:nvSpPr>
        <p:spPr>
          <a:xfrm>
            <a:off x="2349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ile 1 ضِ" descr="ضِ">
            <a:hlinkClick action="ppaction://hlinksldjump" r:id="rId3"/>
          </p:cNvPr>
          <p:cNvSpPr/>
          <p:nvPr/>
        </p:nvSpPr>
        <p:spPr>
          <a:xfrm>
            <a:off x="2635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ضِ</a:t>
            </a:r>
          </a:p>
        </p:txBody>
      </p:sp>
      <p:sp>
        <p:nvSpPr>
          <p:cNvPr id="10" name="Hole 2"/>
          <p:cNvSpPr/>
          <p:nvPr/>
        </p:nvSpPr>
        <p:spPr>
          <a:xfrm>
            <a:off x="5143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Hole 3"/>
          <p:cNvSpPr/>
          <p:nvPr/>
        </p:nvSpPr>
        <p:spPr>
          <a:xfrm>
            <a:off x="7937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ile 3 بِ" descr="بِ">
            <a:hlinkClick action="ppaction://hlinksldjump" r:id="rId4"/>
          </p:cNvPr>
          <p:cNvSpPr/>
          <p:nvPr/>
        </p:nvSpPr>
        <p:spPr>
          <a:xfrm>
            <a:off x="8223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بِ</a:t>
            </a:r>
          </a:p>
        </p:txBody>
      </p:sp>
      <p:sp>
        <p:nvSpPr>
          <p:cNvPr id="13" name="Hole 4"/>
          <p:cNvSpPr/>
          <p:nvPr/>
        </p:nvSpPr>
        <p:spPr>
          <a:xfrm>
            <a:off x="2349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ile 4 ثِ" descr="ثِ">
            <a:hlinkClick action="ppaction://hlinksldjump" r:id="rId3"/>
          </p:cNvPr>
          <p:cNvSpPr/>
          <p:nvPr/>
        </p:nvSpPr>
        <p:spPr>
          <a:xfrm>
            <a:off x="2635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ثِ</a:t>
            </a:r>
          </a:p>
        </p:txBody>
      </p:sp>
      <p:sp>
        <p:nvSpPr>
          <p:cNvPr id="15" name="Hole 5"/>
          <p:cNvSpPr/>
          <p:nvPr/>
        </p:nvSpPr>
        <p:spPr>
          <a:xfrm>
            <a:off x="5143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ile 5 زِ" descr="زِ">
            <a:hlinkClick action="ppaction://hlinksldjump" r:id="rId3"/>
          </p:cNvPr>
          <p:cNvSpPr/>
          <p:nvPr/>
        </p:nvSpPr>
        <p:spPr>
          <a:xfrm>
            <a:off x="5429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زِ</a:t>
            </a:r>
          </a:p>
        </p:txBody>
      </p:sp>
      <p:sp>
        <p:nvSpPr>
          <p:cNvPr id="17" name="Hole 6"/>
          <p:cNvSpPr/>
          <p:nvPr/>
        </p:nvSpPr>
        <p:spPr>
          <a:xfrm>
            <a:off x="7937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ile 6 حِ" descr="حِ">
            <a:hlinkClick action="ppaction://hlinksldjump" r:id="rId3"/>
          </p:cNvPr>
          <p:cNvSpPr/>
          <p:nvPr/>
        </p:nvSpPr>
        <p:spPr>
          <a:xfrm>
            <a:off x="8223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حِ</a:t>
            </a:r>
          </a:p>
        </p:txBody>
      </p:sp>
      <p:sp>
        <p:nvSpPr>
          <p:cNvPr id="19" name="Try again!" descr="Try again!"/>
          <p:cNvSpPr/>
          <p:nvPr/>
        </p:nvSpPr>
        <p:spPr>
          <a:xfrm>
            <a:off x="9080500" y="1016000"/>
            <a:ext cx="3048000" cy="1460500"/>
          </a:xfrm>
          <a:prstGeom prst="cloudCallout">
            <a:avLst/>
          </a:prstGeom>
          <a:solidFill>
            <a:srgbClr val="FFFFFF"/>
          </a:solidFill>
          <a:ln w="50800">
            <a:solidFill>
              <a:srgbClr val="E5536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2500" b="1" lang="en-US">
                <a:solidFill>
                  <a:srgbClr val="E5536F"/>
                </a:solidFill>
                <a:latin typeface="Arial"/>
                <a:cs typeface="Arial"/>
              </a:rPr>
              <a:t>Try again!</a:t>
            </a:r>
          </a:p>
        </p:txBody>
      </p:sp>
      <p:sp>
        <p:nvSpPr>
          <p:cNvPr id="20" name="Next button">
            <a:hlinkClick action="ppaction://hlinksldjump" r:id="rId5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Next arrow">
            <a:hlinkClick action="ppaction://hlinksldjump" r:id="rId5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6" name="boing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4" dur="85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6" dur="109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8" dur="1210" fill="hold" repeatCount="indefinite" autoRev="1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0" dur="1330" fill="hold" repeatCount="indefinite" autoRev="1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2" dur="1450" fill="hold" repeatCount="indefinite" autoRev="1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8" presetID="53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4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4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Tap every letter with"/>
          <p:cNvSpPr/>
          <p:nvPr/>
        </p:nvSpPr>
        <p:spPr>
          <a:xfrm>
            <a:off x="2730500" y="190500"/>
            <a:ext cx="546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000" b="1" lang="en-US">
                <a:solidFill>
                  <a:srgbClr val="2E2640"/>
                </a:solidFill>
                <a:latin typeface="Arial"/>
                <a:cs typeface="Arial"/>
              </a:rPr>
              <a:t>Tap every letter with</a:t>
            </a:r>
          </a:p>
        </p:txBody>
      </p:sp>
      <p:sp>
        <p:nvSpPr>
          <p:cNvPr id="5" name="Find بِ" descr="بِ"/>
          <p:cNvSpPr/>
          <p:nvPr/>
        </p:nvSpPr>
        <p:spPr>
          <a:xfrm>
            <a:off x="81915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بِ</a:t>
            </a:r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Hole 1"/>
          <p:cNvSpPr/>
          <p:nvPr/>
        </p:nvSpPr>
        <p:spPr>
          <a:xfrm>
            <a:off x="2349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ile 1 ضِ" descr="ضِ">
            <a:hlinkClick action="ppaction://hlinksldjump" r:id="rId3"/>
          </p:cNvPr>
          <p:cNvSpPr/>
          <p:nvPr/>
        </p:nvSpPr>
        <p:spPr>
          <a:xfrm>
            <a:off x="2635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ضِ</a:t>
            </a:r>
          </a:p>
        </p:txBody>
      </p:sp>
      <p:sp>
        <p:nvSpPr>
          <p:cNvPr id="10" name="Hole 2"/>
          <p:cNvSpPr/>
          <p:nvPr/>
        </p:nvSpPr>
        <p:spPr>
          <a:xfrm>
            <a:off x="5143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ile 2 بِ" descr="بِ">
            <a:hlinkClick action="ppaction://hlinksldjump" r:id="rId4"/>
          </p:cNvPr>
          <p:cNvSpPr/>
          <p:nvPr/>
        </p:nvSpPr>
        <p:spPr>
          <a:xfrm>
            <a:off x="5429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بِ</a:t>
            </a:r>
          </a:p>
        </p:txBody>
      </p:sp>
      <p:sp>
        <p:nvSpPr>
          <p:cNvPr id="12" name="Hole 3"/>
          <p:cNvSpPr/>
          <p:nvPr/>
        </p:nvSpPr>
        <p:spPr>
          <a:xfrm>
            <a:off x="7937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Hole 4"/>
          <p:cNvSpPr/>
          <p:nvPr/>
        </p:nvSpPr>
        <p:spPr>
          <a:xfrm>
            <a:off x="2349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ile 4 ثِ" descr="ثِ">
            <a:hlinkClick action="ppaction://hlinksldjump" r:id="rId3"/>
          </p:cNvPr>
          <p:cNvSpPr/>
          <p:nvPr/>
        </p:nvSpPr>
        <p:spPr>
          <a:xfrm>
            <a:off x="2635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ثِ</a:t>
            </a:r>
          </a:p>
        </p:txBody>
      </p:sp>
      <p:sp>
        <p:nvSpPr>
          <p:cNvPr id="15" name="Hole 5"/>
          <p:cNvSpPr/>
          <p:nvPr/>
        </p:nvSpPr>
        <p:spPr>
          <a:xfrm>
            <a:off x="5143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ile 5 زِ" descr="زِ">
            <a:hlinkClick action="ppaction://hlinksldjump" r:id="rId3"/>
          </p:cNvPr>
          <p:cNvSpPr/>
          <p:nvPr/>
        </p:nvSpPr>
        <p:spPr>
          <a:xfrm>
            <a:off x="5429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زِ</a:t>
            </a:r>
          </a:p>
        </p:txBody>
      </p:sp>
      <p:sp>
        <p:nvSpPr>
          <p:cNvPr id="17" name="Hole 6"/>
          <p:cNvSpPr/>
          <p:nvPr/>
        </p:nvSpPr>
        <p:spPr>
          <a:xfrm>
            <a:off x="7937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ile 6 حِ" descr="حِ">
            <a:hlinkClick action="ppaction://hlinksldjump" r:id="rId3"/>
          </p:cNvPr>
          <p:cNvSpPr/>
          <p:nvPr/>
        </p:nvSpPr>
        <p:spPr>
          <a:xfrm>
            <a:off x="8223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حِ</a:t>
            </a:r>
          </a:p>
        </p:txBody>
      </p:sp>
      <p:sp>
        <p:nvSpPr>
          <p:cNvPr id="19" name="Next button">
            <a:hlinkClick action="ppaction://hlinksldjump" r:id="rId5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Next arrow">
            <a:hlinkClick action="ppaction://hlinksldjump" r:id="rId5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6" name="bonk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9" dur="85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2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1" dur="970" fill="hold" repeatCount="indefinite" autoRev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4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3" dur="1210" fill="hold" repeatCount="indefinite" autoRev="1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6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5" dur="1330" fill="hold" repeatCount="indefinite" autoRev="1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8" presetID="0" presetClass="path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7" dur="1450" fill="hold" repeatCount="indefinite" autoRev="1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Tap every letter with"/>
          <p:cNvSpPr/>
          <p:nvPr/>
        </p:nvSpPr>
        <p:spPr>
          <a:xfrm>
            <a:off x="2730500" y="190500"/>
            <a:ext cx="546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000" b="1" lang="en-US">
                <a:solidFill>
                  <a:srgbClr val="2E2640"/>
                </a:solidFill>
                <a:latin typeface="Arial"/>
                <a:cs typeface="Arial"/>
              </a:rPr>
              <a:t>Tap every letter with</a:t>
            </a:r>
          </a:p>
        </p:txBody>
      </p:sp>
      <p:sp>
        <p:nvSpPr>
          <p:cNvPr id="5" name="Find بِ" descr="بِ"/>
          <p:cNvSpPr/>
          <p:nvPr/>
        </p:nvSpPr>
        <p:spPr>
          <a:xfrm>
            <a:off x="81915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بِ</a:t>
            </a:r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Hole 1"/>
          <p:cNvSpPr/>
          <p:nvPr/>
        </p:nvSpPr>
        <p:spPr>
          <a:xfrm>
            <a:off x="2349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ile 1 ضِ" descr="ضِ">
            <a:hlinkClick action="ppaction://hlinksldjump" r:id="rId3"/>
          </p:cNvPr>
          <p:cNvSpPr/>
          <p:nvPr/>
        </p:nvSpPr>
        <p:spPr>
          <a:xfrm>
            <a:off x="2635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ضِ</a:t>
            </a:r>
          </a:p>
        </p:txBody>
      </p:sp>
      <p:sp>
        <p:nvSpPr>
          <p:cNvPr id="10" name="Hole 2"/>
          <p:cNvSpPr/>
          <p:nvPr/>
        </p:nvSpPr>
        <p:spPr>
          <a:xfrm>
            <a:off x="5143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ile 2 بِ" descr="بِ">
            <a:hlinkClick action="ppaction://hlinksldjump" r:id="rId4"/>
          </p:cNvPr>
          <p:cNvSpPr/>
          <p:nvPr/>
        </p:nvSpPr>
        <p:spPr>
          <a:xfrm>
            <a:off x="5429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بِ</a:t>
            </a:r>
          </a:p>
        </p:txBody>
      </p:sp>
      <p:sp>
        <p:nvSpPr>
          <p:cNvPr id="12" name="Hole 3"/>
          <p:cNvSpPr/>
          <p:nvPr/>
        </p:nvSpPr>
        <p:spPr>
          <a:xfrm>
            <a:off x="7937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Hole 4"/>
          <p:cNvSpPr/>
          <p:nvPr/>
        </p:nvSpPr>
        <p:spPr>
          <a:xfrm>
            <a:off x="2349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ile 4 ثِ" descr="ثِ">
            <a:hlinkClick action="ppaction://hlinksldjump" r:id="rId3"/>
          </p:cNvPr>
          <p:cNvSpPr/>
          <p:nvPr/>
        </p:nvSpPr>
        <p:spPr>
          <a:xfrm>
            <a:off x="2635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ثِ</a:t>
            </a:r>
          </a:p>
        </p:txBody>
      </p:sp>
      <p:sp>
        <p:nvSpPr>
          <p:cNvPr id="15" name="Hole 5"/>
          <p:cNvSpPr/>
          <p:nvPr/>
        </p:nvSpPr>
        <p:spPr>
          <a:xfrm>
            <a:off x="5143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ile 5 زِ" descr="زِ">
            <a:hlinkClick action="ppaction://hlinksldjump" r:id="rId3"/>
          </p:cNvPr>
          <p:cNvSpPr/>
          <p:nvPr/>
        </p:nvSpPr>
        <p:spPr>
          <a:xfrm>
            <a:off x="5429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زِ</a:t>
            </a:r>
          </a:p>
        </p:txBody>
      </p:sp>
      <p:sp>
        <p:nvSpPr>
          <p:cNvPr id="17" name="Hole 6"/>
          <p:cNvSpPr/>
          <p:nvPr/>
        </p:nvSpPr>
        <p:spPr>
          <a:xfrm>
            <a:off x="7937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ile 6 حِ" descr="حِ">
            <a:hlinkClick action="ppaction://hlinksldjump" r:id="rId3"/>
          </p:cNvPr>
          <p:cNvSpPr/>
          <p:nvPr/>
        </p:nvSpPr>
        <p:spPr>
          <a:xfrm>
            <a:off x="8223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حِ</a:t>
            </a:r>
          </a:p>
        </p:txBody>
      </p:sp>
      <p:sp>
        <p:nvSpPr>
          <p:cNvPr id="19" name="Try again!" descr="Try again!"/>
          <p:cNvSpPr/>
          <p:nvPr/>
        </p:nvSpPr>
        <p:spPr>
          <a:xfrm>
            <a:off x="9080500" y="1016000"/>
            <a:ext cx="3048000" cy="1460500"/>
          </a:xfrm>
          <a:prstGeom prst="cloudCallout">
            <a:avLst/>
          </a:prstGeom>
          <a:solidFill>
            <a:srgbClr val="FFFFFF"/>
          </a:solidFill>
          <a:ln w="50800">
            <a:solidFill>
              <a:srgbClr val="E5536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2500" b="1" lang="en-US">
                <a:solidFill>
                  <a:srgbClr val="E5536F"/>
                </a:solidFill>
                <a:latin typeface="Arial"/>
                <a:cs typeface="Arial"/>
              </a:rPr>
              <a:t>Try again!</a:t>
            </a:r>
          </a:p>
        </p:txBody>
      </p:sp>
      <p:sp>
        <p:nvSpPr>
          <p:cNvPr id="20" name="Next button">
            <a:hlinkClick action="ppaction://hlinksldjump" r:id="rId5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Next arrow">
            <a:hlinkClick action="ppaction://hlinksldjump" r:id="rId5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6" name="boing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4" dur="85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6" dur="970" fill="hold" repeatCount="indefinite" autoRev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8" dur="1210" fill="hold" repeatCount="indefinite" autoRev="1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0" dur="1330" fill="hold" repeatCount="indefinite" autoRev="1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2" dur="1450" fill="hold" repeatCount="indefinite" autoRev="1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8" presetID="53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4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4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Tap every letter with"/>
          <p:cNvSpPr/>
          <p:nvPr/>
        </p:nvSpPr>
        <p:spPr>
          <a:xfrm>
            <a:off x="2730500" y="190500"/>
            <a:ext cx="546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000" b="1" lang="en-US">
                <a:solidFill>
                  <a:srgbClr val="2E2640"/>
                </a:solidFill>
                <a:latin typeface="Arial"/>
                <a:cs typeface="Arial"/>
              </a:rPr>
              <a:t>Tap every letter with</a:t>
            </a:r>
          </a:p>
        </p:txBody>
      </p:sp>
      <p:sp>
        <p:nvSpPr>
          <p:cNvPr id="5" name="Find بِ" descr="بِ"/>
          <p:cNvSpPr/>
          <p:nvPr/>
        </p:nvSpPr>
        <p:spPr>
          <a:xfrm>
            <a:off x="81915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بِ</a:t>
            </a:r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Hole 1"/>
          <p:cNvSpPr/>
          <p:nvPr/>
        </p:nvSpPr>
        <p:spPr>
          <a:xfrm>
            <a:off x="2349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ile 1 ضِ" descr="ضِ"/>
          <p:cNvSpPr/>
          <p:nvPr/>
        </p:nvSpPr>
        <p:spPr>
          <a:xfrm>
            <a:off x="2635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ضِ</a:t>
            </a:r>
          </a:p>
        </p:txBody>
      </p:sp>
      <p:sp>
        <p:nvSpPr>
          <p:cNvPr id="10" name="Hole 2"/>
          <p:cNvSpPr/>
          <p:nvPr/>
        </p:nvSpPr>
        <p:spPr>
          <a:xfrm>
            <a:off x="5143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Hole 3"/>
          <p:cNvSpPr/>
          <p:nvPr/>
        </p:nvSpPr>
        <p:spPr>
          <a:xfrm>
            <a:off x="7937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Hole 4"/>
          <p:cNvSpPr/>
          <p:nvPr/>
        </p:nvSpPr>
        <p:spPr>
          <a:xfrm>
            <a:off x="2349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ile 4 ثِ" descr="ثِ"/>
          <p:cNvSpPr/>
          <p:nvPr/>
        </p:nvSpPr>
        <p:spPr>
          <a:xfrm>
            <a:off x="2635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ثِ</a:t>
            </a:r>
          </a:p>
        </p:txBody>
      </p:sp>
      <p:sp>
        <p:nvSpPr>
          <p:cNvPr id="14" name="Hole 5"/>
          <p:cNvSpPr/>
          <p:nvPr/>
        </p:nvSpPr>
        <p:spPr>
          <a:xfrm>
            <a:off x="5143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ile 5 زِ" descr="زِ"/>
          <p:cNvSpPr/>
          <p:nvPr/>
        </p:nvSpPr>
        <p:spPr>
          <a:xfrm>
            <a:off x="5429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زِ</a:t>
            </a:r>
          </a:p>
        </p:txBody>
      </p:sp>
      <p:sp>
        <p:nvSpPr>
          <p:cNvPr id="16" name="Hole 6"/>
          <p:cNvSpPr/>
          <p:nvPr/>
        </p:nvSpPr>
        <p:spPr>
          <a:xfrm>
            <a:off x="7937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ile 6 حِ" descr="حِ"/>
          <p:cNvSpPr/>
          <p:nvPr/>
        </p:nvSpPr>
        <p:spPr>
          <a:xfrm>
            <a:off x="8223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حِ</a:t>
            </a:r>
          </a:p>
        </p:txBody>
      </p:sp>
      <p:sp>
        <p:nvSpPr>
          <p:cNvPr id="18" name="Great job!" descr="Great job!"/>
          <p:cNvSpPr/>
          <p:nvPr/>
        </p:nvSpPr>
        <p:spPr>
          <a:xfrm>
            <a:off x="9080500" y="1016000"/>
            <a:ext cx="3048000" cy="1460500"/>
          </a:xfrm>
          <a:prstGeom prst="cloudCallout">
            <a:avLst/>
          </a:prstGeom>
          <a:solidFill>
            <a:srgbClr val="FFFFFF"/>
          </a:solidFill>
          <a:ln w="50800">
            <a:solidFill>
              <a:srgbClr val="2FB57A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2500" b="1" lang="en-US">
                <a:solidFill>
                  <a:srgbClr val="2FB57A"/>
                </a:solidFill>
                <a:latin typeface="Arial"/>
                <a:cs typeface="Arial"/>
              </a:rPr>
              <a:t>Great job!</a:t>
            </a:r>
          </a:p>
        </p:txBody>
      </p:sp>
      <p:sp>
        <p:nvSpPr>
          <p:cNvPr id="19" name="Next button">
            <a:hlinkClick action="ppaction://hlinksldjump" r:id="rId3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Next arrow">
            <a:hlinkClick action="ppaction://hlinksldjump" r:id="rId3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1" name="sound anchor" descr="sound anchor (invisible)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700" y="12700"/>
            <a:ext cx="25400" cy="25400"/>
          </a:xfrm>
          <a:prstGeom prst="rect">
            <a:avLst/>
          </a:prstGeom>
        </p:spPr>
      </p:pic>
    </p:spTree>
  </p:cSld>
  <p:clrMapOvr>
    <a:masterClrMapping/>
  </p:clrMapOvr>
  <p:transition advClick="0">
    <p:sndAc>
      <p:stSnd>
        <p:snd r:embed="rId4" name="bonk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9" dur="85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2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1" dur="1210" fill="hold" repeatCount="indefinite" autoRev="1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4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3" dur="1330" fill="hold" repeatCount="indefinite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6" presetID="0" presetClass="path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5" dur="1450" fill="hold" repeatCount="indefinite" autoRev="1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1" presetID="53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8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0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100000">
                                        <p:cTn id="2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6" name="cheer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Pop every balloon with"/>
          <p:cNvSpPr/>
          <p:nvPr/>
        </p:nvSpPr>
        <p:spPr>
          <a:xfrm>
            <a:off x="2730500" y="190500"/>
            <a:ext cx="546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900" b="1" lang="en-US">
                <a:solidFill>
                  <a:srgbClr val="2E2640"/>
                </a:solidFill>
                <a:latin typeface="Arial"/>
                <a:cs typeface="Arial"/>
              </a:rPr>
              <a:t>Pop every balloon with</a:t>
            </a:r>
          </a:p>
        </p:txBody>
      </p:sp>
      <p:sp>
        <p:nvSpPr>
          <p:cNvPr id="5" name="Find تِ" descr="تِ"/>
          <p:cNvSpPr/>
          <p:nvPr/>
        </p:nvSpPr>
        <p:spPr>
          <a:xfrm>
            <a:off x="81915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تِ</a:t>
            </a:r>
          </a:p>
        </p:txBody>
      </p:sp>
      <p:sp>
        <p:nvSpPr>
          <p:cNvPr id="6" name="Star place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Balloon 1" descr="Balloon 1">
            <a:hlinkClick action="ppaction://hlinksldjump" r:id="rId8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5500" y="1905000"/>
            <a:ext cx="1651000" cy="2857500"/>
          </a:xfrm>
          <a:prstGeom prst="rect">
            <a:avLst/>
          </a:prstGeom>
        </p:spPr>
      </p:pic>
      <p:sp>
        <p:nvSpPr>
          <p:cNvPr id="9" name="Balloon letter 1 تِ" descr="تِ">
            <a:hlinkClick action="ppaction://hlinksldjump" r:id="rId8"/>
          </p:cNvPr>
          <p:cNvSpPr/>
          <p:nvPr/>
        </p:nvSpPr>
        <p:spPr>
          <a:xfrm>
            <a:off x="952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تِ</a:t>
            </a:r>
          </a:p>
        </p:txBody>
      </p:sp>
      <p:pic>
        <p:nvPicPr>
          <p:cNvPr id="10" name="Balloon 2" descr="Balloon 2">
            <a:hlinkClick action="ppaction://hlinksldjump" r:id="rId9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48000" y="2286000"/>
            <a:ext cx="1651000" cy="2857500"/>
          </a:xfrm>
          <a:prstGeom prst="rect">
            <a:avLst/>
          </a:prstGeom>
        </p:spPr>
      </p:pic>
      <p:sp>
        <p:nvSpPr>
          <p:cNvPr id="11" name="Balloon letter 2 تِ" descr="تِ">
            <a:hlinkClick action="ppaction://hlinksldjump" r:id="rId9"/>
          </p:cNvPr>
          <p:cNvSpPr/>
          <p:nvPr/>
        </p:nvSpPr>
        <p:spPr>
          <a:xfrm>
            <a:off x="3175000" y="2520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تِ</a:t>
            </a:r>
          </a:p>
        </p:txBody>
      </p:sp>
      <p:pic>
        <p:nvPicPr>
          <p:cNvPr id="12" name="Balloon 3" descr="Balloon 3">
            <a:hlinkClick action="ppaction://hlinksldjump" r:id="rId10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70500" y="1905000"/>
            <a:ext cx="1651000" cy="2857500"/>
          </a:xfrm>
          <a:prstGeom prst="rect">
            <a:avLst/>
          </a:prstGeom>
        </p:spPr>
      </p:pic>
      <p:sp>
        <p:nvSpPr>
          <p:cNvPr id="13" name="Balloon letter 3 هِ" descr="هِ">
            <a:hlinkClick action="ppaction://hlinksldjump" r:id="rId10"/>
          </p:cNvPr>
          <p:cNvSpPr/>
          <p:nvPr/>
        </p:nvSpPr>
        <p:spPr>
          <a:xfrm>
            <a:off x="5397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هِ</a:t>
            </a:r>
          </a:p>
        </p:txBody>
      </p:sp>
      <p:pic>
        <p:nvPicPr>
          <p:cNvPr id="14" name="Balloon 4" descr="Balloon 4">
            <a:hlinkClick action="ppaction://hlinksldjump" r:id="rId10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93000" y="2286000"/>
            <a:ext cx="1651000" cy="2857500"/>
          </a:xfrm>
          <a:prstGeom prst="rect">
            <a:avLst/>
          </a:prstGeom>
        </p:spPr>
      </p:pic>
      <p:sp>
        <p:nvSpPr>
          <p:cNvPr id="15" name="Balloon letter 4 ثِ" descr="ثِ">
            <a:hlinkClick action="ppaction://hlinksldjump" r:id="rId10"/>
          </p:cNvPr>
          <p:cNvSpPr/>
          <p:nvPr/>
        </p:nvSpPr>
        <p:spPr>
          <a:xfrm>
            <a:off x="7620000" y="2520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ثِ</a:t>
            </a:r>
          </a:p>
        </p:txBody>
      </p:sp>
      <p:pic>
        <p:nvPicPr>
          <p:cNvPr id="16" name="Balloon 5" descr="Balloon 5">
            <a:hlinkClick action="ppaction://hlinksldjump" r:id="rId10"/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715500" y="1905000"/>
            <a:ext cx="1651000" cy="2857500"/>
          </a:xfrm>
          <a:prstGeom prst="rect">
            <a:avLst/>
          </a:prstGeom>
        </p:spPr>
      </p:pic>
      <p:sp>
        <p:nvSpPr>
          <p:cNvPr id="17" name="Balloon letter 5 ظِ" descr="ظِ">
            <a:hlinkClick action="ppaction://hlinksldjump" r:id="rId10"/>
          </p:cNvPr>
          <p:cNvSpPr/>
          <p:nvPr/>
        </p:nvSpPr>
        <p:spPr>
          <a:xfrm>
            <a:off x="9842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ظِ</a:t>
            </a:r>
          </a:p>
        </p:txBody>
      </p:sp>
      <p:sp>
        <p:nvSpPr>
          <p:cNvPr id="18" name="Next button">
            <a:hlinkClick action="ppaction://hlinksldjump" r:id="rId11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Next arrow">
            <a:hlinkClick action="ppaction://hlinksldjump" r:id="rId11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4" dur="1500" fill="hold" repeatCount="indefinite" autoRev="1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6" dur="150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8" dur="1670" fill="hold" repeatCount="indefinite" autoRev="1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0" dur="1670" fill="hold" repeatCount="indefinite" autoRev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2" dur="184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4" dur="1840" fill="hold" repeatCount="indefinite" autoRev="1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7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6" dur="2010" fill="hold" repeatCount="indefinite" autoRev="1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9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8" dur="2010" fill="hold" repeatCount="indefinite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1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20" dur="2180" fill="hold" repeatCount="indefinite" autoRev="1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3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22" dur="2180" fill="hold" repeatCount="indefinite" autoRev="1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Pop every balloon with"/>
          <p:cNvSpPr/>
          <p:nvPr/>
        </p:nvSpPr>
        <p:spPr>
          <a:xfrm>
            <a:off x="2730500" y="190500"/>
            <a:ext cx="546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900" b="1" lang="en-US">
                <a:solidFill>
                  <a:srgbClr val="2E2640"/>
                </a:solidFill>
                <a:latin typeface="Arial"/>
                <a:cs typeface="Arial"/>
              </a:rPr>
              <a:t>Pop every balloon with</a:t>
            </a:r>
          </a:p>
        </p:txBody>
      </p:sp>
      <p:sp>
        <p:nvSpPr>
          <p:cNvPr id="5" name="Find تِ" descr="تِ"/>
          <p:cNvSpPr/>
          <p:nvPr/>
        </p:nvSpPr>
        <p:spPr>
          <a:xfrm>
            <a:off x="81915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تِ</a:t>
            </a:r>
          </a:p>
        </p:txBody>
      </p:sp>
      <p:sp>
        <p:nvSpPr>
          <p:cNvPr id="6" name="Star place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Balloon 1" descr="Balloon 1">
            <a:hlinkClick action="ppaction://hlinksldjump" r:id="rId8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5500" y="1905000"/>
            <a:ext cx="1651000" cy="2857500"/>
          </a:xfrm>
          <a:prstGeom prst="rect">
            <a:avLst/>
          </a:prstGeom>
        </p:spPr>
      </p:pic>
      <p:sp>
        <p:nvSpPr>
          <p:cNvPr id="9" name="Balloon letter 1 تِ" descr="تِ">
            <a:hlinkClick action="ppaction://hlinksldjump" r:id="rId8"/>
          </p:cNvPr>
          <p:cNvSpPr/>
          <p:nvPr/>
        </p:nvSpPr>
        <p:spPr>
          <a:xfrm>
            <a:off x="952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تِ</a:t>
            </a:r>
          </a:p>
        </p:txBody>
      </p:sp>
      <p:pic>
        <p:nvPicPr>
          <p:cNvPr id="10" name="Balloon 2" descr="Balloon 2">
            <a:hlinkClick action="ppaction://hlinksldjump" r:id="rId9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48000" y="2286000"/>
            <a:ext cx="1651000" cy="2857500"/>
          </a:xfrm>
          <a:prstGeom prst="rect">
            <a:avLst/>
          </a:prstGeom>
        </p:spPr>
      </p:pic>
      <p:sp>
        <p:nvSpPr>
          <p:cNvPr id="11" name="Balloon letter 2 تِ" descr="تِ">
            <a:hlinkClick action="ppaction://hlinksldjump" r:id="rId9"/>
          </p:cNvPr>
          <p:cNvSpPr/>
          <p:nvPr/>
        </p:nvSpPr>
        <p:spPr>
          <a:xfrm>
            <a:off x="3175000" y="2520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تِ</a:t>
            </a:r>
          </a:p>
        </p:txBody>
      </p:sp>
      <p:pic>
        <p:nvPicPr>
          <p:cNvPr id="12" name="Balloon 3" descr="Balloon 3">
            <a:hlinkClick action="ppaction://hlinksldjump" r:id="rId10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70500" y="1905000"/>
            <a:ext cx="1651000" cy="2857500"/>
          </a:xfrm>
          <a:prstGeom prst="rect">
            <a:avLst/>
          </a:prstGeom>
        </p:spPr>
      </p:pic>
      <p:sp>
        <p:nvSpPr>
          <p:cNvPr id="13" name="Balloon letter 3 هِ" descr="هِ">
            <a:hlinkClick action="ppaction://hlinksldjump" r:id="rId10"/>
          </p:cNvPr>
          <p:cNvSpPr/>
          <p:nvPr/>
        </p:nvSpPr>
        <p:spPr>
          <a:xfrm>
            <a:off x="5397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هِ</a:t>
            </a:r>
          </a:p>
        </p:txBody>
      </p:sp>
      <p:pic>
        <p:nvPicPr>
          <p:cNvPr id="14" name="Balloon 4" descr="Balloon 4">
            <a:hlinkClick action="ppaction://hlinksldjump" r:id="rId10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93000" y="2286000"/>
            <a:ext cx="1651000" cy="2857500"/>
          </a:xfrm>
          <a:prstGeom prst="rect">
            <a:avLst/>
          </a:prstGeom>
        </p:spPr>
      </p:pic>
      <p:sp>
        <p:nvSpPr>
          <p:cNvPr id="15" name="Balloon letter 4 ثِ" descr="ثِ">
            <a:hlinkClick action="ppaction://hlinksldjump" r:id="rId10"/>
          </p:cNvPr>
          <p:cNvSpPr/>
          <p:nvPr/>
        </p:nvSpPr>
        <p:spPr>
          <a:xfrm>
            <a:off x="7620000" y="2520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ثِ</a:t>
            </a:r>
          </a:p>
        </p:txBody>
      </p:sp>
      <p:pic>
        <p:nvPicPr>
          <p:cNvPr id="16" name="Balloon 5" descr="Balloon 5">
            <a:hlinkClick action="ppaction://hlinksldjump" r:id="rId10"/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715500" y="1905000"/>
            <a:ext cx="1651000" cy="2857500"/>
          </a:xfrm>
          <a:prstGeom prst="rect">
            <a:avLst/>
          </a:prstGeom>
        </p:spPr>
      </p:pic>
      <p:sp>
        <p:nvSpPr>
          <p:cNvPr id="17" name="Balloon letter 5 ظِ" descr="ظِ">
            <a:hlinkClick action="ppaction://hlinksldjump" r:id="rId10"/>
          </p:cNvPr>
          <p:cNvSpPr/>
          <p:nvPr/>
        </p:nvSpPr>
        <p:spPr>
          <a:xfrm>
            <a:off x="9842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ظِ</a:t>
            </a:r>
          </a:p>
        </p:txBody>
      </p:sp>
      <p:sp>
        <p:nvSpPr>
          <p:cNvPr id="18" name="Try again!" descr="Try again!"/>
          <p:cNvSpPr/>
          <p:nvPr/>
        </p:nvSpPr>
        <p:spPr>
          <a:xfrm>
            <a:off x="7937500" y="5270500"/>
            <a:ext cx="3048000" cy="1460500"/>
          </a:xfrm>
          <a:prstGeom prst="cloudCallout">
            <a:avLst/>
          </a:prstGeom>
          <a:solidFill>
            <a:srgbClr val="FFFFFF"/>
          </a:solidFill>
          <a:ln w="50800">
            <a:solidFill>
              <a:srgbClr val="E5536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2500" b="1" lang="en-US">
                <a:solidFill>
                  <a:srgbClr val="E5536F"/>
                </a:solidFill>
                <a:latin typeface="Arial"/>
                <a:cs typeface="Arial"/>
              </a:rPr>
              <a:t>Try again!</a:t>
            </a:r>
          </a:p>
        </p:txBody>
      </p:sp>
      <p:sp>
        <p:nvSpPr>
          <p:cNvPr id="19" name="Next button">
            <a:hlinkClick action="ppaction://hlinksldjump" r:id="rId11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Next arrow">
            <a:hlinkClick action="ppaction://hlinksldjump" r:id="rId11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12" name="boing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4" dur="1500" fill="hold" repeatCount="indefinite" autoRev="1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6" dur="150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8" dur="1670" fill="hold" repeatCount="indefinite" autoRev="1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0" dur="1670" fill="hold" repeatCount="indefinite" autoRev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2" dur="184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4" dur="1840" fill="hold" repeatCount="indefinite" autoRev="1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7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6" dur="2010" fill="hold" repeatCount="indefinite" autoRev="1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9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8" dur="2010" fill="hold" repeatCount="indefinite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1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20" dur="2180" fill="hold" repeatCount="indefinite" autoRev="1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3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22" dur="2180" fill="hold" repeatCount="indefinite" autoRev="1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8" presetID="53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Pop every balloon with"/>
          <p:cNvSpPr/>
          <p:nvPr/>
        </p:nvSpPr>
        <p:spPr>
          <a:xfrm>
            <a:off x="2730500" y="190500"/>
            <a:ext cx="546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900" b="1" lang="en-US">
                <a:solidFill>
                  <a:srgbClr val="2E2640"/>
                </a:solidFill>
                <a:latin typeface="Arial"/>
                <a:cs typeface="Arial"/>
              </a:rPr>
              <a:t>Pop every balloon with</a:t>
            </a:r>
          </a:p>
        </p:txBody>
      </p:sp>
      <p:sp>
        <p:nvSpPr>
          <p:cNvPr id="5" name="Find تِ" descr="تِ"/>
          <p:cNvSpPr/>
          <p:nvPr/>
        </p:nvSpPr>
        <p:spPr>
          <a:xfrm>
            <a:off x="81915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تِ</a:t>
            </a:r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Balloon 2" descr="Balloon 2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48000" y="2286000"/>
            <a:ext cx="1651000" cy="2857500"/>
          </a:xfrm>
          <a:prstGeom prst="rect">
            <a:avLst/>
          </a:prstGeom>
        </p:spPr>
      </p:pic>
      <p:sp>
        <p:nvSpPr>
          <p:cNvPr id="9" name="Balloon letter 2 تِ" descr="تِ">
            <a:hlinkClick action="ppaction://hlinksldjump" r:id="rId7"/>
          </p:cNvPr>
          <p:cNvSpPr/>
          <p:nvPr/>
        </p:nvSpPr>
        <p:spPr>
          <a:xfrm>
            <a:off x="3175000" y="2520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تِ</a:t>
            </a:r>
          </a:p>
        </p:txBody>
      </p:sp>
      <p:pic>
        <p:nvPicPr>
          <p:cNvPr id="10" name="Balloon 3" descr="Balloon 3">
            <a:hlinkClick action="ppaction://hlinksldjump" r:id="rId8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70500" y="1905000"/>
            <a:ext cx="1651000" cy="2857500"/>
          </a:xfrm>
          <a:prstGeom prst="rect">
            <a:avLst/>
          </a:prstGeom>
        </p:spPr>
      </p:pic>
      <p:sp>
        <p:nvSpPr>
          <p:cNvPr id="11" name="Balloon letter 3 هِ" descr="هِ">
            <a:hlinkClick action="ppaction://hlinksldjump" r:id="rId8"/>
          </p:cNvPr>
          <p:cNvSpPr/>
          <p:nvPr/>
        </p:nvSpPr>
        <p:spPr>
          <a:xfrm>
            <a:off x="5397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هِ</a:t>
            </a:r>
          </a:p>
        </p:txBody>
      </p:sp>
      <p:pic>
        <p:nvPicPr>
          <p:cNvPr id="12" name="Balloon 4" descr="Balloon 4">
            <a:hlinkClick action="ppaction://hlinksldjump" r:id="rId8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93000" y="2286000"/>
            <a:ext cx="1651000" cy="2857500"/>
          </a:xfrm>
          <a:prstGeom prst="rect">
            <a:avLst/>
          </a:prstGeom>
        </p:spPr>
      </p:pic>
      <p:sp>
        <p:nvSpPr>
          <p:cNvPr id="13" name="Balloon letter 4 ثِ" descr="ثِ">
            <a:hlinkClick action="ppaction://hlinksldjump" r:id="rId8"/>
          </p:cNvPr>
          <p:cNvSpPr/>
          <p:nvPr/>
        </p:nvSpPr>
        <p:spPr>
          <a:xfrm>
            <a:off x="7620000" y="2520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ثِ</a:t>
            </a:r>
          </a:p>
        </p:txBody>
      </p:sp>
      <p:pic>
        <p:nvPicPr>
          <p:cNvPr id="14" name="Balloon 5" descr="Balloon 5">
            <a:hlinkClick action="ppaction://hlinksldjump" r:id="rId8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715500" y="1905000"/>
            <a:ext cx="1651000" cy="2857500"/>
          </a:xfrm>
          <a:prstGeom prst="rect">
            <a:avLst/>
          </a:prstGeom>
        </p:spPr>
      </p:pic>
      <p:sp>
        <p:nvSpPr>
          <p:cNvPr id="15" name="Balloon letter 5 ظِ" descr="ظِ">
            <a:hlinkClick action="ppaction://hlinksldjump" r:id="rId8"/>
          </p:cNvPr>
          <p:cNvSpPr/>
          <p:nvPr/>
        </p:nvSpPr>
        <p:spPr>
          <a:xfrm>
            <a:off x="9842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ظِ</a:t>
            </a:r>
          </a:p>
        </p:txBody>
      </p:sp>
      <p:sp>
        <p:nvSpPr>
          <p:cNvPr id="16" name="Next button">
            <a:hlinkClick action="ppaction://hlinksldjump" r:id="rId9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Next arrow">
            <a:hlinkClick action="ppaction://hlinksldjump" r:id="rId9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10" name="po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9" dur="1670" fill="hold" repeatCount="indefinite" autoRev="1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2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1" dur="167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4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3" dur="1840" fill="hold" repeatCount="indefinite" autoRev="1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6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5" dur="1840" fill="hold" repeatCount="indefinite" autoRev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8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7" dur="201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0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9" dur="2010" fill="hold" repeatCount="indefinite" autoRev="1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2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21" dur="2180" fill="hold" repeatCount="indefinite" autoRev="1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4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23" dur="2180" fill="hold" repeatCount="indefinite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Pop every balloon with"/>
          <p:cNvSpPr/>
          <p:nvPr/>
        </p:nvSpPr>
        <p:spPr>
          <a:xfrm>
            <a:off x="2730500" y="190500"/>
            <a:ext cx="546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900" b="1" lang="en-US">
                <a:solidFill>
                  <a:srgbClr val="2E2640"/>
                </a:solidFill>
                <a:latin typeface="Arial"/>
                <a:cs typeface="Arial"/>
              </a:rPr>
              <a:t>Pop every balloon with</a:t>
            </a:r>
          </a:p>
        </p:txBody>
      </p:sp>
      <p:sp>
        <p:nvSpPr>
          <p:cNvPr id="5" name="Find تِ" descr="تِ"/>
          <p:cNvSpPr/>
          <p:nvPr/>
        </p:nvSpPr>
        <p:spPr>
          <a:xfrm>
            <a:off x="81915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تِ</a:t>
            </a:r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Balloon 2" descr="Balloon 2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48000" y="2286000"/>
            <a:ext cx="1651000" cy="2857500"/>
          </a:xfrm>
          <a:prstGeom prst="rect">
            <a:avLst/>
          </a:prstGeom>
        </p:spPr>
      </p:pic>
      <p:sp>
        <p:nvSpPr>
          <p:cNvPr id="9" name="Balloon letter 2 تِ" descr="تِ">
            <a:hlinkClick action="ppaction://hlinksldjump" r:id="rId7"/>
          </p:cNvPr>
          <p:cNvSpPr/>
          <p:nvPr/>
        </p:nvSpPr>
        <p:spPr>
          <a:xfrm>
            <a:off x="3175000" y="2520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تِ</a:t>
            </a:r>
          </a:p>
        </p:txBody>
      </p:sp>
      <p:pic>
        <p:nvPicPr>
          <p:cNvPr id="10" name="Balloon 3" descr="Balloon 3">
            <a:hlinkClick action="ppaction://hlinksldjump" r:id="rId8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70500" y="1905000"/>
            <a:ext cx="1651000" cy="2857500"/>
          </a:xfrm>
          <a:prstGeom prst="rect">
            <a:avLst/>
          </a:prstGeom>
        </p:spPr>
      </p:pic>
      <p:sp>
        <p:nvSpPr>
          <p:cNvPr id="11" name="Balloon letter 3 هِ" descr="هِ">
            <a:hlinkClick action="ppaction://hlinksldjump" r:id="rId8"/>
          </p:cNvPr>
          <p:cNvSpPr/>
          <p:nvPr/>
        </p:nvSpPr>
        <p:spPr>
          <a:xfrm>
            <a:off x="5397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هِ</a:t>
            </a:r>
          </a:p>
        </p:txBody>
      </p:sp>
      <p:pic>
        <p:nvPicPr>
          <p:cNvPr id="12" name="Balloon 4" descr="Balloon 4">
            <a:hlinkClick action="ppaction://hlinksldjump" r:id="rId8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93000" y="2286000"/>
            <a:ext cx="1651000" cy="2857500"/>
          </a:xfrm>
          <a:prstGeom prst="rect">
            <a:avLst/>
          </a:prstGeom>
        </p:spPr>
      </p:pic>
      <p:sp>
        <p:nvSpPr>
          <p:cNvPr id="13" name="Balloon letter 4 ثِ" descr="ثِ">
            <a:hlinkClick action="ppaction://hlinksldjump" r:id="rId8"/>
          </p:cNvPr>
          <p:cNvSpPr/>
          <p:nvPr/>
        </p:nvSpPr>
        <p:spPr>
          <a:xfrm>
            <a:off x="7620000" y="2520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ثِ</a:t>
            </a:r>
          </a:p>
        </p:txBody>
      </p:sp>
      <p:pic>
        <p:nvPicPr>
          <p:cNvPr id="14" name="Balloon 5" descr="Balloon 5">
            <a:hlinkClick action="ppaction://hlinksldjump" r:id="rId8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715500" y="1905000"/>
            <a:ext cx="1651000" cy="2857500"/>
          </a:xfrm>
          <a:prstGeom prst="rect">
            <a:avLst/>
          </a:prstGeom>
        </p:spPr>
      </p:pic>
      <p:sp>
        <p:nvSpPr>
          <p:cNvPr id="15" name="Balloon letter 5 ظِ" descr="ظِ">
            <a:hlinkClick action="ppaction://hlinksldjump" r:id="rId8"/>
          </p:cNvPr>
          <p:cNvSpPr/>
          <p:nvPr/>
        </p:nvSpPr>
        <p:spPr>
          <a:xfrm>
            <a:off x="9842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ظِ</a:t>
            </a:r>
          </a:p>
        </p:txBody>
      </p:sp>
      <p:sp>
        <p:nvSpPr>
          <p:cNvPr id="16" name="Try again!" descr="Try again!"/>
          <p:cNvSpPr/>
          <p:nvPr/>
        </p:nvSpPr>
        <p:spPr>
          <a:xfrm>
            <a:off x="7937500" y="5270500"/>
            <a:ext cx="3048000" cy="1460500"/>
          </a:xfrm>
          <a:prstGeom prst="cloudCallout">
            <a:avLst/>
          </a:prstGeom>
          <a:solidFill>
            <a:srgbClr val="FFFFFF"/>
          </a:solidFill>
          <a:ln w="50800">
            <a:solidFill>
              <a:srgbClr val="E5536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2500" b="1" lang="en-US">
                <a:solidFill>
                  <a:srgbClr val="E5536F"/>
                </a:solidFill>
                <a:latin typeface="Arial"/>
                <a:cs typeface="Arial"/>
              </a:rPr>
              <a:t>Try again!</a:t>
            </a:r>
          </a:p>
        </p:txBody>
      </p:sp>
      <p:sp>
        <p:nvSpPr>
          <p:cNvPr id="17" name="Next button">
            <a:hlinkClick action="ppaction://hlinksldjump" r:id="rId9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Next arrow">
            <a:hlinkClick action="ppaction://hlinksldjump" r:id="rId9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10" name="boing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4" dur="1670" fill="hold" repeatCount="indefinite" autoRev="1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6" dur="167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8" dur="1840" fill="hold" repeatCount="indefinite" autoRev="1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0" dur="1840" fill="hold" repeatCount="indefinite" autoRev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2" dur="201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4" dur="2010" fill="hold" repeatCount="indefinite" autoRev="1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7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6" dur="2180" fill="hold" repeatCount="indefinite" autoRev="1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9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8" dur="2180" fill="hold" repeatCount="indefinite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4" presetID="53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Pop every balloon with"/>
          <p:cNvSpPr/>
          <p:nvPr/>
        </p:nvSpPr>
        <p:spPr>
          <a:xfrm>
            <a:off x="2730500" y="190500"/>
            <a:ext cx="546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900" b="1" lang="en-US">
                <a:solidFill>
                  <a:srgbClr val="2E2640"/>
                </a:solidFill>
                <a:latin typeface="Arial"/>
                <a:cs typeface="Arial"/>
              </a:rPr>
              <a:t>Pop every balloon with</a:t>
            </a:r>
          </a:p>
        </p:txBody>
      </p:sp>
      <p:sp>
        <p:nvSpPr>
          <p:cNvPr id="5" name="Find تِ" descr="تِ"/>
          <p:cNvSpPr/>
          <p:nvPr/>
        </p:nvSpPr>
        <p:spPr>
          <a:xfrm>
            <a:off x="81915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تِ</a:t>
            </a:r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Balloon 1" descr="Balloon 1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5500" y="1905000"/>
            <a:ext cx="1651000" cy="2857500"/>
          </a:xfrm>
          <a:prstGeom prst="rect">
            <a:avLst/>
          </a:prstGeom>
        </p:spPr>
      </p:pic>
      <p:sp>
        <p:nvSpPr>
          <p:cNvPr id="9" name="Balloon letter 1 تِ" descr="تِ">
            <a:hlinkClick action="ppaction://hlinksldjump" r:id="rId7"/>
          </p:cNvPr>
          <p:cNvSpPr/>
          <p:nvPr/>
        </p:nvSpPr>
        <p:spPr>
          <a:xfrm>
            <a:off x="952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تِ</a:t>
            </a:r>
          </a:p>
        </p:txBody>
      </p:sp>
      <p:pic>
        <p:nvPicPr>
          <p:cNvPr id="10" name="Balloon 3" descr="Balloon 3">
            <a:hlinkClick action="ppaction://hlinksldjump" r:id="rId8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70500" y="1905000"/>
            <a:ext cx="1651000" cy="2857500"/>
          </a:xfrm>
          <a:prstGeom prst="rect">
            <a:avLst/>
          </a:prstGeom>
        </p:spPr>
      </p:pic>
      <p:sp>
        <p:nvSpPr>
          <p:cNvPr id="11" name="Balloon letter 3 هِ" descr="هِ">
            <a:hlinkClick action="ppaction://hlinksldjump" r:id="rId8"/>
          </p:cNvPr>
          <p:cNvSpPr/>
          <p:nvPr/>
        </p:nvSpPr>
        <p:spPr>
          <a:xfrm>
            <a:off x="5397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هِ</a:t>
            </a:r>
          </a:p>
        </p:txBody>
      </p:sp>
      <p:pic>
        <p:nvPicPr>
          <p:cNvPr id="12" name="Balloon 4" descr="Balloon 4">
            <a:hlinkClick action="ppaction://hlinksldjump" r:id="rId8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93000" y="2286000"/>
            <a:ext cx="1651000" cy="2857500"/>
          </a:xfrm>
          <a:prstGeom prst="rect">
            <a:avLst/>
          </a:prstGeom>
        </p:spPr>
      </p:pic>
      <p:sp>
        <p:nvSpPr>
          <p:cNvPr id="13" name="Balloon letter 4 ثِ" descr="ثِ">
            <a:hlinkClick action="ppaction://hlinksldjump" r:id="rId8"/>
          </p:cNvPr>
          <p:cNvSpPr/>
          <p:nvPr/>
        </p:nvSpPr>
        <p:spPr>
          <a:xfrm>
            <a:off x="7620000" y="2520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ثِ</a:t>
            </a:r>
          </a:p>
        </p:txBody>
      </p:sp>
      <p:pic>
        <p:nvPicPr>
          <p:cNvPr id="14" name="Balloon 5" descr="Balloon 5">
            <a:hlinkClick action="ppaction://hlinksldjump" r:id="rId8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715500" y="1905000"/>
            <a:ext cx="1651000" cy="2857500"/>
          </a:xfrm>
          <a:prstGeom prst="rect">
            <a:avLst/>
          </a:prstGeom>
        </p:spPr>
      </p:pic>
      <p:sp>
        <p:nvSpPr>
          <p:cNvPr id="15" name="Balloon letter 5 ظِ" descr="ظِ">
            <a:hlinkClick action="ppaction://hlinksldjump" r:id="rId8"/>
          </p:cNvPr>
          <p:cNvSpPr/>
          <p:nvPr/>
        </p:nvSpPr>
        <p:spPr>
          <a:xfrm>
            <a:off x="9842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ظِ</a:t>
            </a:r>
          </a:p>
        </p:txBody>
      </p:sp>
      <p:sp>
        <p:nvSpPr>
          <p:cNvPr id="16" name="Next button">
            <a:hlinkClick action="ppaction://hlinksldjump" r:id="rId9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Next arrow">
            <a:hlinkClick action="ppaction://hlinksldjump" r:id="rId9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10" name="po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9" dur="1500" fill="hold" repeatCount="indefinite" autoRev="1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2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1" dur="150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4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3" dur="1840" fill="hold" repeatCount="indefinite" autoRev="1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6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5" dur="1840" fill="hold" repeatCount="indefinite" autoRev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8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7" dur="201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0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9" dur="2010" fill="hold" repeatCount="indefinite" autoRev="1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2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21" dur="2180" fill="hold" repeatCount="indefinite" autoRev="1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4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23" dur="2180" fill="hold" repeatCount="indefinite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Pop every balloon with"/>
          <p:cNvSpPr/>
          <p:nvPr/>
        </p:nvSpPr>
        <p:spPr>
          <a:xfrm>
            <a:off x="2730500" y="190500"/>
            <a:ext cx="546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900" b="1" lang="en-US">
                <a:solidFill>
                  <a:srgbClr val="2E2640"/>
                </a:solidFill>
                <a:latin typeface="Arial"/>
                <a:cs typeface="Arial"/>
              </a:rPr>
              <a:t>Pop every balloon with</a:t>
            </a:r>
          </a:p>
        </p:txBody>
      </p:sp>
      <p:sp>
        <p:nvSpPr>
          <p:cNvPr id="5" name="Find تِ" descr="تِ"/>
          <p:cNvSpPr/>
          <p:nvPr/>
        </p:nvSpPr>
        <p:spPr>
          <a:xfrm>
            <a:off x="81915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تِ</a:t>
            </a:r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Balloon 1" descr="Balloon 1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5500" y="1905000"/>
            <a:ext cx="1651000" cy="2857500"/>
          </a:xfrm>
          <a:prstGeom prst="rect">
            <a:avLst/>
          </a:prstGeom>
        </p:spPr>
      </p:pic>
      <p:sp>
        <p:nvSpPr>
          <p:cNvPr id="9" name="Balloon letter 1 تِ" descr="تِ">
            <a:hlinkClick action="ppaction://hlinksldjump" r:id="rId7"/>
          </p:cNvPr>
          <p:cNvSpPr/>
          <p:nvPr/>
        </p:nvSpPr>
        <p:spPr>
          <a:xfrm>
            <a:off x="952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تِ</a:t>
            </a:r>
          </a:p>
        </p:txBody>
      </p:sp>
      <p:pic>
        <p:nvPicPr>
          <p:cNvPr id="10" name="Balloon 3" descr="Balloon 3">
            <a:hlinkClick action="ppaction://hlinksldjump" r:id="rId8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70500" y="1905000"/>
            <a:ext cx="1651000" cy="2857500"/>
          </a:xfrm>
          <a:prstGeom prst="rect">
            <a:avLst/>
          </a:prstGeom>
        </p:spPr>
      </p:pic>
      <p:sp>
        <p:nvSpPr>
          <p:cNvPr id="11" name="Balloon letter 3 هِ" descr="هِ">
            <a:hlinkClick action="ppaction://hlinksldjump" r:id="rId8"/>
          </p:cNvPr>
          <p:cNvSpPr/>
          <p:nvPr/>
        </p:nvSpPr>
        <p:spPr>
          <a:xfrm>
            <a:off x="5397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هِ</a:t>
            </a:r>
          </a:p>
        </p:txBody>
      </p:sp>
      <p:pic>
        <p:nvPicPr>
          <p:cNvPr id="12" name="Balloon 4" descr="Balloon 4">
            <a:hlinkClick action="ppaction://hlinksldjump" r:id="rId8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93000" y="2286000"/>
            <a:ext cx="1651000" cy="2857500"/>
          </a:xfrm>
          <a:prstGeom prst="rect">
            <a:avLst/>
          </a:prstGeom>
        </p:spPr>
      </p:pic>
      <p:sp>
        <p:nvSpPr>
          <p:cNvPr id="13" name="Balloon letter 4 ثِ" descr="ثِ">
            <a:hlinkClick action="ppaction://hlinksldjump" r:id="rId8"/>
          </p:cNvPr>
          <p:cNvSpPr/>
          <p:nvPr/>
        </p:nvSpPr>
        <p:spPr>
          <a:xfrm>
            <a:off x="7620000" y="2520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ثِ</a:t>
            </a:r>
          </a:p>
        </p:txBody>
      </p:sp>
      <p:pic>
        <p:nvPicPr>
          <p:cNvPr id="14" name="Balloon 5" descr="Balloon 5">
            <a:hlinkClick action="ppaction://hlinksldjump" r:id="rId8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715500" y="1905000"/>
            <a:ext cx="1651000" cy="2857500"/>
          </a:xfrm>
          <a:prstGeom prst="rect">
            <a:avLst/>
          </a:prstGeom>
        </p:spPr>
      </p:pic>
      <p:sp>
        <p:nvSpPr>
          <p:cNvPr id="15" name="Balloon letter 5 ظِ" descr="ظِ">
            <a:hlinkClick action="ppaction://hlinksldjump" r:id="rId8"/>
          </p:cNvPr>
          <p:cNvSpPr/>
          <p:nvPr/>
        </p:nvSpPr>
        <p:spPr>
          <a:xfrm>
            <a:off x="9842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ظِ</a:t>
            </a:r>
          </a:p>
        </p:txBody>
      </p:sp>
      <p:sp>
        <p:nvSpPr>
          <p:cNvPr id="16" name="Try again!" descr="Try again!"/>
          <p:cNvSpPr/>
          <p:nvPr/>
        </p:nvSpPr>
        <p:spPr>
          <a:xfrm>
            <a:off x="7937500" y="5270500"/>
            <a:ext cx="3048000" cy="1460500"/>
          </a:xfrm>
          <a:prstGeom prst="cloudCallout">
            <a:avLst/>
          </a:prstGeom>
          <a:solidFill>
            <a:srgbClr val="FFFFFF"/>
          </a:solidFill>
          <a:ln w="50800">
            <a:solidFill>
              <a:srgbClr val="E5536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2500" b="1" lang="en-US">
                <a:solidFill>
                  <a:srgbClr val="E5536F"/>
                </a:solidFill>
                <a:latin typeface="Arial"/>
                <a:cs typeface="Arial"/>
              </a:rPr>
              <a:t>Try again!</a:t>
            </a:r>
          </a:p>
        </p:txBody>
      </p:sp>
      <p:sp>
        <p:nvSpPr>
          <p:cNvPr id="17" name="Next button">
            <a:hlinkClick action="ppaction://hlinksldjump" r:id="rId9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Next arrow">
            <a:hlinkClick action="ppaction://hlinksldjump" r:id="rId9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10" name="boing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4" dur="1500" fill="hold" repeatCount="indefinite" autoRev="1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6" dur="150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8" dur="1840" fill="hold" repeatCount="indefinite" autoRev="1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0" dur="1840" fill="hold" repeatCount="indefinite" autoRev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2" dur="201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4" dur="2010" fill="hold" repeatCount="indefinite" autoRev="1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7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6" dur="2180" fill="hold" repeatCount="indefinite" autoRev="1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9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8" dur="2180" fill="hold" repeatCount="indefinite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4" presetID="53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Pop every balloon with"/>
          <p:cNvSpPr/>
          <p:nvPr/>
        </p:nvSpPr>
        <p:spPr>
          <a:xfrm>
            <a:off x="2730500" y="190500"/>
            <a:ext cx="546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900" b="1" lang="en-US">
                <a:solidFill>
                  <a:srgbClr val="2E2640"/>
                </a:solidFill>
                <a:latin typeface="Arial"/>
                <a:cs typeface="Arial"/>
              </a:rPr>
              <a:t>Pop every balloon with</a:t>
            </a:r>
          </a:p>
        </p:txBody>
      </p:sp>
      <p:sp>
        <p:nvSpPr>
          <p:cNvPr id="5" name="Find تِ" descr="تِ"/>
          <p:cNvSpPr/>
          <p:nvPr/>
        </p:nvSpPr>
        <p:spPr>
          <a:xfrm>
            <a:off x="81915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تِ</a:t>
            </a:r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Balloon 3" descr="Balloon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70500" y="1905000"/>
            <a:ext cx="1651000" cy="2857500"/>
          </a:xfrm>
          <a:prstGeom prst="rect">
            <a:avLst/>
          </a:prstGeom>
        </p:spPr>
      </p:pic>
      <p:sp>
        <p:nvSpPr>
          <p:cNvPr id="9" name="Balloon letter 3 هِ" descr="هِ"/>
          <p:cNvSpPr/>
          <p:nvPr/>
        </p:nvSpPr>
        <p:spPr>
          <a:xfrm>
            <a:off x="5397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هِ</a:t>
            </a:r>
          </a:p>
        </p:txBody>
      </p:sp>
      <p:pic>
        <p:nvPicPr>
          <p:cNvPr id="10" name="Balloon 4" descr="Balloon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3000" y="2286000"/>
            <a:ext cx="1651000" cy="2857500"/>
          </a:xfrm>
          <a:prstGeom prst="rect">
            <a:avLst/>
          </a:prstGeom>
        </p:spPr>
      </p:pic>
      <p:sp>
        <p:nvSpPr>
          <p:cNvPr id="11" name="Balloon letter 4 ثِ" descr="ثِ"/>
          <p:cNvSpPr/>
          <p:nvPr/>
        </p:nvSpPr>
        <p:spPr>
          <a:xfrm>
            <a:off x="7620000" y="2520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ثِ</a:t>
            </a:r>
          </a:p>
        </p:txBody>
      </p:sp>
      <p:pic>
        <p:nvPicPr>
          <p:cNvPr id="12" name="Balloon 5" descr="Balloon 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15500" y="1905000"/>
            <a:ext cx="1651000" cy="2857500"/>
          </a:xfrm>
          <a:prstGeom prst="rect">
            <a:avLst/>
          </a:prstGeom>
        </p:spPr>
      </p:pic>
      <p:sp>
        <p:nvSpPr>
          <p:cNvPr id="13" name="Balloon letter 5 ظِ" descr="ظِ"/>
          <p:cNvSpPr/>
          <p:nvPr/>
        </p:nvSpPr>
        <p:spPr>
          <a:xfrm>
            <a:off x="9842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ظِ</a:t>
            </a:r>
          </a:p>
        </p:txBody>
      </p:sp>
      <p:sp>
        <p:nvSpPr>
          <p:cNvPr id="14" name="Great job!" descr="Great job!"/>
          <p:cNvSpPr/>
          <p:nvPr/>
        </p:nvSpPr>
        <p:spPr>
          <a:xfrm>
            <a:off x="7937500" y="5270500"/>
            <a:ext cx="3048000" cy="1460500"/>
          </a:xfrm>
          <a:prstGeom prst="cloudCallout">
            <a:avLst/>
          </a:prstGeom>
          <a:solidFill>
            <a:srgbClr val="FFFFFF"/>
          </a:solidFill>
          <a:ln w="50800">
            <a:solidFill>
              <a:srgbClr val="2FB57A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2500" b="1" lang="en-US">
                <a:solidFill>
                  <a:srgbClr val="2FB57A"/>
                </a:solidFill>
                <a:latin typeface="Arial"/>
                <a:cs typeface="Arial"/>
              </a:rPr>
              <a:t>Great job!</a:t>
            </a:r>
          </a:p>
        </p:txBody>
      </p:sp>
      <p:sp>
        <p:nvSpPr>
          <p:cNvPr id="15" name="Next button">
            <a:hlinkClick action="ppaction://hlinksldjump" r:id="rId6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Next arrow">
            <a:hlinkClick action="ppaction://hlinksldjump" r:id="rId6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7" name="sound anchor" descr="sound anchor (invisible)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2700" y="12700"/>
            <a:ext cx="25400" cy="25400"/>
          </a:xfrm>
          <a:prstGeom prst="rect">
            <a:avLst/>
          </a:prstGeom>
        </p:spPr>
      </p:pic>
    </p:spTree>
  </p:cSld>
  <p:clrMapOvr>
    <a:masterClrMapping/>
  </p:clrMapOvr>
  <p:transition advClick="0">
    <p:sndAc>
      <p:stSnd>
        <p:snd r:embed="rId7" name="po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9" dur="1840" fill="hold" repeatCount="indefinite" autoRev="1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2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1" dur="184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4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3" dur="2010" fill="hold" repeatCount="indefinite" autoRev="1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6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5" dur="2010" fill="hold" repeatCount="indefinite" autoRev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8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7" dur="218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0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9" dur="2180" fill="hold" repeatCount="indefinite" autoRev="1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5" presetID="53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2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100000">
                                        <p:cTn id="2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9" name="cheer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921000" y="190500"/>
            <a:ext cx="6350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Feed me"/>
          <p:cNvSpPr/>
          <p:nvPr/>
        </p:nvSpPr>
        <p:spPr>
          <a:xfrm>
            <a:off x="3048000" y="190500"/>
            <a:ext cx="4826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600" b="1" lang="en-US">
                <a:solidFill>
                  <a:srgbClr val="2E2640"/>
                </a:solidFill>
                <a:latin typeface="Arial"/>
                <a:cs typeface="Arial"/>
              </a:rPr>
              <a:t>Feed me</a:t>
            </a:r>
          </a:p>
        </p:txBody>
      </p:sp>
      <p:sp>
        <p:nvSpPr>
          <p:cNvPr id="5" name="Find تِ" descr="تِ"/>
          <p:cNvSpPr/>
          <p:nvPr/>
        </p:nvSpPr>
        <p:spPr>
          <a:xfrm>
            <a:off x="78740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تِ</a:t>
            </a:r>
          </a:p>
        </p:txBody>
      </p:sp>
      <p:pic>
        <p:nvPicPr>
          <p:cNvPr id="6" name="Monster" descr="Monste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2095500"/>
            <a:ext cx="3810000" cy="3810000"/>
          </a:xfrm>
          <a:prstGeom prst="rect">
            <a:avLst/>
          </a:prstGeom>
        </p:spPr>
      </p:pic>
      <p:pic>
        <p:nvPicPr>
          <p:cNvPr id="7" name="Food 1" descr="Food 1">
            <a:hlinkClick action="ppaction://hlinksldjump" r:id="rId6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5000" y="1778000"/>
            <a:ext cx="1905000" cy="1905000"/>
          </a:xfrm>
          <a:prstGeom prst="rect">
            <a:avLst/>
          </a:prstGeom>
        </p:spPr>
      </p:pic>
      <p:sp>
        <p:nvSpPr>
          <p:cNvPr id="8" name="Food letter 1 ضِ" descr="ضِ">
            <a:hlinkClick action="ppaction://hlinksldjump" r:id="rId6"/>
          </p:cNvPr>
          <p:cNvSpPr/>
          <p:nvPr/>
        </p:nvSpPr>
        <p:spPr>
          <a:xfrm>
            <a:off x="7429500" y="2317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ضِ</a:t>
            </a:r>
          </a:p>
        </p:txBody>
      </p:sp>
      <p:pic>
        <p:nvPicPr>
          <p:cNvPr id="9" name="Food 2" descr="Food 2">
            <a:hlinkClick action="ppaction://hlinksldjump" r:id="rId6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25000" y="1778000"/>
            <a:ext cx="1905000" cy="1905000"/>
          </a:xfrm>
          <a:prstGeom prst="rect">
            <a:avLst/>
          </a:prstGeom>
        </p:spPr>
      </p:pic>
      <p:sp>
        <p:nvSpPr>
          <p:cNvPr id="10" name="Food letter 2 زِ" descr="زِ">
            <a:hlinkClick action="ppaction://hlinksldjump" r:id="rId6"/>
          </p:cNvPr>
          <p:cNvSpPr/>
          <p:nvPr/>
        </p:nvSpPr>
        <p:spPr>
          <a:xfrm>
            <a:off x="9969500" y="2317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زِ</a:t>
            </a:r>
          </a:p>
        </p:txBody>
      </p:sp>
      <p:pic>
        <p:nvPicPr>
          <p:cNvPr id="11" name="Food 3" descr="Food 3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5000" y="4064000"/>
            <a:ext cx="1905000" cy="1905000"/>
          </a:xfrm>
          <a:prstGeom prst="rect">
            <a:avLst/>
          </a:prstGeom>
        </p:spPr>
      </p:pic>
      <p:sp>
        <p:nvSpPr>
          <p:cNvPr id="12" name="Food letter 3 تِ" descr="تِ">
            <a:hlinkClick action="ppaction://hlinksldjump" r:id="rId7"/>
          </p:cNvPr>
          <p:cNvSpPr/>
          <p:nvPr/>
        </p:nvSpPr>
        <p:spPr>
          <a:xfrm>
            <a:off x="7429500" y="4603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تِ</a:t>
            </a:r>
          </a:p>
        </p:txBody>
      </p:sp>
      <p:pic>
        <p:nvPicPr>
          <p:cNvPr id="13" name="Food 4" descr="Food 4">
            <a:hlinkClick action="ppaction://hlinksldjump" r:id="rId6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25000" y="4064000"/>
            <a:ext cx="1905000" cy="1905000"/>
          </a:xfrm>
          <a:prstGeom prst="rect">
            <a:avLst/>
          </a:prstGeom>
        </p:spPr>
      </p:pic>
      <p:sp>
        <p:nvSpPr>
          <p:cNvPr id="14" name="Food letter 4 خِ" descr="خِ">
            <a:hlinkClick action="ppaction://hlinksldjump" r:id="rId6"/>
          </p:cNvPr>
          <p:cNvSpPr/>
          <p:nvPr/>
        </p:nvSpPr>
        <p:spPr>
          <a:xfrm>
            <a:off x="9969500" y="4603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خِ</a:t>
            </a:r>
          </a:p>
        </p:txBody>
      </p:sp>
      <p:sp>
        <p:nvSpPr>
          <p:cNvPr id="15" name="Next button">
            <a:hlinkClick action="ppaction://hlinksldjump" r:id="rId8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Next arrow">
            <a:hlinkClick action="ppaction://hlinksldjump" r:id="rId8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 spd="med">
    <p:fade/>
  </p:transition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921000" y="190500"/>
            <a:ext cx="6350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Feed me"/>
          <p:cNvSpPr/>
          <p:nvPr/>
        </p:nvSpPr>
        <p:spPr>
          <a:xfrm>
            <a:off x="3048000" y="190500"/>
            <a:ext cx="4826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600" b="1" lang="en-US">
                <a:solidFill>
                  <a:srgbClr val="2E2640"/>
                </a:solidFill>
                <a:latin typeface="Arial"/>
                <a:cs typeface="Arial"/>
              </a:rPr>
              <a:t>Feed me</a:t>
            </a:r>
          </a:p>
        </p:txBody>
      </p:sp>
      <p:sp>
        <p:nvSpPr>
          <p:cNvPr id="5" name="Find تِ" descr="تِ"/>
          <p:cNvSpPr/>
          <p:nvPr/>
        </p:nvSpPr>
        <p:spPr>
          <a:xfrm>
            <a:off x="78740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تِ</a:t>
            </a:r>
          </a:p>
        </p:txBody>
      </p:sp>
      <p:pic>
        <p:nvPicPr>
          <p:cNvPr id="6" name="Monster" descr="Monste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2095500"/>
            <a:ext cx="3810000" cy="3810000"/>
          </a:xfrm>
          <a:prstGeom prst="rect">
            <a:avLst/>
          </a:prstGeom>
        </p:spPr>
      </p:pic>
      <p:pic>
        <p:nvPicPr>
          <p:cNvPr id="7" name="Food 1" descr="Food 1">
            <a:hlinkClick action="ppaction://hlinksldjump" r:id="rId6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5000" y="1778000"/>
            <a:ext cx="1905000" cy="1905000"/>
          </a:xfrm>
          <a:prstGeom prst="rect">
            <a:avLst/>
          </a:prstGeom>
        </p:spPr>
      </p:pic>
      <p:sp>
        <p:nvSpPr>
          <p:cNvPr id="8" name="Food letter 1 ضِ" descr="ضِ">
            <a:hlinkClick action="ppaction://hlinksldjump" r:id="rId6"/>
          </p:cNvPr>
          <p:cNvSpPr/>
          <p:nvPr/>
        </p:nvSpPr>
        <p:spPr>
          <a:xfrm>
            <a:off x="7429500" y="2317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ضِ</a:t>
            </a:r>
          </a:p>
        </p:txBody>
      </p:sp>
      <p:pic>
        <p:nvPicPr>
          <p:cNvPr id="9" name="Food 2" descr="Food 2">
            <a:hlinkClick action="ppaction://hlinksldjump" r:id="rId6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25000" y="1778000"/>
            <a:ext cx="1905000" cy="1905000"/>
          </a:xfrm>
          <a:prstGeom prst="rect">
            <a:avLst/>
          </a:prstGeom>
        </p:spPr>
      </p:pic>
      <p:sp>
        <p:nvSpPr>
          <p:cNvPr id="10" name="Food letter 2 زِ" descr="زِ">
            <a:hlinkClick action="ppaction://hlinksldjump" r:id="rId6"/>
          </p:cNvPr>
          <p:cNvSpPr/>
          <p:nvPr/>
        </p:nvSpPr>
        <p:spPr>
          <a:xfrm>
            <a:off x="9969500" y="2317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زِ</a:t>
            </a:r>
          </a:p>
        </p:txBody>
      </p:sp>
      <p:pic>
        <p:nvPicPr>
          <p:cNvPr id="11" name="Food 3" descr="Food 3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5000" y="4064000"/>
            <a:ext cx="1905000" cy="1905000"/>
          </a:xfrm>
          <a:prstGeom prst="rect">
            <a:avLst/>
          </a:prstGeom>
        </p:spPr>
      </p:pic>
      <p:sp>
        <p:nvSpPr>
          <p:cNvPr id="12" name="Food letter 3 تِ" descr="تِ">
            <a:hlinkClick action="ppaction://hlinksldjump" r:id="rId7"/>
          </p:cNvPr>
          <p:cNvSpPr/>
          <p:nvPr/>
        </p:nvSpPr>
        <p:spPr>
          <a:xfrm>
            <a:off x="7429500" y="4603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تِ</a:t>
            </a:r>
          </a:p>
        </p:txBody>
      </p:sp>
      <p:pic>
        <p:nvPicPr>
          <p:cNvPr id="13" name="Food 4" descr="Food 4">
            <a:hlinkClick action="ppaction://hlinksldjump" r:id="rId6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25000" y="4064000"/>
            <a:ext cx="1905000" cy="1905000"/>
          </a:xfrm>
          <a:prstGeom prst="rect">
            <a:avLst/>
          </a:prstGeom>
        </p:spPr>
      </p:pic>
      <p:sp>
        <p:nvSpPr>
          <p:cNvPr id="14" name="Food letter 4 خِ" descr="خِ">
            <a:hlinkClick action="ppaction://hlinksldjump" r:id="rId6"/>
          </p:cNvPr>
          <p:cNvSpPr/>
          <p:nvPr/>
        </p:nvSpPr>
        <p:spPr>
          <a:xfrm>
            <a:off x="9969500" y="4603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خِ</a:t>
            </a:r>
          </a:p>
        </p:txBody>
      </p:sp>
      <p:sp>
        <p:nvSpPr>
          <p:cNvPr id="15" name="No, thanks!" descr="No, thanks!"/>
          <p:cNvSpPr/>
          <p:nvPr/>
        </p:nvSpPr>
        <p:spPr>
          <a:xfrm>
            <a:off x="3302000" y="1079500"/>
            <a:ext cx="3302000" cy="1524000"/>
          </a:xfrm>
          <a:prstGeom prst="cloudCallout">
            <a:avLst/>
          </a:prstGeom>
          <a:solidFill>
            <a:srgbClr val="FFFFFF"/>
          </a:solidFill>
          <a:ln w="50800">
            <a:solidFill>
              <a:srgbClr val="E5536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2500" b="1" lang="en-US">
                <a:solidFill>
                  <a:srgbClr val="E5536F"/>
                </a:solidFill>
                <a:latin typeface="Arial"/>
                <a:cs typeface="Arial"/>
              </a:rPr>
              <a:t>No, thanks!</a:t>
            </a:r>
          </a:p>
        </p:txBody>
      </p:sp>
      <p:sp>
        <p:nvSpPr>
          <p:cNvPr id="16" name="Next button">
            <a:hlinkClick action="ppaction://hlinksldjump" r:id="rId8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Next arrow">
            <a:hlinkClick action="ppaction://hlinksldjump" r:id="rId8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9" name="boing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53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" dur="4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4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921000" y="190500"/>
            <a:ext cx="6350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Feed me"/>
          <p:cNvSpPr/>
          <p:nvPr/>
        </p:nvSpPr>
        <p:spPr>
          <a:xfrm>
            <a:off x="3048000" y="190500"/>
            <a:ext cx="4826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600" b="1" lang="en-US">
                <a:solidFill>
                  <a:srgbClr val="2E2640"/>
                </a:solidFill>
                <a:latin typeface="Arial"/>
                <a:cs typeface="Arial"/>
              </a:rPr>
              <a:t>Feed me</a:t>
            </a:r>
          </a:p>
        </p:txBody>
      </p:sp>
      <p:sp>
        <p:nvSpPr>
          <p:cNvPr id="5" name="Find تِ" descr="تِ"/>
          <p:cNvSpPr/>
          <p:nvPr/>
        </p:nvSpPr>
        <p:spPr>
          <a:xfrm>
            <a:off x="78740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تِ</a:t>
            </a:r>
          </a:p>
        </p:txBody>
      </p:sp>
      <p:pic>
        <p:nvPicPr>
          <p:cNvPr id="6" name="Monster" descr="Monste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2095500"/>
            <a:ext cx="3810000" cy="3810000"/>
          </a:xfrm>
          <a:prstGeom prst="rect">
            <a:avLst/>
          </a:prstGeom>
        </p:spPr>
      </p:pic>
      <p:pic>
        <p:nvPicPr>
          <p:cNvPr id="7" name="Food 1" descr="Food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5000" y="1778000"/>
            <a:ext cx="1905000" cy="1905000"/>
          </a:xfrm>
          <a:prstGeom prst="rect">
            <a:avLst/>
          </a:prstGeom>
        </p:spPr>
      </p:pic>
      <p:sp>
        <p:nvSpPr>
          <p:cNvPr id="8" name="Food letter 1 ضِ" descr="ضِ"/>
          <p:cNvSpPr/>
          <p:nvPr/>
        </p:nvSpPr>
        <p:spPr>
          <a:xfrm>
            <a:off x="7429500" y="2317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ضِ</a:t>
            </a:r>
          </a:p>
        </p:txBody>
      </p:sp>
      <p:pic>
        <p:nvPicPr>
          <p:cNvPr id="9" name="Food 2" descr="Food 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25000" y="1778000"/>
            <a:ext cx="1905000" cy="1905000"/>
          </a:xfrm>
          <a:prstGeom prst="rect">
            <a:avLst/>
          </a:prstGeom>
        </p:spPr>
      </p:pic>
      <p:sp>
        <p:nvSpPr>
          <p:cNvPr id="10" name="Food letter 2 زِ" descr="زِ"/>
          <p:cNvSpPr/>
          <p:nvPr/>
        </p:nvSpPr>
        <p:spPr>
          <a:xfrm>
            <a:off x="9969500" y="2317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زِ</a:t>
            </a:r>
          </a:p>
        </p:txBody>
      </p:sp>
      <p:pic>
        <p:nvPicPr>
          <p:cNvPr id="11" name="Food 4" descr="Food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25000" y="4064000"/>
            <a:ext cx="1905000" cy="1905000"/>
          </a:xfrm>
          <a:prstGeom prst="rect">
            <a:avLst/>
          </a:prstGeom>
        </p:spPr>
      </p:pic>
      <p:sp>
        <p:nvSpPr>
          <p:cNvPr id="12" name="Food letter 4 خِ" descr="خِ"/>
          <p:cNvSpPr/>
          <p:nvPr/>
        </p:nvSpPr>
        <p:spPr>
          <a:xfrm>
            <a:off x="9969500" y="4603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خِ</a:t>
            </a:r>
          </a:p>
        </p:txBody>
      </p:sp>
      <p:sp>
        <p:nvSpPr>
          <p:cNvPr id="13" name="Yummy!" descr="Yummy!"/>
          <p:cNvSpPr/>
          <p:nvPr/>
        </p:nvSpPr>
        <p:spPr>
          <a:xfrm>
            <a:off x="3302000" y="1079500"/>
            <a:ext cx="3302000" cy="1524000"/>
          </a:xfrm>
          <a:prstGeom prst="cloudCallout">
            <a:avLst/>
          </a:prstGeom>
          <a:solidFill>
            <a:srgbClr val="FFFFFF"/>
          </a:solidFill>
          <a:ln w="50800">
            <a:solidFill>
              <a:srgbClr val="E5536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3200" b="1" lang="en-US">
                <a:solidFill>
                  <a:srgbClr val="E5536F"/>
                </a:solidFill>
                <a:latin typeface="Arial"/>
                <a:cs typeface="Arial"/>
              </a:rPr>
              <a:t>Yummy!</a:t>
            </a:r>
          </a:p>
        </p:txBody>
      </p:sp>
      <p:sp>
        <p:nvSpPr>
          <p:cNvPr id="14" name="Next button">
            <a:hlinkClick action="ppaction://hlinksldjump" r:id="rId6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Next arrow">
            <a:hlinkClick action="ppaction://hlinksldjump" r:id="rId6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6" name="sound anchor" descr="sound anchor (invisible)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2700" y="12700"/>
            <a:ext cx="25400" cy="25400"/>
          </a:xfrm>
          <a:prstGeom prst="rect">
            <a:avLst/>
          </a:prstGeom>
        </p:spPr>
      </p:pic>
    </p:spTree>
  </p:cSld>
  <p:clrMapOvr>
    <a:masterClrMapping/>
  </p:clrMapOvr>
  <p:transition advClick="0">
    <p:sndAc>
      <p:stSnd>
        <p:snd r:embed="rId7" name="munc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2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53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100000">
                                        <p:cTn id="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9" name="cheer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Card"/>
          <p:cNvSpPr/>
          <p:nvPr/>
        </p:nvSpPr>
        <p:spPr>
          <a:xfrm>
            <a:off x="1651000" y="762000"/>
            <a:ext cx="8890000" cy="4826000"/>
          </a:xfrm>
          <a:prstGeom prst="roundRect">
            <a:avLst>
              <a:gd name="adj" fmla="val 8000"/>
            </a:avLst>
          </a:prstGeom>
          <a:solidFill>
            <a:srgbClr val="FFFFFF">
              <a:alpha val="85000"/>
            </a:srgbClr>
          </a:solidFill>
          <a:ln w="508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itle" descr="How to play: Word Train"/>
          <p:cNvSpPr/>
          <p:nvPr/>
        </p:nvSpPr>
        <p:spPr>
          <a:xfrm>
            <a:off x="1905000" y="952500"/>
            <a:ext cx="8382000" cy="889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4300" b="1" lang="en-US">
                <a:solidFill>
                  <a:srgbClr val="8A6CF0"/>
                </a:solidFill>
                <a:latin typeface="Arial"/>
                <a:cs typeface="Arial"/>
              </a:rPr>
              <a:t>How to play: Word Train</a:t>
            </a:r>
          </a:p>
        </p:txBody>
      </p:sp>
      <p:sp>
        <p:nvSpPr>
          <p:cNvPr id="5" name="Line 1" descr="1.  Tap the letters in order."/>
          <p:cNvSpPr/>
          <p:nvPr/>
        </p:nvSpPr>
        <p:spPr>
          <a:xfrm>
            <a:off x="1841500" y="2095500"/>
            <a:ext cx="6350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600" b="1" lang="en-US">
                <a:solidFill>
                  <a:srgbClr val="2E2640"/>
                </a:solidFill>
                <a:latin typeface="Arial"/>
                <a:cs typeface="Arial"/>
              </a:rPr>
              <a:t>1.  Tap the letters in order.</a:t>
            </a:r>
          </a:p>
        </p:txBody>
      </p:sp>
      <p:sp>
        <p:nvSpPr>
          <p:cNvPr id="6" name="Line 2" descr="2.  They ride in the wagons."/>
          <p:cNvSpPr/>
          <p:nvPr/>
        </p:nvSpPr>
        <p:spPr>
          <a:xfrm>
            <a:off x="1841500" y="3048000"/>
            <a:ext cx="6350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600" b="1" lang="en-US">
                <a:solidFill>
                  <a:srgbClr val="2E2640"/>
                </a:solidFill>
                <a:latin typeface="Arial"/>
                <a:cs typeface="Arial"/>
              </a:rPr>
              <a:t>2.  They ride in the wagons.</a:t>
            </a:r>
          </a:p>
        </p:txBody>
      </p:sp>
      <p:sp>
        <p:nvSpPr>
          <p:cNvPr id="7" name="Line 3" descr="3.  Tap GO and read the word!"/>
          <p:cNvSpPr/>
          <p:nvPr/>
        </p:nvSpPr>
        <p:spPr>
          <a:xfrm>
            <a:off x="1841500" y="4000500"/>
            <a:ext cx="6350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600" b="1" lang="en-US">
                <a:solidFill>
                  <a:srgbClr val="2E2640"/>
                </a:solidFill>
                <a:latin typeface="Arial"/>
                <a:cs typeface="Arial"/>
              </a:rPr>
              <a:t>3.  Tap GO and read the word!</a:t>
            </a:r>
          </a:p>
        </p:txBody>
      </p:sp>
      <p:pic>
        <p:nvPicPr>
          <p:cNvPr id="8" name="Picture" descr="Pictur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18500" y="2413000"/>
            <a:ext cx="2032000" cy="1270000"/>
          </a:xfrm>
          <a:prstGeom prst="rect">
            <a:avLst/>
          </a:prstGeom>
        </p:spPr>
      </p:pic>
      <p:sp>
        <p:nvSpPr>
          <p:cNvPr id="9" name="Next button">
            <a:hlinkClick action="ppaction://hlinksldjump" r:id="rId4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Next arrow">
            <a:hlinkClick action="ppaction://hlinksldjump" r:id="rId4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fade/>
  </p:transition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286000" y="190500"/>
            <a:ext cx="7620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Build the word, then tap GO!"/>
          <p:cNvSpPr/>
          <p:nvPr/>
        </p:nvSpPr>
        <p:spPr>
          <a:xfrm>
            <a:off x="2413000" y="190500"/>
            <a:ext cx="52705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200" b="1" lang="en-US">
                <a:solidFill>
                  <a:srgbClr val="2E2640"/>
                </a:solidFill>
                <a:latin typeface="Arial"/>
                <a:cs typeface="Arial"/>
              </a:rPr>
              <a:t>Build the word, then tap GO!</a:t>
            </a:r>
          </a:p>
        </p:txBody>
      </p:sp>
      <p:sp>
        <p:nvSpPr>
          <p:cNvPr id="5" name="Find لَبِسَ" descr="لَبِسَ"/>
          <p:cNvSpPr/>
          <p:nvPr/>
        </p:nvSpPr>
        <p:spPr>
          <a:xfrm>
            <a:off x="7683500" y="228600"/>
            <a:ext cx="20955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لَبِسَ</a:t>
            </a:r>
          </a:p>
        </p:txBody>
      </p:sp>
      <p:pic>
        <p:nvPicPr>
          <p:cNvPr id="6" name="Engine" descr="Engin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000" y="3937000"/>
            <a:ext cx="2667000" cy="1911350"/>
          </a:xfrm>
          <a:prstGeom prst="rect">
            <a:avLst/>
          </a:prstGeom>
        </p:spPr>
      </p:pic>
      <p:pic>
        <p:nvPicPr>
          <p:cNvPr id="7" name="Wagon 1" descr="Wagon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75000" y="4381500"/>
            <a:ext cx="1778000" cy="1543050"/>
          </a:xfrm>
          <a:prstGeom prst="rect">
            <a:avLst/>
          </a:prstGeom>
        </p:spPr>
      </p:pic>
      <p:pic>
        <p:nvPicPr>
          <p:cNvPr id="8" name="Wagon 2" descr="Wagon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16500" y="4381500"/>
            <a:ext cx="1778000" cy="1543050"/>
          </a:xfrm>
          <a:prstGeom prst="rect">
            <a:avLst/>
          </a:prstGeom>
        </p:spPr>
      </p:pic>
      <p:pic>
        <p:nvPicPr>
          <p:cNvPr id="9" name="Wagon 3" descr="Wagon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0" y="4381500"/>
            <a:ext cx="1778000" cy="1543050"/>
          </a:xfrm>
          <a:prstGeom prst="rect">
            <a:avLst/>
          </a:prstGeom>
        </p:spPr>
      </p:pic>
      <p:sp>
        <p:nvSpPr>
          <p:cNvPr id="10" name="Card سَ" descr="سَ">
            <a:hlinkClick action="ppaction://hlinksldjump" r:id="rId5"/>
          </p:cNvPr>
          <p:cNvSpPr/>
          <p:nvPr/>
        </p:nvSpPr>
        <p:spPr>
          <a:xfrm>
            <a:off x="3302000" y="1778000"/>
            <a:ext cx="1206500" cy="12065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FFB347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6200" b="1" lang="ar-SA">
                <a:solidFill>
                  <a:srgbClr val="2E2640"/>
                </a:solidFill>
                <a:latin typeface="Arial"/>
                <a:cs typeface="Arial"/>
              </a:rPr>
              <a:t>سَ</a:t>
            </a:r>
          </a:p>
        </p:txBody>
      </p:sp>
      <p:sp>
        <p:nvSpPr>
          <p:cNvPr id="11" name="Card بِ" descr="بِ">
            <a:hlinkClick action="ppaction://hlinksldjump" r:id="rId5"/>
          </p:cNvPr>
          <p:cNvSpPr/>
          <p:nvPr/>
        </p:nvSpPr>
        <p:spPr>
          <a:xfrm>
            <a:off x="4953000" y="1778000"/>
            <a:ext cx="1206500" cy="12065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FFB347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6200" b="1" lang="ar-SA">
                <a:solidFill>
                  <a:srgbClr val="2E2640"/>
                </a:solidFill>
                <a:latin typeface="Arial"/>
                <a:cs typeface="Arial"/>
              </a:rPr>
              <a:t>بِ</a:t>
            </a:r>
          </a:p>
        </p:txBody>
      </p:sp>
      <p:sp>
        <p:nvSpPr>
          <p:cNvPr id="12" name="Card لَ" descr="لَ">
            <a:hlinkClick action="ppaction://hlinksldjump" r:id="rId6"/>
          </p:cNvPr>
          <p:cNvSpPr/>
          <p:nvPr/>
        </p:nvSpPr>
        <p:spPr>
          <a:xfrm>
            <a:off x="6604000" y="1778000"/>
            <a:ext cx="1206500" cy="12065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FFB347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6200" b="1" lang="ar-SA">
                <a:solidFill>
                  <a:srgbClr val="2E2640"/>
                </a:solidFill>
                <a:latin typeface="Arial"/>
                <a:cs typeface="Arial"/>
              </a:rPr>
              <a:t>لَ</a:t>
            </a:r>
          </a:p>
        </p:txBody>
      </p:sp>
      <p:sp>
        <p:nvSpPr>
          <p:cNvPr id="13" name="Next button">
            <a:hlinkClick action="ppaction://hlinksldjump" r:id="rId7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Next arrow">
            <a:hlinkClick action="ppaction://hlinksldjump" r:id="rId7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 spd="med">
    <p:fade/>
  </p:transition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286000" y="190500"/>
            <a:ext cx="7620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Build the word, then tap GO!"/>
          <p:cNvSpPr/>
          <p:nvPr/>
        </p:nvSpPr>
        <p:spPr>
          <a:xfrm>
            <a:off x="2413000" y="190500"/>
            <a:ext cx="52705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200" b="1" lang="en-US">
                <a:solidFill>
                  <a:srgbClr val="2E2640"/>
                </a:solidFill>
                <a:latin typeface="Arial"/>
                <a:cs typeface="Arial"/>
              </a:rPr>
              <a:t>Build the word, then tap GO!</a:t>
            </a:r>
          </a:p>
        </p:txBody>
      </p:sp>
      <p:sp>
        <p:nvSpPr>
          <p:cNvPr id="5" name="Find لَبِسَ" descr="لَبِسَ"/>
          <p:cNvSpPr/>
          <p:nvPr/>
        </p:nvSpPr>
        <p:spPr>
          <a:xfrm>
            <a:off x="7683500" y="228600"/>
            <a:ext cx="20955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لَبِسَ</a:t>
            </a:r>
          </a:p>
        </p:txBody>
      </p:sp>
      <p:pic>
        <p:nvPicPr>
          <p:cNvPr id="6" name="Engine" descr="Engin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000" y="3937000"/>
            <a:ext cx="2667000" cy="1911350"/>
          </a:xfrm>
          <a:prstGeom prst="rect">
            <a:avLst/>
          </a:prstGeom>
        </p:spPr>
      </p:pic>
      <p:pic>
        <p:nvPicPr>
          <p:cNvPr id="7" name="Wagon 1" descr="Wagon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75000" y="4381500"/>
            <a:ext cx="1778000" cy="1543050"/>
          </a:xfrm>
          <a:prstGeom prst="rect">
            <a:avLst/>
          </a:prstGeom>
        </p:spPr>
      </p:pic>
      <p:pic>
        <p:nvPicPr>
          <p:cNvPr id="8" name="Wagon 2" descr="Wagon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16500" y="4381500"/>
            <a:ext cx="1778000" cy="1543050"/>
          </a:xfrm>
          <a:prstGeom prst="rect">
            <a:avLst/>
          </a:prstGeom>
        </p:spPr>
      </p:pic>
      <p:pic>
        <p:nvPicPr>
          <p:cNvPr id="9" name="Wagon 3" descr="Wagon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0" y="4381500"/>
            <a:ext cx="1778000" cy="1543050"/>
          </a:xfrm>
          <a:prstGeom prst="rect">
            <a:avLst/>
          </a:prstGeom>
        </p:spPr>
      </p:pic>
      <p:sp>
        <p:nvSpPr>
          <p:cNvPr id="10" name="Wagon letter 1" descr="لَ"/>
          <p:cNvSpPr/>
          <p:nvPr/>
        </p:nvSpPr>
        <p:spPr>
          <a:xfrm>
            <a:off x="7099300" y="4737100"/>
            <a:ext cx="1295400" cy="6604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3800" b="1" lang="ar-SA">
                <a:solidFill>
                  <a:srgbClr val="2E2640"/>
                </a:solidFill>
                <a:latin typeface="Arial"/>
                <a:cs typeface="Arial"/>
              </a:rPr>
              <a:t>لَ</a:t>
            </a:r>
          </a:p>
        </p:txBody>
      </p:sp>
      <p:sp>
        <p:nvSpPr>
          <p:cNvPr id="11" name="Card سَ" descr="سَ">
            <a:hlinkClick action="ppaction://hlinksldjump" r:id="rId5"/>
          </p:cNvPr>
          <p:cNvSpPr/>
          <p:nvPr/>
        </p:nvSpPr>
        <p:spPr>
          <a:xfrm>
            <a:off x="3302000" y="1778000"/>
            <a:ext cx="1206500" cy="12065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FFB347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6200" b="1" lang="ar-SA">
                <a:solidFill>
                  <a:srgbClr val="2E2640"/>
                </a:solidFill>
                <a:latin typeface="Arial"/>
                <a:cs typeface="Arial"/>
              </a:rPr>
              <a:t>سَ</a:t>
            </a:r>
          </a:p>
        </p:txBody>
      </p:sp>
      <p:sp>
        <p:nvSpPr>
          <p:cNvPr id="12" name="Card بِ" descr="بِ">
            <a:hlinkClick action="ppaction://hlinksldjump" r:id="rId6"/>
          </p:cNvPr>
          <p:cNvSpPr/>
          <p:nvPr/>
        </p:nvSpPr>
        <p:spPr>
          <a:xfrm>
            <a:off x="4953000" y="1778000"/>
            <a:ext cx="1206500" cy="12065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FFB347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6200" b="1" lang="ar-SA">
                <a:solidFill>
                  <a:srgbClr val="2E2640"/>
                </a:solidFill>
                <a:latin typeface="Arial"/>
                <a:cs typeface="Arial"/>
              </a:rPr>
              <a:t>بِ</a:t>
            </a:r>
          </a:p>
        </p:txBody>
      </p:sp>
      <p:sp>
        <p:nvSpPr>
          <p:cNvPr id="13" name="Next button">
            <a:hlinkClick action="ppaction://hlinksldjump" r:id="rId7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Next arrow">
            <a:hlinkClick action="ppaction://hlinksldjump" r:id="rId7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8" name="ding.wav"/>
      </p:stSnd>
    </p:sndAc>
  </p:transition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286000" y="190500"/>
            <a:ext cx="7620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Build the word, then tap GO!"/>
          <p:cNvSpPr/>
          <p:nvPr/>
        </p:nvSpPr>
        <p:spPr>
          <a:xfrm>
            <a:off x="2413000" y="190500"/>
            <a:ext cx="52705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200" b="1" lang="en-US">
                <a:solidFill>
                  <a:srgbClr val="2E2640"/>
                </a:solidFill>
                <a:latin typeface="Arial"/>
                <a:cs typeface="Arial"/>
              </a:rPr>
              <a:t>Build the word, then tap GO!</a:t>
            </a:r>
          </a:p>
        </p:txBody>
      </p:sp>
      <p:sp>
        <p:nvSpPr>
          <p:cNvPr id="5" name="Find لَبِسَ" descr="لَبِسَ"/>
          <p:cNvSpPr/>
          <p:nvPr/>
        </p:nvSpPr>
        <p:spPr>
          <a:xfrm>
            <a:off x="7683500" y="228600"/>
            <a:ext cx="20955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لَبِسَ</a:t>
            </a:r>
          </a:p>
        </p:txBody>
      </p:sp>
      <p:pic>
        <p:nvPicPr>
          <p:cNvPr id="6" name="Engine" descr="Engin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000" y="3937000"/>
            <a:ext cx="2667000" cy="1911350"/>
          </a:xfrm>
          <a:prstGeom prst="rect">
            <a:avLst/>
          </a:prstGeom>
        </p:spPr>
      </p:pic>
      <p:pic>
        <p:nvPicPr>
          <p:cNvPr id="7" name="Wagon 1" descr="Wagon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75000" y="4381500"/>
            <a:ext cx="1778000" cy="1543050"/>
          </a:xfrm>
          <a:prstGeom prst="rect">
            <a:avLst/>
          </a:prstGeom>
        </p:spPr>
      </p:pic>
      <p:pic>
        <p:nvPicPr>
          <p:cNvPr id="8" name="Wagon 2" descr="Wagon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16500" y="4381500"/>
            <a:ext cx="1778000" cy="1543050"/>
          </a:xfrm>
          <a:prstGeom prst="rect">
            <a:avLst/>
          </a:prstGeom>
        </p:spPr>
      </p:pic>
      <p:pic>
        <p:nvPicPr>
          <p:cNvPr id="9" name="Wagon 3" descr="Wagon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0" y="4381500"/>
            <a:ext cx="1778000" cy="1543050"/>
          </a:xfrm>
          <a:prstGeom prst="rect">
            <a:avLst/>
          </a:prstGeom>
        </p:spPr>
      </p:pic>
      <p:sp>
        <p:nvSpPr>
          <p:cNvPr id="10" name="Wagon letter 1" descr="لَ"/>
          <p:cNvSpPr/>
          <p:nvPr/>
        </p:nvSpPr>
        <p:spPr>
          <a:xfrm>
            <a:off x="7099300" y="4737100"/>
            <a:ext cx="1295400" cy="6604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3800" b="1" lang="ar-SA">
                <a:solidFill>
                  <a:srgbClr val="2E2640"/>
                </a:solidFill>
                <a:latin typeface="Arial"/>
                <a:cs typeface="Arial"/>
              </a:rPr>
              <a:t>لَ</a:t>
            </a:r>
          </a:p>
        </p:txBody>
      </p:sp>
      <p:sp>
        <p:nvSpPr>
          <p:cNvPr id="11" name="Wagon letter 2" descr="بِ"/>
          <p:cNvSpPr/>
          <p:nvPr/>
        </p:nvSpPr>
        <p:spPr>
          <a:xfrm>
            <a:off x="5257800" y="4737100"/>
            <a:ext cx="1295400" cy="6604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3800" b="1" lang="ar-SA">
                <a:solidFill>
                  <a:srgbClr val="2E2640"/>
                </a:solidFill>
                <a:latin typeface="Arial"/>
                <a:cs typeface="Arial"/>
              </a:rPr>
              <a:t>بِ</a:t>
            </a:r>
          </a:p>
        </p:txBody>
      </p:sp>
      <p:sp>
        <p:nvSpPr>
          <p:cNvPr id="12" name="Card سَ" descr="سَ">
            <a:hlinkClick action="ppaction://hlinksldjump" r:id="rId5"/>
          </p:cNvPr>
          <p:cNvSpPr/>
          <p:nvPr/>
        </p:nvSpPr>
        <p:spPr>
          <a:xfrm>
            <a:off x="3302000" y="1778000"/>
            <a:ext cx="1206500" cy="12065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FFB347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6200" b="1" lang="ar-SA">
                <a:solidFill>
                  <a:srgbClr val="2E2640"/>
                </a:solidFill>
                <a:latin typeface="Arial"/>
                <a:cs typeface="Arial"/>
              </a:rPr>
              <a:t>سَ</a:t>
            </a:r>
          </a:p>
        </p:txBody>
      </p:sp>
      <p:sp>
        <p:nvSpPr>
          <p:cNvPr id="13" name="Next button">
            <a:hlinkClick action="ppaction://hlinksldjump" r:id="rId6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Next arrow">
            <a:hlinkClick action="ppaction://hlinksldjump" r:id="rId6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7" name="ding.wav"/>
      </p:stSnd>
    </p:sndAc>
  </p:transition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286000" y="190500"/>
            <a:ext cx="7620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Build the word, then tap GO!"/>
          <p:cNvSpPr/>
          <p:nvPr/>
        </p:nvSpPr>
        <p:spPr>
          <a:xfrm>
            <a:off x="2413000" y="190500"/>
            <a:ext cx="52705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200" b="1" lang="en-US">
                <a:solidFill>
                  <a:srgbClr val="2E2640"/>
                </a:solidFill>
                <a:latin typeface="Arial"/>
                <a:cs typeface="Arial"/>
              </a:rPr>
              <a:t>Build the word, then tap GO!</a:t>
            </a:r>
          </a:p>
        </p:txBody>
      </p:sp>
      <p:sp>
        <p:nvSpPr>
          <p:cNvPr id="5" name="Find لَبِسَ" descr="لَبِسَ"/>
          <p:cNvSpPr/>
          <p:nvPr/>
        </p:nvSpPr>
        <p:spPr>
          <a:xfrm>
            <a:off x="7683500" y="228600"/>
            <a:ext cx="20955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لَبِسَ</a:t>
            </a:r>
          </a:p>
        </p:txBody>
      </p:sp>
      <p:pic>
        <p:nvPicPr>
          <p:cNvPr id="6" name="Engine" descr="Engin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000" y="3937000"/>
            <a:ext cx="2667000" cy="1911350"/>
          </a:xfrm>
          <a:prstGeom prst="rect">
            <a:avLst/>
          </a:prstGeom>
        </p:spPr>
      </p:pic>
      <p:pic>
        <p:nvPicPr>
          <p:cNvPr id="7" name="Wagon 1" descr="Wagon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75000" y="4381500"/>
            <a:ext cx="1778000" cy="1543050"/>
          </a:xfrm>
          <a:prstGeom prst="rect">
            <a:avLst/>
          </a:prstGeom>
        </p:spPr>
      </p:pic>
      <p:pic>
        <p:nvPicPr>
          <p:cNvPr id="8" name="Wagon 2" descr="Wagon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16500" y="4381500"/>
            <a:ext cx="1778000" cy="1543050"/>
          </a:xfrm>
          <a:prstGeom prst="rect">
            <a:avLst/>
          </a:prstGeom>
        </p:spPr>
      </p:pic>
      <p:pic>
        <p:nvPicPr>
          <p:cNvPr id="9" name="Wagon 3" descr="Wagon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0" y="4381500"/>
            <a:ext cx="1778000" cy="1543050"/>
          </a:xfrm>
          <a:prstGeom prst="rect">
            <a:avLst/>
          </a:prstGeom>
        </p:spPr>
      </p:pic>
      <p:sp>
        <p:nvSpPr>
          <p:cNvPr id="10" name="Wagon letter 1" descr="لَ"/>
          <p:cNvSpPr/>
          <p:nvPr/>
        </p:nvSpPr>
        <p:spPr>
          <a:xfrm>
            <a:off x="7099300" y="4737100"/>
            <a:ext cx="1295400" cy="6604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3800" b="1" lang="ar-SA">
                <a:solidFill>
                  <a:srgbClr val="2E2640"/>
                </a:solidFill>
                <a:latin typeface="Arial"/>
                <a:cs typeface="Arial"/>
              </a:rPr>
              <a:t>لَ</a:t>
            </a:r>
          </a:p>
        </p:txBody>
      </p:sp>
      <p:sp>
        <p:nvSpPr>
          <p:cNvPr id="11" name="Wagon letter 2" descr="بِ"/>
          <p:cNvSpPr/>
          <p:nvPr/>
        </p:nvSpPr>
        <p:spPr>
          <a:xfrm>
            <a:off x="5257800" y="4737100"/>
            <a:ext cx="1295400" cy="6604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3800" b="1" lang="ar-SA">
                <a:solidFill>
                  <a:srgbClr val="2E2640"/>
                </a:solidFill>
                <a:latin typeface="Arial"/>
                <a:cs typeface="Arial"/>
              </a:rPr>
              <a:t>بِ</a:t>
            </a:r>
          </a:p>
        </p:txBody>
      </p:sp>
      <p:sp>
        <p:nvSpPr>
          <p:cNvPr id="12" name="Wagon letter 3" descr="سَ"/>
          <p:cNvSpPr/>
          <p:nvPr/>
        </p:nvSpPr>
        <p:spPr>
          <a:xfrm>
            <a:off x="3416300" y="4737100"/>
            <a:ext cx="1295400" cy="6604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3800" b="1" lang="ar-SA">
                <a:solidFill>
                  <a:srgbClr val="2E2640"/>
                </a:solidFill>
                <a:latin typeface="Arial"/>
                <a:cs typeface="Arial"/>
              </a:rPr>
              <a:t>سَ</a:t>
            </a:r>
          </a:p>
        </p:txBody>
      </p:sp>
      <p:sp>
        <p:nvSpPr>
          <p:cNvPr id="13" name="GO button" descr="GO!">
            <a:hlinkClick action="ppaction://hlinksldjump" r:id="rId5"/>
          </p:cNvPr>
          <p:cNvSpPr/>
          <p:nvPr/>
        </p:nvSpPr>
        <p:spPr>
          <a:xfrm>
            <a:off x="9271000" y="1905000"/>
            <a:ext cx="1460500" cy="889000"/>
          </a:xfrm>
          <a:prstGeom prst="roundRect">
            <a:avLst>
              <a:gd name="adj" fmla="val 30000"/>
            </a:avLst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4800" b="1" lang="en-US">
                <a:solidFill>
                  <a:srgbClr val="FFFFFF"/>
                </a:solidFill>
                <a:latin typeface="Arial"/>
                <a:cs typeface="Arial"/>
              </a:rPr>
              <a:t>GO!</a:t>
            </a:r>
          </a:p>
        </p:txBody>
      </p:sp>
      <p:sp>
        <p:nvSpPr>
          <p:cNvPr id="14" name="Next button">
            <a:hlinkClick action="ppaction://hlinksldjump" r:id="rId6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Next arrow">
            <a:hlinkClick action="ppaction://hlinksldjump" r:id="rId6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7" name="ding.wav"/>
      </p:stSnd>
    </p:sndAc>
  </p:transition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286000" y="190500"/>
            <a:ext cx="7620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Build the word, then tap GO!"/>
          <p:cNvSpPr/>
          <p:nvPr/>
        </p:nvSpPr>
        <p:spPr>
          <a:xfrm>
            <a:off x="2413000" y="190500"/>
            <a:ext cx="52705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200" b="1" lang="en-US">
                <a:solidFill>
                  <a:srgbClr val="2E2640"/>
                </a:solidFill>
                <a:latin typeface="Arial"/>
                <a:cs typeface="Arial"/>
              </a:rPr>
              <a:t>Build the word, then tap GO!</a:t>
            </a:r>
          </a:p>
        </p:txBody>
      </p:sp>
      <p:sp>
        <p:nvSpPr>
          <p:cNvPr id="5" name="Find لَبِسَ" descr="لَبِسَ"/>
          <p:cNvSpPr/>
          <p:nvPr/>
        </p:nvSpPr>
        <p:spPr>
          <a:xfrm>
            <a:off x="7683500" y="228600"/>
            <a:ext cx="20955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لَبِسَ</a:t>
            </a:r>
          </a:p>
        </p:txBody>
      </p:sp>
      <p:pic>
        <p:nvPicPr>
          <p:cNvPr id="6" name="Engine" descr="Engin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000" y="3937000"/>
            <a:ext cx="2667000" cy="1911350"/>
          </a:xfrm>
          <a:prstGeom prst="rect">
            <a:avLst/>
          </a:prstGeom>
        </p:spPr>
      </p:pic>
      <p:pic>
        <p:nvPicPr>
          <p:cNvPr id="7" name="Wagon 1" descr="Wagon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75000" y="4381500"/>
            <a:ext cx="1778000" cy="1543050"/>
          </a:xfrm>
          <a:prstGeom prst="rect">
            <a:avLst/>
          </a:prstGeom>
        </p:spPr>
      </p:pic>
      <p:pic>
        <p:nvPicPr>
          <p:cNvPr id="8" name="Wagon 2" descr="Wagon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16500" y="4381500"/>
            <a:ext cx="1778000" cy="1543050"/>
          </a:xfrm>
          <a:prstGeom prst="rect">
            <a:avLst/>
          </a:prstGeom>
        </p:spPr>
      </p:pic>
      <p:pic>
        <p:nvPicPr>
          <p:cNvPr id="9" name="Wagon 3" descr="Wagon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0" y="4381500"/>
            <a:ext cx="1778000" cy="1543050"/>
          </a:xfrm>
          <a:prstGeom prst="rect">
            <a:avLst/>
          </a:prstGeom>
        </p:spPr>
      </p:pic>
      <p:sp>
        <p:nvSpPr>
          <p:cNvPr id="10" name="Card سَ" descr="سَ">
            <a:hlinkClick action="ppaction://hlinksldjump" r:id="rId5"/>
          </p:cNvPr>
          <p:cNvSpPr/>
          <p:nvPr/>
        </p:nvSpPr>
        <p:spPr>
          <a:xfrm>
            <a:off x="3302000" y="1778000"/>
            <a:ext cx="1206500" cy="12065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FFB347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6200" b="1" lang="ar-SA">
                <a:solidFill>
                  <a:srgbClr val="2E2640"/>
                </a:solidFill>
                <a:latin typeface="Arial"/>
                <a:cs typeface="Arial"/>
              </a:rPr>
              <a:t>سَ</a:t>
            </a:r>
          </a:p>
        </p:txBody>
      </p:sp>
      <p:sp>
        <p:nvSpPr>
          <p:cNvPr id="11" name="Card بِ" descr="بِ">
            <a:hlinkClick action="ppaction://hlinksldjump" r:id="rId5"/>
          </p:cNvPr>
          <p:cNvSpPr/>
          <p:nvPr/>
        </p:nvSpPr>
        <p:spPr>
          <a:xfrm>
            <a:off x="4953000" y="1778000"/>
            <a:ext cx="1206500" cy="12065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FFB347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6200" b="1" lang="ar-SA">
                <a:solidFill>
                  <a:srgbClr val="2E2640"/>
                </a:solidFill>
                <a:latin typeface="Arial"/>
                <a:cs typeface="Arial"/>
              </a:rPr>
              <a:t>بِ</a:t>
            </a:r>
          </a:p>
        </p:txBody>
      </p:sp>
      <p:sp>
        <p:nvSpPr>
          <p:cNvPr id="12" name="Card لَ" descr="لَ">
            <a:hlinkClick action="ppaction://hlinksldjump" r:id="rId6"/>
          </p:cNvPr>
          <p:cNvSpPr/>
          <p:nvPr/>
        </p:nvSpPr>
        <p:spPr>
          <a:xfrm>
            <a:off x="6604000" y="1778000"/>
            <a:ext cx="1206500" cy="12065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FFB347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6200" b="1" lang="ar-SA">
                <a:solidFill>
                  <a:srgbClr val="2E2640"/>
                </a:solidFill>
                <a:latin typeface="Arial"/>
                <a:cs typeface="Arial"/>
              </a:rPr>
              <a:t>لَ</a:t>
            </a:r>
          </a:p>
        </p:txBody>
      </p:sp>
      <p:sp>
        <p:nvSpPr>
          <p:cNvPr id="13" name="Try again!" descr="Try again!"/>
          <p:cNvSpPr/>
          <p:nvPr/>
        </p:nvSpPr>
        <p:spPr>
          <a:xfrm>
            <a:off x="8255000" y="2667000"/>
            <a:ext cx="3048000" cy="1460500"/>
          </a:xfrm>
          <a:prstGeom prst="cloudCallout">
            <a:avLst/>
          </a:prstGeom>
          <a:solidFill>
            <a:srgbClr val="FFFFFF"/>
          </a:solidFill>
          <a:ln w="50800">
            <a:solidFill>
              <a:srgbClr val="E5536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2500" b="1" lang="en-US">
                <a:solidFill>
                  <a:srgbClr val="E5536F"/>
                </a:solidFill>
                <a:latin typeface="Arial"/>
                <a:cs typeface="Arial"/>
              </a:rPr>
              <a:t>Try again!</a:t>
            </a:r>
          </a:p>
        </p:txBody>
      </p:sp>
      <p:sp>
        <p:nvSpPr>
          <p:cNvPr id="14" name="Next button">
            <a:hlinkClick action="ppaction://hlinksldjump" r:id="rId7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Next arrow">
            <a:hlinkClick action="ppaction://hlinksldjump" r:id="rId7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8" name="boing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53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286000" y="190500"/>
            <a:ext cx="7620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Build the word, then tap GO!"/>
          <p:cNvSpPr/>
          <p:nvPr/>
        </p:nvSpPr>
        <p:spPr>
          <a:xfrm>
            <a:off x="2413000" y="190500"/>
            <a:ext cx="52705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200" b="1" lang="en-US">
                <a:solidFill>
                  <a:srgbClr val="2E2640"/>
                </a:solidFill>
                <a:latin typeface="Arial"/>
                <a:cs typeface="Arial"/>
              </a:rPr>
              <a:t>Build the word, then tap GO!</a:t>
            </a:r>
          </a:p>
        </p:txBody>
      </p:sp>
      <p:sp>
        <p:nvSpPr>
          <p:cNvPr id="5" name="Find لَبِسَ" descr="لَبِسَ"/>
          <p:cNvSpPr/>
          <p:nvPr/>
        </p:nvSpPr>
        <p:spPr>
          <a:xfrm>
            <a:off x="7683500" y="228600"/>
            <a:ext cx="20955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لَبِسَ</a:t>
            </a:r>
          </a:p>
        </p:txBody>
      </p:sp>
      <p:pic>
        <p:nvPicPr>
          <p:cNvPr id="6" name="Engine" descr="Engin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000" y="3937000"/>
            <a:ext cx="2667000" cy="1911350"/>
          </a:xfrm>
          <a:prstGeom prst="rect">
            <a:avLst/>
          </a:prstGeom>
        </p:spPr>
      </p:pic>
      <p:pic>
        <p:nvPicPr>
          <p:cNvPr id="7" name="Wagon 1" descr="Wagon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75000" y="4381500"/>
            <a:ext cx="1778000" cy="1543050"/>
          </a:xfrm>
          <a:prstGeom prst="rect">
            <a:avLst/>
          </a:prstGeom>
        </p:spPr>
      </p:pic>
      <p:pic>
        <p:nvPicPr>
          <p:cNvPr id="8" name="Wagon 2" descr="Wagon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16500" y="4381500"/>
            <a:ext cx="1778000" cy="1543050"/>
          </a:xfrm>
          <a:prstGeom prst="rect">
            <a:avLst/>
          </a:prstGeom>
        </p:spPr>
      </p:pic>
      <p:pic>
        <p:nvPicPr>
          <p:cNvPr id="9" name="Wagon 3" descr="Wagon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0" y="4381500"/>
            <a:ext cx="1778000" cy="1543050"/>
          </a:xfrm>
          <a:prstGeom prst="rect">
            <a:avLst/>
          </a:prstGeom>
        </p:spPr>
      </p:pic>
      <p:sp>
        <p:nvSpPr>
          <p:cNvPr id="10" name="Wagon letter 1" descr="لَ"/>
          <p:cNvSpPr/>
          <p:nvPr/>
        </p:nvSpPr>
        <p:spPr>
          <a:xfrm>
            <a:off x="7099300" y="4737100"/>
            <a:ext cx="1295400" cy="6604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3800" b="1" lang="ar-SA">
                <a:solidFill>
                  <a:srgbClr val="2E2640"/>
                </a:solidFill>
                <a:latin typeface="Arial"/>
                <a:cs typeface="Arial"/>
              </a:rPr>
              <a:t>لَ</a:t>
            </a:r>
          </a:p>
        </p:txBody>
      </p:sp>
      <p:sp>
        <p:nvSpPr>
          <p:cNvPr id="11" name="Card سَ" descr="سَ">
            <a:hlinkClick action="ppaction://hlinksldjump" r:id="rId5"/>
          </p:cNvPr>
          <p:cNvSpPr/>
          <p:nvPr/>
        </p:nvSpPr>
        <p:spPr>
          <a:xfrm>
            <a:off x="3302000" y="1778000"/>
            <a:ext cx="1206500" cy="12065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FFB347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6200" b="1" lang="ar-SA">
                <a:solidFill>
                  <a:srgbClr val="2E2640"/>
                </a:solidFill>
                <a:latin typeface="Arial"/>
                <a:cs typeface="Arial"/>
              </a:rPr>
              <a:t>سَ</a:t>
            </a:r>
          </a:p>
        </p:txBody>
      </p:sp>
      <p:sp>
        <p:nvSpPr>
          <p:cNvPr id="12" name="Card بِ" descr="بِ">
            <a:hlinkClick action="ppaction://hlinksldjump" r:id="rId6"/>
          </p:cNvPr>
          <p:cNvSpPr/>
          <p:nvPr/>
        </p:nvSpPr>
        <p:spPr>
          <a:xfrm>
            <a:off x="4953000" y="1778000"/>
            <a:ext cx="1206500" cy="12065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FFB347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6200" b="1" lang="ar-SA">
                <a:solidFill>
                  <a:srgbClr val="2E2640"/>
                </a:solidFill>
                <a:latin typeface="Arial"/>
                <a:cs typeface="Arial"/>
              </a:rPr>
              <a:t>بِ</a:t>
            </a:r>
          </a:p>
        </p:txBody>
      </p:sp>
      <p:sp>
        <p:nvSpPr>
          <p:cNvPr id="13" name="Try again!" descr="Try again!"/>
          <p:cNvSpPr/>
          <p:nvPr/>
        </p:nvSpPr>
        <p:spPr>
          <a:xfrm>
            <a:off x="8255000" y="2667000"/>
            <a:ext cx="3048000" cy="1460500"/>
          </a:xfrm>
          <a:prstGeom prst="cloudCallout">
            <a:avLst/>
          </a:prstGeom>
          <a:solidFill>
            <a:srgbClr val="FFFFFF"/>
          </a:solidFill>
          <a:ln w="50800">
            <a:solidFill>
              <a:srgbClr val="E5536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2500" b="1" lang="en-US">
                <a:solidFill>
                  <a:srgbClr val="E5536F"/>
                </a:solidFill>
                <a:latin typeface="Arial"/>
                <a:cs typeface="Arial"/>
              </a:rPr>
              <a:t>Try again!</a:t>
            </a:r>
          </a:p>
        </p:txBody>
      </p:sp>
      <p:sp>
        <p:nvSpPr>
          <p:cNvPr id="14" name="Next button">
            <a:hlinkClick action="ppaction://hlinksldjump" r:id="rId7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Next arrow">
            <a:hlinkClick action="ppaction://hlinksldjump" r:id="rId7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8" name="boing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53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286000" y="190500"/>
            <a:ext cx="7620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Build the word, then tap GO!"/>
          <p:cNvSpPr/>
          <p:nvPr/>
        </p:nvSpPr>
        <p:spPr>
          <a:xfrm>
            <a:off x="2413000" y="190500"/>
            <a:ext cx="52705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200" b="1" lang="en-US">
                <a:solidFill>
                  <a:srgbClr val="2E2640"/>
                </a:solidFill>
                <a:latin typeface="Arial"/>
                <a:cs typeface="Arial"/>
              </a:rPr>
              <a:t>Build the word, then tap GO!</a:t>
            </a:r>
          </a:p>
        </p:txBody>
      </p:sp>
      <p:sp>
        <p:nvSpPr>
          <p:cNvPr id="5" name="Find لَبِسَ" descr="لَبِسَ"/>
          <p:cNvSpPr/>
          <p:nvPr/>
        </p:nvSpPr>
        <p:spPr>
          <a:xfrm>
            <a:off x="7683500" y="228600"/>
            <a:ext cx="20955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لَبِسَ</a:t>
            </a:r>
          </a:p>
        </p:txBody>
      </p:sp>
      <p:pic>
        <p:nvPicPr>
          <p:cNvPr id="6" name="Engine" descr="Engin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000" y="3937000"/>
            <a:ext cx="2667000" cy="1911350"/>
          </a:xfrm>
          <a:prstGeom prst="rect">
            <a:avLst/>
          </a:prstGeom>
        </p:spPr>
      </p:pic>
      <p:pic>
        <p:nvPicPr>
          <p:cNvPr id="7" name="Wagon 1" descr="Wagon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75000" y="4381500"/>
            <a:ext cx="1778000" cy="1543050"/>
          </a:xfrm>
          <a:prstGeom prst="rect">
            <a:avLst/>
          </a:prstGeom>
        </p:spPr>
      </p:pic>
      <p:pic>
        <p:nvPicPr>
          <p:cNvPr id="8" name="Wagon 2" descr="Wagon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16500" y="4381500"/>
            <a:ext cx="1778000" cy="1543050"/>
          </a:xfrm>
          <a:prstGeom prst="rect">
            <a:avLst/>
          </a:prstGeom>
        </p:spPr>
      </p:pic>
      <p:pic>
        <p:nvPicPr>
          <p:cNvPr id="9" name="Wagon 3" descr="Wagon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0" y="4381500"/>
            <a:ext cx="1778000" cy="1543050"/>
          </a:xfrm>
          <a:prstGeom prst="rect">
            <a:avLst/>
          </a:prstGeom>
        </p:spPr>
      </p:pic>
      <p:sp>
        <p:nvSpPr>
          <p:cNvPr id="10" name="Wagon letter 1" descr="لَ"/>
          <p:cNvSpPr/>
          <p:nvPr/>
        </p:nvSpPr>
        <p:spPr>
          <a:xfrm>
            <a:off x="7099300" y="4737100"/>
            <a:ext cx="1295400" cy="6604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3800" b="1" lang="ar-SA">
                <a:solidFill>
                  <a:srgbClr val="2E2640"/>
                </a:solidFill>
                <a:latin typeface="Arial"/>
                <a:cs typeface="Arial"/>
              </a:rPr>
              <a:t>لَ</a:t>
            </a:r>
          </a:p>
        </p:txBody>
      </p:sp>
      <p:sp>
        <p:nvSpPr>
          <p:cNvPr id="11" name="Wagon letter 2" descr="بِ"/>
          <p:cNvSpPr/>
          <p:nvPr/>
        </p:nvSpPr>
        <p:spPr>
          <a:xfrm>
            <a:off x="5257800" y="4737100"/>
            <a:ext cx="1295400" cy="6604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3800" b="1" lang="ar-SA">
                <a:solidFill>
                  <a:srgbClr val="2E2640"/>
                </a:solidFill>
                <a:latin typeface="Arial"/>
                <a:cs typeface="Arial"/>
              </a:rPr>
              <a:t>بِ</a:t>
            </a:r>
          </a:p>
        </p:txBody>
      </p:sp>
      <p:sp>
        <p:nvSpPr>
          <p:cNvPr id="12" name="Wagon letter 3" descr="سَ"/>
          <p:cNvSpPr/>
          <p:nvPr/>
        </p:nvSpPr>
        <p:spPr>
          <a:xfrm>
            <a:off x="3416300" y="4737100"/>
            <a:ext cx="1295400" cy="6604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3800" b="1" lang="ar-SA">
                <a:solidFill>
                  <a:srgbClr val="2E2640"/>
                </a:solidFill>
                <a:latin typeface="Arial"/>
                <a:cs typeface="Arial"/>
              </a:rPr>
              <a:t>سَ</a:t>
            </a:r>
          </a:p>
        </p:txBody>
      </p:sp>
      <p:sp>
        <p:nvSpPr>
          <p:cNvPr id="13" name="Word" descr="لَبِسَ"/>
          <p:cNvSpPr/>
          <p:nvPr/>
        </p:nvSpPr>
        <p:spPr>
          <a:xfrm>
            <a:off x="2921000" y="1905000"/>
            <a:ext cx="6350000" cy="2095500"/>
          </a:xfrm>
          <a:prstGeom prst="roundRect">
            <a:avLst>
              <a:gd name="adj" fmla="val 20000"/>
            </a:avLst>
          </a:prstGeom>
          <a:solidFill>
            <a:srgbClr val="FFFFFF">
              <a:alpha val="94000"/>
            </a:srgbClr>
          </a:solidFill>
          <a:ln w="76200">
            <a:solidFill>
              <a:srgbClr val="FFB347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11000" b="1" lang="ar-SA">
                <a:solidFill>
                  <a:srgbClr val="2E2640"/>
                </a:solidFill>
                <a:latin typeface="Arial"/>
                <a:cs typeface="Arial"/>
              </a:rPr>
              <a:t>لَبِسَ</a:t>
            </a:r>
          </a:p>
        </p:txBody>
      </p:sp>
      <p:sp>
        <p:nvSpPr>
          <p:cNvPr id="14" name="Next button">
            <a:hlinkClick action="ppaction://hlinksldjump" r:id="rId5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Next arrow">
            <a:hlinkClick action="ppaction://hlinksldjump" r:id="rId5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6" name="sound anchor" descr="sound anchor (invisible)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700" y="12700"/>
            <a:ext cx="25400" cy="25400"/>
          </a:xfrm>
          <a:prstGeom prst="rect">
            <a:avLst/>
          </a:prstGeom>
        </p:spPr>
      </p:pic>
    </p:spTree>
  </p:cSld>
  <p:clrMapOvr>
    <a:masterClrMapping/>
  </p:clrMapOvr>
  <p:transition advClick="0">
    <p:sndAc>
      <p:stSnd>
        <p:snd r:embed="rId6" name="whist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6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-1.2500 0.0000 E" pathEditMode="relative" ptsTypes="AA">
                                      <p:cBhvr>
                                        <p:cTn id="4" dur="26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-1.2500 0.0000 E" pathEditMode="relative" ptsTypes="AA">
                                      <p:cBhvr>
                                        <p:cTn id="6" dur="26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-1.2500 0.0000 E" pathEditMode="relative" ptsTypes="AA">
                                      <p:cBhvr>
                                        <p:cTn id="8" dur="26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-1.2500 0.0000 E" pathEditMode="relative" ptsTypes="AA">
                                      <p:cBhvr>
                                        <p:cTn id="10" dur="26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-1.2500 0.0000 E" pathEditMode="relative" ptsTypes="AA">
                                      <p:cBhvr>
                                        <p:cTn id="12" dur="26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-1.2500 0.0000 E" pathEditMode="relative" ptsTypes="AA">
                                      <p:cBhvr>
                                        <p:cTn id="14" dur="26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7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-1.2500 0.0000 E" pathEditMode="relative" ptsTypes="AA">
                                      <p:cBhvr>
                                        <p:cTn id="16" dur="26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2" presetID="53" presetClass="entr" presetSubtype="0" fill="hold" nodeType="withEffect">
                                  <p:stCondLst>
                                    <p:cond delay="29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29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100000">
                                        <p:cTn id="2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8" name="cheer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Catch every fish with"/>
          <p:cNvSpPr/>
          <p:nvPr/>
        </p:nvSpPr>
        <p:spPr>
          <a:xfrm>
            <a:off x="2730500" y="190500"/>
            <a:ext cx="546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000" b="1" lang="en-US">
                <a:solidFill>
                  <a:srgbClr val="2E2640"/>
                </a:solidFill>
                <a:latin typeface="Arial"/>
                <a:cs typeface="Arial"/>
              </a:rPr>
              <a:t>Catch every fish with</a:t>
            </a:r>
          </a:p>
        </p:txBody>
      </p:sp>
      <p:sp>
        <p:nvSpPr>
          <p:cNvPr id="5" name="Find ثِ" descr="ثِ"/>
          <p:cNvSpPr/>
          <p:nvPr/>
        </p:nvSpPr>
        <p:spPr>
          <a:xfrm>
            <a:off x="81915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ثِ</a:t>
            </a:r>
          </a:p>
        </p:txBody>
      </p:sp>
      <p:sp>
        <p:nvSpPr>
          <p:cNvPr id="6" name="Star place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Fish 1" descr="Fish 1">
            <a:hlinkClick action="ppaction://hlinksldjump" r:id="rId6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0" y="1651000"/>
            <a:ext cx="2286000" cy="1416050"/>
          </a:xfrm>
          <a:prstGeom prst="rect">
            <a:avLst/>
          </a:prstGeom>
        </p:spPr>
      </p:pic>
      <p:sp>
        <p:nvSpPr>
          <p:cNvPr id="9" name="Fish letter 1 ثِ" descr="ثِ">
            <a:hlinkClick action="ppaction://hlinksldjump" r:id="rId6"/>
          </p:cNvPr>
          <p:cNvSpPr/>
          <p:nvPr/>
        </p:nvSpPr>
        <p:spPr>
          <a:xfrm>
            <a:off x="1682750" y="1885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ثِ</a:t>
            </a:r>
          </a:p>
        </p:txBody>
      </p:sp>
      <p:pic>
        <p:nvPicPr>
          <p:cNvPr id="10" name="Fish 2" descr="Fish 2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67500" y="1905000"/>
            <a:ext cx="2286000" cy="1416050"/>
          </a:xfrm>
          <a:prstGeom prst="rect">
            <a:avLst/>
          </a:prstGeom>
        </p:spPr>
      </p:pic>
      <p:sp>
        <p:nvSpPr>
          <p:cNvPr id="11" name="Fish letter 2 ظِ" descr="ظِ">
            <a:hlinkClick action="ppaction://hlinksldjump" r:id="rId7"/>
          </p:cNvPr>
          <p:cNvSpPr/>
          <p:nvPr/>
        </p:nvSpPr>
        <p:spPr>
          <a:xfrm>
            <a:off x="7207250" y="2139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ظِ</a:t>
            </a:r>
          </a:p>
        </p:txBody>
      </p:sp>
      <p:pic>
        <p:nvPicPr>
          <p:cNvPr id="12" name="Fish 3" descr="Fish 3">
            <a:hlinkClick action="ppaction://hlinksldjump" r:id="rId8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56000" y="3302000"/>
            <a:ext cx="2286000" cy="1416050"/>
          </a:xfrm>
          <a:prstGeom prst="rect">
            <a:avLst/>
          </a:prstGeom>
        </p:spPr>
      </p:pic>
      <p:sp>
        <p:nvSpPr>
          <p:cNvPr id="13" name="Fish letter 3 ثِ" descr="ثِ">
            <a:hlinkClick action="ppaction://hlinksldjump" r:id="rId8"/>
          </p:cNvPr>
          <p:cNvSpPr/>
          <p:nvPr/>
        </p:nvSpPr>
        <p:spPr>
          <a:xfrm>
            <a:off x="4095750" y="3536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ثِ</a:t>
            </a:r>
          </a:p>
        </p:txBody>
      </p:sp>
      <p:pic>
        <p:nvPicPr>
          <p:cNvPr id="14" name="Fish 4" descr="Fish 4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72500" y="3810000"/>
            <a:ext cx="2286000" cy="1416050"/>
          </a:xfrm>
          <a:prstGeom prst="rect">
            <a:avLst/>
          </a:prstGeom>
        </p:spPr>
      </p:pic>
      <p:sp>
        <p:nvSpPr>
          <p:cNvPr id="15" name="Fish letter 4 بِ" descr="بِ">
            <a:hlinkClick action="ppaction://hlinksldjump" r:id="rId7"/>
          </p:cNvPr>
          <p:cNvSpPr/>
          <p:nvPr/>
        </p:nvSpPr>
        <p:spPr>
          <a:xfrm>
            <a:off x="9112250" y="4044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بِ</a:t>
            </a:r>
          </a:p>
        </p:txBody>
      </p:sp>
      <p:pic>
        <p:nvPicPr>
          <p:cNvPr id="16" name="Fish 5" descr="Fish 5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87500" y="4826000"/>
            <a:ext cx="2286000" cy="1416050"/>
          </a:xfrm>
          <a:prstGeom prst="rect">
            <a:avLst/>
          </a:prstGeom>
        </p:spPr>
      </p:pic>
      <p:sp>
        <p:nvSpPr>
          <p:cNvPr id="17" name="Fish letter 5 تِ" descr="تِ">
            <a:hlinkClick action="ppaction://hlinksldjump" r:id="rId7"/>
          </p:cNvPr>
          <p:cNvSpPr/>
          <p:nvPr/>
        </p:nvSpPr>
        <p:spPr>
          <a:xfrm>
            <a:off x="2127250" y="5060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تِ</a:t>
            </a:r>
          </a:p>
        </p:txBody>
      </p:sp>
      <p:sp>
        <p:nvSpPr>
          <p:cNvPr id="18" name="Next button">
            <a:hlinkClick action="ppaction://hlinksldjump" r:id="rId9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Next arrow">
            <a:hlinkClick action="ppaction://hlinksldjump" r:id="rId9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4" dur="2600" fill="hold" repeatCount="indefinite" autoRev="1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6" dur="260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8" dur="2900" fill="hold" repeatCount="indefinite" autoRev="1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10" dur="2900" fill="hold" repeatCount="indefinite" autoRev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12" dur="320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14" dur="3200" fill="hold" repeatCount="indefinite" autoRev="1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7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16" dur="3500" fill="hold" repeatCount="indefinite" autoRev="1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9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18" dur="3500" fill="hold" repeatCount="indefinite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1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20" dur="3800" fill="hold" repeatCount="indefinite" autoRev="1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3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22" dur="3800" fill="hold" repeatCount="indefinite" autoRev="1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Catch every fish with"/>
          <p:cNvSpPr/>
          <p:nvPr/>
        </p:nvSpPr>
        <p:spPr>
          <a:xfrm>
            <a:off x="2730500" y="190500"/>
            <a:ext cx="546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000" b="1" lang="en-US">
                <a:solidFill>
                  <a:srgbClr val="2E2640"/>
                </a:solidFill>
                <a:latin typeface="Arial"/>
                <a:cs typeface="Arial"/>
              </a:rPr>
              <a:t>Catch every fish with</a:t>
            </a:r>
          </a:p>
        </p:txBody>
      </p:sp>
      <p:sp>
        <p:nvSpPr>
          <p:cNvPr id="5" name="Find ثِ" descr="ثِ"/>
          <p:cNvSpPr/>
          <p:nvPr/>
        </p:nvSpPr>
        <p:spPr>
          <a:xfrm>
            <a:off x="81915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ثِ</a:t>
            </a:r>
          </a:p>
        </p:txBody>
      </p:sp>
      <p:sp>
        <p:nvSpPr>
          <p:cNvPr id="6" name="Star place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Fish 1" descr="Fish 1">
            <a:hlinkClick action="ppaction://hlinksldjump" r:id="rId6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0" y="1651000"/>
            <a:ext cx="2286000" cy="1416050"/>
          </a:xfrm>
          <a:prstGeom prst="rect">
            <a:avLst/>
          </a:prstGeom>
        </p:spPr>
      </p:pic>
      <p:sp>
        <p:nvSpPr>
          <p:cNvPr id="9" name="Fish letter 1 ثِ" descr="ثِ">
            <a:hlinkClick action="ppaction://hlinksldjump" r:id="rId6"/>
          </p:cNvPr>
          <p:cNvSpPr/>
          <p:nvPr/>
        </p:nvSpPr>
        <p:spPr>
          <a:xfrm>
            <a:off x="1682750" y="1885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ثِ</a:t>
            </a:r>
          </a:p>
        </p:txBody>
      </p:sp>
      <p:pic>
        <p:nvPicPr>
          <p:cNvPr id="10" name="Fish 2" descr="Fish 2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67500" y="1905000"/>
            <a:ext cx="2286000" cy="1416050"/>
          </a:xfrm>
          <a:prstGeom prst="rect">
            <a:avLst/>
          </a:prstGeom>
        </p:spPr>
      </p:pic>
      <p:sp>
        <p:nvSpPr>
          <p:cNvPr id="11" name="Fish letter 2 ظِ" descr="ظِ">
            <a:hlinkClick action="ppaction://hlinksldjump" r:id="rId7"/>
          </p:cNvPr>
          <p:cNvSpPr/>
          <p:nvPr/>
        </p:nvSpPr>
        <p:spPr>
          <a:xfrm>
            <a:off x="7207250" y="2139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ظِ</a:t>
            </a:r>
          </a:p>
        </p:txBody>
      </p:sp>
      <p:pic>
        <p:nvPicPr>
          <p:cNvPr id="12" name="Fish 3" descr="Fish 3">
            <a:hlinkClick action="ppaction://hlinksldjump" r:id="rId8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56000" y="3302000"/>
            <a:ext cx="2286000" cy="1416050"/>
          </a:xfrm>
          <a:prstGeom prst="rect">
            <a:avLst/>
          </a:prstGeom>
        </p:spPr>
      </p:pic>
      <p:sp>
        <p:nvSpPr>
          <p:cNvPr id="13" name="Fish letter 3 ثِ" descr="ثِ">
            <a:hlinkClick action="ppaction://hlinksldjump" r:id="rId8"/>
          </p:cNvPr>
          <p:cNvSpPr/>
          <p:nvPr/>
        </p:nvSpPr>
        <p:spPr>
          <a:xfrm>
            <a:off x="4095750" y="3536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ثِ</a:t>
            </a:r>
          </a:p>
        </p:txBody>
      </p:sp>
      <p:pic>
        <p:nvPicPr>
          <p:cNvPr id="14" name="Fish 4" descr="Fish 4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72500" y="3810000"/>
            <a:ext cx="2286000" cy="1416050"/>
          </a:xfrm>
          <a:prstGeom prst="rect">
            <a:avLst/>
          </a:prstGeom>
        </p:spPr>
      </p:pic>
      <p:sp>
        <p:nvSpPr>
          <p:cNvPr id="15" name="Fish letter 4 بِ" descr="بِ">
            <a:hlinkClick action="ppaction://hlinksldjump" r:id="rId7"/>
          </p:cNvPr>
          <p:cNvSpPr/>
          <p:nvPr/>
        </p:nvSpPr>
        <p:spPr>
          <a:xfrm>
            <a:off x="9112250" y="4044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بِ</a:t>
            </a:r>
          </a:p>
        </p:txBody>
      </p:sp>
      <p:pic>
        <p:nvPicPr>
          <p:cNvPr id="16" name="Fish 5" descr="Fish 5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87500" y="4826000"/>
            <a:ext cx="2286000" cy="1416050"/>
          </a:xfrm>
          <a:prstGeom prst="rect">
            <a:avLst/>
          </a:prstGeom>
        </p:spPr>
      </p:pic>
      <p:sp>
        <p:nvSpPr>
          <p:cNvPr id="17" name="Fish letter 5 تِ" descr="تِ">
            <a:hlinkClick action="ppaction://hlinksldjump" r:id="rId7"/>
          </p:cNvPr>
          <p:cNvSpPr/>
          <p:nvPr/>
        </p:nvSpPr>
        <p:spPr>
          <a:xfrm>
            <a:off x="2127250" y="5060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تِ</a:t>
            </a:r>
          </a:p>
        </p:txBody>
      </p:sp>
      <p:sp>
        <p:nvSpPr>
          <p:cNvPr id="18" name="Try again!" descr="Try again!"/>
          <p:cNvSpPr/>
          <p:nvPr/>
        </p:nvSpPr>
        <p:spPr>
          <a:xfrm>
            <a:off x="7937500" y="5270500"/>
            <a:ext cx="3048000" cy="1460500"/>
          </a:xfrm>
          <a:prstGeom prst="cloudCallout">
            <a:avLst/>
          </a:prstGeom>
          <a:solidFill>
            <a:srgbClr val="FFFFFF"/>
          </a:solidFill>
          <a:ln w="50800">
            <a:solidFill>
              <a:srgbClr val="E5536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2500" b="1" lang="en-US">
                <a:solidFill>
                  <a:srgbClr val="E5536F"/>
                </a:solidFill>
                <a:latin typeface="Arial"/>
                <a:cs typeface="Arial"/>
              </a:rPr>
              <a:t>Try again!</a:t>
            </a:r>
          </a:p>
        </p:txBody>
      </p:sp>
      <p:sp>
        <p:nvSpPr>
          <p:cNvPr id="19" name="Next button">
            <a:hlinkClick action="ppaction://hlinksldjump" r:id="rId9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Next arrow">
            <a:hlinkClick action="ppaction://hlinksldjump" r:id="rId9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10" name="boing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4" dur="2600" fill="hold" repeatCount="indefinite" autoRev="1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6" dur="260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8" dur="2900" fill="hold" repeatCount="indefinite" autoRev="1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10" dur="2900" fill="hold" repeatCount="indefinite" autoRev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12" dur="320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14" dur="3200" fill="hold" repeatCount="indefinite" autoRev="1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7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16" dur="3500" fill="hold" repeatCount="indefinite" autoRev="1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9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18" dur="3500" fill="hold" repeatCount="indefinite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1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20" dur="3800" fill="hold" repeatCount="indefinite" autoRev="1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3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22" dur="3800" fill="hold" repeatCount="indefinite" autoRev="1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8" presetID="53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Catch every fish with"/>
          <p:cNvSpPr/>
          <p:nvPr/>
        </p:nvSpPr>
        <p:spPr>
          <a:xfrm>
            <a:off x="2730500" y="190500"/>
            <a:ext cx="546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000" b="1" lang="en-US">
                <a:solidFill>
                  <a:srgbClr val="2E2640"/>
                </a:solidFill>
                <a:latin typeface="Arial"/>
                <a:cs typeface="Arial"/>
              </a:rPr>
              <a:t>Catch every fish with</a:t>
            </a:r>
          </a:p>
        </p:txBody>
      </p:sp>
      <p:sp>
        <p:nvSpPr>
          <p:cNvPr id="5" name="Find ثِ" descr="ثِ"/>
          <p:cNvSpPr/>
          <p:nvPr/>
        </p:nvSpPr>
        <p:spPr>
          <a:xfrm>
            <a:off x="81915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ثِ</a:t>
            </a:r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Fish 2" descr="Fish 2">
            <a:hlinkClick action="ppaction://hlinksldjump" r:id="rId6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67500" y="1905000"/>
            <a:ext cx="2286000" cy="1416050"/>
          </a:xfrm>
          <a:prstGeom prst="rect">
            <a:avLst/>
          </a:prstGeom>
        </p:spPr>
      </p:pic>
      <p:sp>
        <p:nvSpPr>
          <p:cNvPr id="9" name="Fish letter 2 ظِ" descr="ظِ">
            <a:hlinkClick action="ppaction://hlinksldjump" r:id="rId6"/>
          </p:cNvPr>
          <p:cNvSpPr/>
          <p:nvPr/>
        </p:nvSpPr>
        <p:spPr>
          <a:xfrm>
            <a:off x="7207250" y="2139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ظِ</a:t>
            </a:r>
          </a:p>
        </p:txBody>
      </p:sp>
      <p:pic>
        <p:nvPicPr>
          <p:cNvPr id="10" name="Fish 3" descr="Fish 3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56000" y="3302000"/>
            <a:ext cx="2286000" cy="1416050"/>
          </a:xfrm>
          <a:prstGeom prst="rect">
            <a:avLst/>
          </a:prstGeom>
        </p:spPr>
      </p:pic>
      <p:sp>
        <p:nvSpPr>
          <p:cNvPr id="11" name="Fish letter 3 ثِ" descr="ثِ">
            <a:hlinkClick action="ppaction://hlinksldjump" r:id="rId7"/>
          </p:cNvPr>
          <p:cNvSpPr/>
          <p:nvPr/>
        </p:nvSpPr>
        <p:spPr>
          <a:xfrm>
            <a:off x="4095750" y="3536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ثِ</a:t>
            </a:r>
          </a:p>
        </p:txBody>
      </p:sp>
      <p:pic>
        <p:nvPicPr>
          <p:cNvPr id="12" name="Fish 4" descr="Fish 4">
            <a:hlinkClick action="ppaction://hlinksldjump" r:id="rId6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72500" y="3810000"/>
            <a:ext cx="2286000" cy="1416050"/>
          </a:xfrm>
          <a:prstGeom prst="rect">
            <a:avLst/>
          </a:prstGeom>
        </p:spPr>
      </p:pic>
      <p:sp>
        <p:nvSpPr>
          <p:cNvPr id="13" name="Fish letter 4 بِ" descr="بِ">
            <a:hlinkClick action="ppaction://hlinksldjump" r:id="rId6"/>
          </p:cNvPr>
          <p:cNvSpPr/>
          <p:nvPr/>
        </p:nvSpPr>
        <p:spPr>
          <a:xfrm>
            <a:off x="9112250" y="4044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بِ</a:t>
            </a:r>
          </a:p>
        </p:txBody>
      </p:sp>
      <p:pic>
        <p:nvPicPr>
          <p:cNvPr id="14" name="Fish 5" descr="Fish 5">
            <a:hlinkClick action="ppaction://hlinksldjump" r:id="rId6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87500" y="4826000"/>
            <a:ext cx="2286000" cy="1416050"/>
          </a:xfrm>
          <a:prstGeom prst="rect">
            <a:avLst/>
          </a:prstGeom>
        </p:spPr>
      </p:pic>
      <p:sp>
        <p:nvSpPr>
          <p:cNvPr id="15" name="Fish letter 5 تِ" descr="تِ">
            <a:hlinkClick action="ppaction://hlinksldjump" r:id="rId6"/>
          </p:cNvPr>
          <p:cNvSpPr/>
          <p:nvPr/>
        </p:nvSpPr>
        <p:spPr>
          <a:xfrm>
            <a:off x="2127250" y="5060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تِ</a:t>
            </a:r>
          </a:p>
        </p:txBody>
      </p:sp>
      <p:sp>
        <p:nvSpPr>
          <p:cNvPr id="16" name="Next button">
            <a:hlinkClick action="ppaction://hlinksldjump" r:id="rId8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Next arrow">
            <a:hlinkClick action="ppaction://hlinksldjump" r:id="rId8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9" name="spla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9" dur="2900" fill="hold" repeatCount="indefinite" autoRev="1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2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11" dur="290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4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13" dur="3200" fill="hold" repeatCount="indefinite" autoRev="1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6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15" dur="3200" fill="hold" repeatCount="indefinite" autoRev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8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17" dur="350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0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19" dur="3500" fill="hold" repeatCount="indefinite" autoRev="1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2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21" dur="3800" fill="hold" repeatCount="indefinite" autoRev="1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4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23" dur="3800" fill="hold" repeatCount="indefinite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Catch every fish with"/>
          <p:cNvSpPr/>
          <p:nvPr/>
        </p:nvSpPr>
        <p:spPr>
          <a:xfrm>
            <a:off x="2730500" y="190500"/>
            <a:ext cx="546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000" b="1" lang="en-US">
                <a:solidFill>
                  <a:srgbClr val="2E2640"/>
                </a:solidFill>
                <a:latin typeface="Arial"/>
                <a:cs typeface="Arial"/>
              </a:rPr>
              <a:t>Catch every fish with</a:t>
            </a:r>
          </a:p>
        </p:txBody>
      </p:sp>
      <p:sp>
        <p:nvSpPr>
          <p:cNvPr id="5" name="Find ثِ" descr="ثِ"/>
          <p:cNvSpPr/>
          <p:nvPr/>
        </p:nvSpPr>
        <p:spPr>
          <a:xfrm>
            <a:off x="81915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ثِ</a:t>
            </a:r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Fish 2" descr="Fish 2">
            <a:hlinkClick action="ppaction://hlinksldjump" r:id="rId6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67500" y="1905000"/>
            <a:ext cx="2286000" cy="1416050"/>
          </a:xfrm>
          <a:prstGeom prst="rect">
            <a:avLst/>
          </a:prstGeom>
        </p:spPr>
      </p:pic>
      <p:sp>
        <p:nvSpPr>
          <p:cNvPr id="9" name="Fish letter 2 ظِ" descr="ظِ">
            <a:hlinkClick action="ppaction://hlinksldjump" r:id="rId6"/>
          </p:cNvPr>
          <p:cNvSpPr/>
          <p:nvPr/>
        </p:nvSpPr>
        <p:spPr>
          <a:xfrm>
            <a:off x="7207250" y="2139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ظِ</a:t>
            </a:r>
          </a:p>
        </p:txBody>
      </p:sp>
      <p:pic>
        <p:nvPicPr>
          <p:cNvPr id="10" name="Fish 3" descr="Fish 3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56000" y="3302000"/>
            <a:ext cx="2286000" cy="1416050"/>
          </a:xfrm>
          <a:prstGeom prst="rect">
            <a:avLst/>
          </a:prstGeom>
        </p:spPr>
      </p:pic>
      <p:sp>
        <p:nvSpPr>
          <p:cNvPr id="11" name="Fish letter 3 ثِ" descr="ثِ">
            <a:hlinkClick action="ppaction://hlinksldjump" r:id="rId7"/>
          </p:cNvPr>
          <p:cNvSpPr/>
          <p:nvPr/>
        </p:nvSpPr>
        <p:spPr>
          <a:xfrm>
            <a:off x="4095750" y="3536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ثِ</a:t>
            </a:r>
          </a:p>
        </p:txBody>
      </p:sp>
      <p:pic>
        <p:nvPicPr>
          <p:cNvPr id="12" name="Fish 4" descr="Fish 4">
            <a:hlinkClick action="ppaction://hlinksldjump" r:id="rId6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72500" y="3810000"/>
            <a:ext cx="2286000" cy="1416050"/>
          </a:xfrm>
          <a:prstGeom prst="rect">
            <a:avLst/>
          </a:prstGeom>
        </p:spPr>
      </p:pic>
      <p:sp>
        <p:nvSpPr>
          <p:cNvPr id="13" name="Fish letter 4 بِ" descr="بِ">
            <a:hlinkClick action="ppaction://hlinksldjump" r:id="rId6"/>
          </p:cNvPr>
          <p:cNvSpPr/>
          <p:nvPr/>
        </p:nvSpPr>
        <p:spPr>
          <a:xfrm>
            <a:off x="9112250" y="4044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بِ</a:t>
            </a:r>
          </a:p>
        </p:txBody>
      </p:sp>
      <p:pic>
        <p:nvPicPr>
          <p:cNvPr id="14" name="Fish 5" descr="Fish 5">
            <a:hlinkClick action="ppaction://hlinksldjump" r:id="rId6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87500" y="4826000"/>
            <a:ext cx="2286000" cy="1416050"/>
          </a:xfrm>
          <a:prstGeom prst="rect">
            <a:avLst/>
          </a:prstGeom>
        </p:spPr>
      </p:pic>
      <p:sp>
        <p:nvSpPr>
          <p:cNvPr id="15" name="Fish letter 5 تِ" descr="تِ">
            <a:hlinkClick action="ppaction://hlinksldjump" r:id="rId6"/>
          </p:cNvPr>
          <p:cNvSpPr/>
          <p:nvPr/>
        </p:nvSpPr>
        <p:spPr>
          <a:xfrm>
            <a:off x="2127250" y="5060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تِ</a:t>
            </a:r>
          </a:p>
        </p:txBody>
      </p:sp>
      <p:sp>
        <p:nvSpPr>
          <p:cNvPr id="16" name="Try again!" descr="Try again!"/>
          <p:cNvSpPr/>
          <p:nvPr/>
        </p:nvSpPr>
        <p:spPr>
          <a:xfrm>
            <a:off x="7937500" y="5270500"/>
            <a:ext cx="3048000" cy="1460500"/>
          </a:xfrm>
          <a:prstGeom prst="cloudCallout">
            <a:avLst/>
          </a:prstGeom>
          <a:solidFill>
            <a:srgbClr val="FFFFFF"/>
          </a:solidFill>
          <a:ln w="50800">
            <a:solidFill>
              <a:srgbClr val="E5536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2500" b="1" lang="en-US">
                <a:solidFill>
                  <a:srgbClr val="E5536F"/>
                </a:solidFill>
                <a:latin typeface="Arial"/>
                <a:cs typeface="Arial"/>
              </a:rPr>
              <a:t>Try again!</a:t>
            </a:r>
          </a:p>
        </p:txBody>
      </p:sp>
      <p:sp>
        <p:nvSpPr>
          <p:cNvPr id="17" name="Next button">
            <a:hlinkClick action="ppaction://hlinksldjump" r:id="rId8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Next arrow">
            <a:hlinkClick action="ppaction://hlinksldjump" r:id="rId8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9" name="boing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4" dur="2900" fill="hold" repeatCount="indefinite" autoRev="1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6" dur="290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8" dur="3200" fill="hold" repeatCount="indefinite" autoRev="1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10" dur="3200" fill="hold" repeatCount="indefinite" autoRev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12" dur="350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14" dur="3500" fill="hold" repeatCount="indefinite" autoRev="1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7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16" dur="3800" fill="hold" repeatCount="indefinite" autoRev="1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9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18" dur="3800" fill="hold" repeatCount="indefinite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4" presetID="53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Catch every fish with"/>
          <p:cNvSpPr/>
          <p:nvPr/>
        </p:nvSpPr>
        <p:spPr>
          <a:xfrm>
            <a:off x="2730500" y="190500"/>
            <a:ext cx="546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000" b="1" lang="en-US">
                <a:solidFill>
                  <a:srgbClr val="2E2640"/>
                </a:solidFill>
                <a:latin typeface="Arial"/>
                <a:cs typeface="Arial"/>
              </a:rPr>
              <a:t>Catch every fish with</a:t>
            </a:r>
          </a:p>
        </p:txBody>
      </p:sp>
      <p:sp>
        <p:nvSpPr>
          <p:cNvPr id="5" name="Find ثِ" descr="ثِ"/>
          <p:cNvSpPr/>
          <p:nvPr/>
        </p:nvSpPr>
        <p:spPr>
          <a:xfrm>
            <a:off x="81915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ثِ</a:t>
            </a:r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Fish 1" descr="Fish 1">
            <a:hlinkClick action="ppaction://hlinksldjump" r:id="rId6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0" y="1651000"/>
            <a:ext cx="2286000" cy="1416050"/>
          </a:xfrm>
          <a:prstGeom prst="rect">
            <a:avLst/>
          </a:prstGeom>
        </p:spPr>
      </p:pic>
      <p:sp>
        <p:nvSpPr>
          <p:cNvPr id="9" name="Fish letter 1 ثِ" descr="ثِ">
            <a:hlinkClick action="ppaction://hlinksldjump" r:id="rId6"/>
          </p:cNvPr>
          <p:cNvSpPr/>
          <p:nvPr/>
        </p:nvSpPr>
        <p:spPr>
          <a:xfrm>
            <a:off x="1682750" y="1885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ثِ</a:t>
            </a:r>
          </a:p>
        </p:txBody>
      </p:sp>
      <p:pic>
        <p:nvPicPr>
          <p:cNvPr id="10" name="Fish 2" descr="Fish 2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67500" y="1905000"/>
            <a:ext cx="2286000" cy="1416050"/>
          </a:xfrm>
          <a:prstGeom prst="rect">
            <a:avLst/>
          </a:prstGeom>
        </p:spPr>
      </p:pic>
      <p:sp>
        <p:nvSpPr>
          <p:cNvPr id="11" name="Fish letter 2 ظِ" descr="ظِ">
            <a:hlinkClick action="ppaction://hlinksldjump" r:id="rId7"/>
          </p:cNvPr>
          <p:cNvSpPr/>
          <p:nvPr/>
        </p:nvSpPr>
        <p:spPr>
          <a:xfrm>
            <a:off x="7207250" y="2139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ظِ</a:t>
            </a:r>
          </a:p>
        </p:txBody>
      </p:sp>
      <p:pic>
        <p:nvPicPr>
          <p:cNvPr id="12" name="Fish 4" descr="Fish 4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72500" y="3810000"/>
            <a:ext cx="2286000" cy="1416050"/>
          </a:xfrm>
          <a:prstGeom prst="rect">
            <a:avLst/>
          </a:prstGeom>
        </p:spPr>
      </p:pic>
      <p:sp>
        <p:nvSpPr>
          <p:cNvPr id="13" name="Fish letter 4 بِ" descr="بِ">
            <a:hlinkClick action="ppaction://hlinksldjump" r:id="rId7"/>
          </p:cNvPr>
          <p:cNvSpPr/>
          <p:nvPr/>
        </p:nvSpPr>
        <p:spPr>
          <a:xfrm>
            <a:off x="9112250" y="4044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بِ</a:t>
            </a:r>
          </a:p>
        </p:txBody>
      </p:sp>
      <p:pic>
        <p:nvPicPr>
          <p:cNvPr id="14" name="Fish 5" descr="Fish 5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87500" y="4826000"/>
            <a:ext cx="2286000" cy="1416050"/>
          </a:xfrm>
          <a:prstGeom prst="rect">
            <a:avLst/>
          </a:prstGeom>
        </p:spPr>
      </p:pic>
      <p:sp>
        <p:nvSpPr>
          <p:cNvPr id="15" name="Fish letter 5 تِ" descr="تِ">
            <a:hlinkClick action="ppaction://hlinksldjump" r:id="rId7"/>
          </p:cNvPr>
          <p:cNvSpPr/>
          <p:nvPr/>
        </p:nvSpPr>
        <p:spPr>
          <a:xfrm>
            <a:off x="2127250" y="5060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تِ</a:t>
            </a:r>
          </a:p>
        </p:txBody>
      </p:sp>
      <p:sp>
        <p:nvSpPr>
          <p:cNvPr id="16" name="Next button">
            <a:hlinkClick action="ppaction://hlinksldjump" r:id="rId8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Next arrow">
            <a:hlinkClick action="ppaction://hlinksldjump" r:id="rId8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9" name="spla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9" dur="2600" fill="hold" repeatCount="indefinite" autoRev="1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2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11" dur="260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4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13" dur="2900" fill="hold" repeatCount="indefinite" autoRev="1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6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15" dur="2900" fill="hold" repeatCount="indefinite" autoRev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8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17" dur="350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0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19" dur="3500" fill="hold" repeatCount="indefinite" autoRev="1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2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21" dur="3800" fill="hold" repeatCount="indefinite" autoRev="1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4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23" dur="3800" fill="hold" repeatCount="indefinite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Catch every fish with"/>
          <p:cNvSpPr/>
          <p:nvPr/>
        </p:nvSpPr>
        <p:spPr>
          <a:xfrm>
            <a:off x="2730500" y="190500"/>
            <a:ext cx="546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000" b="1" lang="en-US">
                <a:solidFill>
                  <a:srgbClr val="2E2640"/>
                </a:solidFill>
                <a:latin typeface="Arial"/>
                <a:cs typeface="Arial"/>
              </a:rPr>
              <a:t>Catch every fish with</a:t>
            </a:r>
          </a:p>
        </p:txBody>
      </p:sp>
      <p:sp>
        <p:nvSpPr>
          <p:cNvPr id="5" name="Find ثِ" descr="ثِ"/>
          <p:cNvSpPr/>
          <p:nvPr/>
        </p:nvSpPr>
        <p:spPr>
          <a:xfrm>
            <a:off x="81915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ثِ</a:t>
            </a:r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Fish 1" descr="Fish 1">
            <a:hlinkClick action="ppaction://hlinksldjump" r:id="rId6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0" y="1651000"/>
            <a:ext cx="2286000" cy="1416050"/>
          </a:xfrm>
          <a:prstGeom prst="rect">
            <a:avLst/>
          </a:prstGeom>
        </p:spPr>
      </p:pic>
      <p:sp>
        <p:nvSpPr>
          <p:cNvPr id="9" name="Fish letter 1 ثِ" descr="ثِ">
            <a:hlinkClick action="ppaction://hlinksldjump" r:id="rId6"/>
          </p:cNvPr>
          <p:cNvSpPr/>
          <p:nvPr/>
        </p:nvSpPr>
        <p:spPr>
          <a:xfrm>
            <a:off x="1682750" y="1885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ثِ</a:t>
            </a:r>
          </a:p>
        </p:txBody>
      </p:sp>
      <p:pic>
        <p:nvPicPr>
          <p:cNvPr id="10" name="Fish 2" descr="Fish 2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67500" y="1905000"/>
            <a:ext cx="2286000" cy="1416050"/>
          </a:xfrm>
          <a:prstGeom prst="rect">
            <a:avLst/>
          </a:prstGeom>
        </p:spPr>
      </p:pic>
      <p:sp>
        <p:nvSpPr>
          <p:cNvPr id="11" name="Fish letter 2 ظِ" descr="ظِ">
            <a:hlinkClick action="ppaction://hlinksldjump" r:id="rId7"/>
          </p:cNvPr>
          <p:cNvSpPr/>
          <p:nvPr/>
        </p:nvSpPr>
        <p:spPr>
          <a:xfrm>
            <a:off x="7207250" y="2139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ظِ</a:t>
            </a:r>
          </a:p>
        </p:txBody>
      </p:sp>
      <p:pic>
        <p:nvPicPr>
          <p:cNvPr id="12" name="Fish 4" descr="Fish 4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72500" y="3810000"/>
            <a:ext cx="2286000" cy="1416050"/>
          </a:xfrm>
          <a:prstGeom prst="rect">
            <a:avLst/>
          </a:prstGeom>
        </p:spPr>
      </p:pic>
      <p:sp>
        <p:nvSpPr>
          <p:cNvPr id="13" name="Fish letter 4 بِ" descr="بِ">
            <a:hlinkClick action="ppaction://hlinksldjump" r:id="rId7"/>
          </p:cNvPr>
          <p:cNvSpPr/>
          <p:nvPr/>
        </p:nvSpPr>
        <p:spPr>
          <a:xfrm>
            <a:off x="9112250" y="4044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بِ</a:t>
            </a:r>
          </a:p>
        </p:txBody>
      </p:sp>
      <p:pic>
        <p:nvPicPr>
          <p:cNvPr id="14" name="Fish 5" descr="Fish 5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87500" y="4826000"/>
            <a:ext cx="2286000" cy="1416050"/>
          </a:xfrm>
          <a:prstGeom prst="rect">
            <a:avLst/>
          </a:prstGeom>
        </p:spPr>
      </p:pic>
      <p:sp>
        <p:nvSpPr>
          <p:cNvPr id="15" name="Fish letter 5 تِ" descr="تِ">
            <a:hlinkClick action="ppaction://hlinksldjump" r:id="rId7"/>
          </p:cNvPr>
          <p:cNvSpPr/>
          <p:nvPr/>
        </p:nvSpPr>
        <p:spPr>
          <a:xfrm>
            <a:off x="2127250" y="5060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تِ</a:t>
            </a:r>
          </a:p>
        </p:txBody>
      </p:sp>
      <p:sp>
        <p:nvSpPr>
          <p:cNvPr id="16" name="Try again!" descr="Try again!"/>
          <p:cNvSpPr/>
          <p:nvPr/>
        </p:nvSpPr>
        <p:spPr>
          <a:xfrm>
            <a:off x="7937500" y="5270500"/>
            <a:ext cx="3048000" cy="1460500"/>
          </a:xfrm>
          <a:prstGeom prst="cloudCallout">
            <a:avLst/>
          </a:prstGeom>
          <a:solidFill>
            <a:srgbClr val="FFFFFF"/>
          </a:solidFill>
          <a:ln w="50800">
            <a:solidFill>
              <a:srgbClr val="E5536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2500" b="1" lang="en-US">
                <a:solidFill>
                  <a:srgbClr val="E5536F"/>
                </a:solidFill>
                <a:latin typeface="Arial"/>
                <a:cs typeface="Arial"/>
              </a:rPr>
              <a:t>Try again!</a:t>
            </a:r>
          </a:p>
        </p:txBody>
      </p:sp>
      <p:sp>
        <p:nvSpPr>
          <p:cNvPr id="17" name="Next button">
            <a:hlinkClick action="ppaction://hlinksldjump" r:id="rId8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Next arrow">
            <a:hlinkClick action="ppaction://hlinksldjump" r:id="rId8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9" name="boing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4" dur="2600" fill="hold" repeatCount="indefinite" autoRev="1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6" dur="260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8" dur="2900" fill="hold" repeatCount="indefinite" autoRev="1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10" dur="2900" fill="hold" repeatCount="indefinite" autoRev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12" dur="350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14" dur="3500" fill="hold" repeatCount="indefinite" autoRev="1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7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16" dur="3800" fill="hold" repeatCount="indefinite" autoRev="1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9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18" dur="3800" fill="hold" repeatCount="indefinite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4" presetID="53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Catch every fish with"/>
          <p:cNvSpPr/>
          <p:nvPr/>
        </p:nvSpPr>
        <p:spPr>
          <a:xfrm>
            <a:off x="2730500" y="190500"/>
            <a:ext cx="546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000" b="1" lang="en-US">
                <a:solidFill>
                  <a:srgbClr val="2E2640"/>
                </a:solidFill>
                <a:latin typeface="Arial"/>
                <a:cs typeface="Arial"/>
              </a:rPr>
              <a:t>Catch every fish with</a:t>
            </a:r>
          </a:p>
        </p:txBody>
      </p:sp>
      <p:sp>
        <p:nvSpPr>
          <p:cNvPr id="5" name="Find ثِ" descr="ثِ"/>
          <p:cNvSpPr/>
          <p:nvPr/>
        </p:nvSpPr>
        <p:spPr>
          <a:xfrm>
            <a:off x="81915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ثِ</a:t>
            </a:r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Fish 2" descr="Fish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67500" y="1905000"/>
            <a:ext cx="2286000" cy="1416050"/>
          </a:xfrm>
          <a:prstGeom prst="rect">
            <a:avLst/>
          </a:prstGeom>
        </p:spPr>
      </p:pic>
      <p:sp>
        <p:nvSpPr>
          <p:cNvPr id="9" name="Fish letter 2 ظِ" descr="ظِ"/>
          <p:cNvSpPr/>
          <p:nvPr/>
        </p:nvSpPr>
        <p:spPr>
          <a:xfrm>
            <a:off x="7207250" y="2139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ظِ</a:t>
            </a:r>
          </a:p>
        </p:txBody>
      </p:sp>
      <p:pic>
        <p:nvPicPr>
          <p:cNvPr id="10" name="Fish 4" descr="Fish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72500" y="3810000"/>
            <a:ext cx="2286000" cy="1416050"/>
          </a:xfrm>
          <a:prstGeom prst="rect">
            <a:avLst/>
          </a:prstGeom>
        </p:spPr>
      </p:pic>
      <p:sp>
        <p:nvSpPr>
          <p:cNvPr id="11" name="Fish letter 4 بِ" descr="بِ"/>
          <p:cNvSpPr/>
          <p:nvPr/>
        </p:nvSpPr>
        <p:spPr>
          <a:xfrm>
            <a:off x="9112250" y="4044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بِ</a:t>
            </a:r>
          </a:p>
        </p:txBody>
      </p:sp>
      <p:pic>
        <p:nvPicPr>
          <p:cNvPr id="12" name="Fish 5" descr="Fish 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87500" y="4826000"/>
            <a:ext cx="2286000" cy="1416050"/>
          </a:xfrm>
          <a:prstGeom prst="rect">
            <a:avLst/>
          </a:prstGeom>
        </p:spPr>
      </p:pic>
      <p:sp>
        <p:nvSpPr>
          <p:cNvPr id="13" name="Fish letter 5 تِ" descr="تِ"/>
          <p:cNvSpPr/>
          <p:nvPr/>
        </p:nvSpPr>
        <p:spPr>
          <a:xfrm>
            <a:off x="2127250" y="5060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تِ</a:t>
            </a:r>
          </a:p>
        </p:txBody>
      </p:sp>
      <p:sp>
        <p:nvSpPr>
          <p:cNvPr id="14" name="Great job!" descr="Great job!"/>
          <p:cNvSpPr/>
          <p:nvPr/>
        </p:nvSpPr>
        <p:spPr>
          <a:xfrm>
            <a:off x="7937500" y="5270500"/>
            <a:ext cx="3048000" cy="1460500"/>
          </a:xfrm>
          <a:prstGeom prst="cloudCallout">
            <a:avLst/>
          </a:prstGeom>
          <a:solidFill>
            <a:srgbClr val="FFFFFF"/>
          </a:solidFill>
          <a:ln w="50800">
            <a:solidFill>
              <a:srgbClr val="2FB57A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2500" b="1" lang="en-US">
                <a:solidFill>
                  <a:srgbClr val="2FB57A"/>
                </a:solidFill>
                <a:latin typeface="Arial"/>
                <a:cs typeface="Arial"/>
              </a:rPr>
              <a:t>Great job!</a:t>
            </a:r>
          </a:p>
        </p:txBody>
      </p:sp>
      <p:sp>
        <p:nvSpPr>
          <p:cNvPr id="15" name="Next button">
            <a:hlinkClick action="ppaction://hlinksldjump" r:id="rId6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Next arrow">
            <a:hlinkClick action="ppaction://hlinksldjump" r:id="rId6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7" name="sound anchor" descr="sound anchor (invisible)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2700" y="12700"/>
            <a:ext cx="25400" cy="25400"/>
          </a:xfrm>
          <a:prstGeom prst="rect">
            <a:avLst/>
          </a:prstGeom>
        </p:spPr>
      </p:pic>
    </p:spTree>
  </p:cSld>
  <p:clrMapOvr>
    <a:masterClrMapping/>
  </p:clrMapOvr>
  <p:transition advClick="0">
    <p:sndAc>
      <p:stSnd>
        <p:snd r:embed="rId7" name="spla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9" dur="2900" fill="hold" repeatCount="indefinite" autoRev="1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2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11" dur="290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4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13" dur="3500" fill="hold" repeatCount="indefinite" autoRev="1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6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15" dur="3500" fill="hold" repeatCount="indefinite" autoRev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8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17" dur="380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0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19" dur="3800" fill="hold" repeatCount="indefinite" autoRev="1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5" presetID="53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2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100000">
                                        <p:cTn id="2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9" name="cheer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Tap every letter with"/>
          <p:cNvSpPr/>
          <p:nvPr/>
        </p:nvSpPr>
        <p:spPr>
          <a:xfrm>
            <a:off x="2730500" y="190500"/>
            <a:ext cx="546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000" b="1" lang="en-US">
                <a:solidFill>
                  <a:srgbClr val="2E2640"/>
                </a:solidFill>
                <a:latin typeface="Arial"/>
                <a:cs typeface="Arial"/>
              </a:rPr>
              <a:t>Tap every letter with</a:t>
            </a:r>
          </a:p>
        </p:txBody>
      </p:sp>
      <p:sp>
        <p:nvSpPr>
          <p:cNvPr id="5" name="Find ثِ" descr="ثِ"/>
          <p:cNvSpPr/>
          <p:nvPr/>
        </p:nvSpPr>
        <p:spPr>
          <a:xfrm>
            <a:off x="81915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ثِ</a:t>
            </a:r>
          </a:p>
        </p:txBody>
      </p:sp>
      <p:sp>
        <p:nvSpPr>
          <p:cNvPr id="6" name="Star place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Hole 1"/>
          <p:cNvSpPr/>
          <p:nvPr/>
        </p:nvSpPr>
        <p:spPr>
          <a:xfrm>
            <a:off x="2349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ile 1 ثِ" descr="ثِ">
            <a:hlinkClick action="ppaction://hlinksldjump" r:id="rId3"/>
          </p:cNvPr>
          <p:cNvSpPr/>
          <p:nvPr/>
        </p:nvSpPr>
        <p:spPr>
          <a:xfrm>
            <a:off x="2635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ثِ</a:t>
            </a:r>
          </a:p>
        </p:txBody>
      </p:sp>
      <p:sp>
        <p:nvSpPr>
          <p:cNvPr id="10" name="Hole 2"/>
          <p:cNvSpPr/>
          <p:nvPr/>
        </p:nvSpPr>
        <p:spPr>
          <a:xfrm>
            <a:off x="5143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ile 2 ثِ" descr="ثِ">
            <a:hlinkClick action="ppaction://hlinksldjump" r:id="rId4"/>
          </p:cNvPr>
          <p:cNvSpPr/>
          <p:nvPr/>
        </p:nvSpPr>
        <p:spPr>
          <a:xfrm>
            <a:off x="5429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ثِ</a:t>
            </a:r>
          </a:p>
        </p:txBody>
      </p:sp>
      <p:sp>
        <p:nvSpPr>
          <p:cNvPr id="12" name="Hole 3"/>
          <p:cNvSpPr/>
          <p:nvPr/>
        </p:nvSpPr>
        <p:spPr>
          <a:xfrm>
            <a:off x="7937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ile 3 غِ" descr="غِ">
            <a:hlinkClick action="ppaction://hlinksldjump" r:id="rId5"/>
          </p:cNvPr>
          <p:cNvSpPr/>
          <p:nvPr/>
        </p:nvSpPr>
        <p:spPr>
          <a:xfrm>
            <a:off x="8223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غِ</a:t>
            </a:r>
          </a:p>
        </p:txBody>
      </p:sp>
      <p:sp>
        <p:nvSpPr>
          <p:cNvPr id="14" name="Hole 4"/>
          <p:cNvSpPr/>
          <p:nvPr/>
        </p:nvSpPr>
        <p:spPr>
          <a:xfrm>
            <a:off x="2349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ile 4 مِ" descr="مِ">
            <a:hlinkClick action="ppaction://hlinksldjump" r:id="rId5"/>
          </p:cNvPr>
          <p:cNvSpPr/>
          <p:nvPr/>
        </p:nvSpPr>
        <p:spPr>
          <a:xfrm>
            <a:off x="2635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مِ</a:t>
            </a:r>
          </a:p>
        </p:txBody>
      </p:sp>
      <p:sp>
        <p:nvSpPr>
          <p:cNvPr id="16" name="Hole 5"/>
          <p:cNvSpPr/>
          <p:nvPr/>
        </p:nvSpPr>
        <p:spPr>
          <a:xfrm>
            <a:off x="5143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ile 5 عِ" descr="عِ">
            <a:hlinkClick action="ppaction://hlinksldjump" r:id="rId5"/>
          </p:cNvPr>
          <p:cNvSpPr/>
          <p:nvPr/>
        </p:nvSpPr>
        <p:spPr>
          <a:xfrm>
            <a:off x="5429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عِ</a:t>
            </a:r>
          </a:p>
        </p:txBody>
      </p:sp>
      <p:sp>
        <p:nvSpPr>
          <p:cNvPr id="18" name="Hole 6"/>
          <p:cNvSpPr/>
          <p:nvPr/>
        </p:nvSpPr>
        <p:spPr>
          <a:xfrm>
            <a:off x="7937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ile 6 ضِ" descr="ضِ">
            <a:hlinkClick action="ppaction://hlinksldjump" r:id="rId5"/>
          </p:cNvPr>
          <p:cNvSpPr/>
          <p:nvPr/>
        </p:nvSpPr>
        <p:spPr>
          <a:xfrm>
            <a:off x="8223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ضِ</a:t>
            </a:r>
          </a:p>
        </p:txBody>
      </p:sp>
      <p:sp>
        <p:nvSpPr>
          <p:cNvPr id="20" name="Next button">
            <a:hlinkClick action="ppaction://hlinksldjump" r:id="rId6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Next arrow">
            <a:hlinkClick action="ppaction://hlinksldjump" r:id="rId6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6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4" dur="85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6" dur="970" fill="hold" repeatCount="indefinite" autoRev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8" dur="1090" fill="hold" repeatCount="indefinite" autoRev="1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0" dur="1210" fill="hold" repeatCount="indefinite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2" dur="1330" fill="hold" repeatCount="indefinite" autoRev="1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" presetID="0" presetClass="path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4" dur="1450" fill="hold" repeatCount="indefinite" autoRev="1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Tap every letter with"/>
          <p:cNvSpPr/>
          <p:nvPr/>
        </p:nvSpPr>
        <p:spPr>
          <a:xfrm>
            <a:off x="2730500" y="190500"/>
            <a:ext cx="546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000" b="1" lang="en-US">
                <a:solidFill>
                  <a:srgbClr val="2E2640"/>
                </a:solidFill>
                <a:latin typeface="Arial"/>
                <a:cs typeface="Arial"/>
              </a:rPr>
              <a:t>Tap every letter with</a:t>
            </a:r>
          </a:p>
        </p:txBody>
      </p:sp>
      <p:sp>
        <p:nvSpPr>
          <p:cNvPr id="5" name="Find ثِ" descr="ثِ"/>
          <p:cNvSpPr/>
          <p:nvPr/>
        </p:nvSpPr>
        <p:spPr>
          <a:xfrm>
            <a:off x="81915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ثِ</a:t>
            </a:r>
          </a:p>
        </p:txBody>
      </p:sp>
      <p:sp>
        <p:nvSpPr>
          <p:cNvPr id="6" name="Star place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Hole 1"/>
          <p:cNvSpPr/>
          <p:nvPr/>
        </p:nvSpPr>
        <p:spPr>
          <a:xfrm>
            <a:off x="2349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ile 1 ثِ" descr="ثِ">
            <a:hlinkClick action="ppaction://hlinksldjump" r:id="rId3"/>
          </p:cNvPr>
          <p:cNvSpPr/>
          <p:nvPr/>
        </p:nvSpPr>
        <p:spPr>
          <a:xfrm>
            <a:off x="2635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ثِ</a:t>
            </a:r>
          </a:p>
        </p:txBody>
      </p:sp>
      <p:sp>
        <p:nvSpPr>
          <p:cNvPr id="10" name="Hole 2"/>
          <p:cNvSpPr/>
          <p:nvPr/>
        </p:nvSpPr>
        <p:spPr>
          <a:xfrm>
            <a:off x="5143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ile 2 ثِ" descr="ثِ">
            <a:hlinkClick action="ppaction://hlinksldjump" r:id="rId4"/>
          </p:cNvPr>
          <p:cNvSpPr/>
          <p:nvPr/>
        </p:nvSpPr>
        <p:spPr>
          <a:xfrm>
            <a:off x="5429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ثِ</a:t>
            </a:r>
          </a:p>
        </p:txBody>
      </p:sp>
      <p:sp>
        <p:nvSpPr>
          <p:cNvPr id="12" name="Hole 3"/>
          <p:cNvSpPr/>
          <p:nvPr/>
        </p:nvSpPr>
        <p:spPr>
          <a:xfrm>
            <a:off x="7937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ile 3 غِ" descr="غِ">
            <a:hlinkClick action="ppaction://hlinksldjump" r:id="rId5"/>
          </p:cNvPr>
          <p:cNvSpPr/>
          <p:nvPr/>
        </p:nvSpPr>
        <p:spPr>
          <a:xfrm>
            <a:off x="8223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غِ</a:t>
            </a:r>
          </a:p>
        </p:txBody>
      </p:sp>
      <p:sp>
        <p:nvSpPr>
          <p:cNvPr id="14" name="Hole 4"/>
          <p:cNvSpPr/>
          <p:nvPr/>
        </p:nvSpPr>
        <p:spPr>
          <a:xfrm>
            <a:off x="2349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ile 4 مِ" descr="مِ">
            <a:hlinkClick action="ppaction://hlinksldjump" r:id="rId5"/>
          </p:cNvPr>
          <p:cNvSpPr/>
          <p:nvPr/>
        </p:nvSpPr>
        <p:spPr>
          <a:xfrm>
            <a:off x="2635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مِ</a:t>
            </a:r>
          </a:p>
        </p:txBody>
      </p:sp>
      <p:sp>
        <p:nvSpPr>
          <p:cNvPr id="16" name="Hole 5"/>
          <p:cNvSpPr/>
          <p:nvPr/>
        </p:nvSpPr>
        <p:spPr>
          <a:xfrm>
            <a:off x="5143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ile 5 عِ" descr="عِ">
            <a:hlinkClick action="ppaction://hlinksldjump" r:id="rId5"/>
          </p:cNvPr>
          <p:cNvSpPr/>
          <p:nvPr/>
        </p:nvSpPr>
        <p:spPr>
          <a:xfrm>
            <a:off x="5429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عِ</a:t>
            </a:r>
          </a:p>
        </p:txBody>
      </p:sp>
      <p:sp>
        <p:nvSpPr>
          <p:cNvPr id="18" name="Hole 6"/>
          <p:cNvSpPr/>
          <p:nvPr/>
        </p:nvSpPr>
        <p:spPr>
          <a:xfrm>
            <a:off x="7937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ile 6 ضِ" descr="ضِ">
            <a:hlinkClick action="ppaction://hlinksldjump" r:id="rId5"/>
          </p:cNvPr>
          <p:cNvSpPr/>
          <p:nvPr/>
        </p:nvSpPr>
        <p:spPr>
          <a:xfrm>
            <a:off x="8223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ضِ</a:t>
            </a:r>
          </a:p>
        </p:txBody>
      </p:sp>
      <p:sp>
        <p:nvSpPr>
          <p:cNvPr id="20" name="Try again!" descr="Try again!"/>
          <p:cNvSpPr/>
          <p:nvPr/>
        </p:nvSpPr>
        <p:spPr>
          <a:xfrm>
            <a:off x="9080500" y="1016000"/>
            <a:ext cx="3048000" cy="1460500"/>
          </a:xfrm>
          <a:prstGeom prst="cloudCallout">
            <a:avLst/>
          </a:prstGeom>
          <a:solidFill>
            <a:srgbClr val="FFFFFF"/>
          </a:solidFill>
          <a:ln w="50800">
            <a:solidFill>
              <a:srgbClr val="E5536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2500" b="1" lang="en-US">
                <a:solidFill>
                  <a:srgbClr val="E5536F"/>
                </a:solidFill>
                <a:latin typeface="Arial"/>
                <a:cs typeface="Arial"/>
              </a:rPr>
              <a:t>Try again!</a:t>
            </a:r>
          </a:p>
        </p:txBody>
      </p:sp>
      <p:sp>
        <p:nvSpPr>
          <p:cNvPr id="21" name="Next button">
            <a:hlinkClick action="ppaction://hlinksldjump" r:id="rId6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Next arrow">
            <a:hlinkClick action="ppaction://hlinksldjump" r:id="rId6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7" name="boing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1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4" dur="85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6" dur="970" fill="hold" repeatCount="indefinite" autoRev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8" dur="1090" fill="hold" repeatCount="indefinite" autoRev="1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0" dur="1210" fill="hold" repeatCount="indefinite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2" dur="1330" fill="hold" repeatCount="indefinite" autoRev="1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" presetID="0" presetClass="path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4" dur="1450" fill="hold" repeatCount="indefinite" autoRev="1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0" presetID="53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" dur="4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4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Tap every letter with"/>
          <p:cNvSpPr/>
          <p:nvPr/>
        </p:nvSpPr>
        <p:spPr>
          <a:xfrm>
            <a:off x="2730500" y="190500"/>
            <a:ext cx="546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000" b="1" lang="en-US">
                <a:solidFill>
                  <a:srgbClr val="2E2640"/>
                </a:solidFill>
                <a:latin typeface="Arial"/>
                <a:cs typeface="Arial"/>
              </a:rPr>
              <a:t>Tap every letter with</a:t>
            </a:r>
          </a:p>
        </p:txBody>
      </p:sp>
      <p:sp>
        <p:nvSpPr>
          <p:cNvPr id="5" name="Find ثِ" descr="ثِ"/>
          <p:cNvSpPr/>
          <p:nvPr/>
        </p:nvSpPr>
        <p:spPr>
          <a:xfrm>
            <a:off x="81915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ثِ</a:t>
            </a:r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Hole 1"/>
          <p:cNvSpPr/>
          <p:nvPr/>
        </p:nvSpPr>
        <p:spPr>
          <a:xfrm>
            <a:off x="2349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Hole 2"/>
          <p:cNvSpPr/>
          <p:nvPr/>
        </p:nvSpPr>
        <p:spPr>
          <a:xfrm>
            <a:off x="5143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ile 2 ثِ" descr="ثِ">
            <a:hlinkClick action="ppaction://hlinksldjump" r:id="rId3"/>
          </p:cNvPr>
          <p:cNvSpPr/>
          <p:nvPr/>
        </p:nvSpPr>
        <p:spPr>
          <a:xfrm>
            <a:off x="5429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ثِ</a:t>
            </a:r>
          </a:p>
        </p:txBody>
      </p:sp>
      <p:sp>
        <p:nvSpPr>
          <p:cNvPr id="11" name="Hole 3"/>
          <p:cNvSpPr/>
          <p:nvPr/>
        </p:nvSpPr>
        <p:spPr>
          <a:xfrm>
            <a:off x="7937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ile 3 غِ" descr="غِ">
            <a:hlinkClick action="ppaction://hlinksldjump" r:id="rId4"/>
          </p:cNvPr>
          <p:cNvSpPr/>
          <p:nvPr/>
        </p:nvSpPr>
        <p:spPr>
          <a:xfrm>
            <a:off x="8223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غِ</a:t>
            </a:r>
          </a:p>
        </p:txBody>
      </p:sp>
      <p:sp>
        <p:nvSpPr>
          <p:cNvPr id="13" name="Hole 4"/>
          <p:cNvSpPr/>
          <p:nvPr/>
        </p:nvSpPr>
        <p:spPr>
          <a:xfrm>
            <a:off x="2349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ile 4 مِ" descr="مِ">
            <a:hlinkClick action="ppaction://hlinksldjump" r:id="rId4"/>
          </p:cNvPr>
          <p:cNvSpPr/>
          <p:nvPr/>
        </p:nvSpPr>
        <p:spPr>
          <a:xfrm>
            <a:off x="2635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مِ</a:t>
            </a:r>
          </a:p>
        </p:txBody>
      </p:sp>
      <p:sp>
        <p:nvSpPr>
          <p:cNvPr id="15" name="Hole 5"/>
          <p:cNvSpPr/>
          <p:nvPr/>
        </p:nvSpPr>
        <p:spPr>
          <a:xfrm>
            <a:off x="5143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ile 5 عِ" descr="عِ">
            <a:hlinkClick action="ppaction://hlinksldjump" r:id="rId4"/>
          </p:cNvPr>
          <p:cNvSpPr/>
          <p:nvPr/>
        </p:nvSpPr>
        <p:spPr>
          <a:xfrm>
            <a:off x="5429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عِ</a:t>
            </a:r>
          </a:p>
        </p:txBody>
      </p:sp>
      <p:sp>
        <p:nvSpPr>
          <p:cNvPr id="17" name="Hole 6"/>
          <p:cNvSpPr/>
          <p:nvPr/>
        </p:nvSpPr>
        <p:spPr>
          <a:xfrm>
            <a:off x="7937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ile 6 ضِ" descr="ضِ">
            <a:hlinkClick action="ppaction://hlinksldjump" r:id="rId4"/>
          </p:cNvPr>
          <p:cNvSpPr/>
          <p:nvPr/>
        </p:nvSpPr>
        <p:spPr>
          <a:xfrm>
            <a:off x="8223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ضِ</a:t>
            </a:r>
          </a:p>
        </p:txBody>
      </p:sp>
      <p:sp>
        <p:nvSpPr>
          <p:cNvPr id="19" name="Next button">
            <a:hlinkClick action="ppaction://hlinksldjump" r:id="rId5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Next arrow">
            <a:hlinkClick action="ppaction://hlinksldjump" r:id="rId5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6" name="bonk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9" dur="970" fill="hold" repeatCount="indefinite" autoRev="1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2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1" dur="109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4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3" dur="1210" fill="hold" repeatCount="indefinite" autoRev="1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6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5" dur="1330" fill="hold" repeatCount="indefinite" autoRev="1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8" presetID="0" presetClass="path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7" dur="1450" fill="hold" repeatCount="indefinite" autoRev="1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Tap every letter with"/>
          <p:cNvSpPr/>
          <p:nvPr/>
        </p:nvSpPr>
        <p:spPr>
          <a:xfrm>
            <a:off x="2730500" y="190500"/>
            <a:ext cx="546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000" b="1" lang="en-US">
                <a:solidFill>
                  <a:srgbClr val="2E2640"/>
                </a:solidFill>
                <a:latin typeface="Arial"/>
                <a:cs typeface="Arial"/>
              </a:rPr>
              <a:t>Tap every letter with</a:t>
            </a:r>
          </a:p>
        </p:txBody>
      </p:sp>
      <p:sp>
        <p:nvSpPr>
          <p:cNvPr id="5" name="Find ثِ" descr="ثِ"/>
          <p:cNvSpPr/>
          <p:nvPr/>
        </p:nvSpPr>
        <p:spPr>
          <a:xfrm>
            <a:off x="81915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ثِ</a:t>
            </a:r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Hole 1"/>
          <p:cNvSpPr/>
          <p:nvPr/>
        </p:nvSpPr>
        <p:spPr>
          <a:xfrm>
            <a:off x="2349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Hole 2"/>
          <p:cNvSpPr/>
          <p:nvPr/>
        </p:nvSpPr>
        <p:spPr>
          <a:xfrm>
            <a:off x="5143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ile 2 ثِ" descr="ثِ">
            <a:hlinkClick action="ppaction://hlinksldjump" r:id="rId3"/>
          </p:cNvPr>
          <p:cNvSpPr/>
          <p:nvPr/>
        </p:nvSpPr>
        <p:spPr>
          <a:xfrm>
            <a:off x="5429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ثِ</a:t>
            </a:r>
          </a:p>
        </p:txBody>
      </p:sp>
      <p:sp>
        <p:nvSpPr>
          <p:cNvPr id="11" name="Hole 3"/>
          <p:cNvSpPr/>
          <p:nvPr/>
        </p:nvSpPr>
        <p:spPr>
          <a:xfrm>
            <a:off x="7937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ile 3 غِ" descr="غِ">
            <a:hlinkClick action="ppaction://hlinksldjump" r:id="rId4"/>
          </p:cNvPr>
          <p:cNvSpPr/>
          <p:nvPr/>
        </p:nvSpPr>
        <p:spPr>
          <a:xfrm>
            <a:off x="8223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غِ</a:t>
            </a:r>
          </a:p>
        </p:txBody>
      </p:sp>
      <p:sp>
        <p:nvSpPr>
          <p:cNvPr id="13" name="Hole 4"/>
          <p:cNvSpPr/>
          <p:nvPr/>
        </p:nvSpPr>
        <p:spPr>
          <a:xfrm>
            <a:off x="2349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ile 4 مِ" descr="مِ">
            <a:hlinkClick action="ppaction://hlinksldjump" r:id="rId4"/>
          </p:cNvPr>
          <p:cNvSpPr/>
          <p:nvPr/>
        </p:nvSpPr>
        <p:spPr>
          <a:xfrm>
            <a:off x="2635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مِ</a:t>
            </a:r>
          </a:p>
        </p:txBody>
      </p:sp>
      <p:sp>
        <p:nvSpPr>
          <p:cNvPr id="15" name="Hole 5"/>
          <p:cNvSpPr/>
          <p:nvPr/>
        </p:nvSpPr>
        <p:spPr>
          <a:xfrm>
            <a:off x="5143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ile 5 عِ" descr="عِ">
            <a:hlinkClick action="ppaction://hlinksldjump" r:id="rId4"/>
          </p:cNvPr>
          <p:cNvSpPr/>
          <p:nvPr/>
        </p:nvSpPr>
        <p:spPr>
          <a:xfrm>
            <a:off x="5429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عِ</a:t>
            </a:r>
          </a:p>
        </p:txBody>
      </p:sp>
      <p:sp>
        <p:nvSpPr>
          <p:cNvPr id="17" name="Hole 6"/>
          <p:cNvSpPr/>
          <p:nvPr/>
        </p:nvSpPr>
        <p:spPr>
          <a:xfrm>
            <a:off x="7937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ile 6 ضِ" descr="ضِ">
            <a:hlinkClick action="ppaction://hlinksldjump" r:id="rId4"/>
          </p:cNvPr>
          <p:cNvSpPr/>
          <p:nvPr/>
        </p:nvSpPr>
        <p:spPr>
          <a:xfrm>
            <a:off x="8223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ضِ</a:t>
            </a:r>
          </a:p>
        </p:txBody>
      </p:sp>
      <p:sp>
        <p:nvSpPr>
          <p:cNvPr id="19" name="Try again!" descr="Try again!"/>
          <p:cNvSpPr/>
          <p:nvPr/>
        </p:nvSpPr>
        <p:spPr>
          <a:xfrm>
            <a:off x="9080500" y="1016000"/>
            <a:ext cx="3048000" cy="1460500"/>
          </a:xfrm>
          <a:prstGeom prst="cloudCallout">
            <a:avLst/>
          </a:prstGeom>
          <a:solidFill>
            <a:srgbClr val="FFFFFF"/>
          </a:solidFill>
          <a:ln w="50800">
            <a:solidFill>
              <a:srgbClr val="E5536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2500" b="1" lang="en-US">
                <a:solidFill>
                  <a:srgbClr val="E5536F"/>
                </a:solidFill>
                <a:latin typeface="Arial"/>
                <a:cs typeface="Arial"/>
              </a:rPr>
              <a:t>Try again!</a:t>
            </a:r>
          </a:p>
        </p:txBody>
      </p:sp>
      <p:sp>
        <p:nvSpPr>
          <p:cNvPr id="20" name="Next button">
            <a:hlinkClick action="ppaction://hlinksldjump" r:id="rId5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Next arrow">
            <a:hlinkClick action="ppaction://hlinksldjump" r:id="rId5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6" name="boing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4" dur="970" fill="hold" repeatCount="indefinite" autoRev="1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6" dur="109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8" dur="1210" fill="hold" repeatCount="indefinite" autoRev="1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0" dur="1330" fill="hold" repeatCount="indefinite" autoRev="1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2" dur="1450" fill="hold" repeatCount="indefinite" autoRev="1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8" presetID="53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4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4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Tap every letter with"/>
          <p:cNvSpPr/>
          <p:nvPr/>
        </p:nvSpPr>
        <p:spPr>
          <a:xfrm>
            <a:off x="2730500" y="190500"/>
            <a:ext cx="546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000" b="1" lang="en-US">
                <a:solidFill>
                  <a:srgbClr val="2E2640"/>
                </a:solidFill>
                <a:latin typeface="Arial"/>
                <a:cs typeface="Arial"/>
              </a:rPr>
              <a:t>Tap every letter with</a:t>
            </a:r>
          </a:p>
        </p:txBody>
      </p:sp>
      <p:sp>
        <p:nvSpPr>
          <p:cNvPr id="5" name="Find ثِ" descr="ثِ"/>
          <p:cNvSpPr/>
          <p:nvPr/>
        </p:nvSpPr>
        <p:spPr>
          <a:xfrm>
            <a:off x="81915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ثِ</a:t>
            </a:r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Hole 1"/>
          <p:cNvSpPr/>
          <p:nvPr/>
        </p:nvSpPr>
        <p:spPr>
          <a:xfrm>
            <a:off x="2349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ile 1 ثِ" descr="ثِ">
            <a:hlinkClick action="ppaction://hlinksldjump" r:id="rId3"/>
          </p:cNvPr>
          <p:cNvSpPr/>
          <p:nvPr/>
        </p:nvSpPr>
        <p:spPr>
          <a:xfrm>
            <a:off x="2635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ثِ</a:t>
            </a:r>
          </a:p>
        </p:txBody>
      </p:sp>
      <p:sp>
        <p:nvSpPr>
          <p:cNvPr id="10" name="Hole 2"/>
          <p:cNvSpPr/>
          <p:nvPr/>
        </p:nvSpPr>
        <p:spPr>
          <a:xfrm>
            <a:off x="5143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Hole 3"/>
          <p:cNvSpPr/>
          <p:nvPr/>
        </p:nvSpPr>
        <p:spPr>
          <a:xfrm>
            <a:off x="7937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ile 3 غِ" descr="غِ">
            <a:hlinkClick action="ppaction://hlinksldjump" r:id="rId4"/>
          </p:cNvPr>
          <p:cNvSpPr/>
          <p:nvPr/>
        </p:nvSpPr>
        <p:spPr>
          <a:xfrm>
            <a:off x="8223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غِ</a:t>
            </a:r>
          </a:p>
        </p:txBody>
      </p:sp>
      <p:sp>
        <p:nvSpPr>
          <p:cNvPr id="13" name="Hole 4"/>
          <p:cNvSpPr/>
          <p:nvPr/>
        </p:nvSpPr>
        <p:spPr>
          <a:xfrm>
            <a:off x="2349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ile 4 مِ" descr="مِ">
            <a:hlinkClick action="ppaction://hlinksldjump" r:id="rId4"/>
          </p:cNvPr>
          <p:cNvSpPr/>
          <p:nvPr/>
        </p:nvSpPr>
        <p:spPr>
          <a:xfrm>
            <a:off x="2635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مِ</a:t>
            </a:r>
          </a:p>
        </p:txBody>
      </p:sp>
      <p:sp>
        <p:nvSpPr>
          <p:cNvPr id="15" name="Hole 5"/>
          <p:cNvSpPr/>
          <p:nvPr/>
        </p:nvSpPr>
        <p:spPr>
          <a:xfrm>
            <a:off x="5143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ile 5 عِ" descr="عِ">
            <a:hlinkClick action="ppaction://hlinksldjump" r:id="rId4"/>
          </p:cNvPr>
          <p:cNvSpPr/>
          <p:nvPr/>
        </p:nvSpPr>
        <p:spPr>
          <a:xfrm>
            <a:off x="5429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عِ</a:t>
            </a:r>
          </a:p>
        </p:txBody>
      </p:sp>
      <p:sp>
        <p:nvSpPr>
          <p:cNvPr id="17" name="Hole 6"/>
          <p:cNvSpPr/>
          <p:nvPr/>
        </p:nvSpPr>
        <p:spPr>
          <a:xfrm>
            <a:off x="7937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ile 6 ضِ" descr="ضِ">
            <a:hlinkClick action="ppaction://hlinksldjump" r:id="rId4"/>
          </p:cNvPr>
          <p:cNvSpPr/>
          <p:nvPr/>
        </p:nvSpPr>
        <p:spPr>
          <a:xfrm>
            <a:off x="8223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ضِ</a:t>
            </a:r>
          </a:p>
        </p:txBody>
      </p:sp>
      <p:sp>
        <p:nvSpPr>
          <p:cNvPr id="19" name="Next button">
            <a:hlinkClick action="ppaction://hlinksldjump" r:id="rId5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Next arrow">
            <a:hlinkClick action="ppaction://hlinksldjump" r:id="rId5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6" name="bonk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9" dur="85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2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1" dur="109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4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3" dur="1210" fill="hold" repeatCount="indefinite" autoRev="1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6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5" dur="1330" fill="hold" repeatCount="indefinite" autoRev="1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8" presetID="0" presetClass="path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7" dur="1450" fill="hold" repeatCount="indefinite" autoRev="1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Tap every letter with"/>
          <p:cNvSpPr/>
          <p:nvPr/>
        </p:nvSpPr>
        <p:spPr>
          <a:xfrm>
            <a:off x="2730500" y="190500"/>
            <a:ext cx="546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000" b="1" lang="en-US">
                <a:solidFill>
                  <a:srgbClr val="2E2640"/>
                </a:solidFill>
                <a:latin typeface="Arial"/>
                <a:cs typeface="Arial"/>
              </a:rPr>
              <a:t>Tap every letter with</a:t>
            </a:r>
          </a:p>
        </p:txBody>
      </p:sp>
      <p:sp>
        <p:nvSpPr>
          <p:cNvPr id="5" name="Find ثِ" descr="ثِ"/>
          <p:cNvSpPr/>
          <p:nvPr/>
        </p:nvSpPr>
        <p:spPr>
          <a:xfrm>
            <a:off x="81915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ثِ</a:t>
            </a:r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Hole 1"/>
          <p:cNvSpPr/>
          <p:nvPr/>
        </p:nvSpPr>
        <p:spPr>
          <a:xfrm>
            <a:off x="2349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ile 1 ثِ" descr="ثِ">
            <a:hlinkClick action="ppaction://hlinksldjump" r:id="rId3"/>
          </p:cNvPr>
          <p:cNvSpPr/>
          <p:nvPr/>
        </p:nvSpPr>
        <p:spPr>
          <a:xfrm>
            <a:off x="2635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ثِ</a:t>
            </a:r>
          </a:p>
        </p:txBody>
      </p:sp>
      <p:sp>
        <p:nvSpPr>
          <p:cNvPr id="10" name="Hole 2"/>
          <p:cNvSpPr/>
          <p:nvPr/>
        </p:nvSpPr>
        <p:spPr>
          <a:xfrm>
            <a:off x="5143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Hole 3"/>
          <p:cNvSpPr/>
          <p:nvPr/>
        </p:nvSpPr>
        <p:spPr>
          <a:xfrm>
            <a:off x="7937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ile 3 غِ" descr="غِ">
            <a:hlinkClick action="ppaction://hlinksldjump" r:id="rId4"/>
          </p:cNvPr>
          <p:cNvSpPr/>
          <p:nvPr/>
        </p:nvSpPr>
        <p:spPr>
          <a:xfrm>
            <a:off x="8223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غِ</a:t>
            </a:r>
          </a:p>
        </p:txBody>
      </p:sp>
      <p:sp>
        <p:nvSpPr>
          <p:cNvPr id="13" name="Hole 4"/>
          <p:cNvSpPr/>
          <p:nvPr/>
        </p:nvSpPr>
        <p:spPr>
          <a:xfrm>
            <a:off x="2349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ile 4 مِ" descr="مِ">
            <a:hlinkClick action="ppaction://hlinksldjump" r:id="rId4"/>
          </p:cNvPr>
          <p:cNvSpPr/>
          <p:nvPr/>
        </p:nvSpPr>
        <p:spPr>
          <a:xfrm>
            <a:off x="2635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مِ</a:t>
            </a:r>
          </a:p>
        </p:txBody>
      </p:sp>
      <p:sp>
        <p:nvSpPr>
          <p:cNvPr id="15" name="Hole 5"/>
          <p:cNvSpPr/>
          <p:nvPr/>
        </p:nvSpPr>
        <p:spPr>
          <a:xfrm>
            <a:off x="5143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ile 5 عِ" descr="عِ">
            <a:hlinkClick action="ppaction://hlinksldjump" r:id="rId4"/>
          </p:cNvPr>
          <p:cNvSpPr/>
          <p:nvPr/>
        </p:nvSpPr>
        <p:spPr>
          <a:xfrm>
            <a:off x="5429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عِ</a:t>
            </a:r>
          </a:p>
        </p:txBody>
      </p:sp>
      <p:sp>
        <p:nvSpPr>
          <p:cNvPr id="17" name="Hole 6"/>
          <p:cNvSpPr/>
          <p:nvPr/>
        </p:nvSpPr>
        <p:spPr>
          <a:xfrm>
            <a:off x="7937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ile 6 ضِ" descr="ضِ">
            <a:hlinkClick action="ppaction://hlinksldjump" r:id="rId4"/>
          </p:cNvPr>
          <p:cNvSpPr/>
          <p:nvPr/>
        </p:nvSpPr>
        <p:spPr>
          <a:xfrm>
            <a:off x="8223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ضِ</a:t>
            </a:r>
          </a:p>
        </p:txBody>
      </p:sp>
      <p:sp>
        <p:nvSpPr>
          <p:cNvPr id="19" name="Try again!" descr="Try again!"/>
          <p:cNvSpPr/>
          <p:nvPr/>
        </p:nvSpPr>
        <p:spPr>
          <a:xfrm>
            <a:off x="9080500" y="1016000"/>
            <a:ext cx="3048000" cy="1460500"/>
          </a:xfrm>
          <a:prstGeom prst="cloudCallout">
            <a:avLst/>
          </a:prstGeom>
          <a:solidFill>
            <a:srgbClr val="FFFFFF"/>
          </a:solidFill>
          <a:ln w="50800">
            <a:solidFill>
              <a:srgbClr val="E5536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2500" b="1" lang="en-US">
                <a:solidFill>
                  <a:srgbClr val="E5536F"/>
                </a:solidFill>
                <a:latin typeface="Arial"/>
                <a:cs typeface="Arial"/>
              </a:rPr>
              <a:t>Try again!</a:t>
            </a:r>
          </a:p>
        </p:txBody>
      </p:sp>
      <p:sp>
        <p:nvSpPr>
          <p:cNvPr id="20" name="Next button">
            <a:hlinkClick action="ppaction://hlinksldjump" r:id="rId5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Next arrow">
            <a:hlinkClick action="ppaction://hlinksldjump" r:id="rId5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6" name="boing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4" dur="85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6" dur="109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8" dur="1210" fill="hold" repeatCount="indefinite" autoRev="1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0" dur="1330" fill="hold" repeatCount="indefinite" autoRev="1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2" dur="1450" fill="hold" repeatCount="indefinite" autoRev="1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8" presetID="53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4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4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Tap every letter with"/>
          <p:cNvSpPr/>
          <p:nvPr/>
        </p:nvSpPr>
        <p:spPr>
          <a:xfrm>
            <a:off x="2730500" y="190500"/>
            <a:ext cx="546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000" b="1" lang="en-US">
                <a:solidFill>
                  <a:srgbClr val="2E2640"/>
                </a:solidFill>
                <a:latin typeface="Arial"/>
                <a:cs typeface="Arial"/>
              </a:rPr>
              <a:t>Tap every letter with</a:t>
            </a:r>
          </a:p>
        </p:txBody>
      </p:sp>
      <p:sp>
        <p:nvSpPr>
          <p:cNvPr id="5" name="Find ثِ" descr="ثِ"/>
          <p:cNvSpPr/>
          <p:nvPr/>
        </p:nvSpPr>
        <p:spPr>
          <a:xfrm>
            <a:off x="81915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ثِ</a:t>
            </a:r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Hole 1"/>
          <p:cNvSpPr/>
          <p:nvPr/>
        </p:nvSpPr>
        <p:spPr>
          <a:xfrm>
            <a:off x="2349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Hole 2"/>
          <p:cNvSpPr/>
          <p:nvPr/>
        </p:nvSpPr>
        <p:spPr>
          <a:xfrm>
            <a:off x="5143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Hole 3"/>
          <p:cNvSpPr/>
          <p:nvPr/>
        </p:nvSpPr>
        <p:spPr>
          <a:xfrm>
            <a:off x="7937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ile 3 غِ" descr="غِ"/>
          <p:cNvSpPr/>
          <p:nvPr/>
        </p:nvSpPr>
        <p:spPr>
          <a:xfrm>
            <a:off x="8223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غِ</a:t>
            </a:r>
          </a:p>
        </p:txBody>
      </p:sp>
      <p:sp>
        <p:nvSpPr>
          <p:cNvPr id="12" name="Hole 4"/>
          <p:cNvSpPr/>
          <p:nvPr/>
        </p:nvSpPr>
        <p:spPr>
          <a:xfrm>
            <a:off x="2349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ile 4 مِ" descr="مِ"/>
          <p:cNvSpPr/>
          <p:nvPr/>
        </p:nvSpPr>
        <p:spPr>
          <a:xfrm>
            <a:off x="2635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مِ</a:t>
            </a:r>
          </a:p>
        </p:txBody>
      </p:sp>
      <p:sp>
        <p:nvSpPr>
          <p:cNvPr id="14" name="Hole 5"/>
          <p:cNvSpPr/>
          <p:nvPr/>
        </p:nvSpPr>
        <p:spPr>
          <a:xfrm>
            <a:off x="5143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ile 5 عِ" descr="عِ"/>
          <p:cNvSpPr/>
          <p:nvPr/>
        </p:nvSpPr>
        <p:spPr>
          <a:xfrm>
            <a:off x="5429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عِ</a:t>
            </a:r>
          </a:p>
        </p:txBody>
      </p:sp>
      <p:sp>
        <p:nvSpPr>
          <p:cNvPr id="16" name="Hole 6"/>
          <p:cNvSpPr/>
          <p:nvPr/>
        </p:nvSpPr>
        <p:spPr>
          <a:xfrm>
            <a:off x="7937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ile 6 ضِ" descr="ضِ"/>
          <p:cNvSpPr/>
          <p:nvPr/>
        </p:nvSpPr>
        <p:spPr>
          <a:xfrm>
            <a:off x="8223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ضِ</a:t>
            </a:r>
          </a:p>
        </p:txBody>
      </p:sp>
      <p:sp>
        <p:nvSpPr>
          <p:cNvPr id="18" name="Great job!" descr="Great job!"/>
          <p:cNvSpPr/>
          <p:nvPr/>
        </p:nvSpPr>
        <p:spPr>
          <a:xfrm>
            <a:off x="9080500" y="1016000"/>
            <a:ext cx="3048000" cy="1460500"/>
          </a:xfrm>
          <a:prstGeom prst="cloudCallout">
            <a:avLst/>
          </a:prstGeom>
          <a:solidFill>
            <a:srgbClr val="FFFFFF"/>
          </a:solidFill>
          <a:ln w="50800">
            <a:solidFill>
              <a:srgbClr val="2FB57A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2500" b="1" lang="en-US">
                <a:solidFill>
                  <a:srgbClr val="2FB57A"/>
                </a:solidFill>
                <a:latin typeface="Arial"/>
                <a:cs typeface="Arial"/>
              </a:rPr>
              <a:t>Great job!</a:t>
            </a:r>
          </a:p>
        </p:txBody>
      </p:sp>
      <p:sp>
        <p:nvSpPr>
          <p:cNvPr id="19" name="Next button">
            <a:hlinkClick action="ppaction://hlinksldjump" r:id="rId3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Next arrow">
            <a:hlinkClick action="ppaction://hlinksldjump" r:id="rId3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1" name="sound anchor" descr="sound anchor (invisible)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700" y="12700"/>
            <a:ext cx="25400" cy="25400"/>
          </a:xfrm>
          <a:prstGeom prst="rect">
            <a:avLst/>
          </a:prstGeom>
        </p:spPr>
      </p:pic>
    </p:spTree>
  </p:cSld>
  <p:clrMapOvr>
    <a:masterClrMapping/>
  </p:clrMapOvr>
  <p:transition advClick="0">
    <p:sndAc>
      <p:stSnd>
        <p:snd r:embed="rId4" name="bonk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9" dur="1090" fill="hold" repeatCount="indefinite" autoRev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2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1" dur="1210" fill="hold" repeatCount="indefinite" autoRev="1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4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3" dur="1330" fill="hold" repeatCount="indefinite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6" presetID="0" presetClass="path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5" dur="1450" fill="hold" repeatCount="indefinite" autoRev="1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1" presetID="53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8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0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100000">
                                        <p:cTn id="2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6" name="cheer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Card"/>
          <p:cNvSpPr/>
          <p:nvPr/>
        </p:nvSpPr>
        <p:spPr>
          <a:xfrm>
            <a:off x="1651000" y="762000"/>
            <a:ext cx="8890000" cy="4826000"/>
          </a:xfrm>
          <a:prstGeom prst="roundRect">
            <a:avLst>
              <a:gd name="adj" fmla="val 8000"/>
            </a:avLst>
          </a:prstGeom>
          <a:solidFill>
            <a:srgbClr val="FFFFFF">
              <a:alpha val="85000"/>
            </a:srgbClr>
          </a:solidFill>
          <a:ln w="508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itle" descr="How to play: Mystery Gifts"/>
          <p:cNvSpPr/>
          <p:nvPr/>
        </p:nvSpPr>
        <p:spPr>
          <a:xfrm>
            <a:off x="1905000" y="952500"/>
            <a:ext cx="8382000" cy="889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800" b="1" lang="en-US">
                <a:solidFill>
                  <a:srgbClr val="8A6CF0"/>
                </a:solidFill>
                <a:latin typeface="Arial"/>
                <a:cs typeface="Arial"/>
              </a:rPr>
              <a:t>How to play: Mystery Gifts</a:t>
            </a:r>
          </a:p>
        </p:txBody>
      </p:sp>
      <p:sp>
        <p:nvSpPr>
          <p:cNvPr id="5" name="Line 1" descr="1.  Tap a gift to open it."/>
          <p:cNvSpPr/>
          <p:nvPr/>
        </p:nvSpPr>
        <p:spPr>
          <a:xfrm>
            <a:off x="1841500" y="2095500"/>
            <a:ext cx="6350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600" b="1" lang="en-US">
                <a:solidFill>
                  <a:srgbClr val="2E2640"/>
                </a:solidFill>
                <a:latin typeface="Arial"/>
                <a:cs typeface="Arial"/>
              </a:rPr>
              <a:t>1.  Tap a gift to open it.</a:t>
            </a:r>
          </a:p>
        </p:txBody>
      </p:sp>
      <p:sp>
        <p:nvSpPr>
          <p:cNvPr id="6" name="Line 2" descr="2.  Read what is inside."/>
          <p:cNvSpPr/>
          <p:nvPr/>
        </p:nvSpPr>
        <p:spPr>
          <a:xfrm>
            <a:off x="1841500" y="3048000"/>
            <a:ext cx="6350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600" b="1" lang="en-US">
                <a:solidFill>
                  <a:srgbClr val="2E2640"/>
                </a:solidFill>
                <a:latin typeface="Arial"/>
                <a:cs typeface="Arial"/>
              </a:rPr>
              <a:t>2.  Read what is inside.</a:t>
            </a:r>
          </a:p>
        </p:txBody>
      </p:sp>
      <p:sp>
        <p:nvSpPr>
          <p:cNvPr id="7" name="Line 3" descr="3.  Go back and open another!"/>
          <p:cNvSpPr/>
          <p:nvPr/>
        </p:nvSpPr>
        <p:spPr>
          <a:xfrm>
            <a:off x="1841500" y="4000500"/>
            <a:ext cx="6350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600" b="1" lang="en-US">
                <a:solidFill>
                  <a:srgbClr val="2E2640"/>
                </a:solidFill>
                <a:latin typeface="Arial"/>
                <a:cs typeface="Arial"/>
              </a:rPr>
              <a:t>3.  Go back and open another!</a:t>
            </a:r>
          </a:p>
        </p:txBody>
      </p:sp>
      <p:pic>
        <p:nvPicPr>
          <p:cNvPr id="8" name="Picture" descr="Pictur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18500" y="2413000"/>
            <a:ext cx="2032000" cy="1270000"/>
          </a:xfrm>
          <a:prstGeom prst="rect">
            <a:avLst/>
          </a:prstGeom>
        </p:spPr>
      </p:pic>
      <p:sp>
        <p:nvSpPr>
          <p:cNvPr id="9" name="Next button">
            <a:hlinkClick action="ppaction://hlinksldjump" r:id="rId4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Next arrow">
            <a:hlinkClick action="ppaction://hlinksldjump" r:id="rId4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fade/>
  </p:transition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Open a gift and read it!"/>
          <p:cNvSpPr/>
          <p:nvPr/>
        </p:nvSpPr>
        <p:spPr>
          <a:xfrm>
            <a:off x="2730500" y="190500"/>
            <a:ext cx="673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300" b="1" lang="en-US">
                <a:solidFill>
                  <a:srgbClr val="2E2640"/>
                </a:solidFill>
                <a:latin typeface="Arial"/>
                <a:cs typeface="Arial"/>
              </a:rPr>
              <a:t>Open a gift and read it!</a:t>
            </a:r>
          </a:p>
        </p:txBody>
      </p:sp>
      <p:pic>
        <p:nvPicPr>
          <p:cNvPr id="5" name="Gift box 1" descr="Gift box 1">
            <a:hlinkClick action="ppaction://hlinksldjump" r:id="rId11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2500" y="2317750"/>
            <a:ext cx="2286000" cy="1333500"/>
          </a:xfrm>
          <a:prstGeom prst="rect">
            <a:avLst/>
          </a:prstGeom>
        </p:spPr>
      </p:pic>
      <p:pic>
        <p:nvPicPr>
          <p:cNvPr id="6" name="Gift lid 1" descr="Gift lid 1">
            <a:hlinkClick action="ppaction://hlinksldjump" r:id="rId11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7250" y="1682750"/>
            <a:ext cx="2476500" cy="1238250"/>
          </a:xfrm>
          <a:prstGeom prst="rect">
            <a:avLst/>
          </a:prstGeom>
        </p:spPr>
      </p:pic>
      <p:pic>
        <p:nvPicPr>
          <p:cNvPr id="7" name="Gift box 2" descr="Gift box 2">
            <a:hlinkClick action="ppaction://hlinksldjump" r:id="rId12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19500" y="2317750"/>
            <a:ext cx="2286000" cy="1333500"/>
          </a:xfrm>
          <a:prstGeom prst="rect">
            <a:avLst/>
          </a:prstGeom>
        </p:spPr>
      </p:pic>
      <p:pic>
        <p:nvPicPr>
          <p:cNvPr id="8" name="Gift lid 2" descr="Gift lid 2">
            <a:hlinkClick action="ppaction://hlinksldjump" r:id="rId12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24250" y="1682750"/>
            <a:ext cx="2476500" cy="1238250"/>
          </a:xfrm>
          <a:prstGeom prst="rect">
            <a:avLst/>
          </a:prstGeom>
        </p:spPr>
      </p:pic>
      <p:pic>
        <p:nvPicPr>
          <p:cNvPr id="9" name="Gift box 3" descr="Gift box 3">
            <a:hlinkClick action="ppaction://hlinksldjump" r:id="rId13"/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86500" y="2317750"/>
            <a:ext cx="2286000" cy="1333500"/>
          </a:xfrm>
          <a:prstGeom prst="rect">
            <a:avLst/>
          </a:prstGeom>
        </p:spPr>
      </p:pic>
      <p:pic>
        <p:nvPicPr>
          <p:cNvPr id="10" name="Gift lid 3" descr="Gift lid 3">
            <a:hlinkClick action="ppaction://hlinksldjump" r:id="rId13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91250" y="1682750"/>
            <a:ext cx="2476500" cy="1238250"/>
          </a:xfrm>
          <a:prstGeom prst="rect">
            <a:avLst/>
          </a:prstGeom>
        </p:spPr>
      </p:pic>
      <p:pic>
        <p:nvPicPr>
          <p:cNvPr id="11" name="Gift box 4" descr="Gift box 4">
            <a:hlinkClick action="ppaction://hlinksldjump" r:id="rId14"/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953500" y="2317750"/>
            <a:ext cx="2286000" cy="1333500"/>
          </a:xfrm>
          <a:prstGeom prst="rect">
            <a:avLst/>
          </a:prstGeom>
        </p:spPr>
      </p:pic>
      <p:pic>
        <p:nvPicPr>
          <p:cNvPr id="12" name="Gift lid 4" descr="Gift lid 4">
            <a:hlinkClick action="ppaction://hlinksldjump" r:id="rId14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858250" y="1682750"/>
            <a:ext cx="2476500" cy="1238250"/>
          </a:xfrm>
          <a:prstGeom prst="rect">
            <a:avLst/>
          </a:prstGeom>
        </p:spPr>
      </p:pic>
      <p:pic>
        <p:nvPicPr>
          <p:cNvPr id="13" name="Gift box 5" descr="Gift box 5">
            <a:hlinkClick action="ppaction://hlinksldjump" r:id="rId15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2500" y="4730750"/>
            <a:ext cx="2286000" cy="1333500"/>
          </a:xfrm>
          <a:prstGeom prst="rect">
            <a:avLst/>
          </a:prstGeom>
        </p:spPr>
      </p:pic>
      <p:pic>
        <p:nvPicPr>
          <p:cNvPr id="14" name="Gift lid 5" descr="Gift lid 5">
            <a:hlinkClick action="ppaction://hlinksldjump" r:id="rId1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7250" y="4095750"/>
            <a:ext cx="2476500" cy="1238250"/>
          </a:xfrm>
          <a:prstGeom prst="rect">
            <a:avLst/>
          </a:prstGeom>
        </p:spPr>
      </p:pic>
      <p:pic>
        <p:nvPicPr>
          <p:cNvPr id="15" name="Gift box 6" descr="Gift box 6">
            <a:hlinkClick action="ppaction://hlinksldjump" r:id="rId16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19500" y="4730750"/>
            <a:ext cx="2286000" cy="1333500"/>
          </a:xfrm>
          <a:prstGeom prst="rect">
            <a:avLst/>
          </a:prstGeom>
        </p:spPr>
      </p:pic>
      <p:pic>
        <p:nvPicPr>
          <p:cNvPr id="16" name="Gift lid 6" descr="Gift lid 6">
            <a:hlinkClick action="ppaction://hlinksldjump" r:id="rId16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24250" y="4095750"/>
            <a:ext cx="2476500" cy="1238250"/>
          </a:xfrm>
          <a:prstGeom prst="rect">
            <a:avLst/>
          </a:prstGeom>
        </p:spPr>
      </p:pic>
      <p:pic>
        <p:nvPicPr>
          <p:cNvPr id="17" name="Gift box 7" descr="Gift box 7">
            <a:hlinkClick action="ppaction://hlinksldjump" r:id="rId17"/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86500" y="4730750"/>
            <a:ext cx="2286000" cy="1333500"/>
          </a:xfrm>
          <a:prstGeom prst="rect">
            <a:avLst/>
          </a:prstGeom>
        </p:spPr>
      </p:pic>
      <p:pic>
        <p:nvPicPr>
          <p:cNvPr id="18" name="Gift lid 7" descr="Gift lid 7">
            <a:hlinkClick action="ppaction://hlinksldjump" r:id="rId17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91250" y="4095750"/>
            <a:ext cx="2476500" cy="1238250"/>
          </a:xfrm>
          <a:prstGeom prst="rect">
            <a:avLst/>
          </a:prstGeom>
        </p:spPr>
      </p:pic>
      <p:pic>
        <p:nvPicPr>
          <p:cNvPr id="19" name="Gift box 8" descr="Gift box 8">
            <a:hlinkClick action="ppaction://hlinksldjump" r:id="rId18"/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953500" y="4730750"/>
            <a:ext cx="2286000" cy="1333500"/>
          </a:xfrm>
          <a:prstGeom prst="rect">
            <a:avLst/>
          </a:prstGeom>
        </p:spPr>
      </p:pic>
      <p:pic>
        <p:nvPicPr>
          <p:cNvPr id="20" name="Gift lid 8" descr="Gift lid 8">
            <a:hlinkClick action="ppaction://hlinksldjump" r:id="rId18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858250" y="4095750"/>
            <a:ext cx="2476500" cy="1238250"/>
          </a:xfrm>
          <a:prstGeom prst="rect">
            <a:avLst/>
          </a:prstGeom>
        </p:spPr>
      </p:pic>
      <p:sp>
        <p:nvSpPr>
          <p:cNvPr id="21" name="Next button">
            <a:hlinkClick action="ppaction://hlinksldjump" r:id="rId19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Next arrow">
            <a:hlinkClick action="ppaction://hlinksldjump" r:id="rId19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 spd="med">
    <p:fade/>
  </p:transition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Read it!"/>
          <p:cNvSpPr/>
          <p:nvPr/>
        </p:nvSpPr>
        <p:spPr>
          <a:xfrm>
            <a:off x="2730500" y="190500"/>
            <a:ext cx="673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600" b="1" lang="en-US">
                <a:solidFill>
                  <a:srgbClr val="2E2640"/>
                </a:solidFill>
                <a:latin typeface="Arial"/>
                <a:cs typeface="Arial"/>
              </a:rPr>
              <a:t>Read it!</a:t>
            </a:r>
          </a:p>
        </p:txBody>
      </p:sp>
      <p:pic>
        <p:nvPicPr>
          <p:cNvPr id="5" name="Open gift box" descr="Open gift box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1500" y="4445000"/>
            <a:ext cx="3429000" cy="2000250"/>
          </a:xfrm>
          <a:prstGeom prst="rect">
            <a:avLst/>
          </a:prstGeom>
        </p:spPr>
      </p:pic>
      <p:pic>
        <p:nvPicPr>
          <p:cNvPr id="6" name="Gift lid" descr="Gift lid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500000">
            <a:off x="7937500" y="4064000"/>
            <a:ext cx="2476500" cy="1238250"/>
          </a:xfrm>
          <a:prstGeom prst="rect">
            <a:avLst/>
          </a:prstGeom>
        </p:spPr>
      </p:pic>
      <p:sp>
        <p:nvSpPr>
          <p:cNvPr id="7" name="Card تِخِ" descr="تِخِ"/>
          <p:cNvSpPr/>
          <p:nvPr/>
        </p:nvSpPr>
        <p:spPr>
          <a:xfrm>
            <a:off x="3556000" y="1397000"/>
            <a:ext cx="5080000" cy="27940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B8A1FF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15000" b="1" lang="ar-SA">
                <a:solidFill>
                  <a:srgbClr val="2E2640"/>
                </a:solidFill>
                <a:latin typeface="Arial"/>
                <a:cs typeface="Arial"/>
              </a:rPr>
              <a:t>تِخِ</a:t>
            </a:r>
          </a:p>
        </p:txBody>
      </p:sp>
      <p:sp>
        <p:nvSpPr>
          <p:cNvPr id="8" name="Back to the gifts" descr="◀  Back to the gifts">
            <a:hlinkClick action="ppaction://hlinksldjump" r:id="rId5"/>
          </p:cNvPr>
          <p:cNvSpPr/>
          <p:nvPr/>
        </p:nvSpPr>
        <p:spPr>
          <a:xfrm>
            <a:off x="381000" y="5715000"/>
            <a:ext cx="2667000" cy="762000"/>
          </a:xfrm>
          <a:prstGeom prst="roundRect">
            <a:avLst>
              <a:gd name="adj" fmla="val 30000"/>
            </a:avLst>
          </a:prstGeom>
          <a:solidFill>
            <a:srgbClr val="8A6CF0"/>
          </a:solidFill>
          <a:ln w="635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1500" b="1" lang="en-US">
                <a:solidFill>
                  <a:srgbClr val="FFFFFF"/>
                </a:solidFill>
                <a:latin typeface="Arial"/>
                <a:cs typeface="Arial"/>
              </a:rPr>
              <a:t>◀  Back to the gifts</a:t>
            </a:r>
          </a:p>
        </p:txBody>
      </p:sp>
      <p:sp>
        <p:nvSpPr>
          <p:cNvPr id="9" name="Next button">
            <a:hlinkClick action="ppaction://hlinksldjump" r:id="rId6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Next arrow">
            <a:hlinkClick action="ppaction://hlinksldjump" r:id="rId6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7" name="tad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53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Read it!"/>
          <p:cNvSpPr/>
          <p:nvPr/>
        </p:nvSpPr>
        <p:spPr>
          <a:xfrm>
            <a:off x="2730500" y="190500"/>
            <a:ext cx="673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600" b="1" lang="en-US">
                <a:solidFill>
                  <a:srgbClr val="2E2640"/>
                </a:solidFill>
                <a:latin typeface="Arial"/>
                <a:cs typeface="Arial"/>
              </a:rPr>
              <a:t>Read it!</a:t>
            </a:r>
          </a:p>
        </p:txBody>
      </p:sp>
      <p:pic>
        <p:nvPicPr>
          <p:cNvPr id="5" name="Open gift box" descr="Open gift box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1500" y="4445000"/>
            <a:ext cx="3429000" cy="2000250"/>
          </a:xfrm>
          <a:prstGeom prst="rect">
            <a:avLst/>
          </a:prstGeom>
        </p:spPr>
      </p:pic>
      <p:pic>
        <p:nvPicPr>
          <p:cNvPr id="6" name="Gift lid" descr="Gift lid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500000">
            <a:off x="7937500" y="4064000"/>
            <a:ext cx="2476500" cy="1238250"/>
          </a:xfrm>
          <a:prstGeom prst="rect">
            <a:avLst/>
          </a:prstGeom>
        </p:spPr>
      </p:pic>
      <p:sp>
        <p:nvSpPr>
          <p:cNvPr id="7" name="Card إِفِ" descr="إِفِ"/>
          <p:cNvSpPr/>
          <p:nvPr/>
        </p:nvSpPr>
        <p:spPr>
          <a:xfrm>
            <a:off x="3556000" y="1397000"/>
            <a:ext cx="5080000" cy="27940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B8A1FF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15000" b="1" lang="ar-SA">
                <a:solidFill>
                  <a:srgbClr val="2E2640"/>
                </a:solidFill>
                <a:latin typeface="Arial"/>
                <a:cs typeface="Arial"/>
              </a:rPr>
              <a:t>إِفِ</a:t>
            </a:r>
          </a:p>
        </p:txBody>
      </p:sp>
      <p:sp>
        <p:nvSpPr>
          <p:cNvPr id="8" name="Back to the gifts" descr="◀  Back to the gifts">
            <a:hlinkClick action="ppaction://hlinksldjump" r:id="rId5"/>
          </p:cNvPr>
          <p:cNvSpPr/>
          <p:nvPr/>
        </p:nvSpPr>
        <p:spPr>
          <a:xfrm>
            <a:off x="381000" y="5715000"/>
            <a:ext cx="2667000" cy="762000"/>
          </a:xfrm>
          <a:prstGeom prst="roundRect">
            <a:avLst>
              <a:gd name="adj" fmla="val 30000"/>
            </a:avLst>
          </a:prstGeom>
          <a:solidFill>
            <a:srgbClr val="8A6CF0"/>
          </a:solidFill>
          <a:ln w="635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1500" b="1" lang="en-US">
                <a:solidFill>
                  <a:srgbClr val="FFFFFF"/>
                </a:solidFill>
                <a:latin typeface="Arial"/>
                <a:cs typeface="Arial"/>
              </a:rPr>
              <a:t>◀  Back to the gifts</a:t>
            </a:r>
          </a:p>
        </p:txBody>
      </p:sp>
      <p:sp>
        <p:nvSpPr>
          <p:cNvPr id="9" name="Next button">
            <a:hlinkClick action="ppaction://hlinksldjump" r:id="rId6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Next arrow">
            <a:hlinkClick action="ppaction://hlinksldjump" r:id="rId6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7" name="tad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53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Read it!"/>
          <p:cNvSpPr/>
          <p:nvPr/>
        </p:nvSpPr>
        <p:spPr>
          <a:xfrm>
            <a:off x="2730500" y="190500"/>
            <a:ext cx="673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600" b="1" lang="en-US">
                <a:solidFill>
                  <a:srgbClr val="2E2640"/>
                </a:solidFill>
                <a:latin typeface="Arial"/>
                <a:cs typeface="Arial"/>
              </a:rPr>
              <a:t>Read it!</a:t>
            </a:r>
          </a:p>
        </p:txBody>
      </p:sp>
      <p:pic>
        <p:nvPicPr>
          <p:cNvPr id="5" name="Open gift box" descr="Open gift box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1500" y="4445000"/>
            <a:ext cx="3429000" cy="2000250"/>
          </a:xfrm>
          <a:prstGeom prst="rect">
            <a:avLst/>
          </a:prstGeom>
        </p:spPr>
      </p:pic>
      <p:pic>
        <p:nvPicPr>
          <p:cNvPr id="6" name="Gift lid" descr="Gift lid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500000">
            <a:off x="7937500" y="4064000"/>
            <a:ext cx="2476500" cy="1238250"/>
          </a:xfrm>
          <a:prstGeom prst="rect">
            <a:avLst/>
          </a:prstGeom>
        </p:spPr>
      </p:pic>
      <p:sp>
        <p:nvSpPr>
          <p:cNvPr id="7" name="Card ثِ" descr="ثِ"/>
          <p:cNvSpPr/>
          <p:nvPr/>
        </p:nvSpPr>
        <p:spPr>
          <a:xfrm>
            <a:off x="3556000" y="1397000"/>
            <a:ext cx="5080000" cy="27940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B8A1FF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15000" b="1" lang="ar-SA">
                <a:solidFill>
                  <a:srgbClr val="2E2640"/>
                </a:solidFill>
                <a:latin typeface="Arial"/>
                <a:cs typeface="Arial"/>
              </a:rPr>
              <a:t>ثِ</a:t>
            </a:r>
          </a:p>
        </p:txBody>
      </p:sp>
      <p:sp>
        <p:nvSpPr>
          <p:cNvPr id="8" name="Back to the gifts" descr="◀  Back to the gifts">
            <a:hlinkClick action="ppaction://hlinksldjump" r:id="rId5"/>
          </p:cNvPr>
          <p:cNvSpPr/>
          <p:nvPr/>
        </p:nvSpPr>
        <p:spPr>
          <a:xfrm>
            <a:off x="381000" y="5715000"/>
            <a:ext cx="2667000" cy="762000"/>
          </a:xfrm>
          <a:prstGeom prst="roundRect">
            <a:avLst>
              <a:gd name="adj" fmla="val 30000"/>
            </a:avLst>
          </a:prstGeom>
          <a:solidFill>
            <a:srgbClr val="8A6CF0"/>
          </a:solidFill>
          <a:ln w="635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1500" b="1" lang="en-US">
                <a:solidFill>
                  <a:srgbClr val="FFFFFF"/>
                </a:solidFill>
                <a:latin typeface="Arial"/>
                <a:cs typeface="Arial"/>
              </a:rPr>
              <a:t>◀  Back to the gifts</a:t>
            </a:r>
          </a:p>
        </p:txBody>
      </p:sp>
      <p:sp>
        <p:nvSpPr>
          <p:cNvPr id="9" name="Next button">
            <a:hlinkClick action="ppaction://hlinksldjump" r:id="rId6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Next arrow">
            <a:hlinkClick action="ppaction://hlinksldjump" r:id="rId6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7" name="tad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53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Read it!"/>
          <p:cNvSpPr/>
          <p:nvPr/>
        </p:nvSpPr>
        <p:spPr>
          <a:xfrm>
            <a:off x="2730500" y="190500"/>
            <a:ext cx="673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600" b="1" lang="en-US">
                <a:solidFill>
                  <a:srgbClr val="2E2640"/>
                </a:solidFill>
                <a:latin typeface="Arial"/>
                <a:cs typeface="Arial"/>
              </a:rPr>
              <a:t>Read it!</a:t>
            </a:r>
          </a:p>
        </p:txBody>
      </p:sp>
      <p:pic>
        <p:nvPicPr>
          <p:cNvPr id="5" name="Open gift box" descr="Open gift box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1500" y="4445000"/>
            <a:ext cx="3429000" cy="2000250"/>
          </a:xfrm>
          <a:prstGeom prst="rect">
            <a:avLst/>
          </a:prstGeom>
        </p:spPr>
      </p:pic>
      <p:pic>
        <p:nvPicPr>
          <p:cNvPr id="6" name="Gift lid" descr="Gift lid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500000">
            <a:off x="7937500" y="4064000"/>
            <a:ext cx="2476500" cy="1238250"/>
          </a:xfrm>
          <a:prstGeom prst="rect">
            <a:avLst/>
          </a:prstGeom>
        </p:spPr>
      </p:pic>
      <p:sp>
        <p:nvSpPr>
          <p:cNvPr id="7" name="Card ثِدِ" descr="ثِدِ"/>
          <p:cNvSpPr/>
          <p:nvPr/>
        </p:nvSpPr>
        <p:spPr>
          <a:xfrm>
            <a:off x="3556000" y="1397000"/>
            <a:ext cx="5080000" cy="27940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B8A1FF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15000" b="1" lang="ar-SA">
                <a:solidFill>
                  <a:srgbClr val="2E2640"/>
                </a:solidFill>
                <a:latin typeface="Arial"/>
                <a:cs typeface="Arial"/>
              </a:rPr>
              <a:t>ثِدِ</a:t>
            </a:r>
          </a:p>
        </p:txBody>
      </p:sp>
      <p:sp>
        <p:nvSpPr>
          <p:cNvPr id="8" name="Back to the gifts" descr="◀  Back to the gifts">
            <a:hlinkClick action="ppaction://hlinksldjump" r:id="rId5"/>
          </p:cNvPr>
          <p:cNvSpPr/>
          <p:nvPr/>
        </p:nvSpPr>
        <p:spPr>
          <a:xfrm>
            <a:off x="381000" y="5715000"/>
            <a:ext cx="2667000" cy="762000"/>
          </a:xfrm>
          <a:prstGeom prst="roundRect">
            <a:avLst>
              <a:gd name="adj" fmla="val 30000"/>
            </a:avLst>
          </a:prstGeom>
          <a:solidFill>
            <a:srgbClr val="8A6CF0"/>
          </a:solidFill>
          <a:ln w="635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1500" b="1" lang="en-US">
                <a:solidFill>
                  <a:srgbClr val="FFFFFF"/>
                </a:solidFill>
                <a:latin typeface="Arial"/>
                <a:cs typeface="Arial"/>
              </a:rPr>
              <a:t>◀  Back to the gifts</a:t>
            </a:r>
          </a:p>
        </p:txBody>
      </p:sp>
      <p:sp>
        <p:nvSpPr>
          <p:cNvPr id="9" name="Next button">
            <a:hlinkClick action="ppaction://hlinksldjump" r:id="rId6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Next arrow">
            <a:hlinkClick action="ppaction://hlinksldjump" r:id="rId6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7" name="tad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53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Read it!"/>
          <p:cNvSpPr/>
          <p:nvPr/>
        </p:nvSpPr>
        <p:spPr>
          <a:xfrm>
            <a:off x="2730500" y="190500"/>
            <a:ext cx="673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600" b="1" lang="en-US">
                <a:solidFill>
                  <a:srgbClr val="2E2640"/>
                </a:solidFill>
                <a:latin typeface="Arial"/>
                <a:cs typeface="Arial"/>
              </a:rPr>
              <a:t>Read it!</a:t>
            </a:r>
          </a:p>
        </p:txBody>
      </p:sp>
      <p:pic>
        <p:nvPicPr>
          <p:cNvPr id="5" name="Open gift box" descr="Open gift box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1500" y="4445000"/>
            <a:ext cx="3429000" cy="2000250"/>
          </a:xfrm>
          <a:prstGeom prst="rect">
            <a:avLst/>
          </a:prstGeom>
        </p:spPr>
      </p:pic>
      <p:pic>
        <p:nvPicPr>
          <p:cNvPr id="6" name="Gift lid" descr="Gift lid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500000">
            <a:off x="7937500" y="4064000"/>
            <a:ext cx="2476500" cy="1238250"/>
          </a:xfrm>
          <a:prstGeom prst="rect">
            <a:avLst/>
          </a:prstGeom>
        </p:spPr>
      </p:pic>
      <p:sp>
        <p:nvSpPr>
          <p:cNvPr id="7" name="Card بِ" descr="بِ"/>
          <p:cNvSpPr/>
          <p:nvPr/>
        </p:nvSpPr>
        <p:spPr>
          <a:xfrm>
            <a:off x="3556000" y="1397000"/>
            <a:ext cx="5080000" cy="27940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B8A1FF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15000" b="1" lang="ar-SA">
                <a:solidFill>
                  <a:srgbClr val="2E2640"/>
                </a:solidFill>
                <a:latin typeface="Arial"/>
                <a:cs typeface="Arial"/>
              </a:rPr>
              <a:t>بِ</a:t>
            </a:r>
          </a:p>
        </p:txBody>
      </p:sp>
      <p:sp>
        <p:nvSpPr>
          <p:cNvPr id="8" name="Back to the gifts" descr="◀  Back to the gifts">
            <a:hlinkClick action="ppaction://hlinksldjump" r:id="rId5"/>
          </p:cNvPr>
          <p:cNvSpPr/>
          <p:nvPr/>
        </p:nvSpPr>
        <p:spPr>
          <a:xfrm>
            <a:off x="381000" y="5715000"/>
            <a:ext cx="2667000" cy="762000"/>
          </a:xfrm>
          <a:prstGeom prst="roundRect">
            <a:avLst>
              <a:gd name="adj" fmla="val 30000"/>
            </a:avLst>
          </a:prstGeom>
          <a:solidFill>
            <a:srgbClr val="8A6CF0"/>
          </a:solidFill>
          <a:ln w="635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1500" b="1" lang="en-US">
                <a:solidFill>
                  <a:srgbClr val="FFFFFF"/>
                </a:solidFill>
                <a:latin typeface="Arial"/>
                <a:cs typeface="Arial"/>
              </a:rPr>
              <a:t>◀  Back to the gifts</a:t>
            </a:r>
          </a:p>
        </p:txBody>
      </p:sp>
      <p:sp>
        <p:nvSpPr>
          <p:cNvPr id="9" name="Next button">
            <a:hlinkClick action="ppaction://hlinksldjump" r:id="rId6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Next arrow">
            <a:hlinkClick action="ppaction://hlinksldjump" r:id="rId6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7" name="tad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53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Read it!"/>
          <p:cNvSpPr/>
          <p:nvPr/>
        </p:nvSpPr>
        <p:spPr>
          <a:xfrm>
            <a:off x="2730500" y="190500"/>
            <a:ext cx="673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600" b="1" lang="en-US">
                <a:solidFill>
                  <a:srgbClr val="2E2640"/>
                </a:solidFill>
                <a:latin typeface="Arial"/>
                <a:cs typeface="Arial"/>
              </a:rPr>
              <a:t>Read it!</a:t>
            </a:r>
          </a:p>
        </p:txBody>
      </p:sp>
      <p:pic>
        <p:nvPicPr>
          <p:cNvPr id="5" name="Open gift box" descr="Open gift box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1500" y="4445000"/>
            <a:ext cx="3429000" cy="2000250"/>
          </a:xfrm>
          <a:prstGeom prst="rect">
            <a:avLst/>
          </a:prstGeom>
        </p:spPr>
      </p:pic>
      <p:pic>
        <p:nvPicPr>
          <p:cNvPr id="6" name="Gift lid" descr="Gift lid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500000">
            <a:off x="7937500" y="4064000"/>
            <a:ext cx="2476500" cy="1238250"/>
          </a:xfrm>
          <a:prstGeom prst="rect">
            <a:avLst/>
          </a:prstGeom>
        </p:spPr>
      </p:pic>
      <p:sp>
        <p:nvSpPr>
          <p:cNvPr id="7" name="Card بِطِ" descr="بِطِ"/>
          <p:cNvSpPr/>
          <p:nvPr/>
        </p:nvSpPr>
        <p:spPr>
          <a:xfrm>
            <a:off x="3556000" y="1397000"/>
            <a:ext cx="5080000" cy="27940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B8A1FF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15000" b="1" lang="ar-SA">
                <a:solidFill>
                  <a:srgbClr val="2E2640"/>
                </a:solidFill>
                <a:latin typeface="Arial"/>
                <a:cs typeface="Arial"/>
              </a:rPr>
              <a:t>بِطِ</a:t>
            </a:r>
          </a:p>
        </p:txBody>
      </p:sp>
      <p:sp>
        <p:nvSpPr>
          <p:cNvPr id="8" name="Back to the gifts" descr="◀  Back to the gifts">
            <a:hlinkClick action="ppaction://hlinksldjump" r:id="rId5"/>
          </p:cNvPr>
          <p:cNvSpPr/>
          <p:nvPr/>
        </p:nvSpPr>
        <p:spPr>
          <a:xfrm>
            <a:off x="381000" y="5715000"/>
            <a:ext cx="2667000" cy="762000"/>
          </a:xfrm>
          <a:prstGeom prst="roundRect">
            <a:avLst>
              <a:gd name="adj" fmla="val 30000"/>
            </a:avLst>
          </a:prstGeom>
          <a:solidFill>
            <a:srgbClr val="8A6CF0"/>
          </a:solidFill>
          <a:ln w="635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1500" b="1" lang="en-US">
                <a:solidFill>
                  <a:srgbClr val="FFFFFF"/>
                </a:solidFill>
                <a:latin typeface="Arial"/>
                <a:cs typeface="Arial"/>
              </a:rPr>
              <a:t>◀  Back to the gifts</a:t>
            </a:r>
          </a:p>
        </p:txBody>
      </p:sp>
      <p:sp>
        <p:nvSpPr>
          <p:cNvPr id="9" name="Next button">
            <a:hlinkClick action="ppaction://hlinksldjump" r:id="rId6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Next arrow">
            <a:hlinkClick action="ppaction://hlinksldjump" r:id="rId6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7" name="tad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53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Read it!"/>
          <p:cNvSpPr/>
          <p:nvPr/>
        </p:nvSpPr>
        <p:spPr>
          <a:xfrm>
            <a:off x="2730500" y="190500"/>
            <a:ext cx="673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600" b="1" lang="en-US">
                <a:solidFill>
                  <a:srgbClr val="2E2640"/>
                </a:solidFill>
                <a:latin typeface="Arial"/>
                <a:cs typeface="Arial"/>
              </a:rPr>
              <a:t>Read it!</a:t>
            </a:r>
          </a:p>
        </p:txBody>
      </p:sp>
      <p:pic>
        <p:nvPicPr>
          <p:cNvPr id="5" name="Open gift box" descr="Open gift box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1500" y="4445000"/>
            <a:ext cx="3429000" cy="2000250"/>
          </a:xfrm>
          <a:prstGeom prst="rect">
            <a:avLst/>
          </a:prstGeom>
        </p:spPr>
      </p:pic>
      <p:pic>
        <p:nvPicPr>
          <p:cNvPr id="6" name="Gift lid" descr="Gift lid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500000">
            <a:off x="7937500" y="4064000"/>
            <a:ext cx="2476500" cy="1238250"/>
          </a:xfrm>
          <a:prstGeom prst="rect">
            <a:avLst/>
          </a:prstGeom>
        </p:spPr>
      </p:pic>
      <p:sp>
        <p:nvSpPr>
          <p:cNvPr id="7" name="Card إِ" descr="إِ"/>
          <p:cNvSpPr/>
          <p:nvPr/>
        </p:nvSpPr>
        <p:spPr>
          <a:xfrm>
            <a:off x="3556000" y="1397000"/>
            <a:ext cx="5080000" cy="27940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B8A1FF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15000" b="1" lang="ar-SA">
                <a:solidFill>
                  <a:srgbClr val="2E2640"/>
                </a:solidFill>
                <a:latin typeface="Arial"/>
                <a:cs typeface="Arial"/>
              </a:rPr>
              <a:t>إِ</a:t>
            </a:r>
          </a:p>
        </p:txBody>
      </p:sp>
      <p:sp>
        <p:nvSpPr>
          <p:cNvPr id="8" name="Back to the gifts" descr="◀  Back to the gifts">
            <a:hlinkClick action="ppaction://hlinksldjump" r:id="rId5"/>
          </p:cNvPr>
          <p:cNvSpPr/>
          <p:nvPr/>
        </p:nvSpPr>
        <p:spPr>
          <a:xfrm>
            <a:off x="381000" y="5715000"/>
            <a:ext cx="2667000" cy="762000"/>
          </a:xfrm>
          <a:prstGeom prst="roundRect">
            <a:avLst>
              <a:gd name="adj" fmla="val 30000"/>
            </a:avLst>
          </a:prstGeom>
          <a:solidFill>
            <a:srgbClr val="8A6CF0"/>
          </a:solidFill>
          <a:ln w="635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1500" b="1" lang="en-US">
                <a:solidFill>
                  <a:srgbClr val="FFFFFF"/>
                </a:solidFill>
                <a:latin typeface="Arial"/>
                <a:cs typeface="Arial"/>
              </a:rPr>
              <a:t>◀  Back to the gifts</a:t>
            </a:r>
          </a:p>
        </p:txBody>
      </p:sp>
      <p:sp>
        <p:nvSpPr>
          <p:cNvPr id="9" name="Next button">
            <a:hlinkClick action="ppaction://hlinksldjump" r:id="rId6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Next arrow">
            <a:hlinkClick action="ppaction://hlinksldjump" r:id="rId6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7" name="tad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53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Read it!"/>
          <p:cNvSpPr/>
          <p:nvPr/>
        </p:nvSpPr>
        <p:spPr>
          <a:xfrm>
            <a:off x="2730500" y="190500"/>
            <a:ext cx="673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600" b="1" lang="en-US">
                <a:solidFill>
                  <a:srgbClr val="2E2640"/>
                </a:solidFill>
                <a:latin typeface="Arial"/>
                <a:cs typeface="Arial"/>
              </a:rPr>
              <a:t>Read it!</a:t>
            </a:r>
          </a:p>
        </p:txBody>
      </p:sp>
      <p:pic>
        <p:nvPicPr>
          <p:cNvPr id="5" name="Open gift box" descr="Open gift box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1500" y="4445000"/>
            <a:ext cx="3429000" cy="2000250"/>
          </a:xfrm>
          <a:prstGeom prst="rect">
            <a:avLst/>
          </a:prstGeom>
        </p:spPr>
      </p:pic>
      <p:pic>
        <p:nvPicPr>
          <p:cNvPr id="6" name="Gift lid" descr="Gift lid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500000">
            <a:off x="7937500" y="4064000"/>
            <a:ext cx="2476500" cy="1238250"/>
          </a:xfrm>
          <a:prstGeom prst="rect">
            <a:avLst/>
          </a:prstGeom>
        </p:spPr>
      </p:pic>
      <p:sp>
        <p:nvSpPr>
          <p:cNvPr id="7" name="Card تِ" descr="تِ"/>
          <p:cNvSpPr/>
          <p:nvPr/>
        </p:nvSpPr>
        <p:spPr>
          <a:xfrm>
            <a:off x="3556000" y="1397000"/>
            <a:ext cx="5080000" cy="27940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B8A1FF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15000" b="1" lang="ar-SA">
                <a:solidFill>
                  <a:srgbClr val="2E2640"/>
                </a:solidFill>
                <a:latin typeface="Arial"/>
                <a:cs typeface="Arial"/>
              </a:rPr>
              <a:t>تِ</a:t>
            </a:r>
          </a:p>
        </p:txBody>
      </p:sp>
      <p:sp>
        <p:nvSpPr>
          <p:cNvPr id="8" name="Back to the gifts" descr="◀  Back to the gifts">
            <a:hlinkClick action="ppaction://hlinksldjump" r:id="rId5"/>
          </p:cNvPr>
          <p:cNvSpPr/>
          <p:nvPr/>
        </p:nvSpPr>
        <p:spPr>
          <a:xfrm>
            <a:off x="381000" y="5715000"/>
            <a:ext cx="2667000" cy="762000"/>
          </a:xfrm>
          <a:prstGeom prst="roundRect">
            <a:avLst>
              <a:gd name="adj" fmla="val 30000"/>
            </a:avLst>
          </a:prstGeom>
          <a:solidFill>
            <a:srgbClr val="8A6CF0"/>
          </a:solidFill>
          <a:ln w="635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1500" b="1" lang="en-US">
                <a:solidFill>
                  <a:srgbClr val="FFFFFF"/>
                </a:solidFill>
                <a:latin typeface="Arial"/>
                <a:cs typeface="Arial"/>
              </a:rPr>
              <a:t>◀  Back to the gifts</a:t>
            </a:r>
          </a:p>
        </p:txBody>
      </p:sp>
      <p:sp>
        <p:nvSpPr>
          <p:cNvPr id="9" name="Next button">
            <a:hlinkClick action="ppaction://hlinksldjump" r:id="rId6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Next arrow">
            <a:hlinkClick action="ppaction://hlinksldjump" r:id="rId6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7" name="tad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53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Pop every balloon with"/>
          <p:cNvSpPr/>
          <p:nvPr/>
        </p:nvSpPr>
        <p:spPr>
          <a:xfrm>
            <a:off x="2730500" y="190500"/>
            <a:ext cx="546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900" b="1" lang="en-US">
                <a:solidFill>
                  <a:srgbClr val="2E2640"/>
                </a:solidFill>
                <a:latin typeface="Arial"/>
                <a:cs typeface="Arial"/>
              </a:rPr>
              <a:t>Pop every balloon with</a:t>
            </a:r>
          </a:p>
        </p:txBody>
      </p:sp>
      <p:sp>
        <p:nvSpPr>
          <p:cNvPr id="5" name="Find نِ" descr="نِ"/>
          <p:cNvSpPr/>
          <p:nvPr/>
        </p:nvSpPr>
        <p:spPr>
          <a:xfrm>
            <a:off x="81915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نِ</a:t>
            </a:r>
          </a:p>
        </p:txBody>
      </p:sp>
      <p:sp>
        <p:nvSpPr>
          <p:cNvPr id="6" name="Star place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Balloon 1" descr="Balloon 1">
            <a:hlinkClick action="ppaction://hlinksldjump" r:id="rId8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5500" y="1905000"/>
            <a:ext cx="1651000" cy="2857500"/>
          </a:xfrm>
          <a:prstGeom prst="rect">
            <a:avLst/>
          </a:prstGeom>
        </p:spPr>
      </p:pic>
      <p:sp>
        <p:nvSpPr>
          <p:cNvPr id="9" name="Balloon letter 1 تِ" descr="تِ">
            <a:hlinkClick action="ppaction://hlinksldjump" r:id="rId8"/>
          </p:cNvPr>
          <p:cNvSpPr/>
          <p:nvPr/>
        </p:nvSpPr>
        <p:spPr>
          <a:xfrm>
            <a:off x="952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تِ</a:t>
            </a:r>
          </a:p>
        </p:txBody>
      </p:sp>
      <p:pic>
        <p:nvPicPr>
          <p:cNvPr id="10" name="Balloon 2" descr="Balloon 2">
            <a:hlinkClick action="ppaction://hlinksldjump" r:id="rId9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48000" y="2286000"/>
            <a:ext cx="1651000" cy="2857500"/>
          </a:xfrm>
          <a:prstGeom prst="rect">
            <a:avLst/>
          </a:prstGeom>
        </p:spPr>
      </p:pic>
      <p:sp>
        <p:nvSpPr>
          <p:cNvPr id="11" name="Balloon letter 2 نِ" descr="نِ">
            <a:hlinkClick action="ppaction://hlinksldjump" r:id="rId9"/>
          </p:cNvPr>
          <p:cNvSpPr/>
          <p:nvPr/>
        </p:nvSpPr>
        <p:spPr>
          <a:xfrm>
            <a:off x="3175000" y="2520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نِ</a:t>
            </a:r>
          </a:p>
        </p:txBody>
      </p:sp>
      <p:pic>
        <p:nvPicPr>
          <p:cNvPr id="12" name="Balloon 3" descr="Balloon 3">
            <a:hlinkClick action="ppaction://hlinksldjump" r:id="rId8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70500" y="1905000"/>
            <a:ext cx="1651000" cy="2857500"/>
          </a:xfrm>
          <a:prstGeom prst="rect">
            <a:avLst/>
          </a:prstGeom>
        </p:spPr>
      </p:pic>
      <p:sp>
        <p:nvSpPr>
          <p:cNvPr id="13" name="Balloon letter 3 ذِ" descr="ذِ">
            <a:hlinkClick action="ppaction://hlinksldjump" r:id="rId8"/>
          </p:cNvPr>
          <p:cNvSpPr/>
          <p:nvPr/>
        </p:nvSpPr>
        <p:spPr>
          <a:xfrm>
            <a:off x="5397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ذِ</a:t>
            </a:r>
          </a:p>
        </p:txBody>
      </p:sp>
      <p:pic>
        <p:nvPicPr>
          <p:cNvPr id="14" name="Balloon 4" descr="Balloon 4">
            <a:hlinkClick action="ppaction://hlinksldjump" r:id="rId8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93000" y="2286000"/>
            <a:ext cx="1651000" cy="2857500"/>
          </a:xfrm>
          <a:prstGeom prst="rect">
            <a:avLst/>
          </a:prstGeom>
        </p:spPr>
      </p:pic>
      <p:sp>
        <p:nvSpPr>
          <p:cNvPr id="15" name="Balloon letter 4 حِ" descr="حِ">
            <a:hlinkClick action="ppaction://hlinksldjump" r:id="rId8"/>
          </p:cNvPr>
          <p:cNvSpPr/>
          <p:nvPr/>
        </p:nvSpPr>
        <p:spPr>
          <a:xfrm>
            <a:off x="7620000" y="2520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حِ</a:t>
            </a:r>
          </a:p>
        </p:txBody>
      </p:sp>
      <p:pic>
        <p:nvPicPr>
          <p:cNvPr id="16" name="Balloon 5" descr="Balloon 5">
            <a:hlinkClick action="ppaction://hlinksldjump" r:id="rId10"/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715500" y="1905000"/>
            <a:ext cx="1651000" cy="2857500"/>
          </a:xfrm>
          <a:prstGeom prst="rect">
            <a:avLst/>
          </a:prstGeom>
        </p:spPr>
      </p:pic>
      <p:sp>
        <p:nvSpPr>
          <p:cNvPr id="17" name="Balloon letter 5 نِ" descr="نِ">
            <a:hlinkClick action="ppaction://hlinksldjump" r:id="rId10"/>
          </p:cNvPr>
          <p:cNvSpPr/>
          <p:nvPr/>
        </p:nvSpPr>
        <p:spPr>
          <a:xfrm>
            <a:off x="9842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نِ</a:t>
            </a:r>
          </a:p>
        </p:txBody>
      </p:sp>
      <p:sp>
        <p:nvSpPr>
          <p:cNvPr id="18" name="Next button">
            <a:hlinkClick action="ppaction://hlinksldjump" r:id="rId11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Next arrow">
            <a:hlinkClick action="ppaction://hlinksldjump" r:id="rId11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4" dur="1500" fill="hold" repeatCount="indefinite" autoRev="1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6" dur="150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8" dur="1670" fill="hold" repeatCount="indefinite" autoRev="1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0" dur="1670" fill="hold" repeatCount="indefinite" autoRev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2" dur="184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4" dur="1840" fill="hold" repeatCount="indefinite" autoRev="1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7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6" dur="2010" fill="hold" repeatCount="indefinite" autoRev="1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9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8" dur="2010" fill="hold" repeatCount="indefinite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1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20" dur="2180" fill="hold" repeatCount="indefinite" autoRev="1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3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22" dur="2180" fill="hold" repeatCount="indefinite" autoRev="1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Pop every balloon with"/>
          <p:cNvSpPr/>
          <p:nvPr/>
        </p:nvSpPr>
        <p:spPr>
          <a:xfrm>
            <a:off x="2730500" y="190500"/>
            <a:ext cx="546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900" b="1" lang="en-US">
                <a:solidFill>
                  <a:srgbClr val="2E2640"/>
                </a:solidFill>
                <a:latin typeface="Arial"/>
                <a:cs typeface="Arial"/>
              </a:rPr>
              <a:t>Pop every balloon with</a:t>
            </a:r>
          </a:p>
        </p:txBody>
      </p:sp>
      <p:sp>
        <p:nvSpPr>
          <p:cNvPr id="5" name="Find نِ" descr="نِ"/>
          <p:cNvSpPr/>
          <p:nvPr/>
        </p:nvSpPr>
        <p:spPr>
          <a:xfrm>
            <a:off x="81915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نِ</a:t>
            </a:r>
          </a:p>
        </p:txBody>
      </p:sp>
      <p:sp>
        <p:nvSpPr>
          <p:cNvPr id="6" name="Star place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Balloon 1" descr="Balloon 1">
            <a:hlinkClick action="ppaction://hlinksldjump" r:id="rId8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5500" y="1905000"/>
            <a:ext cx="1651000" cy="2857500"/>
          </a:xfrm>
          <a:prstGeom prst="rect">
            <a:avLst/>
          </a:prstGeom>
        </p:spPr>
      </p:pic>
      <p:sp>
        <p:nvSpPr>
          <p:cNvPr id="9" name="Balloon letter 1 تِ" descr="تِ">
            <a:hlinkClick action="ppaction://hlinksldjump" r:id="rId8"/>
          </p:cNvPr>
          <p:cNvSpPr/>
          <p:nvPr/>
        </p:nvSpPr>
        <p:spPr>
          <a:xfrm>
            <a:off x="952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تِ</a:t>
            </a:r>
          </a:p>
        </p:txBody>
      </p:sp>
      <p:pic>
        <p:nvPicPr>
          <p:cNvPr id="10" name="Balloon 2" descr="Balloon 2">
            <a:hlinkClick action="ppaction://hlinksldjump" r:id="rId9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48000" y="2286000"/>
            <a:ext cx="1651000" cy="2857500"/>
          </a:xfrm>
          <a:prstGeom prst="rect">
            <a:avLst/>
          </a:prstGeom>
        </p:spPr>
      </p:pic>
      <p:sp>
        <p:nvSpPr>
          <p:cNvPr id="11" name="Balloon letter 2 نِ" descr="نِ">
            <a:hlinkClick action="ppaction://hlinksldjump" r:id="rId9"/>
          </p:cNvPr>
          <p:cNvSpPr/>
          <p:nvPr/>
        </p:nvSpPr>
        <p:spPr>
          <a:xfrm>
            <a:off x="3175000" y="2520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نِ</a:t>
            </a:r>
          </a:p>
        </p:txBody>
      </p:sp>
      <p:pic>
        <p:nvPicPr>
          <p:cNvPr id="12" name="Balloon 3" descr="Balloon 3">
            <a:hlinkClick action="ppaction://hlinksldjump" r:id="rId8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70500" y="1905000"/>
            <a:ext cx="1651000" cy="2857500"/>
          </a:xfrm>
          <a:prstGeom prst="rect">
            <a:avLst/>
          </a:prstGeom>
        </p:spPr>
      </p:pic>
      <p:sp>
        <p:nvSpPr>
          <p:cNvPr id="13" name="Balloon letter 3 ذِ" descr="ذِ">
            <a:hlinkClick action="ppaction://hlinksldjump" r:id="rId8"/>
          </p:cNvPr>
          <p:cNvSpPr/>
          <p:nvPr/>
        </p:nvSpPr>
        <p:spPr>
          <a:xfrm>
            <a:off x="5397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ذِ</a:t>
            </a:r>
          </a:p>
        </p:txBody>
      </p:sp>
      <p:pic>
        <p:nvPicPr>
          <p:cNvPr id="14" name="Balloon 4" descr="Balloon 4">
            <a:hlinkClick action="ppaction://hlinksldjump" r:id="rId8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93000" y="2286000"/>
            <a:ext cx="1651000" cy="2857500"/>
          </a:xfrm>
          <a:prstGeom prst="rect">
            <a:avLst/>
          </a:prstGeom>
        </p:spPr>
      </p:pic>
      <p:sp>
        <p:nvSpPr>
          <p:cNvPr id="15" name="Balloon letter 4 حِ" descr="حِ">
            <a:hlinkClick action="ppaction://hlinksldjump" r:id="rId8"/>
          </p:cNvPr>
          <p:cNvSpPr/>
          <p:nvPr/>
        </p:nvSpPr>
        <p:spPr>
          <a:xfrm>
            <a:off x="7620000" y="2520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حِ</a:t>
            </a:r>
          </a:p>
        </p:txBody>
      </p:sp>
      <p:pic>
        <p:nvPicPr>
          <p:cNvPr id="16" name="Balloon 5" descr="Balloon 5">
            <a:hlinkClick action="ppaction://hlinksldjump" r:id="rId10"/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715500" y="1905000"/>
            <a:ext cx="1651000" cy="2857500"/>
          </a:xfrm>
          <a:prstGeom prst="rect">
            <a:avLst/>
          </a:prstGeom>
        </p:spPr>
      </p:pic>
      <p:sp>
        <p:nvSpPr>
          <p:cNvPr id="17" name="Balloon letter 5 نِ" descr="نِ">
            <a:hlinkClick action="ppaction://hlinksldjump" r:id="rId10"/>
          </p:cNvPr>
          <p:cNvSpPr/>
          <p:nvPr/>
        </p:nvSpPr>
        <p:spPr>
          <a:xfrm>
            <a:off x="9842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نِ</a:t>
            </a:r>
          </a:p>
        </p:txBody>
      </p:sp>
      <p:sp>
        <p:nvSpPr>
          <p:cNvPr id="18" name="Try again!" descr="Try again!"/>
          <p:cNvSpPr/>
          <p:nvPr/>
        </p:nvSpPr>
        <p:spPr>
          <a:xfrm>
            <a:off x="7937500" y="5270500"/>
            <a:ext cx="3048000" cy="1460500"/>
          </a:xfrm>
          <a:prstGeom prst="cloudCallout">
            <a:avLst/>
          </a:prstGeom>
          <a:solidFill>
            <a:srgbClr val="FFFFFF"/>
          </a:solidFill>
          <a:ln w="50800">
            <a:solidFill>
              <a:srgbClr val="E5536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2500" b="1" lang="en-US">
                <a:solidFill>
                  <a:srgbClr val="E5536F"/>
                </a:solidFill>
                <a:latin typeface="Arial"/>
                <a:cs typeface="Arial"/>
              </a:rPr>
              <a:t>Try again!</a:t>
            </a:r>
          </a:p>
        </p:txBody>
      </p:sp>
      <p:sp>
        <p:nvSpPr>
          <p:cNvPr id="19" name="Next button">
            <a:hlinkClick action="ppaction://hlinksldjump" r:id="rId11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Next arrow">
            <a:hlinkClick action="ppaction://hlinksldjump" r:id="rId11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12" name="boing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4" dur="1500" fill="hold" repeatCount="indefinite" autoRev="1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6" dur="150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8" dur="1670" fill="hold" repeatCount="indefinite" autoRev="1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0" dur="1670" fill="hold" repeatCount="indefinite" autoRev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2" dur="184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4" dur="1840" fill="hold" repeatCount="indefinite" autoRev="1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7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6" dur="2010" fill="hold" repeatCount="indefinite" autoRev="1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9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8" dur="2010" fill="hold" repeatCount="indefinite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1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20" dur="2180" fill="hold" repeatCount="indefinite" autoRev="1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3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22" dur="2180" fill="hold" repeatCount="indefinite" autoRev="1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8" presetID="53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Pop every balloon with"/>
          <p:cNvSpPr/>
          <p:nvPr/>
        </p:nvSpPr>
        <p:spPr>
          <a:xfrm>
            <a:off x="2730500" y="190500"/>
            <a:ext cx="546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900" b="1" lang="en-US">
                <a:solidFill>
                  <a:srgbClr val="2E2640"/>
                </a:solidFill>
                <a:latin typeface="Arial"/>
                <a:cs typeface="Arial"/>
              </a:rPr>
              <a:t>Pop every balloon with</a:t>
            </a:r>
          </a:p>
        </p:txBody>
      </p:sp>
      <p:sp>
        <p:nvSpPr>
          <p:cNvPr id="5" name="Find نِ" descr="نِ"/>
          <p:cNvSpPr/>
          <p:nvPr/>
        </p:nvSpPr>
        <p:spPr>
          <a:xfrm>
            <a:off x="81915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نِ</a:t>
            </a:r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Balloon 1" descr="Balloon 1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5500" y="1905000"/>
            <a:ext cx="1651000" cy="2857500"/>
          </a:xfrm>
          <a:prstGeom prst="rect">
            <a:avLst/>
          </a:prstGeom>
        </p:spPr>
      </p:pic>
      <p:sp>
        <p:nvSpPr>
          <p:cNvPr id="9" name="Balloon letter 1 تِ" descr="تِ">
            <a:hlinkClick action="ppaction://hlinksldjump" r:id="rId7"/>
          </p:cNvPr>
          <p:cNvSpPr/>
          <p:nvPr/>
        </p:nvSpPr>
        <p:spPr>
          <a:xfrm>
            <a:off x="952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تِ</a:t>
            </a:r>
          </a:p>
        </p:txBody>
      </p:sp>
      <p:pic>
        <p:nvPicPr>
          <p:cNvPr id="10" name="Balloon 3" descr="Balloon 3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70500" y="1905000"/>
            <a:ext cx="1651000" cy="2857500"/>
          </a:xfrm>
          <a:prstGeom prst="rect">
            <a:avLst/>
          </a:prstGeom>
        </p:spPr>
      </p:pic>
      <p:sp>
        <p:nvSpPr>
          <p:cNvPr id="11" name="Balloon letter 3 ذِ" descr="ذِ">
            <a:hlinkClick action="ppaction://hlinksldjump" r:id="rId7"/>
          </p:cNvPr>
          <p:cNvSpPr/>
          <p:nvPr/>
        </p:nvSpPr>
        <p:spPr>
          <a:xfrm>
            <a:off x="5397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ذِ</a:t>
            </a:r>
          </a:p>
        </p:txBody>
      </p:sp>
      <p:pic>
        <p:nvPicPr>
          <p:cNvPr id="12" name="Balloon 4" descr="Balloon 4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93000" y="2286000"/>
            <a:ext cx="1651000" cy="2857500"/>
          </a:xfrm>
          <a:prstGeom prst="rect">
            <a:avLst/>
          </a:prstGeom>
        </p:spPr>
      </p:pic>
      <p:sp>
        <p:nvSpPr>
          <p:cNvPr id="13" name="Balloon letter 4 حِ" descr="حِ">
            <a:hlinkClick action="ppaction://hlinksldjump" r:id="rId7"/>
          </p:cNvPr>
          <p:cNvSpPr/>
          <p:nvPr/>
        </p:nvSpPr>
        <p:spPr>
          <a:xfrm>
            <a:off x="7620000" y="2520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حِ</a:t>
            </a:r>
          </a:p>
        </p:txBody>
      </p:sp>
      <p:pic>
        <p:nvPicPr>
          <p:cNvPr id="14" name="Balloon 5" descr="Balloon 5">
            <a:hlinkClick action="ppaction://hlinksldjump" r:id="rId8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715500" y="1905000"/>
            <a:ext cx="1651000" cy="2857500"/>
          </a:xfrm>
          <a:prstGeom prst="rect">
            <a:avLst/>
          </a:prstGeom>
        </p:spPr>
      </p:pic>
      <p:sp>
        <p:nvSpPr>
          <p:cNvPr id="15" name="Balloon letter 5 نِ" descr="نِ">
            <a:hlinkClick action="ppaction://hlinksldjump" r:id="rId8"/>
          </p:cNvPr>
          <p:cNvSpPr/>
          <p:nvPr/>
        </p:nvSpPr>
        <p:spPr>
          <a:xfrm>
            <a:off x="9842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نِ</a:t>
            </a:r>
          </a:p>
        </p:txBody>
      </p:sp>
      <p:sp>
        <p:nvSpPr>
          <p:cNvPr id="16" name="Next button">
            <a:hlinkClick action="ppaction://hlinksldjump" r:id="rId9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Next arrow">
            <a:hlinkClick action="ppaction://hlinksldjump" r:id="rId9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10" name="po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9" dur="1500" fill="hold" repeatCount="indefinite" autoRev="1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2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1" dur="150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4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3" dur="1840" fill="hold" repeatCount="indefinite" autoRev="1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6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5" dur="1840" fill="hold" repeatCount="indefinite" autoRev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8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7" dur="201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0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9" dur="2010" fill="hold" repeatCount="indefinite" autoRev="1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2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21" dur="2180" fill="hold" repeatCount="indefinite" autoRev="1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4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23" dur="2180" fill="hold" repeatCount="indefinite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Pop every balloon with"/>
          <p:cNvSpPr/>
          <p:nvPr/>
        </p:nvSpPr>
        <p:spPr>
          <a:xfrm>
            <a:off x="2730500" y="190500"/>
            <a:ext cx="546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900" b="1" lang="en-US">
                <a:solidFill>
                  <a:srgbClr val="2E2640"/>
                </a:solidFill>
                <a:latin typeface="Arial"/>
                <a:cs typeface="Arial"/>
              </a:rPr>
              <a:t>Pop every balloon with</a:t>
            </a:r>
          </a:p>
        </p:txBody>
      </p:sp>
      <p:sp>
        <p:nvSpPr>
          <p:cNvPr id="5" name="Find نِ" descr="نِ"/>
          <p:cNvSpPr/>
          <p:nvPr/>
        </p:nvSpPr>
        <p:spPr>
          <a:xfrm>
            <a:off x="81915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نِ</a:t>
            </a:r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Balloon 1" descr="Balloon 1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5500" y="1905000"/>
            <a:ext cx="1651000" cy="2857500"/>
          </a:xfrm>
          <a:prstGeom prst="rect">
            <a:avLst/>
          </a:prstGeom>
        </p:spPr>
      </p:pic>
      <p:sp>
        <p:nvSpPr>
          <p:cNvPr id="9" name="Balloon letter 1 تِ" descr="تِ">
            <a:hlinkClick action="ppaction://hlinksldjump" r:id="rId7"/>
          </p:cNvPr>
          <p:cNvSpPr/>
          <p:nvPr/>
        </p:nvSpPr>
        <p:spPr>
          <a:xfrm>
            <a:off x="952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تِ</a:t>
            </a:r>
          </a:p>
        </p:txBody>
      </p:sp>
      <p:pic>
        <p:nvPicPr>
          <p:cNvPr id="10" name="Balloon 3" descr="Balloon 3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70500" y="1905000"/>
            <a:ext cx="1651000" cy="2857500"/>
          </a:xfrm>
          <a:prstGeom prst="rect">
            <a:avLst/>
          </a:prstGeom>
        </p:spPr>
      </p:pic>
      <p:sp>
        <p:nvSpPr>
          <p:cNvPr id="11" name="Balloon letter 3 ذِ" descr="ذِ">
            <a:hlinkClick action="ppaction://hlinksldjump" r:id="rId7"/>
          </p:cNvPr>
          <p:cNvSpPr/>
          <p:nvPr/>
        </p:nvSpPr>
        <p:spPr>
          <a:xfrm>
            <a:off x="5397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ذِ</a:t>
            </a:r>
          </a:p>
        </p:txBody>
      </p:sp>
      <p:pic>
        <p:nvPicPr>
          <p:cNvPr id="12" name="Balloon 4" descr="Balloon 4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93000" y="2286000"/>
            <a:ext cx="1651000" cy="2857500"/>
          </a:xfrm>
          <a:prstGeom prst="rect">
            <a:avLst/>
          </a:prstGeom>
        </p:spPr>
      </p:pic>
      <p:sp>
        <p:nvSpPr>
          <p:cNvPr id="13" name="Balloon letter 4 حِ" descr="حِ">
            <a:hlinkClick action="ppaction://hlinksldjump" r:id="rId7"/>
          </p:cNvPr>
          <p:cNvSpPr/>
          <p:nvPr/>
        </p:nvSpPr>
        <p:spPr>
          <a:xfrm>
            <a:off x="7620000" y="2520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حِ</a:t>
            </a:r>
          </a:p>
        </p:txBody>
      </p:sp>
      <p:pic>
        <p:nvPicPr>
          <p:cNvPr id="14" name="Balloon 5" descr="Balloon 5">
            <a:hlinkClick action="ppaction://hlinksldjump" r:id="rId8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715500" y="1905000"/>
            <a:ext cx="1651000" cy="2857500"/>
          </a:xfrm>
          <a:prstGeom prst="rect">
            <a:avLst/>
          </a:prstGeom>
        </p:spPr>
      </p:pic>
      <p:sp>
        <p:nvSpPr>
          <p:cNvPr id="15" name="Balloon letter 5 نِ" descr="نِ">
            <a:hlinkClick action="ppaction://hlinksldjump" r:id="rId8"/>
          </p:cNvPr>
          <p:cNvSpPr/>
          <p:nvPr/>
        </p:nvSpPr>
        <p:spPr>
          <a:xfrm>
            <a:off x="9842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نِ</a:t>
            </a:r>
          </a:p>
        </p:txBody>
      </p:sp>
      <p:sp>
        <p:nvSpPr>
          <p:cNvPr id="16" name="Try again!" descr="Try again!"/>
          <p:cNvSpPr/>
          <p:nvPr/>
        </p:nvSpPr>
        <p:spPr>
          <a:xfrm>
            <a:off x="7937500" y="5270500"/>
            <a:ext cx="3048000" cy="1460500"/>
          </a:xfrm>
          <a:prstGeom prst="cloudCallout">
            <a:avLst/>
          </a:prstGeom>
          <a:solidFill>
            <a:srgbClr val="FFFFFF"/>
          </a:solidFill>
          <a:ln w="50800">
            <a:solidFill>
              <a:srgbClr val="E5536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2500" b="1" lang="en-US">
                <a:solidFill>
                  <a:srgbClr val="E5536F"/>
                </a:solidFill>
                <a:latin typeface="Arial"/>
                <a:cs typeface="Arial"/>
              </a:rPr>
              <a:t>Try again!</a:t>
            </a:r>
          </a:p>
        </p:txBody>
      </p:sp>
      <p:sp>
        <p:nvSpPr>
          <p:cNvPr id="17" name="Next button">
            <a:hlinkClick action="ppaction://hlinksldjump" r:id="rId9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Next arrow">
            <a:hlinkClick action="ppaction://hlinksldjump" r:id="rId9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10" name="boing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4" dur="1500" fill="hold" repeatCount="indefinite" autoRev="1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6" dur="150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8" dur="1840" fill="hold" repeatCount="indefinite" autoRev="1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0" dur="1840" fill="hold" repeatCount="indefinite" autoRev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2" dur="201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4" dur="2010" fill="hold" repeatCount="indefinite" autoRev="1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7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6" dur="2180" fill="hold" repeatCount="indefinite" autoRev="1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9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8" dur="2180" fill="hold" repeatCount="indefinite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4" presetID="53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Pop every balloon with"/>
          <p:cNvSpPr/>
          <p:nvPr/>
        </p:nvSpPr>
        <p:spPr>
          <a:xfrm>
            <a:off x="2730500" y="190500"/>
            <a:ext cx="546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900" b="1" lang="en-US">
                <a:solidFill>
                  <a:srgbClr val="2E2640"/>
                </a:solidFill>
                <a:latin typeface="Arial"/>
                <a:cs typeface="Arial"/>
              </a:rPr>
              <a:t>Pop every balloon with</a:t>
            </a:r>
          </a:p>
        </p:txBody>
      </p:sp>
      <p:sp>
        <p:nvSpPr>
          <p:cNvPr id="5" name="Find نِ" descr="نِ"/>
          <p:cNvSpPr/>
          <p:nvPr/>
        </p:nvSpPr>
        <p:spPr>
          <a:xfrm>
            <a:off x="81915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نِ</a:t>
            </a:r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Balloon 1" descr="Balloon 1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5500" y="1905000"/>
            <a:ext cx="1651000" cy="2857500"/>
          </a:xfrm>
          <a:prstGeom prst="rect">
            <a:avLst/>
          </a:prstGeom>
        </p:spPr>
      </p:pic>
      <p:sp>
        <p:nvSpPr>
          <p:cNvPr id="9" name="Balloon letter 1 تِ" descr="تِ">
            <a:hlinkClick action="ppaction://hlinksldjump" r:id="rId7"/>
          </p:cNvPr>
          <p:cNvSpPr/>
          <p:nvPr/>
        </p:nvSpPr>
        <p:spPr>
          <a:xfrm>
            <a:off x="952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تِ</a:t>
            </a:r>
          </a:p>
        </p:txBody>
      </p:sp>
      <p:pic>
        <p:nvPicPr>
          <p:cNvPr id="10" name="Balloon 2" descr="Balloon 2">
            <a:hlinkClick action="ppaction://hlinksldjump" r:id="rId8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48000" y="2286000"/>
            <a:ext cx="1651000" cy="2857500"/>
          </a:xfrm>
          <a:prstGeom prst="rect">
            <a:avLst/>
          </a:prstGeom>
        </p:spPr>
      </p:pic>
      <p:sp>
        <p:nvSpPr>
          <p:cNvPr id="11" name="Balloon letter 2 نِ" descr="نِ">
            <a:hlinkClick action="ppaction://hlinksldjump" r:id="rId8"/>
          </p:cNvPr>
          <p:cNvSpPr/>
          <p:nvPr/>
        </p:nvSpPr>
        <p:spPr>
          <a:xfrm>
            <a:off x="3175000" y="2520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نِ</a:t>
            </a:r>
          </a:p>
        </p:txBody>
      </p:sp>
      <p:pic>
        <p:nvPicPr>
          <p:cNvPr id="12" name="Balloon 3" descr="Balloon 3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70500" y="1905000"/>
            <a:ext cx="1651000" cy="2857500"/>
          </a:xfrm>
          <a:prstGeom prst="rect">
            <a:avLst/>
          </a:prstGeom>
        </p:spPr>
      </p:pic>
      <p:sp>
        <p:nvSpPr>
          <p:cNvPr id="13" name="Balloon letter 3 ذِ" descr="ذِ">
            <a:hlinkClick action="ppaction://hlinksldjump" r:id="rId7"/>
          </p:cNvPr>
          <p:cNvSpPr/>
          <p:nvPr/>
        </p:nvSpPr>
        <p:spPr>
          <a:xfrm>
            <a:off x="5397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ذِ</a:t>
            </a:r>
          </a:p>
        </p:txBody>
      </p:sp>
      <p:pic>
        <p:nvPicPr>
          <p:cNvPr id="14" name="Balloon 4" descr="Balloon 4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93000" y="2286000"/>
            <a:ext cx="1651000" cy="2857500"/>
          </a:xfrm>
          <a:prstGeom prst="rect">
            <a:avLst/>
          </a:prstGeom>
        </p:spPr>
      </p:pic>
      <p:sp>
        <p:nvSpPr>
          <p:cNvPr id="15" name="Balloon letter 4 حِ" descr="حِ">
            <a:hlinkClick action="ppaction://hlinksldjump" r:id="rId7"/>
          </p:cNvPr>
          <p:cNvSpPr/>
          <p:nvPr/>
        </p:nvSpPr>
        <p:spPr>
          <a:xfrm>
            <a:off x="7620000" y="2520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حِ</a:t>
            </a:r>
          </a:p>
        </p:txBody>
      </p:sp>
      <p:sp>
        <p:nvSpPr>
          <p:cNvPr id="16" name="Next button">
            <a:hlinkClick action="ppaction://hlinksldjump" r:id="rId9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Next arrow">
            <a:hlinkClick action="ppaction://hlinksldjump" r:id="rId9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10" name="po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9" dur="1500" fill="hold" repeatCount="indefinite" autoRev="1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2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1" dur="150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4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3" dur="1670" fill="hold" repeatCount="indefinite" autoRev="1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6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5" dur="1670" fill="hold" repeatCount="indefinite" autoRev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8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7" dur="184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0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9" dur="1840" fill="hold" repeatCount="indefinite" autoRev="1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2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21" dur="2010" fill="hold" repeatCount="indefinite" autoRev="1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4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23" dur="2010" fill="hold" repeatCount="indefinite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Pop every balloon with"/>
          <p:cNvSpPr/>
          <p:nvPr/>
        </p:nvSpPr>
        <p:spPr>
          <a:xfrm>
            <a:off x="2730500" y="190500"/>
            <a:ext cx="546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900" b="1" lang="en-US">
                <a:solidFill>
                  <a:srgbClr val="2E2640"/>
                </a:solidFill>
                <a:latin typeface="Arial"/>
                <a:cs typeface="Arial"/>
              </a:rPr>
              <a:t>Pop every balloon with</a:t>
            </a:r>
          </a:p>
        </p:txBody>
      </p:sp>
      <p:sp>
        <p:nvSpPr>
          <p:cNvPr id="5" name="Find نِ" descr="نِ"/>
          <p:cNvSpPr/>
          <p:nvPr/>
        </p:nvSpPr>
        <p:spPr>
          <a:xfrm>
            <a:off x="81915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نِ</a:t>
            </a:r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Balloon 1" descr="Balloon 1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5500" y="1905000"/>
            <a:ext cx="1651000" cy="2857500"/>
          </a:xfrm>
          <a:prstGeom prst="rect">
            <a:avLst/>
          </a:prstGeom>
        </p:spPr>
      </p:pic>
      <p:sp>
        <p:nvSpPr>
          <p:cNvPr id="9" name="Balloon letter 1 تِ" descr="تِ">
            <a:hlinkClick action="ppaction://hlinksldjump" r:id="rId7"/>
          </p:cNvPr>
          <p:cNvSpPr/>
          <p:nvPr/>
        </p:nvSpPr>
        <p:spPr>
          <a:xfrm>
            <a:off x="952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تِ</a:t>
            </a:r>
          </a:p>
        </p:txBody>
      </p:sp>
      <p:pic>
        <p:nvPicPr>
          <p:cNvPr id="10" name="Balloon 2" descr="Balloon 2">
            <a:hlinkClick action="ppaction://hlinksldjump" r:id="rId8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48000" y="2286000"/>
            <a:ext cx="1651000" cy="2857500"/>
          </a:xfrm>
          <a:prstGeom prst="rect">
            <a:avLst/>
          </a:prstGeom>
        </p:spPr>
      </p:pic>
      <p:sp>
        <p:nvSpPr>
          <p:cNvPr id="11" name="Balloon letter 2 نِ" descr="نِ">
            <a:hlinkClick action="ppaction://hlinksldjump" r:id="rId8"/>
          </p:cNvPr>
          <p:cNvSpPr/>
          <p:nvPr/>
        </p:nvSpPr>
        <p:spPr>
          <a:xfrm>
            <a:off x="3175000" y="2520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نِ</a:t>
            </a:r>
          </a:p>
        </p:txBody>
      </p:sp>
      <p:pic>
        <p:nvPicPr>
          <p:cNvPr id="12" name="Balloon 3" descr="Balloon 3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70500" y="1905000"/>
            <a:ext cx="1651000" cy="2857500"/>
          </a:xfrm>
          <a:prstGeom prst="rect">
            <a:avLst/>
          </a:prstGeom>
        </p:spPr>
      </p:pic>
      <p:sp>
        <p:nvSpPr>
          <p:cNvPr id="13" name="Balloon letter 3 ذِ" descr="ذِ">
            <a:hlinkClick action="ppaction://hlinksldjump" r:id="rId7"/>
          </p:cNvPr>
          <p:cNvSpPr/>
          <p:nvPr/>
        </p:nvSpPr>
        <p:spPr>
          <a:xfrm>
            <a:off x="5397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ذِ</a:t>
            </a:r>
          </a:p>
        </p:txBody>
      </p:sp>
      <p:pic>
        <p:nvPicPr>
          <p:cNvPr id="14" name="Balloon 4" descr="Balloon 4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93000" y="2286000"/>
            <a:ext cx="1651000" cy="2857500"/>
          </a:xfrm>
          <a:prstGeom prst="rect">
            <a:avLst/>
          </a:prstGeom>
        </p:spPr>
      </p:pic>
      <p:sp>
        <p:nvSpPr>
          <p:cNvPr id="15" name="Balloon letter 4 حِ" descr="حِ">
            <a:hlinkClick action="ppaction://hlinksldjump" r:id="rId7"/>
          </p:cNvPr>
          <p:cNvSpPr/>
          <p:nvPr/>
        </p:nvSpPr>
        <p:spPr>
          <a:xfrm>
            <a:off x="7620000" y="2520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حِ</a:t>
            </a:r>
          </a:p>
        </p:txBody>
      </p:sp>
      <p:sp>
        <p:nvSpPr>
          <p:cNvPr id="16" name="Try again!" descr="Try again!"/>
          <p:cNvSpPr/>
          <p:nvPr/>
        </p:nvSpPr>
        <p:spPr>
          <a:xfrm>
            <a:off x="7937500" y="5270500"/>
            <a:ext cx="3048000" cy="1460500"/>
          </a:xfrm>
          <a:prstGeom prst="cloudCallout">
            <a:avLst/>
          </a:prstGeom>
          <a:solidFill>
            <a:srgbClr val="FFFFFF"/>
          </a:solidFill>
          <a:ln w="50800">
            <a:solidFill>
              <a:srgbClr val="E5536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2500" b="1" lang="en-US">
                <a:solidFill>
                  <a:srgbClr val="E5536F"/>
                </a:solidFill>
                <a:latin typeface="Arial"/>
                <a:cs typeface="Arial"/>
              </a:rPr>
              <a:t>Try again!</a:t>
            </a:r>
          </a:p>
        </p:txBody>
      </p:sp>
      <p:sp>
        <p:nvSpPr>
          <p:cNvPr id="17" name="Next button">
            <a:hlinkClick action="ppaction://hlinksldjump" r:id="rId9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Next arrow">
            <a:hlinkClick action="ppaction://hlinksldjump" r:id="rId9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10" name="boing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4" dur="1500" fill="hold" repeatCount="indefinite" autoRev="1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6" dur="150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8" dur="1670" fill="hold" repeatCount="indefinite" autoRev="1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0" dur="1670" fill="hold" repeatCount="indefinite" autoRev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2" dur="184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4" dur="1840" fill="hold" repeatCount="indefinite" autoRev="1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7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6" dur="2010" fill="hold" repeatCount="indefinite" autoRev="1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9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8" dur="2010" fill="hold" repeatCount="indefinite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4" presetID="53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Pop every balloon with"/>
          <p:cNvSpPr/>
          <p:nvPr/>
        </p:nvSpPr>
        <p:spPr>
          <a:xfrm>
            <a:off x="2730500" y="190500"/>
            <a:ext cx="546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900" b="1" lang="en-US">
                <a:solidFill>
                  <a:srgbClr val="2E2640"/>
                </a:solidFill>
                <a:latin typeface="Arial"/>
                <a:cs typeface="Arial"/>
              </a:rPr>
              <a:t>Pop every balloon with</a:t>
            </a:r>
          </a:p>
        </p:txBody>
      </p:sp>
      <p:sp>
        <p:nvSpPr>
          <p:cNvPr id="5" name="Find نِ" descr="نِ"/>
          <p:cNvSpPr/>
          <p:nvPr/>
        </p:nvSpPr>
        <p:spPr>
          <a:xfrm>
            <a:off x="81915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نِ</a:t>
            </a:r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Balloon 1" descr="Balloon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5500" y="1905000"/>
            <a:ext cx="1651000" cy="2857500"/>
          </a:xfrm>
          <a:prstGeom prst="rect">
            <a:avLst/>
          </a:prstGeom>
        </p:spPr>
      </p:pic>
      <p:sp>
        <p:nvSpPr>
          <p:cNvPr id="9" name="Balloon letter 1 تِ" descr="تِ"/>
          <p:cNvSpPr/>
          <p:nvPr/>
        </p:nvSpPr>
        <p:spPr>
          <a:xfrm>
            <a:off x="952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تِ</a:t>
            </a:r>
          </a:p>
        </p:txBody>
      </p:sp>
      <p:pic>
        <p:nvPicPr>
          <p:cNvPr id="10" name="Balloon 3" descr="Balloon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70500" y="1905000"/>
            <a:ext cx="1651000" cy="2857500"/>
          </a:xfrm>
          <a:prstGeom prst="rect">
            <a:avLst/>
          </a:prstGeom>
        </p:spPr>
      </p:pic>
      <p:sp>
        <p:nvSpPr>
          <p:cNvPr id="11" name="Balloon letter 3 ذِ" descr="ذِ"/>
          <p:cNvSpPr/>
          <p:nvPr/>
        </p:nvSpPr>
        <p:spPr>
          <a:xfrm>
            <a:off x="5397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ذِ</a:t>
            </a:r>
          </a:p>
        </p:txBody>
      </p:sp>
      <p:pic>
        <p:nvPicPr>
          <p:cNvPr id="12" name="Balloon 4" descr="Balloon 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93000" y="2286000"/>
            <a:ext cx="1651000" cy="2857500"/>
          </a:xfrm>
          <a:prstGeom prst="rect">
            <a:avLst/>
          </a:prstGeom>
        </p:spPr>
      </p:pic>
      <p:sp>
        <p:nvSpPr>
          <p:cNvPr id="13" name="Balloon letter 4 حِ" descr="حِ"/>
          <p:cNvSpPr/>
          <p:nvPr/>
        </p:nvSpPr>
        <p:spPr>
          <a:xfrm>
            <a:off x="7620000" y="2520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حِ</a:t>
            </a:r>
          </a:p>
        </p:txBody>
      </p:sp>
      <p:sp>
        <p:nvSpPr>
          <p:cNvPr id="14" name="Great job!" descr="Great job!"/>
          <p:cNvSpPr/>
          <p:nvPr/>
        </p:nvSpPr>
        <p:spPr>
          <a:xfrm>
            <a:off x="7937500" y="5270500"/>
            <a:ext cx="3048000" cy="1460500"/>
          </a:xfrm>
          <a:prstGeom prst="cloudCallout">
            <a:avLst/>
          </a:prstGeom>
          <a:solidFill>
            <a:srgbClr val="FFFFFF"/>
          </a:solidFill>
          <a:ln w="50800">
            <a:solidFill>
              <a:srgbClr val="2FB57A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2500" b="1" lang="en-US">
                <a:solidFill>
                  <a:srgbClr val="2FB57A"/>
                </a:solidFill>
                <a:latin typeface="Arial"/>
                <a:cs typeface="Arial"/>
              </a:rPr>
              <a:t>Great job!</a:t>
            </a:r>
          </a:p>
        </p:txBody>
      </p:sp>
      <p:sp>
        <p:nvSpPr>
          <p:cNvPr id="15" name="Next button">
            <a:hlinkClick action="ppaction://hlinksldjump" r:id="rId6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Next arrow">
            <a:hlinkClick action="ppaction://hlinksldjump" r:id="rId6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7" name="sound anchor" descr="sound anchor (invisible)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2700" y="12700"/>
            <a:ext cx="25400" cy="25400"/>
          </a:xfrm>
          <a:prstGeom prst="rect">
            <a:avLst/>
          </a:prstGeom>
        </p:spPr>
      </p:pic>
    </p:spTree>
  </p:cSld>
  <p:clrMapOvr>
    <a:masterClrMapping/>
  </p:clrMapOvr>
  <p:transition advClick="0">
    <p:sndAc>
      <p:stSnd>
        <p:snd r:embed="rId7" name="po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9" dur="1500" fill="hold" repeatCount="indefinite" autoRev="1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2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1" dur="150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4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3" dur="1840" fill="hold" repeatCount="indefinite" autoRev="1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6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5" dur="1840" fill="hold" repeatCount="indefinite" autoRev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8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7" dur="201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0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9" dur="2010" fill="hold" repeatCount="indefinite" autoRev="1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5" presetID="53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2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100000">
                                        <p:cTn id="2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9" name="cheer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921000" y="190500"/>
            <a:ext cx="6350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Feed me"/>
          <p:cNvSpPr/>
          <p:nvPr/>
        </p:nvSpPr>
        <p:spPr>
          <a:xfrm>
            <a:off x="3048000" y="190500"/>
            <a:ext cx="4826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600" b="1" lang="en-US">
                <a:solidFill>
                  <a:srgbClr val="2E2640"/>
                </a:solidFill>
                <a:latin typeface="Arial"/>
                <a:cs typeface="Arial"/>
              </a:rPr>
              <a:t>Feed me</a:t>
            </a:r>
          </a:p>
        </p:txBody>
      </p:sp>
      <p:sp>
        <p:nvSpPr>
          <p:cNvPr id="5" name="Find نِ" descr="نِ"/>
          <p:cNvSpPr/>
          <p:nvPr/>
        </p:nvSpPr>
        <p:spPr>
          <a:xfrm>
            <a:off x="78740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نِ</a:t>
            </a:r>
          </a:p>
        </p:txBody>
      </p:sp>
      <p:pic>
        <p:nvPicPr>
          <p:cNvPr id="6" name="Monster" descr="Monste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2095500"/>
            <a:ext cx="3810000" cy="3810000"/>
          </a:xfrm>
          <a:prstGeom prst="rect">
            <a:avLst/>
          </a:prstGeom>
        </p:spPr>
      </p:pic>
      <p:pic>
        <p:nvPicPr>
          <p:cNvPr id="7" name="Food 1" descr="Food 1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5000" y="1778000"/>
            <a:ext cx="1905000" cy="1905000"/>
          </a:xfrm>
          <a:prstGeom prst="rect">
            <a:avLst/>
          </a:prstGeom>
        </p:spPr>
      </p:pic>
      <p:sp>
        <p:nvSpPr>
          <p:cNvPr id="8" name="Food letter 1 نِ" descr="نِ">
            <a:hlinkClick action="ppaction://hlinksldjump" r:id="rId7"/>
          </p:cNvPr>
          <p:cNvSpPr/>
          <p:nvPr/>
        </p:nvSpPr>
        <p:spPr>
          <a:xfrm>
            <a:off x="7429500" y="2317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نِ</a:t>
            </a:r>
          </a:p>
        </p:txBody>
      </p:sp>
      <p:pic>
        <p:nvPicPr>
          <p:cNvPr id="9" name="Food 2" descr="Food 2">
            <a:hlinkClick action="ppaction://hlinksldjump" r:id="rId8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25000" y="1778000"/>
            <a:ext cx="1905000" cy="1905000"/>
          </a:xfrm>
          <a:prstGeom prst="rect">
            <a:avLst/>
          </a:prstGeom>
        </p:spPr>
      </p:pic>
      <p:sp>
        <p:nvSpPr>
          <p:cNvPr id="10" name="Food letter 2 رِ" descr="رِ">
            <a:hlinkClick action="ppaction://hlinksldjump" r:id="rId8"/>
          </p:cNvPr>
          <p:cNvSpPr/>
          <p:nvPr/>
        </p:nvSpPr>
        <p:spPr>
          <a:xfrm>
            <a:off x="9969500" y="2317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رِ</a:t>
            </a:r>
          </a:p>
        </p:txBody>
      </p:sp>
      <p:pic>
        <p:nvPicPr>
          <p:cNvPr id="11" name="Food 3" descr="Food 3">
            <a:hlinkClick action="ppaction://hlinksldjump" r:id="rId8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85000" y="4064000"/>
            <a:ext cx="1905000" cy="1905000"/>
          </a:xfrm>
          <a:prstGeom prst="rect">
            <a:avLst/>
          </a:prstGeom>
        </p:spPr>
      </p:pic>
      <p:sp>
        <p:nvSpPr>
          <p:cNvPr id="12" name="Food letter 3 غِ" descr="غِ">
            <a:hlinkClick action="ppaction://hlinksldjump" r:id="rId8"/>
          </p:cNvPr>
          <p:cNvSpPr/>
          <p:nvPr/>
        </p:nvSpPr>
        <p:spPr>
          <a:xfrm>
            <a:off x="7429500" y="4603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غِ</a:t>
            </a:r>
          </a:p>
        </p:txBody>
      </p:sp>
      <p:pic>
        <p:nvPicPr>
          <p:cNvPr id="13" name="Food 4" descr="Food 4">
            <a:hlinkClick action="ppaction://hlinksldjump" r:id="rId8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25000" y="4064000"/>
            <a:ext cx="1905000" cy="1905000"/>
          </a:xfrm>
          <a:prstGeom prst="rect">
            <a:avLst/>
          </a:prstGeom>
        </p:spPr>
      </p:pic>
      <p:sp>
        <p:nvSpPr>
          <p:cNvPr id="14" name="Food letter 4 تِ" descr="تِ">
            <a:hlinkClick action="ppaction://hlinksldjump" r:id="rId8"/>
          </p:cNvPr>
          <p:cNvSpPr/>
          <p:nvPr/>
        </p:nvSpPr>
        <p:spPr>
          <a:xfrm>
            <a:off x="9969500" y="4603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تِ</a:t>
            </a:r>
          </a:p>
        </p:txBody>
      </p:sp>
      <p:sp>
        <p:nvSpPr>
          <p:cNvPr id="15" name="Next button">
            <a:hlinkClick action="ppaction://hlinksldjump" r:id="rId9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Next arrow">
            <a:hlinkClick action="ppaction://hlinksldjump" r:id="rId9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 spd="med">
    <p:fade/>
  </p:transition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921000" y="190500"/>
            <a:ext cx="6350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Feed me"/>
          <p:cNvSpPr/>
          <p:nvPr/>
        </p:nvSpPr>
        <p:spPr>
          <a:xfrm>
            <a:off x="3048000" y="190500"/>
            <a:ext cx="4826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600" b="1" lang="en-US">
                <a:solidFill>
                  <a:srgbClr val="2E2640"/>
                </a:solidFill>
                <a:latin typeface="Arial"/>
                <a:cs typeface="Arial"/>
              </a:rPr>
              <a:t>Feed me</a:t>
            </a:r>
          </a:p>
        </p:txBody>
      </p:sp>
      <p:sp>
        <p:nvSpPr>
          <p:cNvPr id="5" name="Find نِ" descr="نِ"/>
          <p:cNvSpPr/>
          <p:nvPr/>
        </p:nvSpPr>
        <p:spPr>
          <a:xfrm>
            <a:off x="78740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نِ</a:t>
            </a:r>
          </a:p>
        </p:txBody>
      </p:sp>
      <p:pic>
        <p:nvPicPr>
          <p:cNvPr id="6" name="Monster" descr="Monste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2095500"/>
            <a:ext cx="3810000" cy="3810000"/>
          </a:xfrm>
          <a:prstGeom prst="rect">
            <a:avLst/>
          </a:prstGeom>
        </p:spPr>
      </p:pic>
      <p:pic>
        <p:nvPicPr>
          <p:cNvPr id="7" name="Food 1" descr="Food 1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5000" y="1778000"/>
            <a:ext cx="1905000" cy="1905000"/>
          </a:xfrm>
          <a:prstGeom prst="rect">
            <a:avLst/>
          </a:prstGeom>
        </p:spPr>
      </p:pic>
      <p:sp>
        <p:nvSpPr>
          <p:cNvPr id="8" name="Food letter 1 نِ" descr="نِ">
            <a:hlinkClick action="ppaction://hlinksldjump" r:id="rId7"/>
          </p:cNvPr>
          <p:cNvSpPr/>
          <p:nvPr/>
        </p:nvSpPr>
        <p:spPr>
          <a:xfrm>
            <a:off x="7429500" y="2317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نِ</a:t>
            </a:r>
          </a:p>
        </p:txBody>
      </p:sp>
      <p:pic>
        <p:nvPicPr>
          <p:cNvPr id="9" name="Food 2" descr="Food 2">
            <a:hlinkClick action="ppaction://hlinksldjump" r:id="rId8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25000" y="1778000"/>
            <a:ext cx="1905000" cy="1905000"/>
          </a:xfrm>
          <a:prstGeom prst="rect">
            <a:avLst/>
          </a:prstGeom>
        </p:spPr>
      </p:pic>
      <p:sp>
        <p:nvSpPr>
          <p:cNvPr id="10" name="Food letter 2 رِ" descr="رِ">
            <a:hlinkClick action="ppaction://hlinksldjump" r:id="rId8"/>
          </p:cNvPr>
          <p:cNvSpPr/>
          <p:nvPr/>
        </p:nvSpPr>
        <p:spPr>
          <a:xfrm>
            <a:off x="9969500" y="2317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رِ</a:t>
            </a:r>
          </a:p>
        </p:txBody>
      </p:sp>
      <p:pic>
        <p:nvPicPr>
          <p:cNvPr id="11" name="Food 3" descr="Food 3">
            <a:hlinkClick action="ppaction://hlinksldjump" r:id="rId8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85000" y="4064000"/>
            <a:ext cx="1905000" cy="1905000"/>
          </a:xfrm>
          <a:prstGeom prst="rect">
            <a:avLst/>
          </a:prstGeom>
        </p:spPr>
      </p:pic>
      <p:sp>
        <p:nvSpPr>
          <p:cNvPr id="12" name="Food letter 3 غِ" descr="غِ">
            <a:hlinkClick action="ppaction://hlinksldjump" r:id="rId8"/>
          </p:cNvPr>
          <p:cNvSpPr/>
          <p:nvPr/>
        </p:nvSpPr>
        <p:spPr>
          <a:xfrm>
            <a:off x="7429500" y="4603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غِ</a:t>
            </a:r>
          </a:p>
        </p:txBody>
      </p:sp>
      <p:pic>
        <p:nvPicPr>
          <p:cNvPr id="13" name="Food 4" descr="Food 4">
            <a:hlinkClick action="ppaction://hlinksldjump" r:id="rId8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25000" y="4064000"/>
            <a:ext cx="1905000" cy="1905000"/>
          </a:xfrm>
          <a:prstGeom prst="rect">
            <a:avLst/>
          </a:prstGeom>
        </p:spPr>
      </p:pic>
      <p:sp>
        <p:nvSpPr>
          <p:cNvPr id="14" name="Food letter 4 تِ" descr="تِ">
            <a:hlinkClick action="ppaction://hlinksldjump" r:id="rId8"/>
          </p:cNvPr>
          <p:cNvSpPr/>
          <p:nvPr/>
        </p:nvSpPr>
        <p:spPr>
          <a:xfrm>
            <a:off x="9969500" y="4603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تِ</a:t>
            </a:r>
          </a:p>
        </p:txBody>
      </p:sp>
      <p:sp>
        <p:nvSpPr>
          <p:cNvPr id="15" name="No, thanks!" descr="No, thanks!"/>
          <p:cNvSpPr/>
          <p:nvPr/>
        </p:nvSpPr>
        <p:spPr>
          <a:xfrm>
            <a:off x="3302000" y="1079500"/>
            <a:ext cx="3302000" cy="1524000"/>
          </a:xfrm>
          <a:prstGeom prst="cloudCallout">
            <a:avLst/>
          </a:prstGeom>
          <a:solidFill>
            <a:srgbClr val="FFFFFF"/>
          </a:solidFill>
          <a:ln w="50800">
            <a:solidFill>
              <a:srgbClr val="E5536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2500" b="1" lang="en-US">
                <a:solidFill>
                  <a:srgbClr val="E5536F"/>
                </a:solidFill>
                <a:latin typeface="Arial"/>
                <a:cs typeface="Arial"/>
              </a:rPr>
              <a:t>No, thanks!</a:t>
            </a:r>
          </a:p>
        </p:txBody>
      </p:sp>
      <p:sp>
        <p:nvSpPr>
          <p:cNvPr id="16" name="Next button">
            <a:hlinkClick action="ppaction://hlinksldjump" r:id="rId9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Next arrow">
            <a:hlinkClick action="ppaction://hlinksldjump" r:id="rId9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10" name="boing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53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" dur="4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4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921000" y="190500"/>
            <a:ext cx="6350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Feed me"/>
          <p:cNvSpPr/>
          <p:nvPr/>
        </p:nvSpPr>
        <p:spPr>
          <a:xfrm>
            <a:off x="3048000" y="190500"/>
            <a:ext cx="4826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600" b="1" lang="en-US">
                <a:solidFill>
                  <a:srgbClr val="2E2640"/>
                </a:solidFill>
                <a:latin typeface="Arial"/>
                <a:cs typeface="Arial"/>
              </a:rPr>
              <a:t>Feed me</a:t>
            </a:r>
          </a:p>
        </p:txBody>
      </p:sp>
      <p:sp>
        <p:nvSpPr>
          <p:cNvPr id="5" name="Find نِ" descr="نِ"/>
          <p:cNvSpPr/>
          <p:nvPr/>
        </p:nvSpPr>
        <p:spPr>
          <a:xfrm>
            <a:off x="78740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نِ</a:t>
            </a:r>
          </a:p>
        </p:txBody>
      </p:sp>
      <p:pic>
        <p:nvPicPr>
          <p:cNvPr id="6" name="Monster" descr="Monste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2095500"/>
            <a:ext cx="3810000" cy="3810000"/>
          </a:xfrm>
          <a:prstGeom prst="rect">
            <a:avLst/>
          </a:prstGeom>
        </p:spPr>
      </p:pic>
      <p:pic>
        <p:nvPicPr>
          <p:cNvPr id="7" name="Food 2" descr="Food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25000" y="1778000"/>
            <a:ext cx="1905000" cy="1905000"/>
          </a:xfrm>
          <a:prstGeom prst="rect">
            <a:avLst/>
          </a:prstGeom>
        </p:spPr>
      </p:pic>
      <p:sp>
        <p:nvSpPr>
          <p:cNvPr id="8" name="Food letter 2 رِ" descr="رِ"/>
          <p:cNvSpPr/>
          <p:nvPr/>
        </p:nvSpPr>
        <p:spPr>
          <a:xfrm>
            <a:off x="9969500" y="2317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رِ</a:t>
            </a:r>
          </a:p>
        </p:txBody>
      </p:sp>
      <p:pic>
        <p:nvPicPr>
          <p:cNvPr id="9" name="Food 3" descr="Food 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85000" y="4064000"/>
            <a:ext cx="1905000" cy="1905000"/>
          </a:xfrm>
          <a:prstGeom prst="rect">
            <a:avLst/>
          </a:prstGeom>
        </p:spPr>
      </p:pic>
      <p:sp>
        <p:nvSpPr>
          <p:cNvPr id="10" name="Food letter 3 غِ" descr="غِ"/>
          <p:cNvSpPr/>
          <p:nvPr/>
        </p:nvSpPr>
        <p:spPr>
          <a:xfrm>
            <a:off x="7429500" y="4603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غِ</a:t>
            </a:r>
          </a:p>
        </p:txBody>
      </p:sp>
      <p:pic>
        <p:nvPicPr>
          <p:cNvPr id="11" name="Food 4" descr="Food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25000" y="4064000"/>
            <a:ext cx="1905000" cy="1905000"/>
          </a:xfrm>
          <a:prstGeom prst="rect">
            <a:avLst/>
          </a:prstGeom>
        </p:spPr>
      </p:pic>
      <p:sp>
        <p:nvSpPr>
          <p:cNvPr id="12" name="Food letter 4 تِ" descr="تِ"/>
          <p:cNvSpPr/>
          <p:nvPr/>
        </p:nvSpPr>
        <p:spPr>
          <a:xfrm>
            <a:off x="9969500" y="4603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تِ</a:t>
            </a:r>
          </a:p>
        </p:txBody>
      </p:sp>
      <p:sp>
        <p:nvSpPr>
          <p:cNvPr id="13" name="Yummy!" descr="Yummy!"/>
          <p:cNvSpPr/>
          <p:nvPr/>
        </p:nvSpPr>
        <p:spPr>
          <a:xfrm>
            <a:off x="3302000" y="1079500"/>
            <a:ext cx="3302000" cy="1524000"/>
          </a:xfrm>
          <a:prstGeom prst="cloudCallout">
            <a:avLst/>
          </a:prstGeom>
          <a:solidFill>
            <a:srgbClr val="FFFFFF"/>
          </a:solidFill>
          <a:ln w="50800">
            <a:solidFill>
              <a:srgbClr val="E5536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3200" b="1" lang="en-US">
                <a:solidFill>
                  <a:srgbClr val="E5536F"/>
                </a:solidFill>
                <a:latin typeface="Arial"/>
                <a:cs typeface="Arial"/>
              </a:rPr>
              <a:t>Yummy!</a:t>
            </a:r>
          </a:p>
        </p:txBody>
      </p:sp>
      <p:sp>
        <p:nvSpPr>
          <p:cNvPr id="14" name="Next button">
            <a:hlinkClick action="ppaction://hlinksldjump" r:id="rId6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Next arrow">
            <a:hlinkClick action="ppaction://hlinksldjump" r:id="rId6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6" name="sound anchor" descr="sound anchor (invisible)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2700" y="12700"/>
            <a:ext cx="25400" cy="25400"/>
          </a:xfrm>
          <a:prstGeom prst="rect">
            <a:avLst/>
          </a:prstGeom>
        </p:spPr>
      </p:pic>
    </p:spTree>
  </p:cSld>
  <p:clrMapOvr>
    <a:masterClrMapping/>
  </p:clrMapOvr>
  <p:transition advClick="0">
    <p:sndAc>
      <p:stSnd>
        <p:snd r:embed="rId7" name="munc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2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53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100000">
                                        <p:cTn id="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9" name="cheer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Catch every fish with"/>
          <p:cNvSpPr/>
          <p:nvPr/>
        </p:nvSpPr>
        <p:spPr>
          <a:xfrm>
            <a:off x="2730500" y="190500"/>
            <a:ext cx="546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000" b="1" lang="en-US">
                <a:solidFill>
                  <a:srgbClr val="2E2640"/>
                </a:solidFill>
                <a:latin typeface="Arial"/>
                <a:cs typeface="Arial"/>
              </a:rPr>
              <a:t>Catch every fish with</a:t>
            </a:r>
          </a:p>
        </p:txBody>
      </p:sp>
      <p:sp>
        <p:nvSpPr>
          <p:cNvPr id="5" name="Find يِ" descr="يِ"/>
          <p:cNvSpPr/>
          <p:nvPr/>
        </p:nvSpPr>
        <p:spPr>
          <a:xfrm>
            <a:off x="81915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يِ</a:t>
            </a:r>
          </a:p>
        </p:txBody>
      </p:sp>
      <p:sp>
        <p:nvSpPr>
          <p:cNvPr id="6" name="Star place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Fish 1" descr="Fish 1">
            <a:hlinkClick action="ppaction://hlinksldjump" r:id="rId8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0" y="1651000"/>
            <a:ext cx="2286000" cy="1416050"/>
          </a:xfrm>
          <a:prstGeom prst="rect">
            <a:avLst/>
          </a:prstGeom>
        </p:spPr>
      </p:pic>
      <p:sp>
        <p:nvSpPr>
          <p:cNvPr id="9" name="Fish letter 1 فِ" descr="فِ">
            <a:hlinkClick action="ppaction://hlinksldjump" r:id="rId8"/>
          </p:cNvPr>
          <p:cNvSpPr/>
          <p:nvPr/>
        </p:nvSpPr>
        <p:spPr>
          <a:xfrm>
            <a:off x="1682750" y="1885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فِ</a:t>
            </a:r>
          </a:p>
        </p:txBody>
      </p:sp>
      <p:pic>
        <p:nvPicPr>
          <p:cNvPr id="10" name="Fish 2" descr="Fish 2">
            <a:hlinkClick action="ppaction://hlinksldjump" r:id="rId9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67500" y="1905000"/>
            <a:ext cx="2286000" cy="1416050"/>
          </a:xfrm>
          <a:prstGeom prst="rect">
            <a:avLst/>
          </a:prstGeom>
        </p:spPr>
      </p:pic>
      <p:sp>
        <p:nvSpPr>
          <p:cNvPr id="11" name="Fish letter 2 يِ" descr="يِ">
            <a:hlinkClick action="ppaction://hlinksldjump" r:id="rId9"/>
          </p:cNvPr>
          <p:cNvSpPr/>
          <p:nvPr/>
        </p:nvSpPr>
        <p:spPr>
          <a:xfrm>
            <a:off x="7207250" y="2139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يِ</a:t>
            </a:r>
          </a:p>
        </p:txBody>
      </p:sp>
      <p:pic>
        <p:nvPicPr>
          <p:cNvPr id="12" name="Fish 3" descr="Fish 3">
            <a:hlinkClick action="ppaction://hlinksldjump" r:id="rId8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56000" y="3302000"/>
            <a:ext cx="2286000" cy="1416050"/>
          </a:xfrm>
          <a:prstGeom prst="rect">
            <a:avLst/>
          </a:prstGeom>
        </p:spPr>
      </p:pic>
      <p:sp>
        <p:nvSpPr>
          <p:cNvPr id="13" name="Fish letter 3 إِ" descr="إِ">
            <a:hlinkClick action="ppaction://hlinksldjump" r:id="rId8"/>
          </p:cNvPr>
          <p:cNvSpPr/>
          <p:nvPr/>
        </p:nvSpPr>
        <p:spPr>
          <a:xfrm>
            <a:off x="4095750" y="3536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إِ</a:t>
            </a:r>
          </a:p>
        </p:txBody>
      </p:sp>
      <p:pic>
        <p:nvPicPr>
          <p:cNvPr id="14" name="Fish 4" descr="Fish 4">
            <a:hlinkClick action="ppaction://hlinksldjump" r:id="rId8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72500" y="3810000"/>
            <a:ext cx="2286000" cy="1416050"/>
          </a:xfrm>
          <a:prstGeom prst="rect">
            <a:avLst/>
          </a:prstGeom>
        </p:spPr>
      </p:pic>
      <p:sp>
        <p:nvSpPr>
          <p:cNvPr id="15" name="Fish letter 4 غِ" descr="غِ">
            <a:hlinkClick action="ppaction://hlinksldjump" r:id="rId8"/>
          </p:cNvPr>
          <p:cNvSpPr/>
          <p:nvPr/>
        </p:nvSpPr>
        <p:spPr>
          <a:xfrm>
            <a:off x="9112250" y="4044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غِ</a:t>
            </a:r>
          </a:p>
        </p:txBody>
      </p:sp>
      <p:pic>
        <p:nvPicPr>
          <p:cNvPr id="16" name="Fish 5" descr="Fish 5">
            <a:hlinkClick action="ppaction://hlinksldjump" r:id="rId10"/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587500" y="4826000"/>
            <a:ext cx="2286000" cy="1416050"/>
          </a:xfrm>
          <a:prstGeom prst="rect">
            <a:avLst/>
          </a:prstGeom>
        </p:spPr>
      </p:pic>
      <p:sp>
        <p:nvSpPr>
          <p:cNvPr id="17" name="Fish letter 5 يِ" descr="يِ">
            <a:hlinkClick action="ppaction://hlinksldjump" r:id="rId10"/>
          </p:cNvPr>
          <p:cNvSpPr/>
          <p:nvPr/>
        </p:nvSpPr>
        <p:spPr>
          <a:xfrm>
            <a:off x="2127250" y="5060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يِ</a:t>
            </a:r>
          </a:p>
        </p:txBody>
      </p:sp>
      <p:sp>
        <p:nvSpPr>
          <p:cNvPr id="18" name="Next button">
            <a:hlinkClick action="ppaction://hlinksldjump" r:id="rId11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Next arrow">
            <a:hlinkClick action="ppaction://hlinksldjump" r:id="rId11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4" dur="2600" fill="hold" repeatCount="indefinite" autoRev="1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6" dur="260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8" dur="2900" fill="hold" repeatCount="indefinite" autoRev="1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10" dur="2900" fill="hold" repeatCount="indefinite" autoRev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12" dur="320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14" dur="3200" fill="hold" repeatCount="indefinite" autoRev="1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7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16" dur="3500" fill="hold" repeatCount="indefinite" autoRev="1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9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18" dur="3500" fill="hold" repeatCount="indefinite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1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20" dur="3800" fill="hold" repeatCount="indefinite" autoRev="1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3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22" dur="3800" fill="hold" repeatCount="indefinite" autoRev="1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Catch every fish with"/>
          <p:cNvSpPr/>
          <p:nvPr/>
        </p:nvSpPr>
        <p:spPr>
          <a:xfrm>
            <a:off x="2730500" y="190500"/>
            <a:ext cx="546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000" b="1" lang="en-US">
                <a:solidFill>
                  <a:srgbClr val="2E2640"/>
                </a:solidFill>
                <a:latin typeface="Arial"/>
                <a:cs typeface="Arial"/>
              </a:rPr>
              <a:t>Catch every fish with</a:t>
            </a:r>
          </a:p>
        </p:txBody>
      </p:sp>
      <p:sp>
        <p:nvSpPr>
          <p:cNvPr id="5" name="Find يِ" descr="يِ"/>
          <p:cNvSpPr/>
          <p:nvPr/>
        </p:nvSpPr>
        <p:spPr>
          <a:xfrm>
            <a:off x="81915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يِ</a:t>
            </a:r>
          </a:p>
        </p:txBody>
      </p:sp>
      <p:sp>
        <p:nvSpPr>
          <p:cNvPr id="6" name="Star place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Fish 1" descr="Fish 1">
            <a:hlinkClick action="ppaction://hlinksldjump" r:id="rId8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0" y="1651000"/>
            <a:ext cx="2286000" cy="1416050"/>
          </a:xfrm>
          <a:prstGeom prst="rect">
            <a:avLst/>
          </a:prstGeom>
        </p:spPr>
      </p:pic>
      <p:sp>
        <p:nvSpPr>
          <p:cNvPr id="9" name="Fish letter 1 فِ" descr="فِ">
            <a:hlinkClick action="ppaction://hlinksldjump" r:id="rId8"/>
          </p:cNvPr>
          <p:cNvSpPr/>
          <p:nvPr/>
        </p:nvSpPr>
        <p:spPr>
          <a:xfrm>
            <a:off x="1682750" y="1885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فِ</a:t>
            </a:r>
          </a:p>
        </p:txBody>
      </p:sp>
      <p:pic>
        <p:nvPicPr>
          <p:cNvPr id="10" name="Fish 2" descr="Fish 2">
            <a:hlinkClick action="ppaction://hlinksldjump" r:id="rId9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67500" y="1905000"/>
            <a:ext cx="2286000" cy="1416050"/>
          </a:xfrm>
          <a:prstGeom prst="rect">
            <a:avLst/>
          </a:prstGeom>
        </p:spPr>
      </p:pic>
      <p:sp>
        <p:nvSpPr>
          <p:cNvPr id="11" name="Fish letter 2 يِ" descr="يِ">
            <a:hlinkClick action="ppaction://hlinksldjump" r:id="rId9"/>
          </p:cNvPr>
          <p:cNvSpPr/>
          <p:nvPr/>
        </p:nvSpPr>
        <p:spPr>
          <a:xfrm>
            <a:off x="7207250" y="2139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يِ</a:t>
            </a:r>
          </a:p>
        </p:txBody>
      </p:sp>
      <p:pic>
        <p:nvPicPr>
          <p:cNvPr id="12" name="Fish 3" descr="Fish 3">
            <a:hlinkClick action="ppaction://hlinksldjump" r:id="rId8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56000" y="3302000"/>
            <a:ext cx="2286000" cy="1416050"/>
          </a:xfrm>
          <a:prstGeom prst="rect">
            <a:avLst/>
          </a:prstGeom>
        </p:spPr>
      </p:pic>
      <p:sp>
        <p:nvSpPr>
          <p:cNvPr id="13" name="Fish letter 3 إِ" descr="إِ">
            <a:hlinkClick action="ppaction://hlinksldjump" r:id="rId8"/>
          </p:cNvPr>
          <p:cNvSpPr/>
          <p:nvPr/>
        </p:nvSpPr>
        <p:spPr>
          <a:xfrm>
            <a:off x="4095750" y="3536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إِ</a:t>
            </a:r>
          </a:p>
        </p:txBody>
      </p:sp>
      <p:pic>
        <p:nvPicPr>
          <p:cNvPr id="14" name="Fish 4" descr="Fish 4">
            <a:hlinkClick action="ppaction://hlinksldjump" r:id="rId8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72500" y="3810000"/>
            <a:ext cx="2286000" cy="1416050"/>
          </a:xfrm>
          <a:prstGeom prst="rect">
            <a:avLst/>
          </a:prstGeom>
        </p:spPr>
      </p:pic>
      <p:sp>
        <p:nvSpPr>
          <p:cNvPr id="15" name="Fish letter 4 غِ" descr="غِ">
            <a:hlinkClick action="ppaction://hlinksldjump" r:id="rId8"/>
          </p:cNvPr>
          <p:cNvSpPr/>
          <p:nvPr/>
        </p:nvSpPr>
        <p:spPr>
          <a:xfrm>
            <a:off x="9112250" y="4044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غِ</a:t>
            </a:r>
          </a:p>
        </p:txBody>
      </p:sp>
      <p:pic>
        <p:nvPicPr>
          <p:cNvPr id="16" name="Fish 5" descr="Fish 5">
            <a:hlinkClick action="ppaction://hlinksldjump" r:id="rId10"/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587500" y="4826000"/>
            <a:ext cx="2286000" cy="1416050"/>
          </a:xfrm>
          <a:prstGeom prst="rect">
            <a:avLst/>
          </a:prstGeom>
        </p:spPr>
      </p:pic>
      <p:sp>
        <p:nvSpPr>
          <p:cNvPr id="17" name="Fish letter 5 يِ" descr="يِ">
            <a:hlinkClick action="ppaction://hlinksldjump" r:id="rId10"/>
          </p:cNvPr>
          <p:cNvSpPr/>
          <p:nvPr/>
        </p:nvSpPr>
        <p:spPr>
          <a:xfrm>
            <a:off x="2127250" y="5060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يِ</a:t>
            </a:r>
          </a:p>
        </p:txBody>
      </p:sp>
      <p:sp>
        <p:nvSpPr>
          <p:cNvPr id="18" name="Try again!" descr="Try again!"/>
          <p:cNvSpPr/>
          <p:nvPr/>
        </p:nvSpPr>
        <p:spPr>
          <a:xfrm>
            <a:off x="7937500" y="5270500"/>
            <a:ext cx="3048000" cy="1460500"/>
          </a:xfrm>
          <a:prstGeom prst="cloudCallout">
            <a:avLst/>
          </a:prstGeom>
          <a:solidFill>
            <a:srgbClr val="FFFFFF"/>
          </a:solidFill>
          <a:ln w="50800">
            <a:solidFill>
              <a:srgbClr val="E5536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2500" b="1" lang="en-US">
                <a:solidFill>
                  <a:srgbClr val="E5536F"/>
                </a:solidFill>
                <a:latin typeface="Arial"/>
                <a:cs typeface="Arial"/>
              </a:rPr>
              <a:t>Try again!</a:t>
            </a:r>
          </a:p>
        </p:txBody>
      </p:sp>
      <p:sp>
        <p:nvSpPr>
          <p:cNvPr id="19" name="Next button">
            <a:hlinkClick action="ppaction://hlinksldjump" r:id="rId11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Next arrow">
            <a:hlinkClick action="ppaction://hlinksldjump" r:id="rId11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12" name="boing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4" dur="2600" fill="hold" repeatCount="indefinite" autoRev="1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6" dur="260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8" dur="2900" fill="hold" repeatCount="indefinite" autoRev="1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10" dur="2900" fill="hold" repeatCount="indefinite" autoRev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12" dur="320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14" dur="3200" fill="hold" repeatCount="indefinite" autoRev="1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7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16" dur="3500" fill="hold" repeatCount="indefinite" autoRev="1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9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18" dur="3500" fill="hold" repeatCount="indefinite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1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20" dur="3800" fill="hold" repeatCount="indefinite" autoRev="1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3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22" dur="3800" fill="hold" repeatCount="indefinite" autoRev="1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8" presetID="53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Catch every fish with"/>
          <p:cNvSpPr/>
          <p:nvPr/>
        </p:nvSpPr>
        <p:spPr>
          <a:xfrm>
            <a:off x="2730500" y="190500"/>
            <a:ext cx="546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000" b="1" lang="en-US">
                <a:solidFill>
                  <a:srgbClr val="2E2640"/>
                </a:solidFill>
                <a:latin typeface="Arial"/>
                <a:cs typeface="Arial"/>
              </a:rPr>
              <a:t>Catch every fish with</a:t>
            </a:r>
          </a:p>
        </p:txBody>
      </p:sp>
      <p:sp>
        <p:nvSpPr>
          <p:cNvPr id="5" name="Find يِ" descr="يِ"/>
          <p:cNvSpPr/>
          <p:nvPr/>
        </p:nvSpPr>
        <p:spPr>
          <a:xfrm>
            <a:off x="81915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يِ</a:t>
            </a:r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Fish 1" descr="Fish 1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0" y="1651000"/>
            <a:ext cx="2286000" cy="1416050"/>
          </a:xfrm>
          <a:prstGeom prst="rect">
            <a:avLst/>
          </a:prstGeom>
        </p:spPr>
      </p:pic>
      <p:sp>
        <p:nvSpPr>
          <p:cNvPr id="9" name="Fish letter 1 فِ" descr="فِ">
            <a:hlinkClick action="ppaction://hlinksldjump" r:id="rId7"/>
          </p:cNvPr>
          <p:cNvSpPr/>
          <p:nvPr/>
        </p:nvSpPr>
        <p:spPr>
          <a:xfrm>
            <a:off x="1682750" y="1885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فِ</a:t>
            </a:r>
          </a:p>
        </p:txBody>
      </p:sp>
      <p:pic>
        <p:nvPicPr>
          <p:cNvPr id="10" name="Fish 3" descr="Fish 3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56000" y="3302000"/>
            <a:ext cx="2286000" cy="1416050"/>
          </a:xfrm>
          <a:prstGeom prst="rect">
            <a:avLst/>
          </a:prstGeom>
        </p:spPr>
      </p:pic>
      <p:sp>
        <p:nvSpPr>
          <p:cNvPr id="11" name="Fish letter 3 إِ" descr="إِ">
            <a:hlinkClick action="ppaction://hlinksldjump" r:id="rId7"/>
          </p:cNvPr>
          <p:cNvSpPr/>
          <p:nvPr/>
        </p:nvSpPr>
        <p:spPr>
          <a:xfrm>
            <a:off x="4095750" y="3536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إِ</a:t>
            </a:r>
          </a:p>
        </p:txBody>
      </p:sp>
      <p:pic>
        <p:nvPicPr>
          <p:cNvPr id="12" name="Fish 4" descr="Fish 4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72500" y="3810000"/>
            <a:ext cx="2286000" cy="1416050"/>
          </a:xfrm>
          <a:prstGeom prst="rect">
            <a:avLst/>
          </a:prstGeom>
        </p:spPr>
      </p:pic>
      <p:sp>
        <p:nvSpPr>
          <p:cNvPr id="13" name="Fish letter 4 غِ" descr="غِ">
            <a:hlinkClick action="ppaction://hlinksldjump" r:id="rId7"/>
          </p:cNvPr>
          <p:cNvSpPr/>
          <p:nvPr/>
        </p:nvSpPr>
        <p:spPr>
          <a:xfrm>
            <a:off x="9112250" y="4044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غِ</a:t>
            </a:r>
          </a:p>
        </p:txBody>
      </p:sp>
      <p:pic>
        <p:nvPicPr>
          <p:cNvPr id="14" name="Fish 5" descr="Fish 5">
            <a:hlinkClick action="ppaction://hlinksldjump" r:id="rId8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87500" y="4826000"/>
            <a:ext cx="2286000" cy="1416050"/>
          </a:xfrm>
          <a:prstGeom prst="rect">
            <a:avLst/>
          </a:prstGeom>
        </p:spPr>
      </p:pic>
      <p:sp>
        <p:nvSpPr>
          <p:cNvPr id="15" name="Fish letter 5 يِ" descr="يِ">
            <a:hlinkClick action="ppaction://hlinksldjump" r:id="rId8"/>
          </p:cNvPr>
          <p:cNvSpPr/>
          <p:nvPr/>
        </p:nvSpPr>
        <p:spPr>
          <a:xfrm>
            <a:off x="2127250" y="5060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يِ</a:t>
            </a:r>
          </a:p>
        </p:txBody>
      </p:sp>
      <p:sp>
        <p:nvSpPr>
          <p:cNvPr id="16" name="Next button">
            <a:hlinkClick action="ppaction://hlinksldjump" r:id="rId9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Next arrow">
            <a:hlinkClick action="ppaction://hlinksldjump" r:id="rId9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10" name="spla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9" dur="2600" fill="hold" repeatCount="indefinite" autoRev="1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2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11" dur="260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4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13" dur="3200" fill="hold" repeatCount="indefinite" autoRev="1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6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15" dur="3200" fill="hold" repeatCount="indefinite" autoRev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8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17" dur="350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0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19" dur="3500" fill="hold" repeatCount="indefinite" autoRev="1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2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21" dur="3800" fill="hold" repeatCount="indefinite" autoRev="1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4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23" dur="3800" fill="hold" repeatCount="indefinite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Catch every fish with"/>
          <p:cNvSpPr/>
          <p:nvPr/>
        </p:nvSpPr>
        <p:spPr>
          <a:xfrm>
            <a:off x="2730500" y="190500"/>
            <a:ext cx="546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000" b="1" lang="en-US">
                <a:solidFill>
                  <a:srgbClr val="2E2640"/>
                </a:solidFill>
                <a:latin typeface="Arial"/>
                <a:cs typeface="Arial"/>
              </a:rPr>
              <a:t>Catch every fish with</a:t>
            </a:r>
          </a:p>
        </p:txBody>
      </p:sp>
      <p:sp>
        <p:nvSpPr>
          <p:cNvPr id="5" name="Find يِ" descr="يِ"/>
          <p:cNvSpPr/>
          <p:nvPr/>
        </p:nvSpPr>
        <p:spPr>
          <a:xfrm>
            <a:off x="81915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يِ</a:t>
            </a:r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Fish 1" descr="Fish 1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0" y="1651000"/>
            <a:ext cx="2286000" cy="1416050"/>
          </a:xfrm>
          <a:prstGeom prst="rect">
            <a:avLst/>
          </a:prstGeom>
        </p:spPr>
      </p:pic>
      <p:sp>
        <p:nvSpPr>
          <p:cNvPr id="9" name="Fish letter 1 فِ" descr="فِ">
            <a:hlinkClick action="ppaction://hlinksldjump" r:id="rId7"/>
          </p:cNvPr>
          <p:cNvSpPr/>
          <p:nvPr/>
        </p:nvSpPr>
        <p:spPr>
          <a:xfrm>
            <a:off x="1682750" y="1885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فِ</a:t>
            </a:r>
          </a:p>
        </p:txBody>
      </p:sp>
      <p:pic>
        <p:nvPicPr>
          <p:cNvPr id="10" name="Fish 3" descr="Fish 3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56000" y="3302000"/>
            <a:ext cx="2286000" cy="1416050"/>
          </a:xfrm>
          <a:prstGeom prst="rect">
            <a:avLst/>
          </a:prstGeom>
        </p:spPr>
      </p:pic>
      <p:sp>
        <p:nvSpPr>
          <p:cNvPr id="11" name="Fish letter 3 إِ" descr="إِ">
            <a:hlinkClick action="ppaction://hlinksldjump" r:id="rId7"/>
          </p:cNvPr>
          <p:cNvSpPr/>
          <p:nvPr/>
        </p:nvSpPr>
        <p:spPr>
          <a:xfrm>
            <a:off x="4095750" y="3536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إِ</a:t>
            </a:r>
          </a:p>
        </p:txBody>
      </p:sp>
      <p:pic>
        <p:nvPicPr>
          <p:cNvPr id="12" name="Fish 4" descr="Fish 4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72500" y="3810000"/>
            <a:ext cx="2286000" cy="1416050"/>
          </a:xfrm>
          <a:prstGeom prst="rect">
            <a:avLst/>
          </a:prstGeom>
        </p:spPr>
      </p:pic>
      <p:sp>
        <p:nvSpPr>
          <p:cNvPr id="13" name="Fish letter 4 غِ" descr="غِ">
            <a:hlinkClick action="ppaction://hlinksldjump" r:id="rId7"/>
          </p:cNvPr>
          <p:cNvSpPr/>
          <p:nvPr/>
        </p:nvSpPr>
        <p:spPr>
          <a:xfrm>
            <a:off x="9112250" y="4044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غِ</a:t>
            </a:r>
          </a:p>
        </p:txBody>
      </p:sp>
      <p:pic>
        <p:nvPicPr>
          <p:cNvPr id="14" name="Fish 5" descr="Fish 5">
            <a:hlinkClick action="ppaction://hlinksldjump" r:id="rId8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87500" y="4826000"/>
            <a:ext cx="2286000" cy="1416050"/>
          </a:xfrm>
          <a:prstGeom prst="rect">
            <a:avLst/>
          </a:prstGeom>
        </p:spPr>
      </p:pic>
      <p:sp>
        <p:nvSpPr>
          <p:cNvPr id="15" name="Fish letter 5 يِ" descr="يِ">
            <a:hlinkClick action="ppaction://hlinksldjump" r:id="rId8"/>
          </p:cNvPr>
          <p:cNvSpPr/>
          <p:nvPr/>
        </p:nvSpPr>
        <p:spPr>
          <a:xfrm>
            <a:off x="2127250" y="5060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يِ</a:t>
            </a:r>
          </a:p>
        </p:txBody>
      </p:sp>
      <p:sp>
        <p:nvSpPr>
          <p:cNvPr id="16" name="Try again!" descr="Try again!"/>
          <p:cNvSpPr/>
          <p:nvPr/>
        </p:nvSpPr>
        <p:spPr>
          <a:xfrm>
            <a:off x="7937500" y="5270500"/>
            <a:ext cx="3048000" cy="1460500"/>
          </a:xfrm>
          <a:prstGeom prst="cloudCallout">
            <a:avLst/>
          </a:prstGeom>
          <a:solidFill>
            <a:srgbClr val="FFFFFF"/>
          </a:solidFill>
          <a:ln w="50800">
            <a:solidFill>
              <a:srgbClr val="E5536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2500" b="1" lang="en-US">
                <a:solidFill>
                  <a:srgbClr val="E5536F"/>
                </a:solidFill>
                <a:latin typeface="Arial"/>
                <a:cs typeface="Arial"/>
              </a:rPr>
              <a:t>Try again!</a:t>
            </a:r>
          </a:p>
        </p:txBody>
      </p:sp>
      <p:sp>
        <p:nvSpPr>
          <p:cNvPr id="17" name="Next button">
            <a:hlinkClick action="ppaction://hlinksldjump" r:id="rId9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Next arrow">
            <a:hlinkClick action="ppaction://hlinksldjump" r:id="rId9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10" name="boing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4" dur="2600" fill="hold" repeatCount="indefinite" autoRev="1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6" dur="260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8" dur="3200" fill="hold" repeatCount="indefinite" autoRev="1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10" dur="3200" fill="hold" repeatCount="indefinite" autoRev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12" dur="350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14" dur="3500" fill="hold" repeatCount="indefinite" autoRev="1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7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16" dur="3800" fill="hold" repeatCount="indefinite" autoRev="1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9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18" dur="3800" fill="hold" repeatCount="indefinite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4" presetID="53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Catch every fish with"/>
          <p:cNvSpPr/>
          <p:nvPr/>
        </p:nvSpPr>
        <p:spPr>
          <a:xfrm>
            <a:off x="2730500" y="190500"/>
            <a:ext cx="546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000" b="1" lang="en-US">
                <a:solidFill>
                  <a:srgbClr val="2E2640"/>
                </a:solidFill>
                <a:latin typeface="Arial"/>
                <a:cs typeface="Arial"/>
              </a:rPr>
              <a:t>Catch every fish with</a:t>
            </a:r>
          </a:p>
        </p:txBody>
      </p:sp>
      <p:sp>
        <p:nvSpPr>
          <p:cNvPr id="5" name="Find يِ" descr="يِ"/>
          <p:cNvSpPr/>
          <p:nvPr/>
        </p:nvSpPr>
        <p:spPr>
          <a:xfrm>
            <a:off x="81915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يِ</a:t>
            </a:r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Fish 1" descr="Fish 1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0" y="1651000"/>
            <a:ext cx="2286000" cy="1416050"/>
          </a:xfrm>
          <a:prstGeom prst="rect">
            <a:avLst/>
          </a:prstGeom>
        </p:spPr>
      </p:pic>
      <p:sp>
        <p:nvSpPr>
          <p:cNvPr id="9" name="Fish letter 1 فِ" descr="فِ">
            <a:hlinkClick action="ppaction://hlinksldjump" r:id="rId7"/>
          </p:cNvPr>
          <p:cNvSpPr/>
          <p:nvPr/>
        </p:nvSpPr>
        <p:spPr>
          <a:xfrm>
            <a:off x="1682750" y="1885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فِ</a:t>
            </a:r>
          </a:p>
        </p:txBody>
      </p:sp>
      <p:pic>
        <p:nvPicPr>
          <p:cNvPr id="10" name="Fish 2" descr="Fish 2">
            <a:hlinkClick action="ppaction://hlinksldjump" r:id="rId8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67500" y="1905000"/>
            <a:ext cx="2286000" cy="1416050"/>
          </a:xfrm>
          <a:prstGeom prst="rect">
            <a:avLst/>
          </a:prstGeom>
        </p:spPr>
      </p:pic>
      <p:sp>
        <p:nvSpPr>
          <p:cNvPr id="11" name="Fish letter 2 يِ" descr="يِ">
            <a:hlinkClick action="ppaction://hlinksldjump" r:id="rId8"/>
          </p:cNvPr>
          <p:cNvSpPr/>
          <p:nvPr/>
        </p:nvSpPr>
        <p:spPr>
          <a:xfrm>
            <a:off x="7207250" y="2139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يِ</a:t>
            </a:r>
          </a:p>
        </p:txBody>
      </p:sp>
      <p:pic>
        <p:nvPicPr>
          <p:cNvPr id="12" name="Fish 3" descr="Fish 3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56000" y="3302000"/>
            <a:ext cx="2286000" cy="1416050"/>
          </a:xfrm>
          <a:prstGeom prst="rect">
            <a:avLst/>
          </a:prstGeom>
        </p:spPr>
      </p:pic>
      <p:sp>
        <p:nvSpPr>
          <p:cNvPr id="13" name="Fish letter 3 إِ" descr="إِ">
            <a:hlinkClick action="ppaction://hlinksldjump" r:id="rId7"/>
          </p:cNvPr>
          <p:cNvSpPr/>
          <p:nvPr/>
        </p:nvSpPr>
        <p:spPr>
          <a:xfrm>
            <a:off x="4095750" y="3536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إِ</a:t>
            </a:r>
          </a:p>
        </p:txBody>
      </p:sp>
      <p:pic>
        <p:nvPicPr>
          <p:cNvPr id="14" name="Fish 4" descr="Fish 4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72500" y="3810000"/>
            <a:ext cx="2286000" cy="1416050"/>
          </a:xfrm>
          <a:prstGeom prst="rect">
            <a:avLst/>
          </a:prstGeom>
        </p:spPr>
      </p:pic>
      <p:sp>
        <p:nvSpPr>
          <p:cNvPr id="15" name="Fish letter 4 غِ" descr="غِ">
            <a:hlinkClick action="ppaction://hlinksldjump" r:id="rId7"/>
          </p:cNvPr>
          <p:cNvSpPr/>
          <p:nvPr/>
        </p:nvSpPr>
        <p:spPr>
          <a:xfrm>
            <a:off x="9112250" y="4044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غِ</a:t>
            </a:r>
          </a:p>
        </p:txBody>
      </p:sp>
      <p:sp>
        <p:nvSpPr>
          <p:cNvPr id="16" name="Next button">
            <a:hlinkClick action="ppaction://hlinksldjump" r:id="rId9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Next arrow">
            <a:hlinkClick action="ppaction://hlinksldjump" r:id="rId9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10" name="spla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9" dur="2600" fill="hold" repeatCount="indefinite" autoRev="1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2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11" dur="260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4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13" dur="2900" fill="hold" repeatCount="indefinite" autoRev="1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6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15" dur="2900" fill="hold" repeatCount="indefinite" autoRev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8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17" dur="320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0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19" dur="3200" fill="hold" repeatCount="indefinite" autoRev="1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2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21" dur="3500" fill="hold" repeatCount="indefinite" autoRev="1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4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23" dur="3500" fill="hold" repeatCount="indefinite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Catch every fish with"/>
          <p:cNvSpPr/>
          <p:nvPr/>
        </p:nvSpPr>
        <p:spPr>
          <a:xfrm>
            <a:off x="2730500" y="190500"/>
            <a:ext cx="546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000" b="1" lang="en-US">
                <a:solidFill>
                  <a:srgbClr val="2E2640"/>
                </a:solidFill>
                <a:latin typeface="Arial"/>
                <a:cs typeface="Arial"/>
              </a:rPr>
              <a:t>Catch every fish with</a:t>
            </a:r>
          </a:p>
        </p:txBody>
      </p:sp>
      <p:sp>
        <p:nvSpPr>
          <p:cNvPr id="5" name="Find يِ" descr="يِ"/>
          <p:cNvSpPr/>
          <p:nvPr/>
        </p:nvSpPr>
        <p:spPr>
          <a:xfrm>
            <a:off x="81915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يِ</a:t>
            </a:r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Fish 1" descr="Fish 1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0" y="1651000"/>
            <a:ext cx="2286000" cy="1416050"/>
          </a:xfrm>
          <a:prstGeom prst="rect">
            <a:avLst/>
          </a:prstGeom>
        </p:spPr>
      </p:pic>
      <p:sp>
        <p:nvSpPr>
          <p:cNvPr id="9" name="Fish letter 1 فِ" descr="فِ">
            <a:hlinkClick action="ppaction://hlinksldjump" r:id="rId7"/>
          </p:cNvPr>
          <p:cNvSpPr/>
          <p:nvPr/>
        </p:nvSpPr>
        <p:spPr>
          <a:xfrm>
            <a:off x="1682750" y="1885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فِ</a:t>
            </a:r>
          </a:p>
        </p:txBody>
      </p:sp>
      <p:pic>
        <p:nvPicPr>
          <p:cNvPr id="10" name="Fish 2" descr="Fish 2">
            <a:hlinkClick action="ppaction://hlinksldjump" r:id="rId8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67500" y="1905000"/>
            <a:ext cx="2286000" cy="1416050"/>
          </a:xfrm>
          <a:prstGeom prst="rect">
            <a:avLst/>
          </a:prstGeom>
        </p:spPr>
      </p:pic>
      <p:sp>
        <p:nvSpPr>
          <p:cNvPr id="11" name="Fish letter 2 يِ" descr="يِ">
            <a:hlinkClick action="ppaction://hlinksldjump" r:id="rId8"/>
          </p:cNvPr>
          <p:cNvSpPr/>
          <p:nvPr/>
        </p:nvSpPr>
        <p:spPr>
          <a:xfrm>
            <a:off x="7207250" y="2139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يِ</a:t>
            </a:r>
          </a:p>
        </p:txBody>
      </p:sp>
      <p:pic>
        <p:nvPicPr>
          <p:cNvPr id="12" name="Fish 3" descr="Fish 3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56000" y="3302000"/>
            <a:ext cx="2286000" cy="1416050"/>
          </a:xfrm>
          <a:prstGeom prst="rect">
            <a:avLst/>
          </a:prstGeom>
        </p:spPr>
      </p:pic>
      <p:sp>
        <p:nvSpPr>
          <p:cNvPr id="13" name="Fish letter 3 إِ" descr="إِ">
            <a:hlinkClick action="ppaction://hlinksldjump" r:id="rId7"/>
          </p:cNvPr>
          <p:cNvSpPr/>
          <p:nvPr/>
        </p:nvSpPr>
        <p:spPr>
          <a:xfrm>
            <a:off x="4095750" y="3536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إِ</a:t>
            </a:r>
          </a:p>
        </p:txBody>
      </p:sp>
      <p:pic>
        <p:nvPicPr>
          <p:cNvPr id="14" name="Fish 4" descr="Fish 4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72500" y="3810000"/>
            <a:ext cx="2286000" cy="1416050"/>
          </a:xfrm>
          <a:prstGeom prst="rect">
            <a:avLst/>
          </a:prstGeom>
        </p:spPr>
      </p:pic>
      <p:sp>
        <p:nvSpPr>
          <p:cNvPr id="15" name="Fish letter 4 غِ" descr="غِ">
            <a:hlinkClick action="ppaction://hlinksldjump" r:id="rId7"/>
          </p:cNvPr>
          <p:cNvSpPr/>
          <p:nvPr/>
        </p:nvSpPr>
        <p:spPr>
          <a:xfrm>
            <a:off x="9112250" y="4044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غِ</a:t>
            </a:r>
          </a:p>
        </p:txBody>
      </p:sp>
      <p:sp>
        <p:nvSpPr>
          <p:cNvPr id="16" name="Try again!" descr="Try again!"/>
          <p:cNvSpPr/>
          <p:nvPr/>
        </p:nvSpPr>
        <p:spPr>
          <a:xfrm>
            <a:off x="7937500" y="5270500"/>
            <a:ext cx="3048000" cy="1460500"/>
          </a:xfrm>
          <a:prstGeom prst="cloudCallout">
            <a:avLst/>
          </a:prstGeom>
          <a:solidFill>
            <a:srgbClr val="FFFFFF"/>
          </a:solidFill>
          <a:ln w="50800">
            <a:solidFill>
              <a:srgbClr val="E5536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2500" b="1" lang="en-US">
                <a:solidFill>
                  <a:srgbClr val="E5536F"/>
                </a:solidFill>
                <a:latin typeface="Arial"/>
                <a:cs typeface="Arial"/>
              </a:rPr>
              <a:t>Try again!</a:t>
            </a:r>
          </a:p>
        </p:txBody>
      </p:sp>
      <p:sp>
        <p:nvSpPr>
          <p:cNvPr id="17" name="Next button">
            <a:hlinkClick action="ppaction://hlinksldjump" r:id="rId9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Next arrow">
            <a:hlinkClick action="ppaction://hlinksldjump" r:id="rId9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10" name="boing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4" dur="2600" fill="hold" repeatCount="indefinite" autoRev="1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6" dur="260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8" dur="2900" fill="hold" repeatCount="indefinite" autoRev="1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10" dur="2900" fill="hold" repeatCount="indefinite" autoRev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12" dur="320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14" dur="3200" fill="hold" repeatCount="indefinite" autoRev="1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7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16" dur="3500" fill="hold" repeatCount="indefinite" autoRev="1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9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18" dur="3500" fill="hold" repeatCount="indefinite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4" presetID="53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Catch every fish with"/>
          <p:cNvSpPr/>
          <p:nvPr/>
        </p:nvSpPr>
        <p:spPr>
          <a:xfrm>
            <a:off x="2730500" y="190500"/>
            <a:ext cx="546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000" b="1" lang="en-US">
                <a:solidFill>
                  <a:srgbClr val="2E2640"/>
                </a:solidFill>
                <a:latin typeface="Arial"/>
                <a:cs typeface="Arial"/>
              </a:rPr>
              <a:t>Catch every fish with</a:t>
            </a:r>
          </a:p>
        </p:txBody>
      </p:sp>
      <p:sp>
        <p:nvSpPr>
          <p:cNvPr id="5" name="Find يِ" descr="يِ"/>
          <p:cNvSpPr/>
          <p:nvPr/>
        </p:nvSpPr>
        <p:spPr>
          <a:xfrm>
            <a:off x="81915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يِ</a:t>
            </a:r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Fish 1" descr="Fish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0" y="1651000"/>
            <a:ext cx="2286000" cy="1416050"/>
          </a:xfrm>
          <a:prstGeom prst="rect">
            <a:avLst/>
          </a:prstGeom>
        </p:spPr>
      </p:pic>
      <p:sp>
        <p:nvSpPr>
          <p:cNvPr id="9" name="Fish letter 1 فِ" descr="فِ"/>
          <p:cNvSpPr/>
          <p:nvPr/>
        </p:nvSpPr>
        <p:spPr>
          <a:xfrm>
            <a:off x="1682750" y="1885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فِ</a:t>
            </a:r>
          </a:p>
        </p:txBody>
      </p:sp>
      <p:pic>
        <p:nvPicPr>
          <p:cNvPr id="10" name="Fish 3" descr="Fish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56000" y="3302000"/>
            <a:ext cx="2286000" cy="1416050"/>
          </a:xfrm>
          <a:prstGeom prst="rect">
            <a:avLst/>
          </a:prstGeom>
        </p:spPr>
      </p:pic>
      <p:sp>
        <p:nvSpPr>
          <p:cNvPr id="11" name="Fish letter 3 إِ" descr="إِ"/>
          <p:cNvSpPr/>
          <p:nvPr/>
        </p:nvSpPr>
        <p:spPr>
          <a:xfrm>
            <a:off x="4095750" y="3536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إِ</a:t>
            </a:r>
          </a:p>
        </p:txBody>
      </p:sp>
      <p:pic>
        <p:nvPicPr>
          <p:cNvPr id="12" name="Fish 4" descr="Fish 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72500" y="3810000"/>
            <a:ext cx="2286000" cy="1416050"/>
          </a:xfrm>
          <a:prstGeom prst="rect">
            <a:avLst/>
          </a:prstGeom>
        </p:spPr>
      </p:pic>
      <p:sp>
        <p:nvSpPr>
          <p:cNvPr id="13" name="Fish letter 4 غِ" descr="غِ"/>
          <p:cNvSpPr/>
          <p:nvPr/>
        </p:nvSpPr>
        <p:spPr>
          <a:xfrm>
            <a:off x="9112250" y="4044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غِ</a:t>
            </a:r>
          </a:p>
        </p:txBody>
      </p:sp>
      <p:sp>
        <p:nvSpPr>
          <p:cNvPr id="14" name="Great job!" descr="Great job!"/>
          <p:cNvSpPr/>
          <p:nvPr/>
        </p:nvSpPr>
        <p:spPr>
          <a:xfrm>
            <a:off x="7937500" y="5270500"/>
            <a:ext cx="3048000" cy="1460500"/>
          </a:xfrm>
          <a:prstGeom prst="cloudCallout">
            <a:avLst/>
          </a:prstGeom>
          <a:solidFill>
            <a:srgbClr val="FFFFFF"/>
          </a:solidFill>
          <a:ln w="50800">
            <a:solidFill>
              <a:srgbClr val="2FB57A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2500" b="1" lang="en-US">
                <a:solidFill>
                  <a:srgbClr val="2FB57A"/>
                </a:solidFill>
                <a:latin typeface="Arial"/>
                <a:cs typeface="Arial"/>
              </a:rPr>
              <a:t>Great job!</a:t>
            </a:r>
          </a:p>
        </p:txBody>
      </p:sp>
      <p:sp>
        <p:nvSpPr>
          <p:cNvPr id="15" name="Next button">
            <a:hlinkClick action="ppaction://hlinksldjump" r:id="rId6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Next arrow">
            <a:hlinkClick action="ppaction://hlinksldjump" r:id="rId6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7" name="sound anchor" descr="sound anchor (invisible)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2700" y="12700"/>
            <a:ext cx="25400" cy="25400"/>
          </a:xfrm>
          <a:prstGeom prst="rect">
            <a:avLst/>
          </a:prstGeom>
        </p:spPr>
      </p:pic>
    </p:spTree>
  </p:cSld>
  <p:clrMapOvr>
    <a:masterClrMapping/>
  </p:clrMapOvr>
  <p:transition advClick="0">
    <p:sndAc>
      <p:stSnd>
        <p:snd r:embed="rId7" name="spla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9" dur="2600" fill="hold" repeatCount="indefinite" autoRev="1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2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11" dur="260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4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13" dur="3200" fill="hold" repeatCount="indefinite" autoRev="1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6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15" dur="3200" fill="hold" repeatCount="indefinite" autoRev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8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17" dur="350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0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19" dur="3500" fill="hold" repeatCount="indefinite" autoRev="1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5" presetID="53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2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100000">
                                        <p:cTn id="2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9" name="cheer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Tap every letter with"/>
          <p:cNvSpPr/>
          <p:nvPr/>
        </p:nvSpPr>
        <p:spPr>
          <a:xfrm>
            <a:off x="2730500" y="190500"/>
            <a:ext cx="546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000" b="1" lang="en-US">
                <a:solidFill>
                  <a:srgbClr val="2E2640"/>
                </a:solidFill>
                <a:latin typeface="Arial"/>
                <a:cs typeface="Arial"/>
              </a:rPr>
              <a:t>Tap every letter with</a:t>
            </a:r>
          </a:p>
        </p:txBody>
      </p:sp>
      <p:sp>
        <p:nvSpPr>
          <p:cNvPr id="5" name="Find يِ" descr="يِ"/>
          <p:cNvSpPr/>
          <p:nvPr/>
        </p:nvSpPr>
        <p:spPr>
          <a:xfrm>
            <a:off x="81915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يِ</a:t>
            </a:r>
          </a:p>
        </p:txBody>
      </p:sp>
      <p:sp>
        <p:nvSpPr>
          <p:cNvPr id="6" name="Star place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Hole 1"/>
          <p:cNvSpPr/>
          <p:nvPr/>
        </p:nvSpPr>
        <p:spPr>
          <a:xfrm>
            <a:off x="2349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ile 1 يِ" descr="يِ">
            <a:hlinkClick action="ppaction://hlinksldjump" r:id="rId3"/>
          </p:cNvPr>
          <p:cNvSpPr/>
          <p:nvPr/>
        </p:nvSpPr>
        <p:spPr>
          <a:xfrm>
            <a:off x="2635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يِ</a:t>
            </a:r>
          </a:p>
        </p:txBody>
      </p:sp>
      <p:sp>
        <p:nvSpPr>
          <p:cNvPr id="10" name="Hole 2"/>
          <p:cNvSpPr/>
          <p:nvPr/>
        </p:nvSpPr>
        <p:spPr>
          <a:xfrm>
            <a:off x="5143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ile 2 زِ" descr="زِ">
            <a:hlinkClick action="ppaction://hlinksldjump" r:id="rId4"/>
          </p:cNvPr>
          <p:cNvSpPr/>
          <p:nvPr/>
        </p:nvSpPr>
        <p:spPr>
          <a:xfrm>
            <a:off x="5429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زِ</a:t>
            </a:r>
          </a:p>
        </p:txBody>
      </p:sp>
      <p:sp>
        <p:nvSpPr>
          <p:cNvPr id="12" name="Hole 3"/>
          <p:cNvSpPr/>
          <p:nvPr/>
        </p:nvSpPr>
        <p:spPr>
          <a:xfrm>
            <a:off x="7937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ile 3 يِ" descr="يِ">
            <a:hlinkClick action="ppaction://hlinksldjump" r:id="rId5"/>
          </p:cNvPr>
          <p:cNvSpPr/>
          <p:nvPr/>
        </p:nvSpPr>
        <p:spPr>
          <a:xfrm>
            <a:off x="8223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يِ</a:t>
            </a:r>
          </a:p>
        </p:txBody>
      </p:sp>
      <p:sp>
        <p:nvSpPr>
          <p:cNvPr id="14" name="Hole 4"/>
          <p:cNvSpPr/>
          <p:nvPr/>
        </p:nvSpPr>
        <p:spPr>
          <a:xfrm>
            <a:off x="2349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ile 4 صِ" descr="صِ">
            <a:hlinkClick action="ppaction://hlinksldjump" r:id="rId4"/>
          </p:cNvPr>
          <p:cNvSpPr/>
          <p:nvPr/>
        </p:nvSpPr>
        <p:spPr>
          <a:xfrm>
            <a:off x="2635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صِ</a:t>
            </a:r>
          </a:p>
        </p:txBody>
      </p:sp>
      <p:sp>
        <p:nvSpPr>
          <p:cNvPr id="16" name="Hole 5"/>
          <p:cNvSpPr/>
          <p:nvPr/>
        </p:nvSpPr>
        <p:spPr>
          <a:xfrm>
            <a:off x="5143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ile 5 رِ" descr="رِ">
            <a:hlinkClick action="ppaction://hlinksldjump" r:id="rId4"/>
          </p:cNvPr>
          <p:cNvSpPr/>
          <p:nvPr/>
        </p:nvSpPr>
        <p:spPr>
          <a:xfrm>
            <a:off x="5429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رِ</a:t>
            </a:r>
          </a:p>
        </p:txBody>
      </p:sp>
      <p:sp>
        <p:nvSpPr>
          <p:cNvPr id="18" name="Hole 6"/>
          <p:cNvSpPr/>
          <p:nvPr/>
        </p:nvSpPr>
        <p:spPr>
          <a:xfrm>
            <a:off x="7937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ile 6 كِ" descr="كِ">
            <a:hlinkClick action="ppaction://hlinksldjump" r:id="rId4"/>
          </p:cNvPr>
          <p:cNvSpPr/>
          <p:nvPr/>
        </p:nvSpPr>
        <p:spPr>
          <a:xfrm>
            <a:off x="8223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كِ</a:t>
            </a:r>
          </a:p>
        </p:txBody>
      </p:sp>
      <p:sp>
        <p:nvSpPr>
          <p:cNvPr id="20" name="Next button">
            <a:hlinkClick action="ppaction://hlinksldjump" r:id="rId6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Next arrow">
            <a:hlinkClick action="ppaction://hlinksldjump" r:id="rId6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6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4" dur="85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6" dur="970" fill="hold" repeatCount="indefinite" autoRev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8" dur="1090" fill="hold" repeatCount="indefinite" autoRev="1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0" dur="1210" fill="hold" repeatCount="indefinite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2" dur="1330" fill="hold" repeatCount="indefinite" autoRev="1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" presetID="0" presetClass="path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4" dur="1450" fill="hold" repeatCount="indefinite" autoRev="1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Tap every letter with"/>
          <p:cNvSpPr/>
          <p:nvPr/>
        </p:nvSpPr>
        <p:spPr>
          <a:xfrm>
            <a:off x="2730500" y="190500"/>
            <a:ext cx="546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000" b="1" lang="en-US">
                <a:solidFill>
                  <a:srgbClr val="2E2640"/>
                </a:solidFill>
                <a:latin typeface="Arial"/>
                <a:cs typeface="Arial"/>
              </a:rPr>
              <a:t>Tap every letter with</a:t>
            </a:r>
          </a:p>
        </p:txBody>
      </p:sp>
      <p:sp>
        <p:nvSpPr>
          <p:cNvPr id="5" name="Find يِ" descr="يِ"/>
          <p:cNvSpPr/>
          <p:nvPr/>
        </p:nvSpPr>
        <p:spPr>
          <a:xfrm>
            <a:off x="81915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يِ</a:t>
            </a:r>
          </a:p>
        </p:txBody>
      </p:sp>
      <p:sp>
        <p:nvSpPr>
          <p:cNvPr id="6" name="Star place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Hole 1"/>
          <p:cNvSpPr/>
          <p:nvPr/>
        </p:nvSpPr>
        <p:spPr>
          <a:xfrm>
            <a:off x="2349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ile 1 يِ" descr="يِ">
            <a:hlinkClick action="ppaction://hlinksldjump" r:id="rId3"/>
          </p:cNvPr>
          <p:cNvSpPr/>
          <p:nvPr/>
        </p:nvSpPr>
        <p:spPr>
          <a:xfrm>
            <a:off x="2635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يِ</a:t>
            </a:r>
          </a:p>
        </p:txBody>
      </p:sp>
      <p:sp>
        <p:nvSpPr>
          <p:cNvPr id="10" name="Hole 2"/>
          <p:cNvSpPr/>
          <p:nvPr/>
        </p:nvSpPr>
        <p:spPr>
          <a:xfrm>
            <a:off x="5143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ile 2 زِ" descr="زِ">
            <a:hlinkClick action="ppaction://hlinksldjump" r:id="rId4"/>
          </p:cNvPr>
          <p:cNvSpPr/>
          <p:nvPr/>
        </p:nvSpPr>
        <p:spPr>
          <a:xfrm>
            <a:off x="5429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زِ</a:t>
            </a:r>
          </a:p>
        </p:txBody>
      </p:sp>
      <p:sp>
        <p:nvSpPr>
          <p:cNvPr id="12" name="Hole 3"/>
          <p:cNvSpPr/>
          <p:nvPr/>
        </p:nvSpPr>
        <p:spPr>
          <a:xfrm>
            <a:off x="7937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ile 3 يِ" descr="يِ">
            <a:hlinkClick action="ppaction://hlinksldjump" r:id="rId5"/>
          </p:cNvPr>
          <p:cNvSpPr/>
          <p:nvPr/>
        </p:nvSpPr>
        <p:spPr>
          <a:xfrm>
            <a:off x="8223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يِ</a:t>
            </a:r>
          </a:p>
        </p:txBody>
      </p:sp>
      <p:sp>
        <p:nvSpPr>
          <p:cNvPr id="14" name="Hole 4"/>
          <p:cNvSpPr/>
          <p:nvPr/>
        </p:nvSpPr>
        <p:spPr>
          <a:xfrm>
            <a:off x="2349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ile 4 صِ" descr="صِ">
            <a:hlinkClick action="ppaction://hlinksldjump" r:id="rId4"/>
          </p:cNvPr>
          <p:cNvSpPr/>
          <p:nvPr/>
        </p:nvSpPr>
        <p:spPr>
          <a:xfrm>
            <a:off x="2635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صِ</a:t>
            </a:r>
          </a:p>
        </p:txBody>
      </p:sp>
      <p:sp>
        <p:nvSpPr>
          <p:cNvPr id="16" name="Hole 5"/>
          <p:cNvSpPr/>
          <p:nvPr/>
        </p:nvSpPr>
        <p:spPr>
          <a:xfrm>
            <a:off x="5143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ile 5 رِ" descr="رِ">
            <a:hlinkClick action="ppaction://hlinksldjump" r:id="rId4"/>
          </p:cNvPr>
          <p:cNvSpPr/>
          <p:nvPr/>
        </p:nvSpPr>
        <p:spPr>
          <a:xfrm>
            <a:off x="5429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رِ</a:t>
            </a:r>
          </a:p>
        </p:txBody>
      </p:sp>
      <p:sp>
        <p:nvSpPr>
          <p:cNvPr id="18" name="Hole 6"/>
          <p:cNvSpPr/>
          <p:nvPr/>
        </p:nvSpPr>
        <p:spPr>
          <a:xfrm>
            <a:off x="7937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ile 6 كِ" descr="كِ">
            <a:hlinkClick action="ppaction://hlinksldjump" r:id="rId4"/>
          </p:cNvPr>
          <p:cNvSpPr/>
          <p:nvPr/>
        </p:nvSpPr>
        <p:spPr>
          <a:xfrm>
            <a:off x="8223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كِ</a:t>
            </a:r>
          </a:p>
        </p:txBody>
      </p:sp>
      <p:sp>
        <p:nvSpPr>
          <p:cNvPr id="20" name="Try again!" descr="Try again!"/>
          <p:cNvSpPr/>
          <p:nvPr/>
        </p:nvSpPr>
        <p:spPr>
          <a:xfrm>
            <a:off x="9080500" y="1016000"/>
            <a:ext cx="3048000" cy="1460500"/>
          </a:xfrm>
          <a:prstGeom prst="cloudCallout">
            <a:avLst/>
          </a:prstGeom>
          <a:solidFill>
            <a:srgbClr val="FFFFFF"/>
          </a:solidFill>
          <a:ln w="50800">
            <a:solidFill>
              <a:srgbClr val="E5536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2500" b="1" lang="en-US">
                <a:solidFill>
                  <a:srgbClr val="E5536F"/>
                </a:solidFill>
                <a:latin typeface="Arial"/>
                <a:cs typeface="Arial"/>
              </a:rPr>
              <a:t>Try again!</a:t>
            </a:r>
          </a:p>
        </p:txBody>
      </p:sp>
      <p:sp>
        <p:nvSpPr>
          <p:cNvPr id="21" name="Next button">
            <a:hlinkClick action="ppaction://hlinksldjump" r:id="rId6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Next arrow">
            <a:hlinkClick action="ppaction://hlinksldjump" r:id="rId6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7" name="boing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1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4" dur="85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6" dur="970" fill="hold" repeatCount="indefinite" autoRev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8" dur="1090" fill="hold" repeatCount="indefinite" autoRev="1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0" dur="1210" fill="hold" repeatCount="indefinite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2" dur="1330" fill="hold" repeatCount="indefinite" autoRev="1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" presetID="0" presetClass="path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4" dur="1450" fill="hold" repeatCount="indefinite" autoRev="1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0" presetID="53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" dur="4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4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Tap every letter with"/>
          <p:cNvSpPr/>
          <p:nvPr/>
        </p:nvSpPr>
        <p:spPr>
          <a:xfrm>
            <a:off x="2730500" y="190500"/>
            <a:ext cx="546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000" b="1" lang="en-US">
                <a:solidFill>
                  <a:srgbClr val="2E2640"/>
                </a:solidFill>
                <a:latin typeface="Arial"/>
                <a:cs typeface="Arial"/>
              </a:rPr>
              <a:t>Tap every letter with</a:t>
            </a:r>
          </a:p>
        </p:txBody>
      </p:sp>
      <p:sp>
        <p:nvSpPr>
          <p:cNvPr id="5" name="Find يِ" descr="يِ"/>
          <p:cNvSpPr/>
          <p:nvPr/>
        </p:nvSpPr>
        <p:spPr>
          <a:xfrm>
            <a:off x="81915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يِ</a:t>
            </a:r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Hole 1"/>
          <p:cNvSpPr/>
          <p:nvPr/>
        </p:nvSpPr>
        <p:spPr>
          <a:xfrm>
            <a:off x="2349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Hole 2"/>
          <p:cNvSpPr/>
          <p:nvPr/>
        </p:nvSpPr>
        <p:spPr>
          <a:xfrm>
            <a:off x="5143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ile 2 زِ" descr="زِ">
            <a:hlinkClick action="ppaction://hlinksldjump" r:id="rId3"/>
          </p:cNvPr>
          <p:cNvSpPr/>
          <p:nvPr/>
        </p:nvSpPr>
        <p:spPr>
          <a:xfrm>
            <a:off x="5429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زِ</a:t>
            </a:r>
          </a:p>
        </p:txBody>
      </p:sp>
      <p:sp>
        <p:nvSpPr>
          <p:cNvPr id="11" name="Hole 3"/>
          <p:cNvSpPr/>
          <p:nvPr/>
        </p:nvSpPr>
        <p:spPr>
          <a:xfrm>
            <a:off x="7937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ile 3 يِ" descr="يِ">
            <a:hlinkClick action="ppaction://hlinksldjump" r:id="rId4"/>
          </p:cNvPr>
          <p:cNvSpPr/>
          <p:nvPr/>
        </p:nvSpPr>
        <p:spPr>
          <a:xfrm>
            <a:off x="8223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يِ</a:t>
            </a:r>
          </a:p>
        </p:txBody>
      </p:sp>
      <p:sp>
        <p:nvSpPr>
          <p:cNvPr id="13" name="Hole 4"/>
          <p:cNvSpPr/>
          <p:nvPr/>
        </p:nvSpPr>
        <p:spPr>
          <a:xfrm>
            <a:off x="2349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ile 4 صِ" descr="صِ">
            <a:hlinkClick action="ppaction://hlinksldjump" r:id="rId3"/>
          </p:cNvPr>
          <p:cNvSpPr/>
          <p:nvPr/>
        </p:nvSpPr>
        <p:spPr>
          <a:xfrm>
            <a:off x="2635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صِ</a:t>
            </a:r>
          </a:p>
        </p:txBody>
      </p:sp>
      <p:sp>
        <p:nvSpPr>
          <p:cNvPr id="15" name="Hole 5"/>
          <p:cNvSpPr/>
          <p:nvPr/>
        </p:nvSpPr>
        <p:spPr>
          <a:xfrm>
            <a:off x="5143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ile 5 رِ" descr="رِ">
            <a:hlinkClick action="ppaction://hlinksldjump" r:id="rId3"/>
          </p:cNvPr>
          <p:cNvSpPr/>
          <p:nvPr/>
        </p:nvSpPr>
        <p:spPr>
          <a:xfrm>
            <a:off x="5429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رِ</a:t>
            </a:r>
          </a:p>
        </p:txBody>
      </p:sp>
      <p:sp>
        <p:nvSpPr>
          <p:cNvPr id="17" name="Hole 6"/>
          <p:cNvSpPr/>
          <p:nvPr/>
        </p:nvSpPr>
        <p:spPr>
          <a:xfrm>
            <a:off x="7937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ile 6 كِ" descr="كِ">
            <a:hlinkClick action="ppaction://hlinksldjump" r:id="rId3"/>
          </p:cNvPr>
          <p:cNvSpPr/>
          <p:nvPr/>
        </p:nvSpPr>
        <p:spPr>
          <a:xfrm>
            <a:off x="8223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كِ</a:t>
            </a:r>
          </a:p>
        </p:txBody>
      </p:sp>
      <p:sp>
        <p:nvSpPr>
          <p:cNvPr id="19" name="Next button">
            <a:hlinkClick action="ppaction://hlinksldjump" r:id="rId5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Next arrow">
            <a:hlinkClick action="ppaction://hlinksldjump" r:id="rId5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6" name="bonk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9" dur="970" fill="hold" repeatCount="indefinite" autoRev="1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2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1" dur="109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4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3" dur="1210" fill="hold" repeatCount="indefinite" autoRev="1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6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5" dur="1330" fill="hold" repeatCount="indefinite" autoRev="1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8" presetID="0" presetClass="path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7" dur="1450" fill="hold" repeatCount="indefinite" autoRev="1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Tap every letter with"/>
          <p:cNvSpPr/>
          <p:nvPr/>
        </p:nvSpPr>
        <p:spPr>
          <a:xfrm>
            <a:off x="2730500" y="190500"/>
            <a:ext cx="546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000" b="1" lang="en-US">
                <a:solidFill>
                  <a:srgbClr val="2E2640"/>
                </a:solidFill>
                <a:latin typeface="Arial"/>
                <a:cs typeface="Arial"/>
              </a:rPr>
              <a:t>Tap every letter with</a:t>
            </a:r>
          </a:p>
        </p:txBody>
      </p:sp>
      <p:sp>
        <p:nvSpPr>
          <p:cNvPr id="5" name="Find يِ" descr="يِ"/>
          <p:cNvSpPr/>
          <p:nvPr/>
        </p:nvSpPr>
        <p:spPr>
          <a:xfrm>
            <a:off x="81915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يِ</a:t>
            </a:r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Hole 1"/>
          <p:cNvSpPr/>
          <p:nvPr/>
        </p:nvSpPr>
        <p:spPr>
          <a:xfrm>
            <a:off x="2349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Hole 2"/>
          <p:cNvSpPr/>
          <p:nvPr/>
        </p:nvSpPr>
        <p:spPr>
          <a:xfrm>
            <a:off x="5143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ile 2 زِ" descr="زِ">
            <a:hlinkClick action="ppaction://hlinksldjump" r:id="rId3"/>
          </p:cNvPr>
          <p:cNvSpPr/>
          <p:nvPr/>
        </p:nvSpPr>
        <p:spPr>
          <a:xfrm>
            <a:off x="5429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زِ</a:t>
            </a:r>
          </a:p>
        </p:txBody>
      </p:sp>
      <p:sp>
        <p:nvSpPr>
          <p:cNvPr id="11" name="Hole 3"/>
          <p:cNvSpPr/>
          <p:nvPr/>
        </p:nvSpPr>
        <p:spPr>
          <a:xfrm>
            <a:off x="7937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ile 3 يِ" descr="يِ">
            <a:hlinkClick action="ppaction://hlinksldjump" r:id="rId4"/>
          </p:cNvPr>
          <p:cNvSpPr/>
          <p:nvPr/>
        </p:nvSpPr>
        <p:spPr>
          <a:xfrm>
            <a:off x="8223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يِ</a:t>
            </a:r>
          </a:p>
        </p:txBody>
      </p:sp>
      <p:sp>
        <p:nvSpPr>
          <p:cNvPr id="13" name="Hole 4"/>
          <p:cNvSpPr/>
          <p:nvPr/>
        </p:nvSpPr>
        <p:spPr>
          <a:xfrm>
            <a:off x="2349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ile 4 صِ" descr="صِ">
            <a:hlinkClick action="ppaction://hlinksldjump" r:id="rId3"/>
          </p:cNvPr>
          <p:cNvSpPr/>
          <p:nvPr/>
        </p:nvSpPr>
        <p:spPr>
          <a:xfrm>
            <a:off x="2635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صِ</a:t>
            </a:r>
          </a:p>
        </p:txBody>
      </p:sp>
      <p:sp>
        <p:nvSpPr>
          <p:cNvPr id="15" name="Hole 5"/>
          <p:cNvSpPr/>
          <p:nvPr/>
        </p:nvSpPr>
        <p:spPr>
          <a:xfrm>
            <a:off x="5143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ile 5 رِ" descr="رِ">
            <a:hlinkClick action="ppaction://hlinksldjump" r:id="rId3"/>
          </p:cNvPr>
          <p:cNvSpPr/>
          <p:nvPr/>
        </p:nvSpPr>
        <p:spPr>
          <a:xfrm>
            <a:off x="5429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رِ</a:t>
            </a:r>
          </a:p>
        </p:txBody>
      </p:sp>
      <p:sp>
        <p:nvSpPr>
          <p:cNvPr id="17" name="Hole 6"/>
          <p:cNvSpPr/>
          <p:nvPr/>
        </p:nvSpPr>
        <p:spPr>
          <a:xfrm>
            <a:off x="7937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ile 6 كِ" descr="كِ">
            <a:hlinkClick action="ppaction://hlinksldjump" r:id="rId3"/>
          </p:cNvPr>
          <p:cNvSpPr/>
          <p:nvPr/>
        </p:nvSpPr>
        <p:spPr>
          <a:xfrm>
            <a:off x="8223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كِ</a:t>
            </a:r>
          </a:p>
        </p:txBody>
      </p:sp>
      <p:sp>
        <p:nvSpPr>
          <p:cNvPr id="19" name="Try again!" descr="Try again!"/>
          <p:cNvSpPr/>
          <p:nvPr/>
        </p:nvSpPr>
        <p:spPr>
          <a:xfrm>
            <a:off x="9080500" y="1016000"/>
            <a:ext cx="3048000" cy="1460500"/>
          </a:xfrm>
          <a:prstGeom prst="cloudCallout">
            <a:avLst/>
          </a:prstGeom>
          <a:solidFill>
            <a:srgbClr val="FFFFFF"/>
          </a:solidFill>
          <a:ln w="50800">
            <a:solidFill>
              <a:srgbClr val="E5536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2500" b="1" lang="en-US">
                <a:solidFill>
                  <a:srgbClr val="E5536F"/>
                </a:solidFill>
                <a:latin typeface="Arial"/>
                <a:cs typeface="Arial"/>
              </a:rPr>
              <a:t>Try again!</a:t>
            </a:r>
          </a:p>
        </p:txBody>
      </p:sp>
      <p:sp>
        <p:nvSpPr>
          <p:cNvPr id="20" name="Next button">
            <a:hlinkClick action="ppaction://hlinksldjump" r:id="rId5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Next arrow">
            <a:hlinkClick action="ppaction://hlinksldjump" r:id="rId5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6" name="boing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4" dur="970" fill="hold" repeatCount="indefinite" autoRev="1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6" dur="109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8" dur="1210" fill="hold" repeatCount="indefinite" autoRev="1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0" dur="1330" fill="hold" repeatCount="indefinite" autoRev="1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2" dur="1450" fill="hold" repeatCount="indefinite" autoRev="1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8" presetID="53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4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4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Tap every letter with"/>
          <p:cNvSpPr/>
          <p:nvPr/>
        </p:nvSpPr>
        <p:spPr>
          <a:xfrm>
            <a:off x="2730500" y="190500"/>
            <a:ext cx="546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000" b="1" lang="en-US">
                <a:solidFill>
                  <a:srgbClr val="2E2640"/>
                </a:solidFill>
                <a:latin typeface="Arial"/>
                <a:cs typeface="Arial"/>
              </a:rPr>
              <a:t>Tap every letter with</a:t>
            </a:r>
          </a:p>
        </p:txBody>
      </p:sp>
      <p:sp>
        <p:nvSpPr>
          <p:cNvPr id="5" name="Find يِ" descr="يِ"/>
          <p:cNvSpPr/>
          <p:nvPr/>
        </p:nvSpPr>
        <p:spPr>
          <a:xfrm>
            <a:off x="81915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يِ</a:t>
            </a:r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Hole 1"/>
          <p:cNvSpPr/>
          <p:nvPr/>
        </p:nvSpPr>
        <p:spPr>
          <a:xfrm>
            <a:off x="2349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ile 1 يِ" descr="يِ">
            <a:hlinkClick action="ppaction://hlinksldjump" r:id="rId3"/>
          </p:cNvPr>
          <p:cNvSpPr/>
          <p:nvPr/>
        </p:nvSpPr>
        <p:spPr>
          <a:xfrm>
            <a:off x="2635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يِ</a:t>
            </a:r>
          </a:p>
        </p:txBody>
      </p:sp>
      <p:sp>
        <p:nvSpPr>
          <p:cNvPr id="10" name="Hole 2"/>
          <p:cNvSpPr/>
          <p:nvPr/>
        </p:nvSpPr>
        <p:spPr>
          <a:xfrm>
            <a:off x="5143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ile 2 زِ" descr="زِ">
            <a:hlinkClick action="ppaction://hlinksldjump" r:id="rId4"/>
          </p:cNvPr>
          <p:cNvSpPr/>
          <p:nvPr/>
        </p:nvSpPr>
        <p:spPr>
          <a:xfrm>
            <a:off x="5429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زِ</a:t>
            </a:r>
          </a:p>
        </p:txBody>
      </p:sp>
      <p:sp>
        <p:nvSpPr>
          <p:cNvPr id="12" name="Hole 3"/>
          <p:cNvSpPr/>
          <p:nvPr/>
        </p:nvSpPr>
        <p:spPr>
          <a:xfrm>
            <a:off x="7937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Hole 4"/>
          <p:cNvSpPr/>
          <p:nvPr/>
        </p:nvSpPr>
        <p:spPr>
          <a:xfrm>
            <a:off x="2349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ile 4 صِ" descr="صِ">
            <a:hlinkClick action="ppaction://hlinksldjump" r:id="rId4"/>
          </p:cNvPr>
          <p:cNvSpPr/>
          <p:nvPr/>
        </p:nvSpPr>
        <p:spPr>
          <a:xfrm>
            <a:off x="2635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صِ</a:t>
            </a:r>
          </a:p>
        </p:txBody>
      </p:sp>
      <p:sp>
        <p:nvSpPr>
          <p:cNvPr id="15" name="Hole 5"/>
          <p:cNvSpPr/>
          <p:nvPr/>
        </p:nvSpPr>
        <p:spPr>
          <a:xfrm>
            <a:off x="5143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ile 5 رِ" descr="رِ">
            <a:hlinkClick action="ppaction://hlinksldjump" r:id="rId4"/>
          </p:cNvPr>
          <p:cNvSpPr/>
          <p:nvPr/>
        </p:nvSpPr>
        <p:spPr>
          <a:xfrm>
            <a:off x="5429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رِ</a:t>
            </a:r>
          </a:p>
        </p:txBody>
      </p:sp>
      <p:sp>
        <p:nvSpPr>
          <p:cNvPr id="17" name="Hole 6"/>
          <p:cNvSpPr/>
          <p:nvPr/>
        </p:nvSpPr>
        <p:spPr>
          <a:xfrm>
            <a:off x="7937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ile 6 كِ" descr="كِ">
            <a:hlinkClick action="ppaction://hlinksldjump" r:id="rId4"/>
          </p:cNvPr>
          <p:cNvSpPr/>
          <p:nvPr/>
        </p:nvSpPr>
        <p:spPr>
          <a:xfrm>
            <a:off x="8223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كِ</a:t>
            </a:r>
          </a:p>
        </p:txBody>
      </p:sp>
      <p:sp>
        <p:nvSpPr>
          <p:cNvPr id="19" name="Next button">
            <a:hlinkClick action="ppaction://hlinksldjump" r:id="rId5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Next arrow">
            <a:hlinkClick action="ppaction://hlinksldjump" r:id="rId5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6" name="bonk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9" dur="85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2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1" dur="970" fill="hold" repeatCount="indefinite" autoRev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4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3" dur="1210" fill="hold" repeatCount="indefinite" autoRev="1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6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5" dur="1330" fill="hold" repeatCount="indefinite" autoRev="1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8" presetID="0" presetClass="path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7" dur="1450" fill="hold" repeatCount="indefinite" autoRev="1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Tap every letter with"/>
          <p:cNvSpPr/>
          <p:nvPr/>
        </p:nvSpPr>
        <p:spPr>
          <a:xfrm>
            <a:off x="2730500" y="190500"/>
            <a:ext cx="546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000" b="1" lang="en-US">
                <a:solidFill>
                  <a:srgbClr val="2E2640"/>
                </a:solidFill>
                <a:latin typeface="Arial"/>
                <a:cs typeface="Arial"/>
              </a:rPr>
              <a:t>Tap every letter with</a:t>
            </a:r>
          </a:p>
        </p:txBody>
      </p:sp>
      <p:sp>
        <p:nvSpPr>
          <p:cNvPr id="5" name="Find يِ" descr="يِ"/>
          <p:cNvSpPr/>
          <p:nvPr/>
        </p:nvSpPr>
        <p:spPr>
          <a:xfrm>
            <a:off x="81915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يِ</a:t>
            </a:r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Hole 1"/>
          <p:cNvSpPr/>
          <p:nvPr/>
        </p:nvSpPr>
        <p:spPr>
          <a:xfrm>
            <a:off x="2349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ile 1 يِ" descr="يِ">
            <a:hlinkClick action="ppaction://hlinksldjump" r:id="rId3"/>
          </p:cNvPr>
          <p:cNvSpPr/>
          <p:nvPr/>
        </p:nvSpPr>
        <p:spPr>
          <a:xfrm>
            <a:off x="2635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يِ</a:t>
            </a:r>
          </a:p>
        </p:txBody>
      </p:sp>
      <p:sp>
        <p:nvSpPr>
          <p:cNvPr id="10" name="Hole 2"/>
          <p:cNvSpPr/>
          <p:nvPr/>
        </p:nvSpPr>
        <p:spPr>
          <a:xfrm>
            <a:off x="5143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ile 2 زِ" descr="زِ">
            <a:hlinkClick action="ppaction://hlinksldjump" r:id="rId4"/>
          </p:cNvPr>
          <p:cNvSpPr/>
          <p:nvPr/>
        </p:nvSpPr>
        <p:spPr>
          <a:xfrm>
            <a:off x="5429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زِ</a:t>
            </a:r>
          </a:p>
        </p:txBody>
      </p:sp>
      <p:sp>
        <p:nvSpPr>
          <p:cNvPr id="12" name="Hole 3"/>
          <p:cNvSpPr/>
          <p:nvPr/>
        </p:nvSpPr>
        <p:spPr>
          <a:xfrm>
            <a:off x="7937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Hole 4"/>
          <p:cNvSpPr/>
          <p:nvPr/>
        </p:nvSpPr>
        <p:spPr>
          <a:xfrm>
            <a:off x="2349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ile 4 صِ" descr="صِ">
            <a:hlinkClick action="ppaction://hlinksldjump" r:id="rId4"/>
          </p:cNvPr>
          <p:cNvSpPr/>
          <p:nvPr/>
        </p:nvSpPr>
        <p:spPr>
          <a:xfrm>
            <a:off x="2635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صِ</a:t>
            </a:r>
          </a:p>
        </p:txBody>
      </p:sp>
      <p:sp>
        <p:nvSpPr>
          <p:cNvPr id="15" name="Hole 5"/>
          <p:cNvSpPr/>
          <p:nvPr/>
        </p:nvSpPr>
        <p:spPr>
          <a:xfrm>
            <a:off x="5143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ile 5 رِ" descr="رِ">
            <a:hlinkClick action="ppaction://hlinksldjump" r:id="rId4"/>
          </p:cNvPr>
          <p:cNvSpPr/>
          <p:nvPr/>
        </p:nvSpPr>
        <p:spPr>
          <a:xfrm>
            <a:off x="5429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رِ</a:t>
            </a:r>
          </a:p>
        </p:txBody>
      </p:sp>
      <p:sp>
        <p:nvSpPr>
          <p:cNvPr id="17" name="Hole 6"/>
          <p:cNvSpPr/>
          <p:nvPr/>
        </p:nvSpPr>
        <p:spPr>
          <a:xfrm>
            <a:off x="7937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ile 6 كِ" descr="كِ">
            <a:hlinkClick action="ppaction://hlinksldjump" r:id="rId4"/>
          </p:cNvPr>
          <p:cNvSpPr/>
          <p:nvPr/>
        </p:nvSpPr>
        <p:spPr>
          <a:xfrm>
            <a:off x="8223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كِ</a:t>
            </a:r>
          </a:p>
        </p:txBody>
      </p:sp>
      <p:sp>
        <p:nvSpPr>
          <p:cNvPr id="19" name="Try again!" descr="Try again!"/>
          <p:cNvSpPr/>
          <p:nvPr/>
        </p:nvSpPr>
        <p:spPr>
          <a:xfrm>
            <a:off x="9080500" y="1016000"/>
            <a:ext cx="3048000" cy="1460500"/>
          </a:xfrm>
          <a:prstGeom prst="cloudCallout">
            <a:avLst/>
          </a:prstGeom>
          <a:solidFill>
            <a:srgbClr val="FFFFFF"/>
          </a:solidFill>
          <a:ln w="50800">
            <a:solidFill>
              <a:srgbClr val="E5536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2500" b="1" lang="en-US">
                <a:solidFill>
                  <a:srgbClr val="E5536F"/>
                </a:solidFill>
                <a:latin typeface="Arial"/>
                <a:cs typeface="Arial"/>
              </a:rPr>
              <a:t>Try again!</a:t>
            </a:r>
          </a:p>
        </p:txBody>
      </p:sp>
      <p:sp>
        <p:nvSpPr>
          <p:cNvPr id="20" name="Next button">
            <a:hlinkClick action="ppaction://hlinksldjump" r:id="rId5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Next arrow">
            <a:hlinkClick action="ppaction://hlinksldjump" r:id="rId5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6" name="boing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4" dur="85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6" dur="970" fill="hold" repeatCount="indefinite" autoRev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8" dur="1210" fill="hold" repeatCount="indefinite" autoRev="1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0" dur="1330" fill="hold" repeatCount="indefinite" autoRev="1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2" dur="1450" fill="hold" repeatCount="indefinite" autoRev="1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8" presetID="53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4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4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Tap every letter with"/>
          <p:cNvSpPr/>
          <p:nvPr/>
        </p:nvSpPr>
        <p:spPr>
          <a:xfrm>
            <a:off x="2730500" y="190500"/>
            <a:ext cx="546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000" b="1" lang="en-US">
                <a:solidFill>
                  <a:srgbClr val="2E2640"/>
                </a:solidFill>
                <a:latin typeface="Arial"/>
                <a:cs typeface="Arial"/>
              </a:rPr>
              <a:t>Tap every letter with</a:t>
            </a:r>
          </a:p>
        </p:txBody>
      </p:sp>
      <p:sp>
        <p:nvSpPr>
          <p:cNvPr id="5" name="Find يِ" descr="يِ"/>
          <p:cNvSpPr/>
          <p:nvPr/>
        </p:nvSpPr>
        <p:spPr>
          <a:xfrm>
            <a:off x="81915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يِ</a:t>
            </a:r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Hole 1"/>
          <p:cNvSpPr/>
          <p:nvPr/>
        </p:nvSpPr>
        <p:spPr>
          <a:xfrm>
            <a:off x="2349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Hole 2"/>
          <p:cNvSpPr/>
          <p:nvPr/>
        </p:nvSpPr>
        <p:spPr>
          <a:xfrm>
            <a:off x="5143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ile 2 زِ" descr="زِ"/>
          <p:cNvSpPr/>
          <p:nvPr/>
        </p:nvSpPr>
        <p:spPr>
          <a:xfrm>
            <a:off x="5429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زِ</a:t>
            </a:r>
          </a:p>
        </p:txBody>
      </p:sp>
      <p:sp>
        <p:nvSpPr>
          <p:cNvPr id="11" name="Hole 3"/>
          <p:cNvSpPr/>
          <p:nvPr/>
        </p:nvSpPr>
        <p:spPr>
          <a:xfrm>
            <a:off x="7937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Hole 4"/>
          <p:cNvSpPr/>
          <p:nvPr/>
        </p:nvSpPr>
        <p:spPr>
          <a:xfrm>
            <a:off x="2349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ile 4 صِ" descr="صِ"/>
          <p:cNvSpPr/>
          <p:nvPr/>
        </p:nvSpPr>
        <p:spPr>
          <a:xfrm>
            <a:off x="2635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صِ</a:t>
            </a:r>
          </a:p>
        </p:txBody>
      </p:sp>
      <p:sp>
        <p:nvSpPr>
          <p:cNvPr id="14" name="Hole 5"/>
          <p:cNvSpPr/>
          <p:nvPr/>
        </p:nvSpPr>
        <p:spPr>
          <a:xfrm>
            <a:off x="5143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ile 5 رِ" descr="رِ"/>
          <p:cNvSpPr/>
          <p:nvPr/>
        </p:nvSpPr>
        <p:spPr>
          <a:xfrm>
            <a:off x="5429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رِ</a:t>
            </a:r>
          </a:p>
        </p:txBody>
      </p:sp>
      <p:sp>
        <p:nvSpPr>
          <p:cNvPr id="16" name="Hole 6"/>
          <p:cNvSpPr/>
          <p:nvPr/>
        </p:nvSpPr>
        <p:spPr>
          <a:xfrm>
            <a:off x="7937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ile 6 كِ" descr="كِ"/>
          <p:cNvSpPr/>
          <p:nvPr/>
        </p:nvSpPr>
        <p:spPr>
          <a:xfrm>
            <a:off x="8223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كِ</a:t>
            </a:r>
          </a:p>
        </p:txBody>
      </p:sp>
      <p:sp>
        <p:nvSpPr>
          <p:cNvPr id="18" name="Great job!" descr="Great job!"/>
          <p:cNvSpPr/>
          <p:nvPr/>
        </p:nvSpPr>
        <p:spPr>
          <a:xfrm>
            <a:off x="9080500" y="1016000"/>
            <a:ext cx="3048000" cy="1460500"/>
          </a:xfrm>
          <a:prstGeom prst="cloudCallout">
            <a:avLst/>
          </a:prstGeom>
          <a:solidFill>
            <a:srgbClr val="FFFFFF"/>
          </a:solidFill>
          <a:ln w="50800">
            <a:solidFill>
              <a:srgbClr val="2FB57A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2500" b="1" lang="en-US">
                <a:solidFill>
                  <a:srgbClr val="2FB57A"/>
                </a:solidFill>
                <a:latin typeface="Arial"/>
                <a:cs typeface="Arial"/>
              </a:rPr>
              <a:t>Great job!</a:t>
            </a:r>
          </a:p>
        </p:txBody>
      </p:sp>
      <p:sp>
        <p:nvSpPr>
          <p:cNvPr id="19" name="Next button">
            <a:hlinkClick action="ppaction://hlinksldjump" r:id="rId3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Next arrow">
            <a:hlinkClick action="ppaction://hlinksldjump" r:id="rId3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1" name="sound anchor" descr="sound anchor (invisible)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700" y="12700"/>
            <a:ext cx="25400" cy="25400"/>
          </a:xfrm>
          <a:prstGeom prst="rect">
            <a:avLst/>
          </a:prstGeom>
        </p:spPr>
      </p:pic>
    </p:spTree>
  </p:cSld>
  <p:clrMapOvr>
    <a:masterClrMapping/>
  </p:clrMapOvr>
  <p:transition advClick="0">
    <p:sndAc>
      <p:stSnd>
        <p:snd r:embed="rId4" name="bonk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9" dur="970" fill="hold" repeatCount="indefinite" autoRev="1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2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1" dur="1210" fill="hold" repeatCount="indefinite" autoRev="1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4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3" dur="1330" fill="hold" repeatCount="indefinite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6" presetID="0" presetClass="path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5" dur="1450" fill="hold" repeatCount="indefinite" autoRev="1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1" presetID="53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8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0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100000">
                                        <p:cTn id="2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6" name="cheer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286000" y="190500"/>
            <a:ext cx="7620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Build the word, then tap GO!"/>
          <p:cNvSpPr/>
          <p:nvPr/>
        </p:nvSpPr>
        <p:spPr>
          <a:xfrm>
            <a:off x="2413000" y="190500"/>
            <a:ext cx="52705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200" b="1" lang="en-US">
                <a:solidFill>
                  <a:srgbClr val="2E2640"/>
                </a:solidFill>
                <a:latin typeface="Arial"/>
                <a:cs typeface="Arial"/>
              </a:rPr>
              <a:t>Build the word, then tap GO!</a:t>
            </a:r>
          </a:p>
        </p:txBody>
      </p:sp>
      <p:sp>
        <p:nvSpPr>
          <p:cNvPr id="5" name="Find عَلِمَ" descr="عَلِمَ"/>
          <p:cNvSpPr/>
          <p:nvPr/>
        </p:nvSpPr>
        <p:spPr>
          <a:xfrm>
            <a:off x="7683500" y="228600"/>
            <a:ext cx="20955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عَلِمَ</a:t>
            </a:r>
          </a:p>
        </p:txBody>
      </p:sp>
      <p:pic>
        <p:nvPicPr>
          <p:cNvPr id="6" name="Engine" descr="Engin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000" y="3937000"/>
            <a:ext cx="2667000" cy="1911350"/>
          </a:xfrm>
          <a:prstGeom prst="rect">
            <a:avLst/>
          </a:prstGeom>
        </p:spPr>
      </p:pic>
      <p:pic>
        <p:nvPicPr>
          <p:cNvPr id="7" name="Wagon 1" descr="Wagon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75000" y="4381500"/>
            <a:ext cx="1778000" cy="1543050"/>
          </a:xfrm>
          <a:prstGeom prst="rect">
            <a:avLst/>
          </a:prstGeom>
        </p:spPr>
      </p:pic>
      <p:pic>
        <p:nvPicPr>
          <p:cNvPr id="8" name="Wagon 2" descr="Wagon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16500" y="4381500"/>
            <a:ext cx="1778000" cy="1543050"/>
          </a:xfrm>
          <a:prstGeom prst="rect">
            <a:avLst/>
          </a:prstGeom>
        </p:spPr>
      </p:pic>
      <p:pic>
        <p:nvPicPr>
          <p:cNvPr id="9" name="Wagon 3" descr="Wagon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0" y="4381500"/>
            <a:ext cx="1778000" cy="1543050"/>
          </a:xfrm>
          <a:prstGeom prst="rect">
            <a:avLst/>
          </a:prstGeom>
        </p:spPr>
      </p:pic>
      <p:sp>
        <p:nvSpPr>
          <p:cNvPr id="10" name="Card لِ" descr="لِ">
            <a:hlinkClick action="ppaction://hlinksldjump" r:id="rId5"/>
          </p:cNvPr>
          <p:cNvSpPr/>
          <p:nvPr/>
        </p:nvSpPr>
        <p:spPr>
          <a:xfrm>
            <a:off x="3302000" y="1778000"/>
            <a:ext cx="1206500" cy="12065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FFB347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6200" b="1" lang="ar-SA">
                <a:solidFill>
                  <a:srgbClr val="2E2640"/>
                </a:solidFill>
                <a:latin typeface="Arial"/>
                <a:cs typeface="Arial"/>
              </a:rPr>
              <a:t>لِ</a:t>
            </a:r>
          </a:p>
        </p:txBody>
      </p:sp>
      <p:sp>
        <p:nvSpPr>
          <p:cNvPr id="11" name="Card مَ" descr="مَ">
            <a:hlinkClick action="ppaction://hlinksldjump" r:id="rId5"/>
          </p:cNvPr>
          <p:cNvSpPr/>
          <p:nvPr/>
        </p:nvSpPr>
        <p:spPr>
          <a:xfrm>
            <a:off x="4953000" y="1778000"/>
            <a:ext cx="1206500" cy="12065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FFB347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6200" b="1" lang="ar-SA">
                <a:solidFill>
                  <a:srgbClr val="2E2640"/>
                </a:solidFill>
                <a:latin typeface="Arial"/>
                <a:cs typeface="Arial"/>
              </a:rPr>
              <a:t>مَ</a:t>
            </a:r>
          </a:p>
        </p:txBody>
      </p:sp>
      <p:sp>
        <p:nvSpPr>
          <p:cNvPr id="12" name="Card عَ" descr="عَ">
            <a:hlinkClick action="ppaction://hlinksldjump" r:id="rId6"/>
          </p:cNvPr>
          <p:cNvSpPr/>
          <p:nvPr/>
        </p:nvSpPr>
        <p:spPr>
          <a:xfrm>
            <a:off x="6604000" y="1778000"/>
            <a:ext cx="1206500" cy="12065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FFB347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6200" b="1" lang="ar-SA">
                <a:solidFill>
                  <a:srgbClr val="2E2640"/>
                </a:solidFill>
                <a:latin typeface="Arial"/>
                <a:cs typeface="Arial"/>
              </a:rPr>
              <a:t>عَ</a:t>
            </a:r>
          </a:p>
        </p:txBody>
      </p:sp>
      <p:sp>
        <p:nvSpPr>
          <p:cNvPr id="13" name="Next button">
            <a:hlinkClick action="ppaction://hlinksldjump" r:id="rId7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Next arrow">
            <a:hlinkClick action="ppaction://hlinksldjump" r:id="rId7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 spd="med">
    <p:fade/>
  </p:transition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286000" y="190500"/>
            <a:ext cx="7620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Build the word, then tap GO!"/>
          <p:cNvSpPr/>
          <p:nvPr/>
        </p:nvSpPr>
        <p:spPr>
          <a:xfrm>
            <a:off x="2413000" y="190500"/>
            <a:ext cx="52705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200" b="1" lang="en-US">
                <a:solidFill>
                  <a:srgbClr val="2E2640"/>
                </a:solidFill>
                <a:latin typeface="Arial"/>
                <a:cs typeface="Arial"/>
              </a:rPr>
              <a:t>Build the word, then tap GO!</a:t>
            </a:r>
          </a:p>
        </p:txBody>
      </p:sp>
      <p:sp>
        <p:nvSpPr>
          <p:cNvPr id="5" name="Find عَلِمَ" descr="عَلِمَ"/>
          <p:cNvSpPr/>
          <p:nvPr/>
        </p:nvSpPr>
        <p:spPr>
          <a:xfrm>
            <a:off x="7683500" y="228600"/>
            <a:ext cx="20955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عَلِمَ</a:t>
            </a:r>
          </a:p>
        </p:txBody>
      </p:sp>
      <p:pic>
        <p:nvPicPr>
          <p:cNvPr id="6" name="Engine" descr="Engin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000" y="3937000"/>
            <a:ext cx="2667000" cy="1911350"/>
          </a:xfrm>
          <a:prstGeom prst="rect">
            <a:avLst/>
          </a:prstGeom>
        </p:spPr>
      </p:pic>
      <p:pic>
        <p:nvPicPr>
          <p:cNvPr id="7" name="Wagon 1" descr="Wagon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75000" y="4381500"/>
            <a:ext cx="1778000" cy="1543050"/>
          </a:xfrm>
          <a:prstGeom prst="rect">
            <a:avLst/>
          </a:prstGeom>
        </p:spPr>
      </p:pic>
      <p:pic>
        <p:nvPicPr>
          <p:cNvPr id="8" name="Wagon 2" descr="Wagon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16500" y="4381500"/>
            <a:ext cx="1778000" cy="1543050"/>
          </a:xfrm>
          <a:prstGeom prst="rect">
            <a:avLst/>
          </a:prstGeom>
        </p:spPr>
      </p:pic>
      <p:pic>
        <p:nvPicPr>
          <p:cNvPr id="9" name="Wagon 3" descr="Wagon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0" y="4381500"/>
            <a:ext cx="1778000" cy="1543050"/>
          </a:xfrm>
          <a:prstGeom prst="rect">
            <a:avLst/>
          </a:prstGeom>
        </p:spPr>
      </p:pic>
      <p:sp>
        <p:nvSpPr>
          <p:cNvPr id="10" name="Wagon letter 1" descr="عَ"/>
          <p:cNvSpPr/>
          <p:nvPr/>
        </p:nvSpPr>
        <p:spPr>
          <a:xfrm>
            <a:off x="7099300" y="4737100"/>
            <a:ext cx="1295400" cy="6604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3800" b="1" lang="ar-SA">
                <a:solidFill>
                  <a:srgbClr val="2E2640"/>
                </a:solidFill>
                <a:latin typeface="Arial"/>
                <a:cs typeface="Arial"/>
              </a:rPr>
              <a:t>عَ</a:t>
            </a:r>
          </a:p>
        </p:txBody>
      </p:sp>
      <p:sp>
        <p:nvSpPr>
          <p:cNvPr id="11" name="Card لِ" descr="لِ">
            <a:hlinkClick action="ppaction://hlinksldjump" r:id="rId5"/>
          </p:cNvPr>
          <p:cNvSpPr/>
          <p:nvPr/>
        </p:nvSpPr>
        <p:spPr>
          <a:xfrm>
            <a:off x="3302000" y="1778000"/>
            <a:ext cx="1206500" cy="12065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FFB347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6200" b="1" lang="ar-SA">
                <a:solidFill>
                  <a:srgbClr val="2E2640"/>
                </a:solidFill>
                <a:latin typeface="Arial"/>
                <a:cs typeface="Arial"/>
              </a:rPr>
              <a:t>لِ</a:t>
            </a:r>
          </a:p>
        </p:txBody>
      </p:sp>
      <p:sp>
        <p:nvSpPr>
          <p:cNvPr id="12" name="Card مَ" descr="مَ">
            <a:hlinkClick action="ppaction://hlinksldjump" r:id="rId6"/>
          </p:cNvPr>
          <p:cNvSpPr/>
          <p:nvPr/>
        </p:nvSpPr>
        <p:spPr>
          <a:xfrm>
            <a:off x="4953000" y="1778000"/>
            <a:ext cx="1206500" cy="12065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FFB347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6200" b="1" lang="ar-SA">
                <a:solidFill>
                  <a:srgbClr val="2E2640"/>
                </a:solidFill>
                <a:latin typeface="Arial"/>
                <a:cs typeface="Arial"/>
              </a:rPr>
              <a:t>مَ</a:t>
            </a:r>
          </a:p>
        </p:txBody>
      </p:sp>
      <p:sp>
        <p:nvSpPr>
          <p:cNvPr id="13" name="Next button">
            <a:hlinkClick action="ppaction://hlinksldjump" r:id="rId7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Next arrow">
            <a:hlinkClick action="ppaction://hlinksldjump" r:id="rId7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8" name="ding.wav"/>
      </p:stSnd>
    </p:sndAc>
  </p:transition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286000" y="190500"/>
            <a:ext cx="7620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Build the word, then tap GO!"/>
          <p:cNvSpPr/>
          <p:nvPr/>
        </p:nvSpPr>
        <p:spPr>
          <a:xfrm>
            <a:off x="2413000" y="190500"/>
            <a:ext cx="52705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200" b="1" lang="en-US">
                <a:solidFill>
                  <a:srgbClr val="2E2640"/>
                </a:solidFill>
                <a:latin typeface="Arial"/>
                <a:cs typeface="Arial"/>
              </a:rPr>
              <a:t>Build the word, then tap GO!</a:t>
            </a:r>
          </a:p>
        </p:txBody>
      </p:sp>
      <p:sp>
        <p:nvSpPr>
          <p:cNvPr id="5" name="Find عَلِمَ" descr="عَلِمَ"/>
          <p:cNvSpPr/>
          <p:nvPr/>
        </p:nvSpPr>
        <p:spPr>
          <a:xfrm>
            <a:off x="7683500" y="228600"/>
            <a:ext cx="20955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عَلِمَ</a:t>
            </a:r>
          </a:p>
        </p:txBody>
      </p:sp>
      <p:pic>
        <p:nvPicPr>
          <p:cNvPr id="6" name="Engine" descr="Engin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000" y="3937000"/>
            <a:ext cx="2667000" cy="1911350"/>
          </a:xfrm>
          <a:prstGeom prst="rect">
            <a:avLst/>
          </a:prstGeom>
        </p:spPr>
      </p:pic>
      <p:pic>
        <p:nvPicPr>
          <p:cNvPr id="7" name="Wagon 1" descr="Wagon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75000" y="4381500"/>
            <a:ext cx="1778000" cy="1543050"/>
          </a:xfrm>
          <a:prstGeom prst="rect">
            <a:avLst/>
          </a:prstGeom>
        </p:spPr>
      </p:pic>
      <p:pic>
        <p:nvPicPr>
          <p:cNvPr id="8" name="Wagon 2" descr="Wagon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16500" y="4381500"/>
            <a:ext cx="1778000" cy="1543050"/>
          </a:xfrm>
          <a:prstGeom prst="rect">
            <a:avLst/>
          </a:prstGeom>
        </p:spPr>
      </p:pic>
      <p:pic>
        <p:nvPicPr>
          <p:cNvPr id="9" name="Wagon 3" descr="Wagon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0" y="4381500"/>
            <a:ext cx="1778000" cy="1543050"/>
          </a:xfrm>
          <a:prstGeom prst="rect">
            <a:avLst/>
          </a:prstGeom>
        </p:spPr>
      </p:pic>
      <p:sp>
        <p:nvSpPr>
          <p:cNvPr id="10" name="Wagon letter 1" descr="عَ"/>
          <p:cNvSpPr/>
          <p:nvPr/>
        </p:nvSpPr>
        <p:spPr>
          <a:xfrm>
            <a:off x="7099300" y="4737100"/>
            <a:ext cx="1295400" cy="6604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3800" b="1" lang="ar-SA">
                <a:solidFill>
                  <a:srgbClr val="2E2640"/>
                </a:solidFill>
                <a:latin typeface="Arial"/>
                <a:cs typeface="Arial"/>
              </a:rPr>
              <a:t>عَ</a:t>
            </a:r>
          </a:p>
        </p:txBody>
      </p:sp>
      <p:sp>
        <p:nvSpPr>
          <p:cNvPr id="11" name="Wagon letter 2" descr="لِ"/>
          <p:cNvSpPr/>
          <p:nvPr/>
        </p:nvSpPr>
        <p:spPr>
          <a:xfrm>
            <a:off x="5257800" y="4737100"/>
            <a:ext cx="1295400" cy="6604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3800" b="1" lang="ar-SA">
                <a:solidFill>
                  <a:srgbClr val="2E2640"/>
                </a:solidFill>
                <a:latin typeface="Arial"/>
                <a:cs typeface="Arial"/>
              </a:rPr>
              <a:t>لِ</a:t>
            </a:r>
          </a:p>
        </p:txBody>
      </p:sp>
      <p:sp>
        <p:nvSpPr>
          <p:cNvPr id="12" name="Card مَ" descr="مَ">
            <a:hlinkClick action="ppaction://hlinksldjump" r:id="rId5"/>
          </p:cNvPr>
          <p:cNvSpPr/>
          <p:nvPr/>
        </p:nvSpPr>
        <p:spPr>
          <a:xfrm>
            <a:off x="4953000" y="1778000"/>
            <a:ext cx="1206500" cy="12065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FFB347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6200" b="1" lang="ar-SA">
                <a:solidFill>
                  <a:srgbClr val="2E2640"/>
                </a:solidFill>
                <a:latin typeface="Arial"/>
                <a:cs typeface="Arial"/>
              </a:rPr>
              <a:t>مَ</a:t>
            </a:r>
          </a:p>
        </p:txBody>
      </p:sp>
      <p:sp>
        <p:nvSpPr>
          <p:cNvPr id="13" name="Next button">
            <a:hlinkClick action="ppaction://hlinksldjump" r:id="rId6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Next arrow">
            <a:hlinkClick action="ppaction://hlinksldjump" r:id="rId6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7" name="ding.wav"/>
      </p:stSnd>
    </p:sndAc>
  </p:transition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286000" y="190500"/>
            <a:ext cx="7620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Build the word, then tap GO!"/>
          <p:cNvSpPr/>
          <p:nvPr/>
        </p:nvSpPr>
        <p:spPr>
          <a:xfrm>
            <a:off x="2413000" y="190500"/>
            <a:ext cx="52705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200" b="1" lang="en-US">
                <a:solidFill>
                  <a:srgbClr val="2E2640"/>
                </a:solidFill>
                <a:latin typeface="Arial"/>
                <a:cs typeface="Arial"/>
              </a:rPr>
              <a:t>Build the word, then tap GO!</a:t>
            </a:r>
          </a:p>
        </p:txBody>
      </p:sp>
      <p:sp>
        <p:nvSpPr>
          <p:cNvPr id="5" name="Find عَلِمَ" descr="عَلِمَ"/>
          <p:cNvSpPr/>
          <p:nvPr/>
        </p:nvSpPr>
        <p:spPr>
          <a:xfrm>
            <a:off x="7683500" y="228600"/>
            <a:ext cx="20955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عَلِمَ</a:t>
            </a:r>
          </a:p>
        </p:txBody>
      </p:sp>
      <p:pic>
        <p:nvPicPr>
          <p:cNvPr id="6" name="Engine" descr="Engin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000" y="3937000"/>
            <a:ext cx="2667000" cy="1911350"/>
          </a:xfrm>
          <a:prstGeom prst="rect">
            <a:avLst/>
          </a:prstGeom>
        </p:spPr>
      </p:pic>
      <p:pic>
        <p:nvPicPr>
          <p:cNvPr id="7" name="Wagon 1" descr="Wagon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75000" y="4381500"/>
            <a:ext cx="1778000" cy="1543050"/>
          </a:xfrm>
          <a:prstGeom prst="rect">
            <a:avLst/>
          </a:prstGeom>
        </p:spPr>
      </p:pic>
      <p:pic>
        <p:nvPicPr>
          <p:cNvPr id="8" name="Wagon 2" descr="Wagon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16500" y="4381500"/>
            <a:ext cx="1778000" cy="1543050"/>
          </a:xfrm>
          <a:prstGeom prst="rect">
            <a:avLst/>
          </a:prstGeom>
        </p:spPr>
      </p:pic>
      <p:pic>
        <p:nvPicPr>
          <p:cNvPr id="9" name="Wagon 3" descr="Wagon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0" y="4381500"/>
            <a:ext cx="1778000" cy="1543050"/>
          </a:xfrm>
          <a:prstGeom prst="rect">
            <a:avLst/>
          </a:prstGeom>
        </p:spPr>
      </p:pic>
      <p:sp>
        <p:nvSpPr>
          <p:cNvPr id="10" name="Wagon letter 1" descr="عَ"/>
          <p:cNvSpPr/>
          <p:nvPr/>
        </p:nvSpPr>
        <p:spPr>
          <a:xfrm>
            <a:off x="7099300" y="4737100"/>
            <a:ext cx="1295400" cy="6604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3800" b="1" lang="ar-SA">
                <a:solidFill>
                  <a:srgbClr val="2E2640"/>
                </a:solidFill>
                <a:latin typeface="Arial"/>
                <a:cs typeface="Arial"/>
              </a:rPr>
              <a:t>عَ</a:t>
            </a:r>
          </a:p>
        </p:txBody>
      </p:sp>
      <p:sp>
        <p:nvSpPr>
          <p:cNvPr id="11" name="Wagon letter 2" descr="لِ"/>
          <p:cNvSpPr/>
          <p:nvPr/>
        </p:nvSpPr>
        <p:spPr>
          <a:xfrm>
            <a:off x="5257800" y="4737100"/>
            <a:ext cx="1295400" cy="6604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3800" b="1" lang="ar-SA">
                <a:solidFill>
                  <a:srgbClr val="2E2640"/>
                </a:solidFill>
                <a:latin typeface="Arial"/>
                <a:cs typeface="Arial"/>
              </a:rPr>
              <a:t>لِ</a:t>
            </a:r>
          </a:p>
        </p:txBody>
      </p:sp>
      <p:sp>
        <p:nvSpPr>
          <p:cNvPr id="12" name="Wagon letter 3" descr="مَ"/>
          <p:cNvSpPr/>
          <p:nvPr/>
        </p:nvSpPr>
        <p:spPr>
          <a:xfrm>
            <a:off x="3416300" y="4737100"/>
            <a:ext cx="1295400" cy="6604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3800" b="1" lang="ar-SA">
                <a:solidFill>
                  <a:srgbClr val="2E2640"/>
                </a:solidFill>
                <a:latin typeface="Arial"/>
                <a:cs typeface="Arial"/>
              </a:rPr>
              <a:t>مَ</a:t>
            </a:r>
          </a:p>
        </p:txBody>
      </p:sp>
      <p:sp>
        <p:nvSpPr>
          <p:cNvPr id="13" name="GO button" descr="GO!">
            <a:hlinkClick action="ppaction://hlinksldjump" r:id="rId5"/>
          </p:cNvPr>
          <p:cNvSpPr/>
          <p:nvPr/>
        </p:nvSpPr>
        <p:spPr>
          <a:xfrm>
            <a:off x="9271000" y="1905000"/>
            <a:ext cx="1460500" cy="889000"/>
          </a:xfrm>
          <a:prstGeom prst="roundRect">
            <a:avLst>
              <a:gd name="adj" fmla="val 30000"/>
            </a:avLst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4800" b="1" lang="en-US">
                <a:solidFill>
                  <a:srgbClr val="FFFFFF"/>
                </a:solidFill>
                <a:latin typeface="Arial"/>
                <a:cs typeface="Arial"/>
              </a:rPr>
              <a:t>GO!</a:t>
            </a:r>
          </a:p>
        </p:txBody>
      </p:sp>
      <p:sp>
        <p:nvSpPr>
          <p:cNvPr id="14" name="Next button">
            <a:hlinkClick action="ppaction://hlinksldjump" r:id="rId6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Next arrow">
            <a:hlinkClick action="ppaction://hlinksldjump" r:id="rId6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7" name="ding.wav"/>
      </p:stSnd>
    </p:sndAc>
  </p:transition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286000" y="190500"/>
            <a:ext cx="7620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Build the word, then tap GO!"/>
          <p:cNvSpPr/>
          <p:nvPr/>
        </p:nvSpPr>
        <p:spPr>
          <a:xfrm>
            <a:off x="2413000" y="190500"/>
            <a:ext cx="52705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200" b="1" lang="en-US">
                <a:solidFill>
                  <a:srgbClr val="2E2640"/>
                </a:solidFill>
                <a:latin typeface="Arial"/>
                <a:cs typeface="Arial"/>
              </a:rPr>
              <a:t>Build the word, then tap GO!</a:t>
            </a:r>
          </a:p>
        </p:txBody>
      </p:sp>
      <p:sp>
        <p:nvSpPr>
          <p:cNvPr id="5" name="Find عَلِمَ" descr="عَلِمَ"/>
          <p:cNvSpPr/>
          <p:nvPr/>
        </p:nvSpPr>
        <p:spPr>
          <a:xfrm>
            <a:off x="7683500" y="228600"/>
            <a:ext cx="20955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عَلِمَ</a:t>
            </a:r>
          </a:p>
        </p:txBody>
      </p:sp>
      <p:pic>
        <p:nvPicPr>
          <p:cNvPr id="6" name="Engine" descr="Engin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000" y="3937000"/>
            <a:ext cx="2667000" cy="1911350"/>
          </a:xfrm>
          <a:prstGeom prst="rect">
            <a:avLst/>
          </a:prstGeom>
        </p:spPr>
      </p:pic>
      <p:pic>
        <p:nvPicPr>
          <p:cNvPr id="7" name="Wagon 1" descr="Wagon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75000" y="4381500"/>
            <a:ext cx="1778000" cy="1543050"/>
          </a:xfrm>
          <a:prstGeom prst="rect">
            <a:avLst/>
          </a:prstGeom>
        </p:spPr>
      </p:pic>
      <p:pic>
        <p:nvPicPr>
          <p:cNvPr id="8" name="Wagon 2" descr="Wagon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16500" y="4381500"/>
            <a:ext cx="1778000" cy="1543050"/>
          </a:xfrm>
          <a:prstGeom prst="rect">
            <a:avLst/>
          </a:prstGeom>
        </p:spPr>
      </p:pic>
      <p:pic>
        <p:nvPicPr>
          <p:cNvPr id="9" name="Wagon 3" descr="Wagon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0" y="4381500"/>
            <a:ext cx="1778000" cy="1543050"/>
          </a:xfrm>
          <a:prstGeom prst="rect">
            <a:avLst/>
          </a:prstGeom>
        </p:spPr>
      </p:pic>
      <p:sp>
        <p:nvSpPr>
          <p:cNvPr id="10" name="Card لِ" descr="لِ">
            <a:hlinkClick action="ppaction://hlinksldjump" r:id="rId5"/>
          </p:cNvPr>
          <p:cNvSpPr/>
          <p:nvPr/>
        </p:nvSpPr>
        <p:spPr>
          <a:xfrm>
            <a:off x="3302000" y="1778000"/>
            <a:ext cx="1206500" cy="12065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FFB347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6200" b="1" lang="ar-SA">
                <a:solidFill>
                  <a:srgbClr val="2E2640"/>
                </a:solidFill>
                <a:latin typeface="Arial"/>
                <a:cs typeface="Arial"/>
              </a:rPr>
              <a:t>لِ</a:t>
            </a:r>
          </a:p>
        </p:txBody>
      </p:sp>
      <p:sp>
        <p:nvSpPr>
          <p:cNvPr id="11" name="Card مَ" descr="مَ">
            <a:hlinkClick action="ppaction://hlinksldjump" r:id="rId5"/>
          </p:cNvPr>
          <p:cNvSpPr/>
          <p:nvPr/>
        </p:nvSpPr>
        <p:spPr>
          <a:xfrm>
            <a:off x="4953000" y="1778000"/>
            <a:ext cx="1206500" cy="12065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FFB347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6200" b="1" lang="ar-SA">
                <a:solidFill>
                  <a:srgbClr val="2E2640"/>
                </a:solidFill>
                <a:latin typeface="Arial"/>
                <a:cs typeface="Arial"/>
              </a:rPr>
              <a:t>مَ</a:t>
            </a:r>
          </a:p>
        </p:txBody>
      </p:sp>
      <p:sp>
        <p:nvSpPr>
          <p:cNvPr id="12" name="Card عَ" descr="عَ">
            <a:hlinkClick action="ppaction://hlinksldjump" r:id="rId6"/>
          </p:cNvPr>
          <p:cNvSpPr/>
          <p:nvPr/>
        </p:nvSpPr>
        <p:spPr>
          <a:xfrm>
            <a:off x="6604000" y="1778000"/>
            <a:ext cx="1206500" cy="12065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FFB347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6200" b="1" lang="ar-SA">
                <a:solidFill>
                  <a:srgbClr val="2E2640"/>
                </a:solidFill>
                <a:latin typeface="Arial"/>
                <a:cs typeface="Arial"/>
              </a:rPr>
              <a:t>عَ</a:t>
            </a:r>
          </a:p>
        </p:txBody>
      </p:sp>
      <p:sp>
        <p:nvSpPr>
          <p:cNvPr id="13" name="Try again!" descr="Try again!"/>
          <p:cNvSpPr/>
          <p:nvPr/>
        </p:nvSpPr>
        <p:spPr>
          <a:xfrm>
            <a:off x="8255000" y="2667000"/>
            <a:ext cx="3048000" cy="1460500"/>
          </a:xfrm>
          <a:prstGeom prst="cloudCallout">
            <a:avLst/>
          </a:prstGeom>
          <a:solidFill>
            <a:srgbClr val="FFFFFF"/>
          </a:solidFill>
          <a:ln w="50800">
            <a:solidFill>
              <a:srgbClr val="E5536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2500" b="1" lang="en-US">
                <a:solidFill>
                  <a:srgbClr val="E5536F"/>
                </a:solidFill>
                <a:latin typeface="Arial"/>
                <a:cs typeface="Arial"/>
              </a:rPr>
              <a:t>Try again!</a:t>
            </a:r>
          </a:p>
        </p:txBody>
      </p:sp>
      <p:sp>
        <p:nvSpPr>
          <p:cNvPr id="14" name="Next button">
            <a:hlinkClick action="ppaction://hlinksldjump" r:id="rId7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Next arrow">
            <a:hlinkClick action="ppaction://hlinksldjump" r:id="rId7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8" name="boing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53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286000" y="190500"/>
            <a:ext cx="7620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Build the word, then tap GO!"/>
          <p:cNvSpPr/>
          <p:nvPr/>
        </p:nvSpPr>
        <p:spPr>
          <a:xfrm>
            <a:off x="2413000" y="190500"/>
            <a:ext cx="52705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200" b="1" lang="en-US">
                <a:solidFill>
                  <a:srgbClr val="2E2640"/>
                </a:solidFill>
                <a:latin typeface="Arial"/>
                <a:cs typeface="Arial"/>
              </a:rPr>
              <a:t>Build the word, then tap GO!</a:t>
            </a:r>
          </a:p>
        </p:txBody>
      </p:sp>
      <p:sp>
        <p:nvSpPr>
          <p:cNvPr id="5" name="Find عَلِمَ" descr="عَلِمَ"/>
          <p:cNvSpPr/>
          <p:nvPr/>
        </p:nvSpPr>
        <p:spPr>
          <a:xfrm>
            <a:off x="7683500" y="228600"/>
            <a:ext cx="20955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عَلِمَ</a:t>
            </a:r>
          </a:p>
        </p:txBody>
      </p:sp>
      <p:pic>
        <p:nvPicPr>
          <p:cNvPr id="6" name="Engine" descr="Engin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000" y="3937000"/>
            <a:ext cx="2667000" cy="1911350"/>
          </a:xfrm>
          <a:prstGeom prst="rect">
            <a:avLst/>
          </a:prstGeom>
        </p:spPr>
      </p:pic>
      <p:pic>
        <p:nvPicPr>
          <p:cNvPr id="7" name="Wagon 1" descr="Wagon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75000" y="4381500"/>
            <a:ext cx="1778000" cy="1543050"/>
          </a:xfrm>
          <a:prstGeom prst="rect">
            <a:avLst/>
          </a:prstGeom>
        </p:spPr>
      </p:pic>
      <p:pic>
        <p:nvPicPr>
          <p:cNvPr id="8" name="Wagon 2" descr="Wagon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16500" y="4381500"/>
            <a:ext cx="1778000" cy="1543050"/>
          </a:xfrm>
          <a:prstGeom prst="rect">
            <a:avLst/>
          </a:prstGeom>
        </p:spPr>
      </p:pic>
      <p:pic>
        <p:nvPicPr>
          <p:cNvPr id="9" name="Wagon 3" descr="Wagon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0" y="4381500"/>
            <a:ext cx="1778000" cy="1543050"/>
          </a:xfrm>
          <a:prstGeom prst="rect">
            <a:avLst/>
          </a:prstGeom>
        </p:spPr>
      </p:pic>
      <p:sp>
        <p:nvSpPr>
          <p:cNvPr id="10" name="Wagon letter 1" descr="عَ"/>
          <p:cNvSpPr/>
          <p:nvPr/>
        </p:nvSpPr>
        <p:spPr>
          <a:xfrm>
            <a:off x="7099300" y="4737100"/>
            <a:ext cx="1295400" cy="6604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3800" b="1" lang="ar-SA">
                <a:solidFill>
                  <a:srgbClr val="2E2640"/>
                </a:solidFill>
                <a:latin typeface="Arial"/>
                <a:cs typeface="Arial"/>
              </a:rPr>
              <a:t>عَ</a:t>
            </a:r>
          </a:p>
        </p:txBody>
      </p:sp>
      <p:sp>
        <p:nvSpPr>
          <p:cNvPr id="11" name="Card لِ" descr="لِ">
            <a:hlinkClick action="ppaction://hlinksldjump" r:id="rId5"/>
          </p:cNvPr>
          <p:cNvSpPr/>
          <p:nvPr/>
        </p:nvSpPr>
        <p:spPr>
          <a:xfrm>
            <a:off x="3302000" y="1778000"/>
            <a:ext cx="1206500" cy="12065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FFB347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6200" b="1" lang="ar-SA">
                <a:solidFill>
                  <a:srgbClr val="2E2640"/>
                </a:solidFill>
                <a:latin typeface="Arial"/>
                <a:cs typeface="Arial"/>
              </a:rPr>
              <a:t>لِ</a:t>
            </a:r>
          </a:p>
        </p:txBody>
      </p:sp>
      <p:sp>
        <p:nvSpPr>
          <p:cNvPr id="12" name="Card مَ" descr="مَ">
            <a:hlinkClick action="ppaction://hlinksldjump" r:id="rId6"/>
          </p:cNvPr>
          <p:cNvSpPr/>
          <p:nvPr/>
        </p:nvSpPr>
        <p:spPr>
          <a:xfrm>
            <a:off x="4953000" y="1778000"/>
            <a:ext cx="1206500" cy="12065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FFB347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6200" b="1" lang="ar-SA">
                <a:solidFill>
                  <a:srgbClr val="2E2640"/>
                </a:solidFill>
                <a:latin typeface="Arial"/>
                <a:cs typeface="Arial"/>
              </a:rPr>
              <a:t>مَ</a:t>
            </a:r>
          </a:p>
        </p:txBody>
      </p:sp>
      <p:sp>
        <p:nvSpPr>
          <p:cNvPr id="13" name="Try again!" descr="Try again!"/>
          <p:cNvSpPr/>
          <p:nvPr/>
        </p:nvSpPr>
        <p:spPr>
          <a:xfrm>
            <a:off x="8255000" y="2667000"/>
            <a:ext cx="3048000" cy="1460500"/>
          </a:xfrm>
          <a:prstGeom prst="cloudCallout">
            <a:avLst/>
          </a:prstGeom>
          <a:solidFill>
            <a:srgbClr val="FFFFFF"/>
          </a:solidFill>
          <a:ln w="50800">
            <a:solidFill>
              <a:srgbClr val="E5536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2500" b="1" lang="en-US">
                <a:solidFill>
                  <a:srgbClr val="E5536F"/>
                </a:solidFill>
                <a:latin typeface="Arial"/>
                <a:cs typeface="Arial"/>
              </a:rPr>
              <a:t>Try again!</a:t>
            </a:r>
          </a:p>
        </p:txBody>
      </p:sp>
      <p:sp>
        <p:nvSpPr>
          <p:cNvPr id="14" name="Next button">
            <a:hlinkClick action="ppaction://hlinksldjump" r:id="rId7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Next arrow">
            <a:hlinkClick action="ppaction://hlinksldjump" r:id="rId7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8" name="boing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53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286000" y="190500"/>
            <a:ext cx="7620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Build the word, then tap GO!"/>
          <p:cNvSpPr/>
          <p:nvPr/>
        </p:nvSpPr>
        <p:spPr>
          <a:xfrm>
            <a:off x="2413000" y="190500"/>
            <a:ext cx="52705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200" b="1" lang="en-US">
                <a:solidFill>
                  <a:srgbClr val="2E2640"/>
                </a:solidFill>
                <a:latin typeface="Arial"/>
                <a:cs typeface="Arial"/>
              </a:rPr>
              <a:t>Build the word, then tap GO!</a:t>
            </a:r>
          </a:p>
        </p:txBody>
      </p:sp>
      <p:sp>
        <p:nvSpPr>
          <p:cNvPr id="5" name="Find عَلِمَ" descr="عَلِمَ"/>
          <p:cNvSpPr/>
          <p:nvPr/>
        </p:nvSpPr>
        <p:spPr>
          <a:xfrm>
            <a:off x="7683500" y="228600"/>
            <a:ext cx="20955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عَلِمَ</a:t>
            </a:r>
          </a:p>
        </p:txBody>
      </p:sp>
      <p:pic>
        <p:nvPicPr>
          <p:cNvPr id="6" name="Engine" descr="Engin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000" y="3937000"/>
            <a:ext cx="2667000" cy="1911350"/>
          </a:xfrm>
          <a:prstGeom prst="rect">
            <a:avLst/>
          </a:prstGeom>
        </p:spPr>
      </p:pic>
      <p:pic>
        <p:nvPicPr>
          <p:cNvPr id="7" name="Wagon 1" descr="Wagon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75000" y="4381500"/>
            <a:ext cx="1778000" cy="1543050"/>
          </a:xfrm>
          <a:prstGeom prst="rect">
            <a:avLst/>
          </a:prstGeom>
        </p:spPr>
      </p:pic>
      <p:pic>
        <p:nvPicPr>
          <p:cNvPr id="8" name="Wagon 2" descr="Wagon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16500" y="4381500"/>
            <a:ext cx="1778000" cy="1543050"/>
          </a:xfrm>
          <a:prstGeom prst="rect">
            <a:avLst/>
          </a:prstGeom>
        </p:spPr>
      </p:pic>
      <p:pic>
        <p:nvPicPr>
          <p:cNvPr id="9" name="Wagon 3" descr="Wagon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0" y="4381500"/>
            <a:ext cx="1778000" cy="1543050"/>
          </a:xfrm>
          <a:prstGeom prst="rect">
            <a:avLst/>
          </a:prstGeom>
        </p:spPr>
      </p:pic>
      <p:sp>
        <p:nvSpPr>
          <p:cNvPr id="10" name="Wagon letter 1" descr="عَ"/>
          <p:cNvSpPr/>
          <p:nvPr/>
        </p:nvSpPr>
        <p:spPr>
          <a:xfrm>
            <a:off x="7099300" y="4737100"/>
            <a:ext cx="1295400" cy="6604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3800" b="1" lang="ar-SA">
                <a:solidFill>
                  <a:srgbClr val="2E2640"/>
                </a:solidFill>
                <a:latin typeface="Arial"/>
                <a:cs typeface="Arial"/>
              </a:rPr>
              <a:t>عَ</a:t>
            </a:r>
          </a:p>
        </p:txBody>
      </p:sp>
      <p:sp>
        <p:nvSpPr>
          <p:cNvPr id="11" name="Wagon letter 2" descr="لِ"/>
          <p:cNvSpPr/>
          <p:nvPr/>
        </p:nvSpPr>
        <p:spPr>
          <a:xfrm>
            <a:off x="5257800" y="4737100"/>
            <a:ext cx="1295400" cy="6604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3800" b="1" lang="ar-SA">
                <a:solidFill>
                  <a:srgbClr val="2E2640"/>
                </a:solidFill>
                <a:latin typeface="Arial"/>
                <a:cs typeface="Arial"/>
              </a:rPr>
              <a:t>لِ</a:t>
            </a:r>
          </a:p>
        </p:txBody>
      </p:sp>
      <p:sp>
        <p:nvSpPr>
          <p:cNvPr id="12" name="Wagon letter 3" descr="مَ"/>
          <p:cNvSpPr/>
          <p:nvPr/>
        </p:nvSpPr>
        <p:spPr>
          <a:xfrm>
            <a:off x="3416300" y="4737100"/>
            <a:ext cx="1295400" cy="6604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3800" b="1" lang="ar-SA">
                <a:solidFill>
                  <a:srgbClr val="2E2640"/>
                </a:solidFill>
                <a:latin typeface="Arial"/>
                <a:cs typeface="Arial"/>
              </a:rPr>
              <a:t>مَ</a:t>
            </a:r>
          </a:p>
        </p:txBody>
      </p:sp>
      <p:sp>
        <p:nvSpPr>
          <p:cNvPr id="13" name="Word" descr="عَلِمَ"/>
          <p:cNvSpPr/>
          <p:nvPr/>
        </p:nvSpPr>
        <p:spPr>
          <a:xfrm>
            <a:off x="2921000" y="1905000"/>
            <a:ext cx="6350000" cy="2095500"/>
          </a:xfrm>
          <a:prstGeom prst="roundRect">
            <a:avLst>
              <a:gd name="adj" fmla="val 20000"/>
            </a:avLst>
          </a:prstGeom>
          <a:solidFill>
            <a:srgbClr val="FFFFFF">
              <a:alpha val="94000"/>
            </a:srgbClr>
          </a:solidFill>
          <a:ln w="76200">
            <a:solidFill>
              <a:srgbClr val="FFB347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11000" b="1" lang="ar-SA">
                <a:solidFill>
                  <a:srgbClr val="2E2640"/>
                </a:solidFill>
                <a:latin typeface="Arial"/>
                <a:cs typeface="Arial"/>
              </a:rPr>
              <a:t>عَلِمَ</a:t>
            </a:r>
          </a:p>
        </p:txBody>
      </p:sp>
      <p:sp>
        <p:nvSpPr>
          <p:cNvPr id="14" name="Next button">
            <a:hlinkClick action="ppaction://hlinksldjump" r:id="rId5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Next arrow">
            <a:hlinkClick action="ppaction://hlinksldjump" r:id="rId5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6" name="sound anchor" descr="sound anchor (invisible)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700" y="12700"/>
            <a:ext cx="25400" cy="25400"/>
          </a:xfrm>
          <a:prstGeom prst="rect">
            <a:avLst/>
          </a:prstGeom>
        </p:spPr>
      </p:pic>
    </p:spTree>
  </p:cSld>
  <p:clrMapOvr>
    <a:masterClrMapping/>
  </p:clrMapOvr>
  <p:transition advClick="0">
    <p:sndAc>
      <p:stSnd>
        <p:snd r:embed="rId6" name="whist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6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-1.2500 0.0000 E" pathEditMode="relative" ptsTypes="AA">
                                      <p:cBhvr>
                                        <p:cTn id="4" dur="26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-1.2500 0.0000 E" pathEditMode="relative" ptsTypes="AA">
                                      <p:cBhvr>
                                        <p:cTn id="6" dur="26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-1.2500 0.0000 E" pathEditMode="relative" ptsTypes="AA">
                                      <p:cBhvr>
                                        <p:cTn id="8" dur="26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-1.2500 0.0000 E" pathEditMode="relative" ptsTypes="AA">
                                      <p:cBhvr>
                                        <p:cTn id="10" dur="26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-1.2500 0.0000 E" pathEditMode="relative" ptsTypes="AA">
                                      <p:cBhvr>
                                        <p:cTn id="12" dur="26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-1.2500 0.0000 E" pathEditMode="relative" ptsTypes="AA">
                                      <p:cBhvr>
                                        <p:cTn id="14" dur="26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7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-1.2500 0.0000 E" pathEditMode="relative" ptsTypes="AA">
                                      <p:cBhvr>
                                        <p:cTn id="16" dur="26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2" presetID="53" presetClass="entr" presetSubtype="0" fill="hold" nodeType="withEffect">
                                  <p:stCondLst>
                                    <p:cond delay="29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29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100000">
                                        <p:cTn id="2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8" name="cheer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Pop every balloon with"/>
          <p:cNvSpPr/>
          <p:nvPr/>
        </p:nvSpPr>
        <p:spPr>
          <a:xfrm>
            <a:off x="2730500" y="190500"/>
            <a:ext cx="546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900" b="1" lang="en-US">
                <a:solidFill>
                  <a:srgbClr val="2E2640"/>
                </a:solidFill>
                <a:latin typeface="Arial"/>
                <a:cs typeface="Arial"/>
              </a:rPr>
              <a:t>Pop every balloon with</a:t>
            </a:r>
          </a:p>
        </p:txBody>
      </p:sp>
      <p:sp>
        <p:nvSpPr>
          <p:cNvPr id="5" name="Find جِ" descr="جِ"/>
          <p:cNvSpPr/>
          <p:nvPr/>
        </p:nvSpPr>
        <p:spPr>
          <a:xfrm>
            <a:off x="81915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جِ</a:t>
            </a:r>
          </a:p>
        </p:txBody>
      </p:sp>
      <p:sp>
        <p:nvSpPr>
          <p:cNvPr id="6" name="Star place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Balloon 1" descr="Balloon 1">
            <a:hlinkClick action="ppaction://hlinksldjump" r:id="rId5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5500" y="1905000"/>
            <a:ext cx="1651000" cy="2857500"/>
          </a:xfrm>
          <a:prstGeom prst="rect">
            <a:avLst/>
          </a:prstGeom>
        </p:spPr>
      </p:pic>
      <p:sp>
        <p:nvSpPr>
          <p:cNvPr id="9" name="Balloon letter 1 جِ" descr="جِ">
            <a:hlinkClick action="ppaction://hlinksldjump" r:id="rId5"/>
          </p:cNvPr>
          <p:cNvSpPr/>
          <p:nvPr/>
        </p:nvSpPr>
        <p:spPr>
          <a:xfrm>
            <a:off x="952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جِ</a:t>
            </a:r>
          </a:p>
        </p:txBody>
      </p:sp>
      <p:pic>
        <p:nvPicPr>
          <p:cNvPr id="10" name="Balloon 2" descr="Balloon 2">
            <a:hlinkClick action="ppaction://hlinksldjump" r:id="rId6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48000" y="2286000"/>
            <a:ext cx="1651000" cy="2857500"/>
          </a:xfrm>
          <a:prstGeom prst="rect">
            <a:avLst/>
          </a:prstGeom>
        </p:spPr>
      </p:pic>
      <p:sp>
        <p:nvSpPr>
          <p:cNvPr id="11" name="Balloon letter 2 شِ" descr="شِ">
            <a:hlinkClick action="ppaction://hlinksldjump" r:id="rId6"/>
          </p:cNvPr>
          <p:cNvSpPr/>
          <p:nvPr/>
        </p:nvSpPr>
        <p:spPr>
          <a:xfrm>
            <a:off x="3175000" y="2520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شِ</a:t>
            </a:r>
          </a:p>
        </p:txBody>
      </p:sp>
      <p:pic>
        <p:nvPicPr>
          <p:cNvPr id="12" name="Balloon 3" descr="Balloon 3">
            <a:hlinkClick action="ppaction://hlinksldjump" r:id="rId6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70500" y="1905000"/>
            <a:ext cx="1651000" cy="2857500"/>
          </a:xfrm>
          <a:prstGeom prst="rect">
            <a:avLst/>
          </a:prstGeom>
        </p:spPr>
      </p:pic>
      <p:sp>
        <p:nvSpPr>
          <p:cNvPr id="13" name="Balloon letter 3 يِ" descr="يِ">
            <a:hlinkClick action="ppaction://hlinksldjump" r:id="rId6"/>
          </p:cNvPr>
          <p:cNvSpPr/>
          <p:nvPr/>
        </p:nvSpPr>
        <p:spPr>
          <a:xfrm>
            <a:off x="5397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يِ</a:t>
            </a:r>
          </a:p>
        </p:txBody>
      </p:sp>
      <p:pic>
        <p:nvPicPr>
          <p:cNvPr id="14" name="Balloon 4" descr="Balloon 4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3000" y="2286000"/>
            <a:ext cx="1651000" cy="2857500"/>
          </a:xfrm>
          <a:prstGeom prst="rect">
            <a:avLst/>
          </a:prstGeom>
        </p:spPr>
      </p:pic>
      <p:sp>
        <p:nvSpPr>
          <p:cNvPr id="15" name="Balloon letter 4 جِ" descr="جِ">
            <a:hlinkClick action="ppaction://hlinksldjump" r:id="rId7"/>
          </p:cNvPr>
          <p:cNvSpPr/>
          <p:nvPr/>
        </p:nvSpPr>
        <p:spPr>
          <a:xfrm>
            <a:off x="7620000" y="2520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جِ</a:t>
            </a:r>
          </a:p>
        </p:txBody>
      </p:sp>
      <p:pic>
        <p:nvPicPr>
          <p:cNvPr id="16" name="Balloon 5" descr="Balloon 5">
            <a:hlinkClick action="ppaction://hlinksldjump" r:id="rId6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15500" y="1905000"/>
            <a:ext cx="1651000" cy="2857500"/>
          </a:xfrm>
          <a:prstGeom prst="rect">
            <a:avLst/>
          </a:prstGeom>
        </p:spPr>
      </p:pic>
      <p:sp>
        <p:nvSpPr>
          <p:cNvPr id="17" name="Balloon letter 5 مِ" descr="مِ">
            <a:hlinkClick action="ppaction://hlinksldjump" r:id="rId6"/>
          </p:cNvPr>
          <p:cNvSpPr/>
          <p:nvPr/>
        </p:nvSpPr>
        <p:spPr>
          <a:xfrm>
            <a:off x="9842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مِ</a:t>
            </a:r>
          </a:p>
        </p:txBody>
      </p:sp>
      <p:sp>
        <p:nvSpPr>
          <p:cNvPr id="18" name="Next button">
            <a:hlinkClick action="ppaction://hlinksldjump" r:id="rId8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Next arrow">
            <a:hlinkClick action="ppaction://hlinksldjump" r:id="rId8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4" dur="1500" fill="hold" repeatCount="indefinite" autoRev="1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6" dur="150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8" dur="1670" fill="hold" repeatCount="indefinite" autoRev="1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0" dur="1670" fill="hold" repeatCount="indefinite" autoRev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2" dur="184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4" dur="1840" fill="hold" repeatCount="indefinite" autoRev="1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7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6" dur="2010" fill="hold" repeatCount="indefinite" autoRev="1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9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8" dur="2010" fill="hold" repeatCount="indefinite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1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20" dur="2180" fill="hold" repeatCount="indefinite" autoRev="1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3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22" dur="2180" fill="hold" repeatCount="indefinite" autoRev="1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Pop every balloon with"/>
          <p:cNvSpPr/>
          <p:nvPr/>
        </p:nvSpPr>
        <p:spPr>
          <a:xfrm>
            <a:off x="2730500" y="190500"/>
            <a:ext cx="546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900" b="1" lang="en-US">
                <a:solidFill>
                  <a:srgbClr val="2E2640"/>
                </a:solidFill>
                <a:latin typeface="Arial"/>
                <a:cs typeface="Arial"/>
              </a:rPr>
              <a:t>Pop every balloon with</a:t>
            </a:r>
          </a:p>
        </p:txBody>
      </p:sp>
      <p:sp>
        <p:nvSpPr>
          <p:cNvPr id="5" name="Find جِ" descr="جِ"/>
          <p:cNvSpPr/>
          <p:nvPr/>
        </p:nvSpPr>
        <p:spPr>
          <a:xfrm>
            <a:off x="81915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جِ</a:t>
            </a:r>
          </a:p>
        </p:txBody>
      </p:sp>
      <p:sp>
        <p:nvSpPr>
          <p:cNvPr id="6" name="Star place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Balloon 1" descr="Balloon 1">
            <a:hlinkClick action="ppaction://hlinksldjump" r:id="rId5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5500" y="1905000"/>
            <a:ext cx="1651000" cy="2857500"/>
          </a:xfrm>
          <a:prstGeom prst="rect">
            <a:avLst/>
          </a:prstGeom>
        </p:spPr>
      </p:pic>
      <p:sp>
        <p:nvSpPr>
          <p:cNvPr id="9" name="Balloon letter 1 جِ" descr="جِ">
            <a:hlinkClick action="ppaction://hlinksldjump" r:id="rId5"/>
          </p:cNvPr>
          <p:cNvSpPr/>
          <p:nvPr/>
        </p:nvSpPr>
        <p:spPr>
          <a:xfrm>
            <a:off x="952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جِ</a:t>
            </a:r>
          </a:p>
        </p:txBody>
      </p:sp>
      <p:pic>
        <p:nvPicPr>
          <p:cNvPr id="10" name="Balloon 2" descr="Balloon 2">
            <a:hlinkClick action="ppaction://hlinksldjump" r:id="rId6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48000" y="2286000"/>
            <a:ext cx="1651000" cy="2857500"/>
          </a:xfrm>
          <a:prstGeom prst="rect">
            <a:avLst/>
          </a:prstGeom>
        </p:spPr>
      </p:pic>
      <p:sp>
        <p:nvSpPr>
          <p:cNvPr id="11" name="Balloon letter 2 شِ" descr="شِ">
            <a:hlinkClick action="ppaction://hlinksldjump" r:id="rId6"/>
          </p:cNvPr>
          <p:cNvSpPr/>
          <p:nvPr/>
        </p:nvSpPr>
        <p:spPr>
          <a:xfrm>
            <a:off x="3175000" y="2520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شِ</a:t>
            </a:r>
          </a:p>
        </p:txBody>
      </p:sp>
      <p:pic>
        <p:nvPicPr>
          <p:cNvPr id="12" name="Balloon 3" descr="Balloon 3">
            <a:hlinkClick action="ppaction://hlinksldjump" r:id="rId6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70500" y="1905000"/>
            <a:ext cx="1651000" cy="2857500"/>
          </a:xfrm>
          <a:prstGeom prst="rect">
            <a:avLst/>
          </a:prstGeom>
        </p:spPr>
      </p:pic>
      <p:sp>
        <p:nvSpPr>
          <p:cNvPr id="13" name="Balloon letter 3 يِ" descr="يِ">
            <a:hlinkClick action="ppaction://hlinksldjump" r:id="rId6"/>
          </p:cNvPr>
          <p:cNvSpPr/>
          <p:nvPr/>
        </p:nvSpPr>
        <p:spPr>
          <a:xfrm>
            <a:off x="5397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يِ</a:t>
            </a:r>
          </a:p>
        </p:txBody>
      </p:sp>
      <p:pic>
        <p:nvPicPr>
          <p:cNvPr id="14" name="Balloon 4" descr="Balloon 4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3000" y="2286000"/>
            <a:ext cx="1651000" cy="2857500"/>
          </a:xfrm>
          <a:prstGeom prst="rect">
            <a:avLst/>
          </a:prstGeom>
        </p:spPr>
      </p:pic>
      <p:sp>
        <p:nvSpPr>
          <p:cNvPr id="15" name="Balloon letter 4 جِ" descr="جِ">
            <a:hlinkClick action="ppaction://hlinksldjump" r:id="rId7"/>
          </p:cNvPr>
          <p:cNvSpPr/>
          <p:nvPr/>
        </p:nvSpPr>
        <p:spPr>
          <a:xfrm>
            <a:off x="7620000" y="2520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جِ</a:t>
            </a:r>
          </a:p>
        </p:txBody>
      </p:sp>
      <p:pic>
        <p:nvPicPr>
          <p:cNvPr id="16" name="Balloon 5" descr="Balloon 5">
            <a:hlinkClick action="ppaction://hlinksldjump" r:id="rId6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15500" y="1905000"/>
            <a:ext cx="1651000" cy="2857500"/>
          </a:xfrm>
          <a:prstGeom prst="rect">
            <a:avLst/>
          </a:prstGeom>
        </p:spPr>
      </p:pic>
      <p:sp>
        <p:nvSpPr>
          <p:cNvPr id="17" name="Balloon letter 5 مِ" descr="مِ">
            <a:hlinkClick action="ppaction://hlinksldjump" r:id="rId6"/>
          </p:cNvPr>
          <p:cNvSpPr/>
          <p:nvPr/>
        </p:nvSpPr>
        <p:spPr>
          <a:xfrm>
            <a:off x="9842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مِ</a:t>
            </a:r>
          </a:p>
        </p:txBody>
      </p:sp>
      <p:sp>
        <p:nvSpPr>
          <p:cNvPr id="18" name="Try again!" descr="Try again!"/>
          <p:cNvSpPr/>
          <p:nvPr/>
        </p:nvSpPr>
        <p:spPr>
          <a:xfrm>
            <a:off x="7937500" y="5270500"/>
            <a:ext cx="3048000" cy="1460500"/>
          </a:xfrm>
          <a:prstGeom prst="cloudCallout">
            <a:avLst/>
          </a:prstGeom>
          <a:solidFill>
            <a:srgbClr val="FFFFFF"/>
          </a:solidFill>
          <a:ln w="50800">
            <a:solidFill>
              <a:srgbClr val="E5536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2500" b="1" lang="en-US">
                <a:solidFill>
                  <a:srgbClr val="E5536F"/>
                </a:solidFill>
                <a:latin typeface="Arial"/>
                <a:cs typeface="Arial"/>
              </a:rPr>
              <a:t>Try again!</a:t>
            </a:r>
          </a:p>
        </p:txBody>
      </p:sp>
      <p:sp>
        <p:nvSpPr>
          <p:cNvPr id="19" name="Next button">
            <a:hlinkClick action="ppaction://hlinksldjump" r:id="rId8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Next arrow">
            <a:hlinkClick action="ppaction://hlinksldjump" r:id="rId8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9" name="boing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4" dur="1500" fill="hold" repeatCount="indefinite" autoRev="1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6" dur="150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8" dur="1670" fill="hold" repeatCount="indefinite" autoRev="1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0" dur="1670" fill="hold" repeatCount="indefinite" autoRev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2" dur="184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4" dur="1840" fill="hold" repeatCount="indefinite" autoRev="1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7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6" dur="2010" fill="hold" repeatCount="indefinite" autoRev="1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9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8" dur="2010" fill="hold" repeatCount="indefinite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1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20" dur="2180" fill="hold" repeatCount="indefinite" autoRev="1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3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22" dur="2180" fill="hold" repeatCount="indefinite" autoRev="1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8" presetID="53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Pop every balloon with"/>
          <p:cNvSpPr/>
          <p:nvPr/>
        </p:nvSpPr>
        <p:spPr>
          <a:xfrm>
            <a:off x="2730500" y="190500"/>
            <a:ext cx="546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900" b="1" lang="en-US">
                <a:solidFill>
                  <a:srgbClr val="2E2640"/>
                </a:solidFill>
                <a:latin typeface="Arial"/>
                <a:cs typeface="Arial"/>
              </a:rPr>
              <a:t>Pop every balloon with</a:t>
            </a:r>
          </a:p>
        </p:txBody>
      </p:sp>
      <p:sp>
        <p:nvSpPr>
          <p:cNvPr id="5" name="Find جِ" descr="جِ"/>
          <p:cNvSpPr/>
          <p:nvPr/>
        </p:nvSpPr>
        <p:spPr>
          <a:xfrm>
            <a:off x="81915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جِ</a:t>
            </a:r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Balloon 2" descr="Balloon 2">
            <a:hlinkClick action="ppaction://hlinksldjump" r:id="rId5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48000" y="2286000"/>
            <a:ext cx="1651000" cy="2857500"/>
          </a:xfrm>
          <a:prstGeom prst="rect">
            <a:avLst/>
          </a:prstGeom>
        </p:spPr>
      </p:pic>
      <p:sp>
        <p:nvSpPr>
          <p:cNvPr id="9" name="Balloon letter 2 شِ" descr="شِ">
            <a:hlinkClick action="ppaction://hlinksldjump" r:id="rId5"/>
          </p:cNvPr>
          <p:cNvSpPr/>
          <p:nvPr/>
        </p:nvSpPr>
        <p:spPr>
          <a:xfrm>
            <a:off x="3175000" y="2520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شِ</a:t>
            </a:r>
          </a:p>
        </p:txBody>
      </p:sp>
      <p:pic>
        <p:nvPicPr>
          <p:cNvPr id="10" name="Balloon 3" descr="Balloon 3">
            <a:hlinkClick action="ppaction://hlinksldjump"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70500" y="1905000"/>
            <a:ext cx="1651000" cy="2857500"/>
          </a:xfrm>
          <a:prstGeom prst="rect">
            <a:avLst/>
          </a:prstGeom>
        </p:spPr>
      </p:pic>
      <p:sp>
        <p:nvSpPr>
          <p:cNvPr id="11" name="Balloon letter 3 يِ" descr="يِ">
            <a:hlinkClick action="ppaction://hlinksldjump" r:id="rId5"/>
          </p:cNvPr>
          <p:cNvSpPr/>
          <p:nvPr/>
        </p:nvSpPr>
        <p:spPr>
          <a:xfrm>
            <a:off x="5397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يِ</a:t>
            </a:r>
          </a:p>
        </p:txBody>
      </p:sp>
      <p:pic>
        <p:nvPicPr>
          <p:cNvPr id="12" name="Balloon 4" descr="Balloon 4">
            <a:hlinkClick action="ppaction://hlinksldjump" r:id="rId6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3000" y="2286000"/>
            <a:ext cx="1651000" cy="2857500"/>
          </a:xfrm>
          <a:prstGeom prst="rect">
            <a:avLst/>
          </a:prstGeom>
        </p:spPr>
      </p:pic>
      <p:sp>
        <p:nvSpPr>
          <p:cNvPr id="13" name="Balloon letter 4 جِ" descr="جِ">
            <a:hlinkClick action="ppaction://hlinksldjump" r:id="rId6"/>
          </p:cNvPr>
          <p:cNvSpPr/>
          <p:nvPr/>
        </p:nvSpPr>
        <p:spPr>
          <a:xfrm>
            <a:off x="7620000" y="2520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جِ</a:t>
            </a:r>
          </a:p>
        </p:txBody>
      </p:sp>
      <p:pic>
        <p:nvPicPr>
          <p:cNvPr id="14" name="Balloon 5" descr="Balloon 5">
            <a:hlinkClick action="ppaction://hlinksldjump" r:id="rId5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15500" y="1905000"/>
            <a:ext cx="1651000" cy="2857500"/>
          </a:xfrm>
          <a:prstGeom prst="rect">
            <a:avLst/>
          </a:prstGeom>
        </p:spPr>
      </p:pic>
      <p:sp>
        <p:nvSpPr>
          <p:cNvPr id="15" name="Balloon letter 5 مِ" descr="مِ">
            <a:hlinkClick action="ppaction://hlinksldjump" r:id="rId5"/>
          </p:cNvPr>
          <p:cNvSpPr/>
          <p:nvPr/>
        </p:nvSpPr>
        <p:spPr>
          <a:xfrm>
            <a:off x="9842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مِ</a:t>
            </a:r>
          </a:p>
        </p:txBody>
      </p:sp>
      <p:sp>
        <p:nvSpPr>
          <p:cNvPr id="16" name="Next button">
            <a:hlinkClick action="ppaction://hlinksldjump" r:id="rId7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Next arrow">
            <a:hlinkClick action="ppaction://hlinksldjump" r:id="rId7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8" name="po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9" dur="1670" fill="hold" repeatCount="indefinite" autoRev="1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2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1" dur="167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4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3" dur="1840" fill="hold" repeatCount="indefinite" autoRev="1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6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5" dur="1840" fill="hold" repeatCount="indefinite" autoRev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8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7" dur="201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0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9" dur="2010" fill="hold" repeatCount="indefinite" autoRev="1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2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21" dur="2180" fill="hold" repeatCount="indefinite" autoRev="1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4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23" dur="2180" fill="hold" repeatCount="indefinite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Pop every balloon with"/>
          <p:cNvSpPr/>
          <p:nvPr/>
        </p:nvSpPr>
        <p:spPr>
          <a:xfrm>
            <a:off x="2730500" y="190500"/>
            <a:ext cx="546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900" b="1" lang="en-US">
                <a:solidFill>
                  <a:srgbClr val="2E2640"/>
                </a:solidFill>
                <a:latin typeface="Arial"/>
                <a:cs typeface="Arial"/>
              </a:rPr>
              <a:t>Pop every balloon with</a:t>
            </a:r>
          </a:p>
        </p:txBody>
      </p:sp>
      <p:sp>
        <p:nvSpPr>
          <p:cNvPr id="5" name="Find جِ" descr="جِ"/>
          <p:cNvSpPr/>
          <p:nvPr/>
        </p:nvSpPr>
        <p:spPr>
          <a:xfrm>
            <a:off x="81915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جِ</a:t>
            </a:r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Balloon 2" descr="Balloon 2">
            <a:hlinkClick action="ppaction://hlinksldjump" r:id="rId5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48000" y="2286000"/>
            <a:ext cx="1651000" cy="2857500"/>
          </a:xfrm>
          <a:prstGeom prst="rect">
            <a:avLst/>
          </a:prstGeom>
        </p:spPr>
      </p:pic>
      <p:sp>
        <p:nvSpPr>
          <p:cNvPr id="9" name="Balloon letter 2 شِ" descr="شِ">
            <a:hlinkClick action="ppaction://hlinksldjump" r:id="rId5"/>
          </p:cNvPr>
          <p:cNvSpPr/>
          <p:nvPr/>
        </p:nvSpPr>
        <p:spPr>
          <a:xfrm>
            <a:off x="3175000" y="2520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شِ</a:t>
            </a:r>
          </a:p>
        </p:txBody>
      </p:sp>
      <p:pic>
        <p:nvPicPr>
          <p:cNvPr id="10" name="Balloon 3" descr="Balloon 3">
            <a:hlinkClick action="ppaction://hlinksldjump"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70500" y="1905000"/>
            <a:ext cx="1651000" cy="2857500"/>
          </a:xfrm>
          <a:prstGeom prst="rect">
            <a:avLst/>
          </a:prstGeom>
        </p:spPr>
      </p:pic>
      <p:sp>
        <p:nvSpPr>
          <p:cNvPr id="11" name="Balloon letter 3 يِ" descr="يِ">
            <a:hlinkClick action="ppaction://hlinksldjump" r:id="rId5"/>
          </p:cNvPr>
          <p:cNvSpPr/>
          <p:nvPr/>
        </p:nvSpPr>
        <p:spPr>
          <a:xfrm>
            <a:off x="5397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يِ</a:t>
            </a:r>
          </a:p>
        </p:txBody>
      </p:sp>
      <p:pic>
        <p:nvPicPr>
          <p:cNvPr id="12" name="Balloon 4" descr="Balloon 4">
            <a:hlinkClick action="ppaction://hlinksldjump" r:id="rId6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3000" y="2286000"/>
            <a:ext cx="1651000" cy="2857500"/>
          </a:xfrm>
          <a:prstGeom prst="rect">
            <a:avLst/>
          </a:prstGeom>
        </p:spPr>
      </p:pic>
      <p:sp>
        <p:nvSpPr>
          <p:cNvPr id="13" name="Balloon letter 4 جِ" descr="جِ">
            <a:hlinkClick action="ppaction://hlinksldjump" r:id="rId6"/>
          </p:cNvPr>
          <p:cNvSpPr/>
          <p:nvPr/>
        </p:nvSpPr>
        <p:spPr>
          <a:xfrm>
            <a:off x="7620000" y="2520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جِ</a:t>
            </a:r>
          </a:p>
        </p:txBody>
      </p:sp>
      <p:pic>
        <p:nvPicPr>
          <p:cNvPr id="14" name="Balloon 5" descr="Balloon 5">
            <a:hlinkClick action="ppaction://hlinksldjump" r:id="rId5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15500" y="1905000"/>
            <a:ext cx="1651000" cy="2857500"/>
          </a:xfrm>
          <a:prstGeom prst="rect">
            <a:avLst/>
          </a:prstGeom>
        </p:spPr>
      </p:pic>
      <p:sp>
        <p:nvSpPr>
          <p:cNvPr id="15" name="Balloon letter 5 مِ" descr="مِ">
            <a:hlinkClick action="ppaction://hlinksldjump" r:id="rId5"/>
          </p:cNvPr>
          <p:cNvSpPr/>
          <p:nvPr/>
        </p:nvSpPr>
        <p:spPr>
          <a:xfrm>
            <a:off x="9842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مِ</a:t>
            </a:r>
          </a:p>
        </p:txBody>
      </p:sp>
      <p:sp>
        <p:nvSpPr>
          <p:cNvPr id="16" name="Try again!" descr="Try again!"/>
          <p:cNvSpPr/>
          <p:nvPr/>
        </p:nvSpPr>
        <p:spPr>
          <a:xfrm>
            <a:off x="7937500" y="5270500"/>
            <a:ext cx="3048000" cy="1460500"/>
          </a:xfrm>
          <a:prstGeom prst="cloudCallout">
            <a:avLst/>
          </a:prstGeom>
          <a:solidFill>
            <a:srgbClr val="FFFFFF"/>
          </a:solidFill>
          <a:ln w="50800">
            <a:solidFill>
              <a:srgbClr val="E5536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2500" b="1" lang="en-US">
                <a:solidFill>
                  <a:srgbClr val="E5536F"/>
                </a:solidFill>
                <a:latin typeface="Arial"/>
                <a:cs typeface="Arial"/>
              </a:rPr>
              <a:t>Try again!</a:t>
            </a:r>
          </a:p>
        </p:txBody>
      </p:sp>
      <p:sp>
        <p:nvSpPr>
          <p:cNvPr id="17" name="Next button">
            <a:hlinkClick action="ppaction://hlinksldjump" r:id="rId7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Next arrow">
            <a:hlinkClick action="ppaction://hlinksldjump" r:id="rId7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8" name="boing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4" dur="1670" fill="hold" repeatCount="indefinite" autoRev="1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6" dur="167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8" dur="1840" fill="hold" repeatCount="indefinite" autoRev="1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0" dur="1840" fill="hold" repeatCount="indefinite" autoRev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2" dur="201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4" dur="2010" fill="hold" repeatCount="indefinite" autoRev="1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7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6" dur="2180" fill="hold" repeatCount="indefinite" autoRev="1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9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8" dur="2180" fill="hold" repeatCount="indefinite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4" presetID="53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Pop every balloon with"/>
          <p:cNvSpPr/>
          <p:nvPr/>
        </p:nvSpPr>
        <p:spPr>
          <a:xfrm>
            <a:off x="2730500" y="190500"/>
            <a:ext cx="546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900" b="1" lang="en-US">
                <a:solidFill>
                  <a:srgbClr val="2E2640"/>
                </a:solidFill>
                <a:latin typeface="Arial"/>
                <a:cs typeface="Arial"/>
              </a:rPr>
              <a:t>Pop every balloon with</a:t>
            </a:r>
          </a:p>
        </p:txBody>
      </p:sp>
      <p:sp>
        <p:nvSpPr>
          <p:cNvPr id="5" name="Find جِ" descr="جِ"/>
          <p:cNvSpPr/>
          <p:nvPr/>
        </p:nvSpPr>
        <p:spPr>
          <a:xfrm>
            <a:off x="81915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جِ</a:t>
            </a:r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Balloon 1" descr="Balloon 1">
            <a:hlinkClick action="ppaction://hlinksldjump" r:id="rId5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5500" y="1905000"/>
            <a:ext cx="1651000" cy="2857500"/>
          </a:xfrm>
          <a:prstGeom prst="rect">
            <a:avLst/>
          </a:prstGeom>
        </p:spPr>
      </p:pic>
      <p:sp>
        <p:nvSpPr>
          <p:cNvPr id="9" name="Balloon letter 1 جِ" descr="جِ">
            <a:hlinkClick action="ppaction://hlinksldjump" r:id="rId5"/>
          </p:cNvPr>
          <p:cNvSpPr/>
          <p:nvPr/>
        </p:nvSpPr>
        <p:spPr>
          <a:xfrm>
            <a:off x="952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جِ</a:t>
            </a:r>
          </a:p>
        </p:txBody>
      </p:sp>
      <p:pic>
        <p:nvPicPr>
          <p:cNvPr id="10" name="Balloon 2" descr="Balloon 2">
            <a:hlinkClick action="ppaction://hlinksldjump" r:id="rId6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48000" y="2286000"/>
            <a:ext cx="1651000" cy="2857500"/>
          </a:xfrm>
          <a:prstGeom prst="rect">
            <a:avLst/>
          </a:prstGeom>
        </p:spPr>
      </p:pic>
      <p:sp>
        <p:nvSpPr>
          <p:cNvPr id="11" name="Balloon letter 2 شِ" descr="شِ">
            <a:hlinkClick action="ppaction://hlinksldjump" r:id="rId6"/>
          </p:cNvPr>
          <p:cNvSpPr/>
          <p:nvPr/>
        </p:nvSpPr>
        <p:spPr>
          <a:xfrm>
            <a:off x="3175000" y="2520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شِ</a:t>
            </a:r>
          </a:p>
        </p:txBody>
      </p:sp>
      <p:pic>
        <p:nvPicPr>
          <p:cNvPr id="12" name="Balloon 3" descr="Balloon 3">
            <a:hlinkClick action="ppaction://hlinksldjump" r:id="rId6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70500" y="1905000"/>
            <a:ext cx="1651000" cy="2857500"/>
          </a:xfrm>
          <a:prstGeom prst="rect">
            <a:avLst/>
          </a:prstGeom>
        </p:spPr>
      </p:pic>
      <p:sp>
        <p:nvSpPr>
          <p:cNvPr id="13" name="Balloon letter 3 يِ" descr="يِ">
            <a:hlinkClick action="ppaction://hlinksldjump" r:id="rId6"/>
          </p:cNvPr>
          <p:cNvSpPr/>
          <p:nvPr/>
        </p:nvSpPr>
        <p:spPr>
          <a:xfrm>
            <a:off x="5397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يِ</a:t>
            </a:r>
          </a:p>
        </p:txBody>
      </p:sp>
      <p:pic>
        <p:nvPicPr>
          <p:cNvPr id="14" name="Balloon 5" descr="Balloon 5">
            <a:hlinkClick action="ppaction://hlinksldjump" r:id="rId6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15500" y="1905000"/>
            <a:ext cx="1651000" cy="2857500"/>
          </a:xfrm>
          <a:prstGeom prst="rect">
            <a:avLst/>
          </a:prstGeom>
        </p:spPr>
      </p:pic>
      <p:sp>
        <p:nvSpPr>
          <p:cNvPr id="15" name="Balloon letter 5 مِ" descr="مِ">
            <a:hlinkClick action="ppaction://hlinksldjump" r:id="rId6"/>
          </p:cNvPr>
          <p:cNvSpPr/>
          <p:nvPr/>
        </p:nvSpPr>
        <p:spPr>
          <a:xfrm>
            <a:off x="9842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مِ</a:t>
            </a:r>
          </a:p>
        </p:txBody>
      </p:sp>
      <p:sp>
        <p:nvSpPr>
          <p:cNvPr id="16" name="Next button">
            <a:hlinkClick action="ppaction://hlinksldjump" r:id="rId7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Next arrow">
            <a:hlinkClick action="ppaction://hlinksldjump" r:id="rId7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8" name="po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9" dur="1500" fill="hold" repeatCount="indefinite" autoRev="1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2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1" dur="150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4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3" dur="1670" fill="hold" repeatCount="indefinite" autoRev="1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6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5" dur="1670" fill="hold" repeatCount="indefinite" autoRev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8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7" dur="184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0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9" dur="1840" fill="hold" repeatCount="indefinite" autoRev="1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2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21" dur="2180" fill="hold" repeatCount="indefinite" autoRev="1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4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23" dur="2180" fill="hold" repeatCount="indefinite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Pop every balloon with"/>
          <p:cNvSpPr/>
          <p:nvPr/>
        </p:nvSpPr>
        <p:spPr>
          <a:xfrm>
            <a:off x="2730500" y="190500"/>
            <a:ext cx="546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900" b="1" lang="en-US">
                <a:solidFill>
                  <a:srgbClr val="2E2640"/>
                </a:solidFill>
                <a:latin typeface="Arial"/>
                <a:cs typeface="Arial"/>
              </a:rPr>
              <a:t>Pop every balloon with</a:t>
            </a:r>
          </a:p>
        </p:txBody>
      </p:sp>
      <p:sp>
        <p:nvSpPr>
          <p:cNvPr id="5" name="Find جِ" descr="جِ"/>
          <p:cNvSpPr/>
          <p:nvPr/>
        </p:nvSpPr>
        <p:spPr>
          <a:xfrm>
            <a:off x="81915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جِ</a:t>
            </a:r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Balloon 1" descr="Balloon 1">
            <a:hlinkClick action="ppaction://hlinksldjump" r:id="rId5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5500" y="1905000"/>
            <a:ext cx="1651000" cy="2857500"/>
          </a:xfrm>
          <a:prstGeom prst="rect">
            <a:avLst/>
          </a:prstGeom>
        </p:spPr>
      </p:pic>
      <p:sp>
        <p:nvSpPr>
          <p:cNvPr id="9" name="Balloon letter 1 جِ" descr="جِ">
            <a:hlinkClick action="ppaction://hlinksldjump" r:id="rId5"/>
          </p:cNvPr>
          <p:cNvSpPr/>
          <p:nvPr/>
        </p:nvSpPr>
        <p:spPr>
          <a:xfrm>
            <a:off x="952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جِ</a:t>
            </a:r>
          </a:p>
        </p:txBody>
      </p:sp>
      <p:pic>
        <p:nvPicPr>
          <p:cNvPr id="10" name="Balloon 2" descr="Balloon 2">
            <a:hlinkClick action="ppaction://hlinksldjump" r:id="rId6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48000" y="2286000"/>
            <a:ext cx="1651000" cy="2857500"/>
          </a:xfrm>
          <a:prstGeom prst="rect">
            <a:avLst/>
          </a:prstGeom>
        </p:spPr>
      </p:pic>
      <p:sp>
        <p:nvSpPr>
          <p:cNvPr id="11" name="Balloon letter 2 شِ" descr="شِ">
            <a:hlinkClick action="ppaction://hlinksldjump" r:id="rId6"/>
          </p:cNvPr>
          <p:cNvSpPr/>
          <p:nvPr/>
        </p:nvSpPr>
        <p:spPr>
          <a:xfrm>
            <a:off x="3175000" y="2520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شِ</a:t>
            </a:r>
          </a:p>
        </p:txBody>
      </p:sp>
      <p:pic>
        <p:nvPicPr>
          <p:cNvPr id="12" name="Balloon 3" descr="Balloon 3">
            <a:hlinkClick action="ppaction://hlinksldjump" r:id="rId6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70500" y="1905000"/>
            <a:ext cx="1651000" cy="2857500"/>
          </a:xfrm>
          <a:prstGeom prst="rect">
            <a:avLst/>
          </a:prstGeom>
        </p:spPr>
      </p:pic>
      <p:sp>
        <p:nvSpPr>
          <p:cNvPr id="13" name="Balloon letter 3 يِ" descr="يِ">
            <a:hlinkClick action="ppaction://hlinksldjump" r:id="rId6"/>
          </p:cNvPr>
          <p:cNvSpPr/>
          <p:nvPr/>
        </p:nvSpPr>
        <p:spPr>
          <a:xfrm>
            <a:off x="5397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يِ</a:t>
            </a:r>
          </a:p>
        </p:txBody>
      </p:sp>
      <p:pic>
        <p:nvPicPr>
          <p:cNvPr id="14" name="Balloon 5" descr="Balloon 5">
            <a:hlinkClick action="ppaction://hlinksldjump" r:id="rId6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15500" y="1905000"/>
            <a:ext cx="1651000" cy="2857500"/>
          </a:xfrm>
          <a:prstGeom prst="rect">
            <a:avLst/>
          </a:prstGeom>
        </p:spPr>
      </p:pic>
      <p:sp>
        <p:nvSpPr>
          <p:cNvPr id="15" name="Balloon letter 5 مِ" descr="مِ">
            <a:hlinkClick action="ppaction://hlinksldjump" r:id="rId6"/>
          </p:cNvPr>
          <p:cNvSpPr/>
          <p:nvPr/>
        </p:nvSpPr>
        <p:spPr>
          <a:xfrm>
            <a:off x="9842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مِ</a:t>
            </a:r>
          </a:p>
        </p:txBody>
      </p:sp>
      <p:sp>
        <p:nvSpPr>
          <p:cNvPr id="16" name="Try again!" descr="Try again!"/>
          <p:cNvSpPr/>
          <p:nvPr/>
        </p:nvSpPr>
        <p:spPr>
          <a:xfrm>
            <a:off x="7937500" y="5270500"/>
            <a:ext cx="3048000" cy="1460500"/>
          </a:xfrm>
          <a:prstGeom prst="cloudCallout">
            <a:avLst/>
          </a:prstGeom>
          <a:solidFill>
            <a:srgbClr val="FFFFFF"/>
          </a:solidFill>
          <a:ln w="50800">
            <a:solidFill>
              <a:srgbClr val="E5536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2500" b="1" lang="en-US">
                <a:solidFill>
                  <a:srgbClr val="E5536F"/>
                </a:solidFill>
                <a:latin typeface="Arial"/>
                <a:cs typeface="Arial"/>
              </a:rPr>
              <a:t>Try again!</a:t>
            </a:r>
          </a:p>
        </p:txBody>
      </p:sp>
      <p:sp>
        <p:nvSpPr>
          <p:cNvPr id="17" name="Next button">
            <a:hlinkClick action="ppaction://hlinksldjump" r:id="rId7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Next arrow">
            <a:hlinkClick action="ppaction://hlinksldjump" r:id="rId7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8" name="boing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4" dur="1500" fill="hold" repeatCount="indefinite" autoRev="1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6" dur="150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8" dur="1670" fill="hold" repeatCount="indefinite" autoRev="1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0" dur="1670" fill="hold" repeatCount="indefinite" autoRev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2" dur="184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4" dur="1840" fill="hold" repeatCount="indefinite" autoRev="1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7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6" dur="2180" fill="hold" repeatCount="indefinite" autoRev="1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9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8" dur="2180" fill="hold" repeatCount="indefinite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4" presetID="53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Pop every balloon with"/>
          <p:cNvSpPr/>
          <p:nvPr/>
        </p:nvSpPr>
        <p:spPr>
          <a:xfrm>
            <a:off x="2730500" y="190500"/>
            <a:ext cx="546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900" b="1" lang="en-US">
                <a:solidFill>
                  <a:srgbClr val="2E2640"/>
                </a:solidFill>
                <a:latin typeface="Arial"/>
                <a:cs typeface="Arial"/>
              </a:rPr>
              <a:t>Pop every balloon with</a:t>
            </a:r>
          </a:p>
        </p:txBody>
      </p:sp>
      <p:sp>
        <p:nvSpPr>
          <p:cNvPr id="5" name="Find جِ" descr="جِ"/>
          <p:cNvSpPr/>
          <p:nvPr/>
        </p:nvSpPr>
        <p:spPr>
          <a:xfrm>
            <a:off x="81915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جِ</a:t>
            </a:r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Balloon 2" descr="Balloon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48000" y="2286000"/>
            <a:ext cx="1651000" cy="2857500"/>
          </a:xfrm>
          <a:prstGeom prst="rect">
            <a:avLst/>
          </a:prstGeom>
        </p:spPr>
      </p:pic>
      <p:sp>
        <p:nvSpPr>
          <p:cNvPr id="9" name="Balloon letter 2 شِ" descr="شِ"/>
          <p:cNvSpPr/>
          <p:nvPr/>
        </p:nvSpPr>
        <p:spPr>
          <a:xfrm>
            <a:off x="3175000" y="2520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شِ</a:t>
            </a:r>
          </a:p>
        </p:txBody>
      </p:sp>
      <p:pic>
        <p:nvPicPr>
          <p:cNvPr id="10" name="Balloon 3" descr="Balloon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70500" y="1905000"/>
            <a:ext cx="1651000" cy="2857500"/>
          </a:xfrm>
          <a:prstGeom prst="rect">
            <a:avLst/>
          </a:prstGeom>
        </p:spPr>
      </p:pic>
      <p:sp>
        <p:nvSpPr>
          <p:cNvPr id="11" name="Balloon letter 3 يِ" descr="يِ"/>
          <p:cNvSpPr/>
          <p:nvPr/>
        </p:nvSpPr>
        <p:spPr>
          <a:xfrm>
            <a:off x="5397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يِ</a:t>
            </a:r>
          </a:p>
        </p:txBody>
      </p:sp>
      <p:pic>
        <p:nvPicPr>
          <p:cNvPr id="12" name="Balloon 5" descr="Balloon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15500" y="1905000"/>
            <a:ext cx="1651000" cy="2857500"/>
          </a:xfrm>
          <a:prstGeom prst="rect">
            <a:avLst/>
          </a:prstGeom>
        </p:spPr>
      </p:pic>
      <p:sp>
        <p:nvSpPr>
          <p:cNvPr id="13" name="Balloon letter 5 مِ" descr="مِ"/>
          <p:cNvSpPr/>
          <p:nvPr/>
        </p:nvSpPr>
        <p:spPr>
          <a:xfrm>
            <a:off x="9842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مِ</a:t>
            </a:r>
          </a:p>
        </p:txBody>
      </p:sp>
      <p:sp>
        <p:nvSpPr>
          <p:cNvPr id="14" name="Great job!" descr="Great job!"/>
          <p:cNvSpPr/>
          <p:nvPr/>
        </p:nvSpPr>
        <p:spPr>
          <a:xfrm>
            <a:off x="7937500" y="5270500"/>
            <a:ext cx="3048000" cy="1460500"/>
          </a:xfrm>
          <a:prstGeom prst="cloudCallout">
            <a:avLst/>
          </a:prstGeom>
          <a:solidFill>
            <a:srgbClr val="FFFFFF"/>
          </a:solidFill>
          <a:ln w="50800">
            <a:solidFill>
              <a:srgbClr val="2FB57A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2500" b="1" lang="en-US">
                <a:solidFill>
                  <a:srgbClr val="2FB57A"/>
                </a:solidFill>
                <a:latin typeface="Arial"/>
                <a:cs typeface="Arial"/>
              </a:rPr>
              <a:t>Great job!</a:t>
            </a:r>
          </a:p>
        </p:txBody>
      </p:sp>
      <p:sp>
        <p:nvSpPr>
          <p:cNvPr id="15" name="Next button">
            <a:hlinkClick action="ppaction://hlinksldjump" r:id="rId5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Next arrow">
            <a:hlinkClick action="ppaction://hlinksldjump" r:id="rId5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7" name="sound anchor" descr="sound anchor (invisible)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700" y="12700"/>
            <a:ext cx="25400" cy="25400"/>
          </a:xfrm>
          <a:prstGeom prst="rect">
            <a:avLst/>
          </a:prstGeom>
        </p:spPr>
      </p:pic>
    </p:spTree>
  </p:cSld>
  <p:clrMapOvr>
    <a:masterClrMapping/>
  </p:clrMapOvr>
  <p:transition advClick="0">
    <p:sndAc>
      <p:stSnd>
        <p:snd r:embed="rId6" name="po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9" dur="1670" fill="hold" repeatCount="indefinite" autoRev="1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2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1" dur="167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4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3" dur="1840" fill="hold" repeatCount="indefinite" autoRev="1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6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5" dur="1840" fill="hold" repeatCount="indefinite" autoRev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8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7" dur="218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0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9" dur="2180" fill="hold" repeatCount="indefinite" autoRev="1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5" presetID="53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2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100000">
                                        <p:cTn id="2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8" name="cheer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921000" y="190500"/>
            <a:ext cx="6350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Feed me"/>
          <p:cNvSpPr/>
          <p:nvPr/>
        </p:nvSpPr>
        <p:spPr>
          <a:xfrm>
            <a:off x="3048000" y="190500"/>
            <a:ext cx="4826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600" b="1" lang="en-US">
                <a:solidFill>
                  <a:srgbClr val="2E2640"/>
                </a:solidFill>
                <a:latin typeface="Arial"/>
                <a:cs typeface="Arial"/>
              </a:rPr>
              <a:t>Feed me</a:t>
            </a:r>
          </a:p>
        </p:txBody>
      </p:sp>
      <p:sp>
        <p:nvSpPr>
          <p:cNvPr id="5" name="Find جِ" descr="جِ"/>
          <p:cNvSpPr/>
          <p:nvPr/>
        </p:nvSpPr>
        <p:spPr>
          <a:xfrm>
            <a:off x="78740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جِ</a:t>
            </a:r>
          </a:p>
        </p:txBody>
      </p:sp>
      <p:pic>
        <p:nvPicPr>
          <p:cNvPr id="6" name="Monster" descr="Monste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2095500"/>
            <a:ext cx="3810000" cy="3810000"/>
          </a:xfrm>
          <a:prstGeom prst="rect">
            <a:avLst/>
          </a:prstGeom>
        </p:spPr>
      </p:pic>
      <p:pic>
        <p:nvPicPr>
          <p:cNvPr id="7" name="Food 1" descr="Food 1">
            <a:hlinkClick action="ppaction://hlinksldjump" r:id="rId6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5000" y="1778000"/>
            <a:ext cx="1905000" cy="1905000"/>
          </a:xfrm>
          <a:prstGeom prst="rect">
            <a:avLst/>
          </a:prstGeom>
        </p:spPr>
      </p:pic>
      <p:sp>
        <p:nvSpPr>
          <p:cNvPr id="8" name="Food letter 1 جِ" descr="جِ">
            <a:hlinkClick action="ppaction://hlinksldjump" r:id="rId6"/>
          </p:cNvPr>
          <p:cNvSpPr/>
          <p:nvPr/>
        </p:nvSpPr>
        <p:spPr>
          <a:xfrm>
            <a:off x="7429500" y="2317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جِ</a:t>
            </a:r>
          </a:p>
        </p:txBody>
      </p:sp>
      <p:pic>
        <p:nvPicPr>
          <p:cNvPr id="9" name="Food 2" descr="Food 2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25000" y="1778000"/>
            <a:ext cx="1905000" cy="1905000"/>
          </a:xfrm>
          <a:prstGeom prst="rect">
            <a:avLst/>
          </a:prstGeom>
        </p:spPr>
      </p:pic>
      <p:sp>
        <p:nvSpPr>
          <p:cNvPr id="10" name="Food letter 2 كِ" descr="كِ">
            <a:hlinkClick action="ppaction://hlinksldjump" r:id="rId7"/>
          </p:cNvPr>
          <p:cNvSpPr/>
          <p:nvPr/>
        </p:nvSpPr>
        <p:spPr>
          <a:xfrm>
            <a:off x="9969500" y="2317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كِ</a:t>
            </a:r>
          </a:p>
        </p:txBody>
      </p:sp>
      <p:pic>
        <p:nvPicPr>
          <p:cNvPr id="11" name="Food 3" descr="Food 3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85000" y="4064000"/>
            <a:ext cx="1905000" cy="1905000"/>
          </a:xfrm>
          <a:prstGeom prst="rect">
            <a:avLst/>
          </a:prstGeom>
        </p:spPr>
      </p:pic>
      <p:sp>
        <p:nvSpPr>
          <p:cNvPr id="12" name="Food letter 3 خِ" descr="خِ">
            <a:hlinkClick action="ppaction://hlinksldjump" r:id="rId7"/>
          </p:cNvPr>
          <p:cNvSpPr/>
          <p:nvPr/>
        </p:nvSpPr>
        <p:spPr>
          <a:xfrm>
            <a:off x="7429500" y="4603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خِ</a:t>
            </a:r>
          </a:p>
        </p:txBody>
      </p:sp>
      <p:pic>
        <p:nvPicPr>
          <p:cNvPr id="13" name="Food 4" descr="Food 4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25000" y="4064000"/>
            <a:ext cx="1905000" cy="1905000"/>
          </a:xfrm>
          <a:prstGeom prst="rect">
            <a:avLst/>
          </a:prstGeom>
        </p:spPr>
      </p:pic>
      <p:sp>
        <p:nvSpPr>
          <p:cNvPr id="14" name="Food letter 4 طِ" descr="طِ">
            <a:hlinkClick action="ppaction://hlinksldjump" r:id="rId7"/>
          </p:cNvPr>
          <p:cNvSpPr/>
          <p:nvPr/>
        </p:nvSpPr>
        <p:spPr>
          <a:xfrm>
            <a:off x="9969500" y="4603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طِ</a:t>
            </a:r>
          </a:p>
        </p:txBody>
      </p:sp>
      <p:sp>
        <p:nvSpPr>
          <p:cNvPr id="15" name="Next button">
            <a:hlinkClick action="ppaction://hlinksldjump" r:id="rId8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Next arrow">
            <a:hlinkClick action="ppaction://hlinksldjump" r:id="rId8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 spd="med">
    <p:fade/>
  </p:transition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921000" y="190500"/>
            <a:ext cx="6350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Feed me"/>
          <p:cNvSpPr/>
          <p:nvPr/>
        </p:nvSpPr>
        <p:spPr>
          <a:xfrm>
            <a:off x="3048000" y="190500"/>
            <a:ext cx="4826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600" b="1" lang="en-US">
                <a:solidFill>
                  <a:srgbClr val="2E2640"/>
                </a:solidFill>
                <a:latin typeface="Arial"/>
                <a:cs typeface="Arial"/>
              </a:rPr>
              <a:t>Feed me</a:t>
            </a:r>
          </a:p>
        </p:txBody>
      </p:sp>
      <p:sp>
        <p:nvSpPr>
          <p:cNvPr id="5" name="Find جِ" descr="جِ"/>
          <p:cNvSpPr/>
          <p:nvPr/>
        </p:nvSpPr>
        <p:spPr>
          <a:xfrm>
            <a:off x="78740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جِ</a:t>
            </a:r>
          </a:p>
        </p:txBody>
      </p:sp>
      <p:pic>
        <p:nvPicPr>
          <p:cNvPr id="6" name="Monster" descr="Monste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2095500"/>
            <a:ext cx="3810000" cy="3810000"/>
          </a:xfrm>
          <a:prstGeom prst="rect">
            <a:avLst/>
          </a:prstGeom>
        </p:spPr>
      </p:pic>
      <p:pic>
        <p:nvPicPr>
          <p:cNvPr id="7" name="Food 1" descr="Food 1">
            <a:hlinkClick action="ppaction://hlinksldjump" r:id="rId6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5000" y="1778000"/>
            <a:ext cx="1905000" cy="1905000"/>
          </a:xfrm>
          <a:prstGeom prst="rect">
            <a:avLst/>
          </a:prstGeom>
        </p:spPr>
      </p:pic>
      <p:sp>
        <p:nvSpPr>
          <p:cNvPr id="8" name="Food letter 1 جِ" descr="جِ">
            <a:hlinkClick action="ppaction://hlinksldjump" r:id="rId6"/>
          </p:cNvPr>
          <p:cNvSpPr/>
          <p:nvPr/>
        </p:nvSpPr>
        <p:spPr>
          <a:xfrm>
            <a:off x="7429500" y="2317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جِ</a:t>
            </a:r>
          </a:p>
        </p:txBody>
      </p:sp>
      <p:pic>
        <p:nvPicPr>
          <p:cNvPr id="9" name="Food 2" descr="Food 2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25000" y="1778000"/>
            <a:ext cx="1905000" cy="1905000"/>
          </a:xfrm>
          <a:prstGeom prst="rect">
            <a:avLst/>
          </a:prstGeom>
        </p:spPr>
      </p:pic>
      <p:sp>
        <p:nvSpPr>
          <p:cNvPr id="10" name="Food letter 2 كِ" descr="كِ">
            <a:hlinkClick action="ppaction://hlinksldjump" r:id="rId7"/>
          </p:cNvPr>
          <p:cNvSpPr/>
          <p:nvPr/>
        </p:nvSpPr>
        <p:spPr>
          <a:xfrm>
            <a:off x="9969500" y="2317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كِ</a:t>
            </a:r>
          </a:p>
        </p:txBody>
      </p:sp>
      <p:pic>
        <p:nvPicPr>
          <p:cNvPr id="11" name="Food 3" descr="Food 3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85000" y="4064000"/>
            <a:ext cx="1905000" cy="1905000"/>
          </a:xfrm>
          <a:prstGeom prst="rect">
            <a:avLst/>
          </a:prstGeom>
        </p:spPr>
      </p:pic>
      <p:sp>
        <p:nvSpPr>
          <p:cNvPr id="12" name="Food letter 3 خِ" descr="خِ">
            <a:hlinkClick action="ppaction://hlinksldjump" r:id="rId7"/>
          </p:cNvPr>
          <p:cNvSpPr/>
          <p:nvPr/>
        </p:nvSpPr>
        <p:spPr>
          <a:xfrm>
            <a:off x="7429500" y="4603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خِ</a:t>
            </a:r>
          </a:p>
        </p:txBody>
      </p:sp>
      <p:pic>
        <p:nvPicPr>
          <p:cNvPr id="13" name="Food 4" descr="Food 4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25000" y="4064000"/>
            <a:ext cx="1905000" cy="1905000"/>
          </a:xfrm>
          <a:prstGeom prst="rect">
            <a:avLst/>
          </a:prstGeom>
        </p:spPr>
      </p:pic>
      <p:sp>
        <p:nvSpPr>
          <p:cNvPr id="14" name="Food letter 4 طِ" descr="طِ">
            <a:hlinkClick action="ppaction://hlinksldjump" r:id="rId7"/>
          </p:cNvPr>
          <p:cNvSpPr/>
          <p:nvPr/>
        </p:nvSpPr>
        <p:spPr>
          <a:xfrm>
            <a:off x="9969500" y="4603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طِ</a:t>
            </a:r>
          </a:p>
        </p:txBody>
      </p:sp>
      <p:sp>
        <p:nvSpPr>
          <p:cNvPr id="15" name="No, thanks!" descr="No, thanks!"/>
          <p:cNvSpPr/>
          <p:nvPr/>
        </p:nvSpPr>
        <p:spPr>
          <a:xfrm>
            <a:off x="3302000" y="1079500"/>
            <a:ext cx="3302000" cy="1524000"/>
          </a:xfrm>
          <a:prstGeom prst="cloudCallout">
            <a:avLst/>
          </a:prstGeom>
          <a:solidFill>
            <a:srgbClr val="FFFFFF"/>
          </a:solidFill>
          <a:ln w="50800">
            <a:solidFill>
              <a:srgbClr val="E5536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2500" b="1" lang="en-US">
                <a:solidFill>
                  <a:srgbClr val="E5536F"/>
                </a:solidFill>
                <a:latin typeface="Arial"/>
                <a:cs typeface="Arial"/>
              </a:rPr>
              <a:t>No, thanks!</a:t>
            </a:r>
          </a:p>
        </p:txBody>
      </p:sp>
      <p:sp>
        <p:nvSpPr>
          <p:cNvPr id="16" name="Next button">
            <a:hlinkClick action="ppaction://hlinksldjump" r:id="rId8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Next arrow">
            <a:hlinkClick action="ppaction://hlinksldjump" r:id="rId8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9" name="boing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53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" dur="4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4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921000" y="190500"/>
            <a:ext cx="6350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Feed me"/>
          <p:cNvSpPr/>
          <p:nvPr/>
        </p:nvSpPr>
        <p:spPr>
          <a:xfrm>
            <a:off x="3048000" y="190500"/>
            <a:ext cx="4826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600" b="1" lang="en-US">
                <a:solidFill>
                  <a:srgbClr val="2E2640"/>
                </a:solidFill>
                <a:latin typeface="Arial"/>
                <a:cs typeface="Arial"/>
              </a:rPr>
              <a:t>Feed me</a:t>
            </a:r>
          </a:p>
        </p:txBody>
      </p:sp>
      <p:sp>
        <p:nvSpPr>
          <p:cNvPr id="5" name="Find جِ" descr="جِ"/>
          <p:cNvSpPr/>
          <p:nvPr/>
        </p:nvSpPr>
        <p:spPr>
          <a:xfrm>
            <a:off x="78740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جِ</a:t>
            </a:r>
          </a:p>
        </p:txBody>
      </p:sp>
      <p:pic>
        <p:nvPicPr>
          <p:cNvPr id="6" name="Monster" descr="Monste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2095500"/>
            <a:ext cx="3810000" cy="3810000"/>
          </a:xfrm>
          <a:prstGeom prst="rect">
            <a:avLst/>
          </a:prstGeom>
        </p:spPr>
      </p:pic>
      <p:pic>
        <p:nvPicPr>
          <p:cNvPr id="7" name="Food 2" descr="Food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25000" y="1778000"/>
            <a:ext cx="1905000" cy="1905000"/>
          </a:xfrm>
          <a:prstGeom prst="rect">
            <a:avLst/>
          </a:prstGeom>
        </p:spPr>
      </p:pic>
      <p:sp>
        <p:nvSpPr>
          <p:cNvPr id="8" name="Food letter 2 كِ" descr="كِ"/>
          <p:cNvSpPr/>
          <p:nvPr/>
        </p:nvSpPr>
        <p:spPr>
          <a:xfrm>
            <a:off x="9969500" y="2317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كِ</a:t>
            </a:r>
          </a:p>
        </p:txBody>
      </p:sp>
      <p:pic>
        <p:nvPicPr>
          <p:cNvPr id="9" name="Food 3" descr="Food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5000" y="4064000"/>
            <a:ext cx="1905000" cy="1905000"/>
          </a:xfrm>
          <a:prstGeom prst="rect">
            <a:avLst/>
          </a:prstGeom>
        </p:spPr>
      </p:pic>
      <p:sp>
        <p:nvSpPr>
          <p:cNvPr id="10" name="Food letter 3 خِ" descr="خِ"/>
          <p:cNvSpPr/>
          <p:nvPr/>
        </p:nvSpPr>
        <p:spPr>
          <a:xfrm>
            <a:off x="7429500" y="4603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خِ</a:t>
            </a:r>
          </a:p>
        </p:txBody>
      </p:sp>
      <p:pic>
        <p:nvPicPr>
          <p:cNvPr id="11" name="Food 4" descr="Food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25000" y="4064000"/>
            <a:ext cx="1905000" cy="1905000"/>
          </a:xfrm>
          <a:prstGeom prst="rect">
            <a:avLst/>
          </a:prstGeom>
        </p:spPr>
      </p:pic>
      <p:sp>
        <p:nvSpPr>
          <p:cNvPr id="12" name="Food letter 4 طِ" descr="طِ"/>
          <p:cNvSpPr/>
          <p:nvPr/>
        </p:nvSpPr>
        <p:spPr>
          <a:xfrm>
            <a:off x="9969500" y="4603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طِ</a:t>
            </a:r>
          </a:p>
        </p:txBody>
      </p:sp>
      <p:sp>
        <p:nvSpPr>
          <p:cNvPr id="13" name="Yummy!" descr="Yummy!"/>
          <p:cNvSpPr/>
          <p:nvPr/>
        </p:nvSpPr>
        <p:spPr>
          <a:xfrm>
            <a:off x="3302000" y="1079500"/>
            <a:ext cx="3302000" cy="1524000"/>
          </a:xfrm>
          <a:prstGeom prst="cloudCallout">
            <a:avLst/>
          </a:prstGeom>
          <a:solidFill>
            <a:srgbClr val="FFFFFF"/>
          </a:solidFill>
          <a:ln w="50800">
            <a:solidFill>
              <a:srgbClr val="E5536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3200" b="1" lang="en-US">
                <a:solidFill>
                  <a:srgbClr val="E5536F"/>
                </a:solidFill>
                <a:latin typeface="Arial"/>
                <a:cs typeface="Arial"/>
              </a:rPr>
              <a:t>Yummy!</a:t>
            </a:r>
          </a:p>
        </p:txBody>
      </p:sp>
      <p:sp>
        <p:nvSpPr>
          <p:cNvPr id="14" name="Next button">
            <a:hlinkClick action="ppaction://hlinksldjump" r:id="rId5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Next arrow">
            <a:hlinkClick action="ppaction://hlinksldjump" r:id="rId5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6" name="sound anchor" descr="sound anchor (invisible)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700" y="12700"/>
            <a:ext cx="25400" cy="25400"/>
          </a:xfrm>
          <a:prstGeom prst="rect">
            <a:avLst/>
          </a:prstGeom>
        </p:spPr>
      </p:pic>
    </p:spTree>
  </p:cSld>
  <p:clrMapOvr>
    <a:masterClrMapping/>
  </p:clrMapOvr>
  <p:transition advClick="0">
    <p:sndAc>
      <p:stSnd>
        <p:snd r:embed="rId6" name="munc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2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53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100000">
                                        <p:cTn id="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8" name="cheer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Catch every fish with"/>
          <p:cNvSpPr/>
          <p:nvPr/>
        </p:nvSpPr>
        <p:spPr>
          <a:xfrm>
            <a:off x="2730500" y="190500"/>
            <a:ext cx="546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000" b="1" lang="en-US">
                <a:solidFill>
                  <a:srgbClr val="2E2640"/>
                </a:solidFill>
                <a:latin typeface="Arial"/>
                <a:cs typeface="Arial"/>
              </a:rPr>
              <a:t>Catch every fish with</a:t>
            </a:r>
          </a:p>
        </p:txBody>
      </p:sp>
      <p:sp>
        <p:nvSpPr>
          <p:cNvPr id="5" name="Find حِ" descr="حِ"/>
          <p:cNvSpPr/>
          <p:nvPr/>
        </p:nvSpPr>
        <p:spPr>
          <a:xfrm>
            <a:off x="81915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حِ</a:t>
            </a:r>
          </a:p>
        </p:txBody>
      </p:sp>
      <p:sp>
        <p:nvSpPr>
          <p:cNvPr id="6" name="Star place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Fish 1" descr="Fish 1">
            <a:hlinkClick action="ppaction://hlinksldjump" r:id="rId6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0" y="1651000"/>
            <a:ext cx="2286000" cy="1416050"/>
          </a:xfrm>
          <a:prstGeom prst="rect">
            <a:avLst/>
          </a:prstGeom>
        </p:spPr>
      </p:pic>
      <p:sp>
        <p:nvSpPr>
          <p:cNvPr id="9" name="Fish letter 1 عِ" descr="عِ">
            <a:hlinkClick action="ppaction://hlinksldjump" r:id="rId6"/>
          </p:cNvPr>
          <p:cNvSpPr/>
          <p:nvPr/>
        </p:nvSpPr>
        <p:spPr>
          <a:xfrm>
            <a:off x="1682750" y="1885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عِ</a:t>
            </a:r>
          </a:p>
        </p:txBody>
      </p:sp>
      <p:pic>
        <p:nvPicPr>
          <p:cNvPr id="10" name="Fish 2" descr="Fish 2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67500" y="1905000"/>
            <a:ext cx="2286000" cy="1416050"/>
          </a:xfrm>
          <a:prstGeom prst="rect">
            <a:avLst/>
          </a:prstGeom>
        </p:spPr>
      </p:pic>
      <p:sp>
        <p:nvSpPr>
          <p:cNvPr id="11" name="Fish letter 2 حِ" descr="حِ">
            <a:hlinkClick action="ppaction://hlinksldjump" r:id="rId7"/>
          </p:cNvPr>
          <p:cNvSpPr/>
          <p:nvPr/>
        </p:nvSpPr>
        <p:spPr>
          <a:xfrm>
            <a:off x="7207250" y="2139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حِ</a:t>
            </a:r>
          </a:p>
        </p:txBody>
      </p:sp>
      <p:pic>
        <p:nvPicPr>
          <p:cNvPr id="12" name="Fish 3" descr="Fish 3">
            <a:hlinkClick action="ppaction://hlinksldjump" r:id="rId6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56000" y="3302000"/>
            <a:ext cx="2286000" cy="1416050"/>
          </a:xfrm>
          <a:prstGeom prst="rect">
            <a:avLst/>
          </a:prstGeom>
        </p:spPr>
      </p:pic>
      <p:sp>
        <p:nvSpPr>
          <p:cNvPr id="13" name="Fish letter 3 جِ" descr="جِ">
            <a:hlinkClick action="ppaction://hlinksldjump" r:id="rId6"/>
          </p:cNvPr>
          <p:cNvSpPr/>
          <p:nvPr/>
        </p:nvSpPr>
        <p:spPr>
          <a:xfrm>
            <a:off x="4095750" y="3536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جِ</a:t>
            </a:r>
          </a:p>
        </p:txBody>
      </p:sp>
      <p:pic>
        <p:nvPicPr>
          <p:cNvPr id="14" name="Fish 4" descr="Fish 4">
            <a:hlinkClick action="ppaction://hlinksldjump" r:id="rId6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72500" y="3810000"/>
            <a:ext cx="2286000" cy="1416050"/>
          </a:xfrm>
          <a:prstGeom prst="rect">
            <a:avLst/>
          </a:prstGeom>
        </p:spPr>
      </p:pic>
      <p:sp>
        <p:nvSpPr>
          <p:cNvPr id="15" name="Fish letter 4 بِ" descr="بِ">
            <a:hlinkClick action="ppaction://hlinksldjump" r:id="rId6"/>
          </p:cNvPr>
          <p:cNvSpPr/>
          <p:nvPr/>
        </p:nvSpPr>
        <p:spPr>
          <a:xfrm>
            <a:off x="9112250" y="4044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بِ</a:t>
            </a:r>
          </a:p>
        </p:txBody>
      </p:sp>
      <p:pic>
        <p:nvPicPr>
          <p:cNvPr id="16" name="Fish 5" descr="Fish 5">
            <a:hlinkClick action="ppaction://hlinksldjump" r:id="rId8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87500" y="4826000"/>
            <a:ext cx="2286000" cy="1416050"/>
          </a:xfrm>
          <a:prstGeom prst="rect">
            <a:avLst/>
          </a:prstGeom>
        </p:spPr>
      </p:pic>
      <p:sp>
        <p:nvSpPr>
          <p:cNvPr id="17" name="Fish letter 5 حِ" descr="حِ">
            <a:hlinkClick action="ppaction://hlinksldjump" r:id="rId8"/>
          </p:cNvPr>
          <p:cNvSpPr/>
          <p:nvPr/>
        </p:nvSpPr>
        <p:spPr>
          <a:xfrm>
            <a:off x="2127250" y="5060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حِ</a:t>
            </a:r>
          </a:p>
        </p:txBody>
      </p:sp>
      <p:sp>
        <p:nvSpPr>
          <p:cNvPr id="18" name="Next button">
            <a:hlinkClick action="ppaction://hlinksldjump" r:id="rId9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Next arrow">
            <a:hlinkClick action="ppaction://hlinksldjump" r:id="rId9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4" dur="2600" fill="hold" repeatCount="indefinite" autoRev="1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6" dur="260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8" dur="2900" fill="hold" repeatCount="indefinite" autoRev="1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10" dur="2900" fill="hold" repeatCount="indefinite" autoRev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12" dur="320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14" dur="3200" fill="hold" repeatCount="indefinite" autoRev="1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7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16" dur="3500" fill="hold" repeatCount="indefinite" autoRev="1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9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18" dur="3500" fill="hold" repeatCount="indefinite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1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20" dur="3800" fill="hold" repeatCount="indefinite" autoRev="1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3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22" dur="3800" fill="hold" repeatCount="indefinite" autoRev="1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Catch every fish with"/>
          <p:cNvSpPr/>
          <p:nvPr/>
        </p:nvSpPr>
        <p:spPr>
          <a:xfrm>
            <a:off x="2730500" y="190500"/>
            <a:ext cx="546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000" b="1" lang="en-US">
                <a:solidFill>
                  <a:srgbClr val="2E2640"/>
                </a:solidFill>
                <a:latin typeface="Arial"/>
                <a:cs typeface="Arial"/>
              </a:rPr>
              <a:t>Catch every fish with</a:t>
            </a:r>
          </a:p>
        </p:txBody>
      </p:sp>
      <p:sp>
        <p:nvSpPr>
          <p:cNvPr id="5" name="Find حِ" descr="حِ"/>
          <p:cNvSpPr/>
          <p:nvPr/>
        </p:nvSpPr>
        <p:spPr>
          <a:xfrm>
            <a:off x="81915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حِ</a:t>
            </a:r>
          </a:p>
        </p:txBody>
      </p:sp>
      <p:sp>
        <p:nvSpPr>
          <p:cNvPr id="6" name="Star place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Fish 1" descr="Fish 1">
            <a:hlinkClick action="ppaction://hlinksldjump" r:id="rId6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0" y="1651000"/>
            <a:ext cx="2286000" cy="1416050"/>
          </a:xfrm>
          <a:prstGeom prst="rect">
            <a:avLst/>
          </a:prstGeom>
        </p:spPr>
      </p:pic>
      <p:sp>
        <p:nvSpPr>
          <p:cNvPr id="9" name="Fish letter 1 عِ" descr="عِ">
            <a:hlinkClick action="ppaction://hlinksldjump" r:id="rId6"/>
          </p:cNvPr>
          <p:cNvSpPr/>
          <p:nvPr/>
        </p:nvSpPr>
        <p:spPr>
          <a:xfrm>
            <a:off x="1682750" y="1885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عِ</a:t>
            </a:r>
          </a:p>
        </p:txBody>
      </p:sp>
      <p:pic>
        <p:nvPicPr>
          <p:cNvPr id="10" name="Fish 2" descr="Fish 2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67500" y="1905000"/>
            <a:ext cx="2286000" cy="1416050"/>
          </a:xfrm>
          <a:prstGeom prst="rect">
            <a:avLst/>
          </a:prstGeom>
        </p:spPr>
      </p:pic>
      <p:sp>
        <p:nvSpPr>
          <p:cNvPr id="11" name="Fish letter 2 حِ" descr="حِ">
            <a:hlinkClick action="ppaction://hlinksldjump" r:id="rId7"/>
          </p:cNvPr>
          <p:cNvSpPr/>
          <p:nvPr/>
        </p:nvSpPr>
        <p:spPr>
          <a:xfrm>
            <a:off x="7207250" y="2139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حِ</a:t>
            </a:r>
          </a:p>
        </p:txBody>
      </p:sp>
      <p:pic>
        <p:nvPicPr>
          <p:cNvPr id="12" name="Fish 3" descr="Fish 3">
            <a:hlinkClick action="ppaction://hlinksldjump" r:id="rId6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56000" y="3302000"/>
            <a:ext cx="2286000" cy="1416050"/>
          </a:xfrm>
          <a:prstGeom prst="rect">
            <a:avLst/>
          </a:prstGeom>
        </p:spPr>
      </p:pic>
      <p:sp>
        <p:nvSpPr>
          <p:cNvPr id="13" name="Fish letter 3 جِ" descr="جِ">
            <a:hlinkClick action="ppaction://hlinksldjump" r:id="rId6"/>
          </p:cNvPr>
          <p:cNvSpPr/>
          <p:nvPr/>
        </p:nvSpPr>
        <p:spPr>
          <a:xfrm>
            <a:off x="4095750" y="3536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جِ</a:t>
            </a:r>
          </a:p>
        </p:txBody>
      </p:sp>
      <p:pic>
        <p:nvPicPr>
          <p:cNvPr id="14" name="Fish 4" descr="Fish 4">
            <a:hlinkClick action="ppaction://hlinksldjump" r:id="rId6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72500" y="3810000"/>
            <a:ext cx="2286000" cy="1416050"/>
          </a:xfrm>
          <a:prstGeom prst="rect">
            <a:avLst/>
          </a:prstGeom>
        </p:spPr>
      </p:pic>
      <p:sp>
        <p:nvSpPr>
          <p:cNvPr id="15" name="Fish letter 4 بِ" descr="بِ">
            <a:hlinkClick action="ppaction://hlinksldjump" r:id="rId6"/>
          </p:cNvPr>
          <p:cNvSpPr/>
          <p:nvPr/>
        </p:nvSpPr>
        <p:spPr>
          <a:xfrm>
            <a:off x="9112250" y="4044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بِ</a:t>
            </a:r>
          </a:p>
        </p:txBody>
      </p:sp>
      <p:pic>
        <p:nvPicPr>
          <p:cNvPr id="16" name="Fish 5" descr="Fish 5">
            <a:hlinkClick action="ppaction://hlinksldjump" r:id="rId8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87500" y="4826000"/>
            <a:ext cx="2286000" cy="1416050"/>
          </a:xfrm>
          <a:prstGeom prst="rect">
            <a:avLst/>
          </a:prstGeom>
        </p:spPr>
      </p:pic>
      <p:sp>
        <p:nvSpPr>
          <p:cNvPr id="17" name="Fish letter 5 حِ" descr="حِ">
            <a:hlinkClick action="ppaction://hlinksldjump" r:id="rId8"/>
          </p:cNvPr>
          <p:cNvSpPr/>
          <p:nvPr/>
        </p:nvSpPr>
        <p:spPr>
          <a:xfrm>
            <a:off x="2127250" y="5060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حِ</a:t>
            </a:r>
          </a:p>
        </p:txBody>
      </p:sp>
      <p:sp>
        <p:nvSpPr>
          <p:cNvPr id="18" name="Try again!" descr="Try again!"/>
          <p:cNvSpPr/>
          <p:nvPr/>
        </p:nvSpPr>
        <p:spPr>
          <a:xfrm>
            <a:off x="7937500" y="5270500"/>
            <a:ext cx="3048000" cy="1460500"/>
          </a:xfrm>
          <a:prstGeom prst="cloudCallout">
            <a:avLst/>
          </a:prstGeom>
          <a:solidFill>
            <a:srgbClr val="FFFFFF"/>
          </a:solidFill>
          <a:ln w="50800">
            <a:solidFill>
              <a:srgbClr val="E5536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2500" b="1" lang="en-US">
                <a:solidFill>
                  <a:srgbClr val="E5536F"/>
                </a:solidFill>
                <a:latin typeface="Arial"/>
                <a:cs typeface="Arial"/>
              </a:rPr>
              <a:t>Try again!</a:t>
            </a:r>
          </a:p>
        </p:txBody>
      </p:sp>
      <p:sp>
        <p:nvSpPr>
          <p:cNvPr id="19" name="Next button">
            <a:hlinkClick action="ppaction://hlinksldjump" r:id="rId9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Next arrow">
            <a:hlinkClick action="ppaction://hlinksldjump" r:id="rId9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10" name="boing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4" dur="2600" fill="hold" repeatCount="indefinite" autoRev="1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6" dur="260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8" dur="2900" fill="hold" repeatCount="indefinite" autoRev="1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10" dur="2900" fill="hold" repeatCount="indefinite" autoRev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12" dur="320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14" dur="3200" fill="hold" repeatCount="indefinite" autoRev="1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7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16" dur="3500" fill="hold" repeatCount="indefinite" autoRev="1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9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18" dur="3500" fill="hold" repeatCount="indefinite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1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20" dur="3800" fill="hold" repeatCount="indefinite" autoRev="1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3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22" dur="3800" fill="hold" repeatCount="indefinite" autoRev="1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8" presetID="53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Catch every fish with"/>
          <p:cNvSpPr/>
          <p:nvPr/>
        </p:nvSpPr>
        <p:spPr>
          <a:xfrm>
            <a:off x="2730500" y="190500"/>
            <a:ext cx="546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000" b="1" lang="en-US">
                <a:solidFill>
                  <a:srgbClr val="2E2640"/>
                </a:solidFill>
                <a:latin typeface="Arial"/>
                <a:cs typeface="Arial"/>
              </a:rPr>
              <a:t>Catch every fish with</a:t>
            </a:r>
          </a:p>
        </p:txBody>
      </p:sp>
      <p:sp>
        <p:nvSpPr>
          <p:cNvPr id="5" name="Find حِ" descr="حِ"/>
          <p:cNvSpPr/>
          <p:nvPr/>
        </p:nvSpPr>
        <p:spPr>
          <a:xfrm>
            <a:off x="81915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حِ</a:t>
            </a:r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Fish 1" descr="Fish 1">
            <a:hlinkClick action="ppaction://hlinksldjump" r:id="rId6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0" y="1651000"/>
            <a:ext cx="2286000" cy="1416050"/>
          </a:xfrm>
          <a:prstGeom prst="rect">
            <a:avLst/>
          </a:prstGeom>
        </p:spPr>
      </p:pic>
      <p:sp>
        <p:nvSpPr>
          <p:cNvPr id="9" name="Fish letter 1 عِ" descr="عِ">
            <a:hlinkClick action="ppaction://hlinksldjump" r:id="rId6"/>
          </p:cNvPr>
          <p:cNvSpPr/>
          <p:nvPr/>
        </p:nvSpPr>
        <p:spPr>
          <a:xfrm>
            <a:off x="1682750" y="1885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عِ</a:t>
            </a:r>
          </a:p>
        </p:txBody>
      </p:sp>
      <p:pic>
        <p:nvPicPr>
          <p:cNvPr id="10" name="Fish 3" descr="Fish 3">
            <a:hlinkClick action="ppaction://hlinksldjump" r:id="rId6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56000" y="3302000"/>
            <a:ext cx="2286000" cy="1416050"/>
          </a:xfrm>
          <a:prstGeom prst="rect">
            <a:avLst/>
          </a:prstGeom>
        </p:spPr>
      </p:pic>
      <p:sp>
        <p:nvSpPr>
          <p:cNvPr id="11" name="Fish letter 3 جِ" descr="جِ">
            <a:hlinkClick action="ppaction://hlinksldjump" r:id="rId6"/>
          </p:cNvPr>
          <p:cNvSpPr/>
          <p:nvPr/>
        </p:nvSpPr>
        <p:spPr>
          <a:xfrm>
            <a:off x="4095750" y="3536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جِ</a:t>
            </a:r>
          </a:p>
        </p:txBody>
      </p:sp>
      <p:pic>
        <p:nvPicPr>
          <p:cNvPr id="12" name="Fish 4" descr="Fish 4">
            <a:hlinkClick action="ppaction://hlinksldjump" r:id="rId6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72500" y="3810000"/>
            <a:ext cx="2286000" cy="1416050"/>
          </a:xfrm>
          <a:prstGeom prst="rect">
            <a:avLst/>
          </a:prstGeom>
        </p:spPr>
      </p:pic>
      <p:sp>
        <p:nvSpPr>
          <p:cNvPr id="13" name="Fish letter 4 بِ" descr="بِ">
            <a:hlinkClick action="ppaction://hlinksldjump" r:id="rId6"/>
          </p:cNvPr>
          <p:cNvSpPr/>
          <p:nvPr/>
        </p:nvSpPr>
        <p:spPr>
          <a:xfrm>
            <a:off x="9112250" y="4044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بِ</a:t>
            </a:r>
          </a:p>
        </p:txBody>
      </p:sp>
      <p:pic>
        <p:nvPicPr>
          <p:cNvPr id="14" name="Fish 5" descr="Fish 5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87500" y="4826000"/>
            <a:ext cx="2286000" cy="1416050"/>
          </a:xfrm>
          <a:prstGeom prst="rect">
            <a:avLst/>
          </a:prstGeom>
        </p:spPr>
      </p:pic>
      <p:sp>
        <p:nvSpPr>
          <p:cNvPr id="15" name="Fish letter 5 حِ" descr="حِ">
            <a:hlinkClick action="ppaction://hlinksldjump" r:id="rId7"/>
          </p:cNvPr>
          <p:cNvSpPr/>
          <p:nvPr/>
        </p:nvSpPr>
        <p:spPr>
          <a:xfrm>
            <a:off x="2127250" y="5060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حِ</a:t>
            </a:r>
          </a:p>
        </p:txBody>
      </p:sp>
      <p:sp>
        <p:nvSpPr>
          <p:cNvPr id="16" name="Next button">
            <a:hlinkClick action="ppaction://hlinksldjump" r:id="rId8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Next arrow">
            <a:hlinkClick action="ppaction://hlinksldjump" r:id="rId8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9" name="spla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9" dur="2600" fill="hold" repeatCount="indefinite" autoRev="1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2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11" dur="260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4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13" dur="3200" fill="hold" repeatCount="indefinite" autoRev="1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6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15" dur="3200" fill="hold" repeatCount="indefinite" autoRev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8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17" dur="350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0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19" dur="3500" fill="hold" repeatCount="indefinite" autoRev="1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2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21" dur="3800" fill="hold" repeatCount="indefinite" autoRev="1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4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23" dur="3800" fill="hold" repeatCount="indefinite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Catch every fish with"/>
          <p:cNvSpPr/>
          <p:nvPr/>
        </p:nvSpPr>
        <p:spPr>
          <a:xfrm>
            <a:off x="2730500" y="190500"/>
            <a:ext cx="546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000" b="1" lang="en-US">
                <a:solidFill>
                  <a:srgbClr val="2E2640"/>
                </a:solidFill>
                <a:latin typeface="Arial"/>
                <a:cs typeface="Arial"/>
              </a:rPr>
              <a:t>Catch every fish with</a:t>
            </a:r>
          </a:p>
        </p:txBody>
      </p:sp>
      <p:sp>
        <p:nvSpPr>
          <p:cNvPr id="5" name="Find حِ" descr="حِ"/>
          <p:cNvSpPr/>
          <p:nvPr/>
        </p:nvSpPr>
        <p:spPr>
          <a:xfrm>
            <a:off x="81915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حِ</a:t>
            </a:r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Fish 1" descr="Fish 1">
            <a:hlinkClick action="ppaction://hlinksldjump" r:id="rId6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0" y="1651000"/>
            <a:ext cx="2286000" cy="1416050"/>
          </a:xfrm>
          <a:prstGeom prst="rect">
            <a:avLst/>
          </a:prstGeom>
        </p:spPr>
      </p:pic>
      <p:sp>
        <p:nvSpPr>
          <p:cNvPr id="9" name="Fish letter 1 عِ" descr="عِ">
            <a:hlinkClick action="ppaction://hlinksldjump" r:id="rId6"/>
          </p:cNvPr>
          <p:cNvSpPr/>
          <p:nvPr/>
        </p:nvSpPr>
        <p:spPr>
          <a:xfrm>
            <a:off x="1682750" y="1885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عِ</a:t>
            </a:r>
          </a:p>
        </p:txBody>
      </p:sp>
      <p:pic>
        <p:nvPicPr>
          <p:cNvPr id="10" name="Fish 3" descr="Fish 3">
            <a:hlinkClick action="ppaction://hlinksldjump" r:id="rId6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56000" y="3302000"/>
            <a:ext cx="2286000" cy="1416050"/>
          </a:xfrm>
          <a:prstGeom prst="rect">
            <a:avLst/>
          </a:prstGeom>
        </p:spPr>
      </p:pic>
      <p:sp>
        <p:nvSpPr>
          <p:cNvPr id="11" name="Fish letter 3 جِ" descr="جِ">
            <a:hlinkClick action="ppaction://hlinksldjump" r:id="rId6"/>
          </p:cNvPr>
          <p:cNvSpPr/>
          <p:nvPr/>
        </p:nvSpPr>
        <p:spPr>
          <a:xfrm>
            <a:off x="4095750" y="3536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جِ</a:t>
            </a:r>
          </a:p>
        </p:txBody>
      </p:sp>
      <p:pic>
        <p:nvPicPr>
          <p:cNvPr id="12" name="Fish 4" descr="Fish 4">
            <a:hlinkClick action="ppaction://hlinksldjump" r:id="rId6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72500" y="3810000"/>
            <a:ext cx="2286000" cy="1416050"/>
          </a:xfrm>
          <a:prstGeom prst="rect">
            <a:avLst/>
          </a:prstGeom>
        </p:spPr>
      </p:pic>
      <p:sp>
        <p:nvSpPr>
          <p:cNvPr id="13" name="Fish letter 4 بِ" descr="بِ">
            <a:hlinkClick action="ppaction://hlinksldjump" r:id="rId6"/>
          </p:cNvPr>
          <p:cNvSpPr/>
          <p:nvPr/>
        </p:nvSpPr>
        <p:spPr>
          <a:xfrm>
            <a:off x="9112250" y="4044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بِ</a:t>
            </a:r>
          </a:p>
        </p:txBody>
      </p:sp>
      <p:pic>
        <p:nvPicPr>
          <p:cNvPr id="14" name="Fish 5" descr="Fish 5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87500" y="4826000"/>
            <a:ext cx="2286000" cy="1416050"/>
          </a:xfrm>
          <a:prstGeom prst="rect">
            <a:avLst/>
          </a:prstGeom>
        </p:spPr>
      </p:pic>
      <p:sp>
        <p:nvSpPr>
          <p:cNvPr id="15" name="Fish letter 5 حِ" descr="حِ">
            <a:hlinkClick action="ppaction://hlinksldjump" r:id="rId7"/>
          </p:cNvPr>
          <p:cNvSpPr/>
          <p:nvPr/>
        </p:nvSpPr>
        <p:spPr>
          <a:xfrm>
            <a:off x="2127250" y="5060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حِ</a:t>
            </a:r>
          </a:p>
        </p:txBody>
      </p:sp>
      <p:sp>
        <p:nvSpPr>
          <p:cNvPr id="16" name="Try again!" descr="Try again!"/>
          <p:cNvSpPr/>
          <p:nvPr/>
        </p:nvSpPr>
        <p:spPr>
          <a:xfrm>
            <a:off x="7937500" y="5270500"/>
            <a:ext cx="3048000" cy="1460500"/>
          </a:xfrm>
          <a:prstGeom prst="cloudCallout">
            <a:avLst/>
          </a:prstGeom>
          <a:solidFill>
            <a:srgbClr val="FFFFFF"/>
          </a:solidFill>
          <a:ln w="50800">
            <a:solidFill>
              <a:srgbClr val="E5536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2500" b="1" lang="en-US">
                <a:solidFill>
                  <a:srgbClr val="E5536F"/>
                </a:solidFill>
                <a:latin typeface="Arial"/>
                <a:cs typeface="Arial"/>
              </a:rPr>
              <a:t>Try again!</a:t>
            </a:r>
          </a:p>
        </p:txBody>
      </p:sp>
      <p:sp>
        <p:nvSpPr>
          <p:cNvPr id="17" name="Next button">
            <a:hlinkClick action="ppaction://hlinksldjump" r:id="rId8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Next arrow">
            <a:hlinkClick action="ppaction://hlinksldjump" r:id="rId8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9" name="boing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4" dur="2600" fill="hold" repeatCount="indefinite" autoRev="1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6" dur="260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8" dur="3200" fill="hold" repeatCount="indefinite" autoRev="1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10" dur="3200" fill="hold" repeatCount="indefinite" autoRev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12" dur="350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14" dur="3500" fill="hold" repeatCount="indefinite" autoRev="1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7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16" dur="3800" fill="hold" repeatCount="indefinite" autoRev="1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9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18" dur="3800" fill="hold" repeatCount="indefinite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4" presetID="53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Catch every fish with"/>
          <p:cNvSpPr/>
          <p:nvPr/>
        </p:nvSpPr>
        <p:spPr>
          <a:xfrm>
            <a:off x="2730500" y="190500"/>
            <a:ext cx="546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000" b="1" lang="en-US">
                <a:solidFill>
                  <a:srgbClr val="2E2640"/>
                </a:solidFill>
                <a:latin typeface="Arial"/>
                <a:cs typeface="Arial"/>
              </a:rPr>
              <a:t>Catch every fish with</a:t>
            </a:r>
          </a:p>
        </p:txBody>
      </p:sp>
      <p:sp>
        <p:nvSpPr>
          <p:cNvPr id="5" name="Find حِ" descr="حِ"/>
          <p:cNvSpPr/>
          <p:nvPr/>
        </p:nvSpPr>
        <p:spPr>
          <a:xfrm>
            <a:off x="81915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حِ</a:t>
            </a:r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Fish 1" descr="Fish 1">
            <a:hlinkClick action="ppaction://hlinksldjump" r:id="rId5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0" y="1651000"/>
            <a:ext cx="2286000" cy="1416050"/>
          </a:xfrm>
          <a:prstGeom prst="rect">
            <a:avLst/>
          </a:prstGeom>
        </p:spPr>
      </p:pic>
      <p:sp>
        <p:nvSpPr>
          <p:cNvPr id="9" name="Fish letter 1 عِ" descr="عِ">
            <a:hlinkClick action="ppaction://hlinksldjump" r:id="rId5"/>
          </p:cNvPr>
          <p:cNvSpPr/>
          <p:nvPr/>
        </p:nvSpPr>
        <p:spPr>
          <a:xfrm>
            <a:off x="1682750" y="1885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عِ</a:t>
            </a:r>
          </a:p>
        </p:txBody>
      </p:sp>
      <p:pic>
        <p:nvPicPr>
          <p:cNvPr id="10" name="Fish 2" descr="Fish 2">
            <a:hlinkClick action="ppaction://hlinksldjump" r:id="rId6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67500" y="1905000"/>
            <a:ext cx="2286000" cy="1416050"/>
          </a:xfrm>
          <a:prstGeom prst="rect">
            <a:avLst/>
          </a:prstGeom>
        </p:spPr>
      </p:pic>
      <p:sp>
        <p:nvSpPr>
          <p:cNvPr id="11" name="Fish letter 2 حِ" descr="حِ">
            <a:hlinkClick action="ppaction://hlinksldjump" r:id="rId6"/>
          </p:cNvPr>
          <p:cNvSpPr/>
          <p:nvPr/>
        </p:nvSpPr>
        <p:spPr>
          <a:xfrm>
            <a:off x="7207250" y="2139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حِ</a:t>
            </a:r>
          </a:p>
        </p:txBody>
      </p:sp>
      <p:pic>
        <p:nvPicPr>
          <p:cNvPr id="12" name="Fish 3" descr="Fish 3">
            <a:hlinkClick action="ppaction://hlinksldjump" r:id="rId5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56000" y="3302000"/>
            <a:ext cx="2286000" cy="1416050"/>
          </a:xfrm>
          <a:prstGeom prst="rect">
            <a:avLst/>
          </a:prstGeom>
        </p:spPr>
      </p:pic>
      <p:sp>
        <p:nvSpPr>
          <p:cNvPr id="13" name="Fish letter 3 جِ" descr="جِ">
            <a:hlinkClick action="ppaction://hlinksldjump" r:id="rId5"/>
          </p:cNvPr>
          <p:cNvSpPr/>
          <p:nvPr/>
        </p:nvSpPr>
        <p:spPr>
          <a:xfrm>
            <a:off x="4095750" y="3536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جِ</a:t>
            </a:r>
          </a:p>
        </p:txBody>
      </p:sp>
      <p:pic>
        <p:nvPicPr>
          <p:cNvPr id="14" name="Fish 4" descr="Fish 4">
            <a:hlinkClick action="ppaction://hlinksldjump"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72500" y="3810000"/>
            <a:ext cx="2286000" cy="1416050"/>
          </a:xfrm>
          <a:prstGeom prst="rect">
            <a:avLst/>
          </a:prstGeom>
        </p:spPr>
      </p:pic>
      <p:sp>
        <p:nvSpPr>
          <p:cNvPr id="15" name="Fish letter 4 بِ" descr="بِ">
            <a:hlinkClick action="ppaction://hlinksldjump" r:id="rId5"/>
          </p:cNvPr>
          <p:cNvSpPr/>
          <p:nvPr/>
        </p:nvSpPr>
        <p:spPr>
          <a:xfrm>
            <a:off x="9112250" y="4044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بِ</a:t>
            </a:r>
          </a:p>
        </p:txBody>
      </p:sp>
      <p:sp>
        <p:nvSpPr>
          <p:cNvPr id="16" name="Next button">
            <a:hlinkClick action="ppaction://hlinksldjump" r:id="rId7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Next arrow">
            <a:hlinkClick action="ppaction://hlinksldjump" r:id="rId7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8" name="spla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9" dur="2600" fill="hold" repeatCount="indefinite" autoRev="1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2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11" dur="260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4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13" dur="2900" fill="hold" repeatCount="indefinite" autoRev="1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6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15" dur="2900" fill="hold" repeatCount="indefinite" autoRev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8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17" dur="320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0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19" dur="3200" fill="hold" repeatCount="indefinite" autoRev="1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2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21" dur="3500" fill="hold" repeatCount="indefinite" autoRev="1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4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23" dur="3500" fill="hold" repeatCount="indefinite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Catch every fish with"/>
          <p:cNvSpPr/>
          <p:nvPr/>
        </p:nvSpPr>
        <p:spPr>
          <a:xfrm>
            <a:off x="2730500" y="190500"/>
            <a:ext cx="546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000" b="1" lang="en-US">
                <a:solidFill>
                  <a:srgbClr val="2E2640"/>
                </a:solidFill>
                <a:latin typeface="Arial"/>
                <a:cs typeface="Arial"/>
              </a:rPr>
              <a:t>Catch every fish with</a:t>
            </a:r>
          </a:p>
        </p:txBody>
      </p:sp>
      <p:sp>
        <p:nvSpPr>
          <p:cNvPr id="5" name="Find حِ" descr="حِ"/>
          <p:cNvSpPr/>
          <p:nvPr/>
        </p:nvSpPr>
        <p:spPr>
          <a:xfrm>
            <a:off x="81915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حِ</a:t>
            </a:r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Fish 1" descr="Fish 1">
            <a:hlinkClick action="ppaction://hlinksldjump" r:id="rId5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0" y="1651000"/>
            <a:ext cx="2286000" cy="1416050"/>
          </a:xfrm>
          <a:prstGeom prst="rect">
            <a:avLst/>
          </a:prstGeom>
        </p:spPr>
      </p:pic>
      <p:sp>
        <p:nvSpPr>
          <p:cNvPr id="9" name="Fish letter 1 عِ" descr="عِ">
            <a:hlinkClick action="ppaction://hlinksldjump" r:id="rId5"/>
          </p:cNvPr>
          <p:cNvSpPr/>
          <p:nvPr/>
        </p:nvSpPr>
        <p:spPr>
          <a:xfrm>
            <a:off x="1682750" y="1885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عِ</a:t>
            </a:r>
          </a:p>
        </p:txBody>
      </p:sp>
      <p:pic>
        <p:nvPicPr>
          <p:cNvPr id="10" name="Fish 2" descr="Fish 2">
            <a:hlinkClick action="ppaction://hlinksldjump" r:id="rId6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67500" y="1905000"/>
            <a:ext cx="2286000" cy="1416050"/>
          </a:xfrm>
          <a:prstGeom prst="rect">
            <a:avLst/>
          </a:prstGeom>
        </p:spPr>
      </p:pic>
      <p:sp>
        <p:nvSpPr>
          <p:cNvPr id="11" name="Fish letter 2 حِ" descr="حِ">
            <a:hlinkClick action="ppaction://hlinksldjump" r:id="rId6"/>
          </p:cNvPr>
          <p:cNvSpPr/>
          <p:nvPr/>
        </p:nvSpPr>
        <p:spPr>
          <a:xfrm>
            <a:off x="7207250" y="2139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حِ</a:t>
            </a:r>
          </a:p>
        </p:txBody>
      </p:sp>
      <p:pic>
        <p:nvPicPr>
          <p:cNvPr id="12" name="Fish 3" descr="Fish 3">
            <a:hlinkClick action="ppaction://hlinksldjump" r:id="rId5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56000" y="3302000"/>
            <a:ext cx="2286000" cy="1416050"/>
          </a:xfrm>
          <a:prstGeom prst="rect">
            <a:avLst/>
          </a:prstGeom>
        </p:spPr>
      </p:pic>
      <p:sp>
        <p:nvSpPr>
          <p:cNvPr id="13" name="Fish letter 3 جِ" descr="جِ">
            <a:hlinkClick action="ppaction://hlinksldjump" r:id="rId5"/>
          </p:cNvPr>
          <p:cNvSpPr/>
          <p:nvPr/>
        </p:nvSpPr>
        <p:spPr>
          <a:xfrm>
            <a:off x="4095750" y="3536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جِ</a:t>
            </a:r>
          </a:p>
        </p:txBody>
      </p:sp>
      <p:pic>
        <p:nvPicPr>
          <p:cNvPr id="14" name="Fish 4" descr="Fish 4">
            <a:hlinkClick action="ppaction://hlinksldjump"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72500" y="3810000"/>
            <a:ext cx="2286000" cy="1416050"/>
          </a:xfrm>
          <a:prstGeom prst="rect">
            <a:avLst/>
          </a:prstGeom>
        </p:spPr>
      </p:pic>
      <p:sp>
        <p:nvSpPr>
          <p:cNvPr id="15" name="Fish letter 4 بِ" descr="بِ">
            <a:hlinkClick action="ppaction://hlinksldjump" r:id="rId5"/>
          </p:cNvPr>
          <p:cNvSpPr/>
          <p:nvPr/>
        </p:nvSpPr>
        <p:spPr>
          <a:xfrm>
            <a:off x="9112250" y="4044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بِ</a:t>
            </a:r>
          </a:p>
        </p:txBody>
      </p:sp>
      <p:sp>
        <p:nvSpPr>
          <p:cNvPr id="16" name="Try again!" descr="Try again!"/>
          <p:cNvSpPr/>
          <p:nvPr/>
        </p:nvSpPr>
        <p:spPr>
          <a:xfrm>
            <a:off x="7937500" y="5270500"/>
            <a:ext cx="3048000" cy="1460500"/>
          </a:xfrm>
          <a:prstGeom prst="cloudCallout">
            <a:avLst/>
          </a:prstGeom>
          <a:solidFill>
            <a:srgbClr val="FFFFFF"/>
          </a:solidFill>
          <a:ln w="50800">
            <a:solidFill>
              <a:srgbClr val="E5536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2500" b="1" lang="en-US">
                <a:solidFill>
                  <a:srgbClr val="E5536F"/>
                </a:solidFill>
                <a:latin typeface="Arial"/>
                <a:cs typeface="Arial"/>
              </a:rPr>
              <a:t>Try again!</a:t>
            </a:r>
          </a:p>
        </p:txBody>
      </p:sp>
      <p:sp>
        <p:nvSpPr>
          <p:cNvPr id="17" name="Next button">
            <a:hlinkClick action="ppaction://hlinksldjump" r:id="rId7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Next arrow">
            <a:hlinkClick action="ppaction://hlinksldjump" r:id="rId7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8" name="boing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4" dur="2600" fill="hold" repeatCount="indefinite" autoRev="1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6" dur="260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8" dur="2900" fill="hold" repeatCount="indefinite" autoRev="1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10" dur="2900" fill="hold" repeatCount="indefinite" autoRev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12" dur="320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14" dur="3200" fill="hold" repeatCount="indefinite" autoRev="1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7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16" dur="3500" fill="hold" repeatCount="indefinite" autoRev="1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9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18" dur="3500" fill="hold" repeatCount="indefinite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4" presetID="53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Catch every fish with"/>
          <p:cNvSpPr/>
          <p:nvPr/>
        </p:nvSpPr>
        <p:spPr>
          <a:xfrm>
            <a:off x="2730500" y="190500"/>
            <a:ext cx="546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000" b="1" lang="en-US">
                <a:solidFill>
                  <a:srgbClr val="2E2640"/>
                </a:solidFill>
                <a:latin typeface="Arial"/>
                <a:cs typeface="Arial"/>
              </a:rPr>
              <a:t>Catch every fish with</a:t>
            </a:r>
          </a:p>
        </p:txBody>
      </p:sp>
      <p:sp>
        <p:nvSpPr>
          <p:cNvPr id="5" name="Find حِ" descr="حِ"/>
          <p:cNvSpPr/>
          <p:nvPr/>
        </p:nvSpPr>
        <p:spPr>
          <a:xfrm>
            <a:off x="81915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حِ</a:t>
            </a:r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Fish 1" descr="Fish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0" y="1651000"/>
            <a:ext cx="2286000" cy="1416050"/>
          </a:xfrm>
          <a:prstGeom prst="rect">
            <a:avLst/>
          </a:prstGeom>
        </p:spPr>
      </p:pic>
      <p:sp>
        <p:nvSpPr>
          <p:cNvPr id="9" name="Fish letter 1 عِ" descr="عِ"/>
          <p:cNvSpPr/>
          <p:nvPr/>
        </p:nvSpPr>
        <p:spPr>
          <a:xfrm>
            <a:off x="1682750" y="1885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عِ</a:t>
            </a:r>
          </a:p>
        </p:txBody>
      </p:sp>
      <p:pic>
        <p:nvPicPr>
          <p:cNvPr id="10" name="Fish 3" descr="Fish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56000" y="3302000"/>
            <a:ext cx="2286000" cy="1416050"/>
          </a:xfrm>
          <a:prstGeom prst="rect">
            <a:avLst/>
          </a:prstGeom>
        </p:spPr>
      </p:pic>
      <p:sp>
        <p:nvSpPr>
          <p:cNvPr id="11" name="Fish letter 3 جِ" descr="جِ"/>
          <p:cNvSpPr/>
          <p:nvPr/>
        </p:nvSpPr>
        <p:spPr>
          <a:xfrm>
            <a:off x="4095750" y="3536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جِ</a:t>
            </a:r>
          </a:p>
        </p:txBody>
      </p:sp>
      <p:pic>
        <p:nvPicPr>
          <p:cNvPr id="12" name="Fish 4" descr="Fish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72500" y="3810000"/>
            <a:ext cx="2286000" cy="1416050"/>
          </a:xfrm>
          <a:prstGeom prst="rect">
            <a:avLst/>
          </a:prstGeom>
        </p:spPr>
      </p:pic>
      <p:sp>
        <p:nvSpPr>
          <p:cNvPr id="13" name="Fish letter 4 بِ" descr="بِ"/>
          <p:cNvSpPr/>
          <p:nvPr/>
        </p:nvSpPr>
        <p:spPr>
          <a:xfrm>
            <a:off x="9112250" y="4044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بِ</a:t>
            </a:r>
          </a:p>
        </p:txBody>
      </p:sp>
      <p:sp>
        <p:nvSpPr>
          <p:cNvPr id="14" name="Great job!" descr="Great job!"/>
          <p:cNvSpPr/>
          <p:nvPr/>
        </p:nvSpPr>
        <p:spPr>
          <a:xfrm>
            <a:off x="7937500" y="5270500"/>
            <a:ext cx="3048000" cy="1460500"/>
          </a:xfrm>
          <a:prstGeom prst="cloudCallout">
            <a:avLst/>
          </a:prstGeom>
          <a:solidFill>
            <a:srgbClr val="FFFFFF"/>
          </a:solidFill>
          <a:ln w="50800">
            <a:solidFill>
              <a:srgbClr val="2FB57A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2500" b="1" lang="en-US">
                <a:solidFill>
                  <a:srgbClr val="2FB57A"/>
                </a:solidFill>
                <a:latin typeface="Arial"/>
                <a:cs typeface="Arial"/>
              </a:rPr>
              <a:t>Great job!</a:t>
            </a:r>
          </a:p>
        </p:txBody>
      </p:sp>
      <p:sp>
        <p:nvSpPr>
          <p:cNvPr id="15" name="Next button">
            <a:hlinkClick action="ppaction://hlinksldjump" r:id="rId5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Next arrow">
            <a:hlinkClick action="ppaction://hlinksldjump" r:id="rId5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7" name="sound anchor" descr="sound anchor (invisible)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700" y="12700"/>
            <a:ext cx="25400" cy="25400"/>
          </a:xfrm>
          <a:prstGeom prst="rect">
            <a:avLst/>
          </a:prstGeom>
        </p:spPr>
      </p:pic>
    </p:spTree>
  </p:cSld>
  <p:clrMapOvr>
    <a:masterClrMapping/>
  </p:clrMapOvr>
  <p:transition advClick="0">
    <p:sndAc>
      <p:stSnd>
        <p:snd r:embed="rId6" name="spla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9" dur="2600" fill="hold" repeatCount="indefinite" autoRev="1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2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11" dur="260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4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13" dur="3200" fill="hold" repeatCount="indefinite" autoRev="1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6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15" dur="3200" fill="hold" repeatCount="indefinite" autoRev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8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17" dur="350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0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19" dur="3500" fill="hold" repeatCount="indefinite" autoRev="1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5" presetID="53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2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100000">
                                        <p:cTn id="2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8" name="cheer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Tap every letter with"/>
          <p:cNvSpPr/>
          <p:nvPr/>
        </p:nvSpPr>
        <p:spPr>
          <a:xfrm>
            <a:off x="2730500" y="190500"/>
            <a:ext cx="546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000" b="1" lang="en-US">
                <a:solidFill>
                  <a:srgbClr val="2E2640"/>
                </a:solidFill>
                <a:latin typeface="Arial"/>
                <a:cs typeface="Arial"/>
              </a:rPr>
              <a:t>Tap every letter with</a:t>
            </a:r>
          </a:p>
        </p:txBody>
      </p:sp>
      <p:sp>
        <p:nvSpPr>
          <p:cNvPr id="5" name="Find حِ" descr="حِ"/>
          <p:cNvSpPr/>
          <p:nvPr/>
        </p:nvSpPr>
        <p:spPr>
          <a:xfrm>
            <a:off x="81915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حِ</a:t>
            </a:r>
          </a:p>
        </p:txBody>
      </p:sp>
      <p:sp>
        <p:nvSpPr>
          <p:cNvPr id="6" name="Star place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Hole 1"/>
          <p:cNvSpPr/>
          <p:nvPr/>
        </p:nvSpPr>
        <p:spPr>
          <a:xfrm>
            <a:off x="2349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ile 1 رِ" descr="رِ">
            <a:hlinkClick action="ppaction://hlinksldjump" r:id="rId3"/>
          </p:cNvPr>
          <p:cNvSpPr/>
          <p:nvPr/>
        </p:nvSpPr>
        <p:spPr>
          <a:xfrm>
            <a:off x="2635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رِ</a:t>
            </a:r>
          </a:p>
        </p:txBody>
      </p:sp>
      <p:sp>
        <p:nvSpPr>
          <p:cNvPr id="10" name="Hole 2"/>
          <p:cNvSpPr/>
          <p:nvPr/>
        </p:nvSpPr>
        <p:spPr>
          <a:xfrm>
            <a:off x="5143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ile 2 شِ" descr="شِ">
            <a:hlinkClick action="ppaction://hlinksldjump" r:id="rId3"/>
          </p:cNvPr>
          <p:cNvSpPr/>
          <p:nvPr/>
        </p:nvSpPr>
        <p:spPr>
          <a:xfrm>
            <a:off x="5429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شِ</a:t>
            </a:r>
          </a:p>
        </p:txBody>
      </p:sp>
      <p:sp>
        <p:nvSpPr>
          <p:cNvPr id="12" name="Hole 3"/>
          <p:cNvSpPr/>
          <p:nvPr/>
        </p:nvSpPr>
        <p:spPr>
          <a:xfrm>
            <a:off x="7937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ile 3 حِ" descr="حِ">
            <a:hlinkClick action="ppaction://hlinksldjump" r:id="rId4"/>
          </p:cNvPr>
          <p:cNvSpPr/>
          <p:nvPr/>
        </p:nvSpPr>
        <p:spPr>
          <a:xfrm>
            <a:off x="8223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حِ</a:t>
            </a:r>
          </a:p>
        </p:txBody>
      </p:sp>
      <p:sp>
        <p:nvSpPr>
          <p:cNvPr id="14" name="Hole 4"/>
          <p:cNvSpPr/>
          <p:nvPr/>
        </p:nvSpPr>
        <p:spPr>
          <a:xfrm>
            <a:off x="2349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ile 4 ظِ" descr="ظِ">
            <a:hlinkClick action="ppaction://hlinksldjump" r:id="rId3"/>
          </p:cNvPr>
          <p:cNvSpPr/>
          <p:nvPr/>
        </p:nvSpPr>
        <p:spPr>
          <a:xfrm>
            <a:off x="2635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ظِ</a:t>
            </a:r>
          </a:p>
        </p:txBody>
      </p:sp>
      <p:sp>
        <p:nvSpPr>
          <p:cNvPr id="16" name="Hole 5"/>
          <p:cNvSpPr/>
          <p:nvPr/>
        </p:nvSpPr>
        <p:spPr>
          <a:xfrm>
            <a:off x="5143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ile 5 ضِ" descr="ضِ">
            <a:hlinkClick action="ppaction://hlinksldjump" r:id="rId3"/>
          </p:cNvPr>
          <p:cNvSpPr/>
          <p:nvPr/>
        </p:nvSpPr>
        <p:spPr>
          <a:xfrm>
            <a:off x="5429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ضِ</a:t>
            </a:r>
          </a:p>
        </p:txBody>
      </p:sp>
      <p:sp>
        <p:nvSpPr>
          <p:cNvPr id="18" name="Hole 6"/>
          <p:cNvSpPr/>
          <p:nvPr/>
        </p:nvSpPr>
        <p:spPr>
          <a:xfrm>
            <a:off x="7937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ile 6 حِ" descr="حِ">
            <a:hlinkClick action="ppaction://hlinksldjump" r:id="rId5"/>
          </p:cNvPr>
          <p:cNvSpPr/>
          <p:nvPr/>
        </p:nvSpPr>
        <p:spPr>
          <a:xfrm>
            <a:off x="8223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حِ</a:t>
            </a:r>
          </a:p>
        </p:txBody>
      </p:sp>
      <p:sp>
        <p:nvSpPr>
          <p:cNvPr id="20" name="Next button">
            <a:hlinkClick action="ppaction://hlinksldjump" r:id="rId6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Next arrow">
            <a:hlinkClick action="ppaction://hlinksldjump" r:id="rId6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6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4" dur="85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6" dur="970" fill="hold" repeatCount="indefinite" autoRev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8" dur="1090" fill="hold" repeatCount="indefinite" autoRev="1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0" dur="1210" fill="hold" repeatCount="indefinite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2" dur="1330" fill="hold" repeatCount="indefinite" autoRev="1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" presetID="0" presetClass="path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4" dur="1450" fill="hold" repeatCount="indefinite" autoRev="1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Tap every letter with"/>
          <p:cNvSpPr/>
          <p:nvPr/>
        </p:nvSpPr>
        <p:spPr>
          <a:xfrm>
            <a:off x="2730500" y="190500"/>
            <a:ext cx="546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000" b="1" lang="en-US">
                <a:solidFill>
                  <a:srgbClr val="2E2640"/>
                </a:solidFill>
                <a:latin typeface="Arial"/>
                <a:cs typeface="Arial"/>
              </a:rPr>
              <a:t>Tap every letter with</a:t>
            </a:r>
          </a:p>
        </p:txBody>
      </p:sp>
      <p:sp>
        <p:nvSpPr>
          <p:cNvPr id="5" name="Find حِ" descr="حِ"/>
          <p:cNvSpPr/>
          <p:nvPr/>
        </p:nvSpPr>
        <p:spPr>
          <a:xfrm>
            <a:off x="81915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حِ</a:t>
            </a:r>
          </a:p>
        </p:txBody>
      </p:sp>
      <p:sp>
        <p:nvSpPr>
          <p:cNvPr id="6" name="Star place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Hole 1"/>
          <p:cNvSpPr/>
          <p:nvPr/>
        </p:nvSpPr>
        <p:spPr>
          <a:xfrm>
            <a:off x="2349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ile 1 رِ" descr="رِ">
            <a:hlinkClick action="ppaction://hlinksldjump" r:id="rId3"/>
          </p:cNvPr>
          <p:cNvSpPr/>
          <p:nvPr/>
        </p:nvSpPr>
        <p:spPr>
          <a:xfrm>
            <a:off x="2635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رِ</a:t>
            </a:r>
          </a:p>
        </p:txBody>
      </p:sp>
      <p:sp>
        <p:nvSpPr>
          <p:cNvPr id="10" name="Hole 2"/>
          <p:cNvSpPr/>
          <p:nvPr/>
        </p:nvSpPr>
        <p:spPr>
          <a:xfrm>
            <a:off x="5143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ile 2 شِ" descr="شِ">
            <a:hlinkClick action="ppaction://hlinksldjump" r:id="rId3"/>
          </p:cNvPr>
          <p:cNvSpPr/>
          <p:nvPr/>
        </p:nvSpPr>
        <p:spPr>
          <a:xfrm>
            <a:off x="5429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شِ</a:t>
            </a:r>
          </a:p>
        </p:txBody>
      </p:sp>
      <p:sp>
        <p:nvSpPr>
          <p:cNvPr id="12" name="Hole 3"/>
          <p:cNvSpPr/>
          <p:nvPr/>
        </p:nvSpPr>
        <p:spPr>
          <a:xfrm>
            <a:off x="7937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ile 3 حِ" descr="حِ">
            <a:hlinkClick action="ppaction://hlinksldjump" r:id="rId4"/>
          </p:cNvPr>
          <p:cNvSpPr/>
          <p:nvPr/>
        </p:nvSpPr>
        <p:spPr>
          <a:xfrm>
            <a:off x="8223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حِ</a:t>
            </a:r>
          </a:p>
        </p:txBody>
      </p:sp>
      <p:sp>
        <p:nvSpPr>
          <p:cNvPr id="14" name="Hole 4"/>
          <p:cNvSpPr/>
          <p:nvPr/>
        </p:nvSpPr>
        <p:spPr>
          <a:xfrm>
            <a:off x="2349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ile 4 ظِ" descr="ظِ">
            <a:hlinkClick action="ppaction://hlinksldjump" r:id="rId3"/>
          </p:cNvPr>
          <p:cNvSpPr/>
          <p:nvPr/>
        </p:nvSpPr>
        <p:spPr>
          <a:xfrm>
            <a:off x="2635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ظِ</a:t>
            </a:r>
          </a:p>
        </p:txBody>
      </p:sp>
      <p:sp>
        <p:nvSpPr>
          <p:cNvPr id="16" name="Hole 5"/>
          <p:cNvSpPr/>
          <p:nvPr/>
        </p:nvSpPr>
        <p:spPr>
          <a:xfrm>
            <a:off x="5143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ile 5 ضِ" descr="ضِ">
            <a:hlinkClick action="ppaction://hlinksldjump" r:id="rId3"/>
          </p:cNvPr>
          <p:cNvSpPr/>
          <p:nvPr/>
        </p:nvSpPr>
        <p:spPr>
          <a:xfrm>
            <a:off x="5429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ضِ</a:t>
            </a:r>
          </a:p>
        </p:txBody>
      </p:sp>
      <p:sp>
        <p:nvSpPr>
          <p:cNvPr id="18" name="Hole 6"/>
          <p:cNvSpPr/>
          <p:nvPr/>
        </p:nvSpPr>
        <p:spPr>
          <a:xfrm>
            <a:off x="7937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ile 6 حِ" descr="حِ">
            <a:hlinkClick action="ppaction://hlinksldjump" r:id="rId5"/>
          </p:cNvPr>
          <p:cNvSpPr/>
          <p:nvPr/>
        </p:nvSpPr>
        <p:spPr>
          <a:xfrm>
            <a:off x="8223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حِ</a:t>
            </a:r>
          </a:p>
        </p:txBody>
      </p:sp>
      <p:sp>
        <p:nvSpPr>
          <p:cNvPr id="20" name="Try again!" descr="Try again!"/>
          <p:cNvSpPr/>
          <p:nvPr/>
        </p:nvSpPr>
        <p:spPr>
          <a:xfrm>
            <a:off x="9080500" y="1016000"/>
            <a:ext cx="3048000" cy="1460500"/>
          </a:xfrm>
          <a:prstGeom prst="cloudCallout">
            <a:avLst/>
          </a:prstGeom>
          <a:solidFill>
            <a:srgbClr val="FFFFFF"/>
          </a:solidFill>
          <a:ln w="50800">
            <a:solidFill>
              <a:srgbClr val="E5536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2500" b="1" lang="en-US">
                <a:solidFill>
                  <a:srgbClr val="E5536F"/>
                </a:solidFill>
                <a:latin typeface="Arial"/>
                <a:cs typeface="Arial"/>
              </a:rPr>
              <a:t>Try again!</a:t>
            </a:r>
          </a:p>
        </p:txBody>
      </p:sp>
      <p:sp>
        <p:nvSpPr>
          <p:cNvPr id="21" name="Next button">
            <a:hlinkClick action="ppaction://hlinksldjump" r:id="rId6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Next arrow">
            <a:hlinkClick action="ppaction://hlinksldjump" r:id="rId6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7" name="boing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1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4" dur="85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6" dur="970" fill="hold" repeatCount="indefinite" autoRev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8" dur="1090" fill="hold" repeatCount="indefinite" autoRev="1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0" dur="1210" fill="hold" repeatCount="indefinite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2" dur="1330" fill="hold" repeatCount="indefinite" autoRev="1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" presetID="0" presetClass="path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4" dur="1450" fill="hold" repeatCount="indefinite" autoRev="1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0" presetID="53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" dur="4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4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Tap every letter with"/>
          <p:cNvSpPr/>
          <p:nvPr/>
        </p:nvSpPr>
        <p:spPr>
          <a:xfrm>
            <a:off x="2730500" y="190500"/>
            <a:ext cx="546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000" b="1" lang="en-US">
                <a:solidFill>
                  <a:srgbClr val="2E2640"/>
                </a:solidFill>
                <a:latin typeface="Arial"/>
                <a:cs typeface="Arial"/>
              </a:rPr>
              <a:t>Tap every letter with</a:t>
            </a:r>
          </a:p>
        </p:txBody>
      </p:sp>
      <p:sp>
        <p:nvSpPr>
          <p:cNvPr id="5" name="Find حِ" descr="حِ"/>
          <p:cNvSpPr/>
          <p:nvPr/>
        </p:nvSpPr>
        <p:spPr>
          <a:xfrm>
            <a:off x="81915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حِ</a:t>
            </a:r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Hole 1"/>
          <p:cNvSpPr/>
          <p:nvPr/>
        </p:nvSpPr>
        <p:spPr>
          <a:xfrm>
            <a:off x="2349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ile 1 رِ" descr="رِ">
            <a:hlinkClick action="ppaction://hlinksldjump" r:id="rId3"/>
          </p:cNvPr>
          <p:cNvSpPr/>
          <p:nvPr/>
        </p:nvSpPr>
        <p:spPr>
          <a:xfrm>
            <a:off x="2635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رِ</a:t>
            </a:r>
          </a:p>
        </p:txBody>
      </p:sp>
      <p:sp>
        <p:nvSpPr>
          <p:cNvPr id="10" name="Hole 2"/>
          <p:cNvSpPr/>
          <p:nvPr/>
        </p:nvSpPr>
        <p:spPr>
          <a:xfrm>
            <a:off x="5143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ile 2 شِ" descr="شِ">
            <a:hlinkClick action="ppaction://hlinksldjump" r:id="rId3"/>
          </p:cNvPr>
          <p:cNvSpPr/>
          <p:nvPr/>
        </p:nvSpPr>
        <p:spPr>
          <a:xfrm>
            <a:off x="5429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شِ</a:t>
            </a:r>
          </a:p>
        </p:txBody>
      </p:sp>
      <p:sp>
        <p:nvSpPr>
          <p:cNvPr id="12" name="Hole 3"/>
          <p:cNvSpPr/>
          <p:nvPr/>
        </p:nvSpPr>
        <p:spPr>
          <a:xfrm>
            <a:off x="7937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Hole 4"/>
          <p:cNvSpPr/>
          <p:nvPr/>
        </p:nvSpPr>
        <p:spPr>
          <a:xfrm>
            <a:off x="2349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ile 4 ظِ" descr="ظِ">
            <a:hlinkClick action="ppaction://hlinksldjump" r:id="rId3"/>
          </p:cNvPr>
          <p:cNvSpPr/>
          <p:nvPr/>
        </p:nvSpPr>
        <p:spPr>
          <a:xfrm>
            <a:off x="2635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ظِ</a:t>
            </a:r>
          </a:p>
        </p:txBody>
      </p:sp>
      <p:sp>
        <p:nvSpPr>
          <p:cNvPr id="15" name="Hole 5"/>
          <p:cNvSpPr/>
          <p:nvPr/>
        </p:nvSpPr>
        <p:spPr>
          <a:xfrm>
            <a:off x="5143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ile 5 ضِ" descr="ضِ">
            <a:hlinkClick action="ppaction://hlinksldjump" r:id="rId3"/>
          </p:cNvPr>
          <p:cNvSpPr/>
          <p:nvPr/>
        </p:nvSpPr>
        <p:spPr>
          <a:xfrm>
            <a:off x="5429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ضِ</a:t>
            </a:r>
          </a:p>
        </p:txBody>
      </p:sp>
      <p:sp>
        <p:nvSpPr>
          <p:cNvPr id="17" name="Hole 6"/>
          <p:cNvSpPr/>
          <p:nvPr/>
        </p:nvSpPr>
        <p:spPr>
          <a:xfrm>
            <a:off x="7937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ile 6 حِ" descr="حِ">
            <a:hlinkClick action="ppaction://hlinksldjump" r:id="rId4"/>
          </p:cNvPr>
          <p:cNvSpPr/>
          <p:nvPr/>
        </p:nvSpPr>
        <p:spPr>
          <a:xfrm>
            <a:off x="8223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حِ</a:t>
            </a:r>
          </a:p>
        </p:txBody>
      </p:sp>
      <p:sp>
        <p:nvSpPr>
          <p:cNvPr id="19" name="Next button">
            <a:hlinkClick action="ppaction://hlinksldjump" r:id="rId5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Next arrow">
            <a:hlinkClick action="ppaction://hlinksldjump" r:id="rId5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6" name="bonk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9" dur="85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2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1" dur="970" fill="hold" repeatCount="indefinite" autoRev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4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3" dur="1210" fill="hold" repeatCount="indefinite" autoRev="1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6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5" dur="1330" fill="hold" repeatCount="indefinite" autoRev="1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8" presetID="0" presetClass="path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7" dur="1450" fill="hold" repeatCount="indefinite" autoRev="1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Tap every letter with"/>
          <p:cNvSpPr/>
          <p:nvPr/>
        </p:nvSpPr>
        <p:spPr>
          <a:xfrm>
            <a:off x="2730500" y="190500"/>
            <a:ext cx="546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000" b="1" lang="en-US">
                <a:solidFill>
                  <a:srgbClr val="2E2640"/>
                </a:solidFill>
                <a:latin typeface="Arial"/>
                <a:cs typeface="Arial"/>
              </a:rPr>
              <a:t>Tap every letter with</a:t>
            </a:r>
          </a:p>
        </p:txBody>
      </p:sp>
      <p:sp>
        <p:nvSpPr>
          <p:cNvPr id="5" name="Find حِ" descr="حِ"/>
          <p:cNvSpPr/>
          <p:nvPr/>
        </p:nvSpPr>
        <p:spPr>
          <a:xfrm>
            <a:off x="81915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حِ</a:t>
            </a:r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Hole 1"/>
          <p:cNvSpPr/>
          <p:nvPr/>
        </p:nvSpPr>
        <p:spPr>
          <a:xfrm>
            <a:off x="2349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ile 1 رِ" descr="رِ">
            <a:hlinkClick action="ppaction://hlinksldjump" r:id="rId3"/>
          </p:cNvPr>
          <p:cNvSpPr/>
          <p:nvPr/>
        </p:nvSpPr>
        <p:spPr>
          <a:xfrm>
            <a:off x="2635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رِ</a:t>
            </a:r>
          </a:p>
        </p:txBody>
      </p:sp>
      <p:sp>
        <p:nvSpPr>
          <p:cNvPr id="10" name="Hole 2"/>
          <p:cNvSpPr/>
          <p:nvPr/>
        </p:nvSpPr>
        <p:spPr>
          <a:xfrm>
            <a:off x="5143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ile 2 شِ" descr="شِ">
            <a:hlinkClick action="ppaction://hlinksldjump" r:id="rId3"/>
          </p:cNvPr>
          <p:cNvSpPr/>
          <p:nvPr/>
        </p:nvSpPr>
        <p:spPr>
          <a:xfrm>
            <a:off x="5429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شِ</a:t>
            </a:r>
          </a:p>
        </p:txBody>
      </p:sp>
      <p:sp>
        <p:nvSpPr>
          <p:cNvPr id="12" name="Hole 3"/>
          <p:cNvSpPr/>
          <p:nvPr/>
        </p:nvSpPr>
        <p:spPr>
          <a:xfrm>
            <a:off x="7937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Hole 4"/>
          <p:cNvSpPr/>
          <p:nvPr/>
        </p:nvSpPr>
        <p:spPr>
          <a:xfrm>
            <a:off x="2349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ile 4 ظِ" descr="ظِ">
            <a:hlinkClick action="ppaction://hlinksldjump" r:id="rId3"/>
          </p:cNvPr>
          <p:cNvSpPr/>
          <p:nvPr/>
        </p:nvSpPr>
        <p:spPr>
          <a:xfrm>
            <a:off x="2635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ظِ</a:t>
            </a:r>
          </a:p>
        </p:txBody>
      </p:sp>
      <p:sp>
        <p:nvSpPr>
          <p:cNvPr id="15" name="Hole 5"/>
          <p:cNvSpPr/>
          <p:nvPr/>
        </p:nvSpPr>
        <p:spPr>
          <a:xfrm>
            <a:off x="5143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ile 5 ضِ" descr="ضِ">
            <a:hlinkClick action="ppaction://hlinksldjump" r:id="rId3"/>
          </p:cNvPr>
          <p:cNvSpPr/>
          <p:nvPr/>
        </p:nvSpPr>
        <p:spPr>
          <a:xfrm>
            <a:off x="5429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ضِ</a:t>
            </a:r>
          </a:p>
        </p:txBody>
      </p:sp>
      <p:sp>
        <p:nvSpPr>
          <p:cNvPr id="17" name="Hole 6"/>
          <p:cNvSpPr/>
          <p:nvPr/>
        </p:nvSpPr>
        <p:spPr>
          <a:xfrm>
            <a:off x="7937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ile 6 حِ" descr="حِ">
            <a:hlinkClick action="ppaction://hlinksldjump" r:id="rId4"/>
          </p:cNvPr>
          <p:cNvSpPr/>
          <p:nvPr/>
        </p:nvSpPr>
        <p:spPr>
          <a:xfrm>
            <a:off x="8223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حِ</a:t>
            </a:r>
          </a:p>
        </p:txBody>
      </p:sp>
      <p:sp>
        <p:nvSpPr>
          <p:cNvPr id="19" name="Try again!" descr="Try again!"/>
          <p:cNvSpPr/>
          <p:nvPr/>
        </p:nvSpPr>
        <p:spPr>
          <a:xfrm>
            <a:off x="9080500" y="1016000"/>
            <a:ext cx="3048000" cy="1460500"/>
          </a:xfrm>
          <a:prstGeom prst="cloudCallout">
            <a:avLst/>
          </a:prstGeom>
          <a:solidFill>
            <a:srgbClr val="FFFFFF"/>
          </a:solidFill>
          <a:ln w="50800">
            <a:solidFill>
              <a:srgbClr val="E5536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2500" b="1" lang="en-US">
                <a:solidFill>
                  <a:srgbClr val="E5536F"/>
                </a:solidFill>
                <a:latin typeface="Arial"/>
                <a:cs typeface="Arial"/>
              </a:rPr>
              <a:t>Try again!</a:t>
            </a:r>
          </a:p>
        </p:txBody>
      </p:sp>
      <p:sp>
        <p:nvSpPr>
          <p:cNvPr id="20" name="Next button">
            <a:hlinkClick action="ppaction://hlinksldjump" r:id="rId5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Next arrow">
            <a:hlinkClick action="ppaction://hlinksldjump" r:id="rId5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6" name="boing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4" dur="85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6" dur="970" fill="hold" repeatCount="indefinite" autoRev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8" dur="1210" fill="hold" repeatCount="indefinite" autoRev="1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0" dur="1330" fill="hold" repeatCount="indefinite" autoRev="1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2" dur="1450" fill="hold" repeatCount="indefinite" autoRev="1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8" presetID="53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4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4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Tap every letter with"/>
          <p:cNvSpPr/>
          <p:nvPr/>
        </p:nvSpPr>
        <p:spPr>
          <a:xfrm>
            <a:off x="2730500" y="190500"/>
            <a:ext cx="546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000" b="1" lang="en-US">
                <a:solidFill>
                  <a:srgbClr val="2E2640"/>
                </a:solidFill>
                <a:latin typeface="Arial"/>
                <a:cs typeface="Arial"/>
              </a:rPr>
              <a:t>Tap every letter with</a:t>
            </a:r>
          </a:p>
        </p:txBody>
      </p:sp>
      <p:sp>
        <p:nvSpPr>
          <p:cNvPr id="5" name="Find حِ" descr="حِ"/>
          <p:cNvSpPr/>
          <p:nvPr/>
        </p:nvSpPr>
        <p:spPr>
          <a:xfrm>
            <a:off x="81915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حِ</a:t>
            </a:r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Hole 1"/>
          <p:cNvSpPr/>
          <p:nvPr/>
        </p:nvSpPr>
        <p:spPr>
          <a:xfrm>
            <a:off x="2349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ile 1 رِ" descr="رِ">
            <a:hlinkClick action="ppaction://hlinksldjump" r:id="rId3"/>
          </p:cNvPr>
          <p:cNvSpPr/>
          <p:nvPr/>
        </p:nvSpPr>
        <p:spPr>
          <a:xfrm>
            <a:off x="2635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رِ</a:t>
            </a:r>
          </a:p>
        </p:txBody>
      </p:sp>
      <p:sp>
        <p:nvSpPr>
          <p:cNvPr id="10" name="Hole 2"/>
          <p:cNvSpPr/>
          <p:nvPr/>
        </p:nvSpPr>
        <p:spPr>
          <a:xfrm>
            <a:off x="5143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ile 2 شِ" descr="شِ">
            <a:hlinkClick action="ppaction://hlinksldjump" r:id="rId3"/>
          </p:cNvPr>
          <p:cNvSpPr/>
          <p:nvPr/>
        </p:nvSpPr>
        <p:spPr>
          <a:xfrm>
            <a:off x="5429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شِ</a:t>
            </a:r>
          </a:p>
        </p:txBody>
      </p:sp>
      <p:sp>
        <p:nvSpPr>
          <p:cNvPr id="12" name="Hole 3"/>
          <p:cNvSpPr/>
          <p:nvPr/>
        </p:nvSpPr>
        <p:spPr>
          <a:xfrm>
            <a:off x="7937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ile 3 حِ" descr="حِ">
            <a:hlinkClick action="ppaction://hlinksldjump" r:id="rId4"/>
          </p:cNvPr>
          <p:cNvSpPr/>
          <p:nvPr/>
        </p:nvSpPr>
        <p:spPr>
          <a:xfrm>
            <a:off x="8223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حِ</a:t>
            </a:r>
          </a:p>
        </p:txBody>
      </p:sp>
      <p:sp>
        <p:nvSpPr>
          <p:cNvPr id="14" name="Hole 4"/>
          <p:cNvSpPr/>
          <p:nvPr/>
        </p:nvSpPr>
        <p:spPr>
          <a:xfrm>
            <a:off x="2349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ile 4 ظِ" descr="ظِ">
            <a:hlinkClick action="ppaction://hlinksldjump" r:id="rId3"/>
          </p:cNvPr>
          <p:cNvSpPr/>
          <p:nvPr/>
        </p:nvSpPr>
        <p:spPr>
          <a:xfrm>
            <a:off x="2635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ظِ</a:t>
            </a:r>
          </a:p>
        </p:txBody>
      </p:sp>
      <p:sp>
        <p:nvSpPr>
          <p:cNvPr id="16" name="Hole 5"/>
          <p:cNvSpPr/>
          <p:nvPr/>
        </p:nvSpPr>
        <p:spPr>
          <a:xfrm>
            <a:off x="5143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ile 5 ضِ" descr="ضِ">
            <a:hlinkClick action="ppaction://hlinksldjump" r:id="rId3"/>
          </p:cNvPr>
          <p:cNvSpPr/>
          <p:nvPr/>
        </p:nvSpPr>
        <p:spPr>
          <a:xfrm>
            <a:off x="5429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ضِ</a:t>
            </a:r>
          </a:p>
        </p:txBody>
      </p:sp>
      <p:sp>
        <p:nvSpPr>
          <p:cNvPr id="18" name="Hole 6"/>
          <p:cNvSpPr/>
          <p:nvPr/>
        </p:nvSpPr>
        <p:spPr>
          <a:xfrm>
            <a:off x="7937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Next button">
            <a:hlinkClick action="ppaction://hlinksldjump" r:id="rId5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Next arrow">
            <a:hlinkClick action="ppaction://hlinksldjump" r:id="rId5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6" name="bonk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9" dur="85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2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1" dur="970" fill="hold" repeatCount="indefinite" autoRev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4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3" dur="1090" fill="hold" repeatCount="indefinite" autoRev="1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6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5" dur="1210" fill="hold" repeatCount="indefinite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8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7" dur="1330" fill="hold" repeatCount="indefinite" autoRev="1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Tap every letter with"/>
          <p:cNvSpPr/>
          <p:nvPr/>
        </p:nvSpPr>
        <p:spPr>
          <a:xfrm>
            <a:off x="2730500" y="190500"/>
            <a:ext cx="546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000" b="1" lang="en-US">
                <a:solidFill>
                  <a:srgbClr val="2E2640"/>
                </a:solidFill>
                <a:latin typeface="Arial"/>
                <a:cs typeface="Arial"/>
              </a:rPr>
              <a:t>Tap every letter with</a:t>
            </a:r>
          </a:p>
        </p:txBody>
      </p:sp>
      <p:sp>
        <p:nvSpPr>
          <p:cNvPr id="5" name="Find حِ" descr="حِ"/>
          <p:cNvSpPr/>
          <p:nvPr/>
        </p:nvSpPr>
        <p:spPr>
          <a:xfrm>
            <a:off x="81915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حِ</a:t>
            </a:r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Hole 1"/>
          <p:cNvSpPr/>
          <p:nvPr/>
        </p:nvSpPr>
        <p:spPr>
          <a:xfrm>
            <a:off x="2349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ile 1 رِ" descr="رِ">
            <a:hlinkClick action="ppaction://hlinksldjump" r:id="rId3"/>
          </p:cNvPr>
          <p:cNvSpPr/>
          <p:nvPr/>
        </p:nvSpPr>
        <p:spPr>
          <a:xfrm>
            <a:off x="2635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رِ</a:t>
            </a:r>
          </a:p>
        </p:txBody>
      </p:sp>
      <p:sp>
        <p:nvSpPr>
          <p:cNvPr id="10" name="Hole 2"/>
          <p:cNvSpPr/>
          <p:nvPr/>
        </p:nvSpPr>
        <p:spPr>
          <a:xfrm>
            <a:off x="5143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ile 2 شِ" descr="شِ">
            <a:hlinkClick action="ppaction://hlinksldjump" r:id="rId3"/>
          </p:cNvPr>
          <p:cNvSpPr/>
          <p:nvPr/>
        </p:nvSpPr>
        <p:spPr>
          <a:xfrm>
            <a:off x="5429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شِ</a:t>
            </a:r>
          </a:p>
        </p:txBody>
      </p:sp>
      <p:sp>
        <p:nvSpPr>
          <p:cNvPr id="12" name="Hole 3"/>
          <p:cNvSpPr/>
          <p:nvPr/>
        </p:nvSpPr>
        <p:spPr>
          <a:xfrm>
            <a:off x="7937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ile 3 حِ" descr="حِ">
            <a:hlinkClick action="ppaction://hlinksldjump" r:id="rId4"/>
          </p:cNvPr>
          <p:cNvSpPr/>
          <p:nvPr/>
        </p:nvSpPr>
        <p:spPr>
          <a:xfrm>
            <a:off x="8223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حِ</a:t>
            </a:r>
          </a:p>
        </p:txBody>
      </p:sp>
      <p:sp>
        <p:nvSpPr>
          <p:cNvPr id="14" name="Hole 4"/>
          <p:cNvSpPr/>
          <p:nvPr/>
        </p:nvSpPr>
        <p:spPr>
          <a:xfrm>
            <a:off x="2349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ile 4 ظِ" descr="ظِ">
            <a:hlinkClick action="ppaction://hlinksldjump" r:id="rId3"/>
          </p:cNvPr>
          <p:cNvSpPr/>
          <p:nvPr/>
        </p:nvSpPr>
        <p:spPr>
          <a:xfrm>
            <a:off x="2635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ظِ</a:t>
            </a:r>
          </a:p>
        </p:txBody>
      </p:sp>
      <p:sp>
        <p:nvSpPr>
          <p:cNvPr id="16" name="Hole 5"/>
          <p:cNvSpPr/>
          <p:nvPr/>
        </p:nvSpPr>
        <p:spPr>
          <a:xfrm>
            <a:off x="5143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ile 5 ضِ" descr="ضِ">
            <a:hlinkClick action="ppaction://hlinksldjump" r:id="rId3"/>
          </p:cNvPr>
          <p:cNvSpPr/>
          <p:nvPr/>
        </p:nvSpPr>
        <p:spPr>
          <a:xfrm>
            <a:off x="5429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ضِ</a:t>
            </a:r>
          </a:p>
        </p:txBody>
      </p:sp>
      <p:sp>
        <p:nvSpPr>
          <p:cNvPr id="18" name="Hole 6"/>
          <p:cNvSpPr/>
          <p:nvPr/>
        </p:nvSpPr>
        <p:spPr>
          <a:xfrm>
            <a:off x="7937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ry again!" descr="Try again!"/>
          <p:cNvSpPr/>
          <p:nvPr/>
        </p:nvSpPr>
        <p:spPr>
          <a:xfrm>
            <a:off x="9080500" y="1016000"/>
            <a:ext cx="3048000" cy="1460500"/>
          </a:xfrm>
          <a:prstGeom prst="cloudCallout">
            <a:avLst/>
          </a:prstGeom>
          <a:solidFill>
            <a:srgbClr val="FFFFFF"/>
          </a:solidFill>
          <a:ln w="50800">
            <a:solidFill>
              <a:srgbClr val="E5536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2500" b="1" lang="en-US">
                <a:solidFill>
                  <a:srgbClr val="E5536F"/>
                </a:solidFill>
                <a:latin typeface="Arial"/>
                <a:cs typeface="Arial"/>
              </a:rPr>
              <a:t>Try again!</a:t>
            </a:r>
          </a:p>
        </p:txBody>
      </p:sp>
      <p:sp>
        <p:nvSpPr>
          <p:cNvPr id="20" name="Next button">
            <a:hlinkClick action="ppaction://hlinksldjump" r:id="rId5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Next arrow">
            <a:hlinkClick action="ppaction://hlinksldjump" r:id="rId5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6" name="boing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4" dur="85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6" dur="970" fill="hold" repeatCount="indefinite" autoRev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8" dur="1090" fill="hold" repeatCount="indefinite" autoRev="1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0" dur="1210" fill="hold" repeatCount="indefinite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2" dur="1330" fill="hold" repeatCount="indefinite" autoRev="1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8" presetID="53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4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4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Tap every letter with"/>
          <p:cNvSpPr/>
          <p:nvPr/>
        </p:nvSpPr>
        <p:spPr>
          <a:xfrm>
            <a:off x="2730500" y="190500"/>
            <a:ext cx="546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000" b="1" lang="en-US">
                <a:solidFill>
                  <a:srgbClr val="2E2640"/>
                </a:solidFill>
                <a:latin typeface="Arial"/>
                <a:cs typeface="Arial"/>
              </a:rPr>
              <a:t>Tap every letter with</a:t>
            </a:r>
          </a:p>
        </p:txBody>
      </p:sp>
      <p:sp>
        <p:nvSpPr>
          <p:cNvPr id="5" name="Find حِ" descr="حِ"/>
          <p:cNvSpPr/>
          <p:nvPr/>
        </p:nvSpPr>
        <p:spPr>
          <a:xfrm>
            <a:off x="81915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حِ</a:t>
            </a:r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Hole 1"/>
          <p:cNvSpPr/>
          <p:nvPr/>
        </p:nvSpPr>
        <p:spPr>
          <a:xfrm>
            <a:off x="2349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ile 1 رِ" descr="رِ"/>
          <p:cNvSpPr/>
          <p:nvPr/>
        </p:nvSpPr>
        <p:spPr>
          <a:xfrm>
            <a:off x="2635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رِ</a:t>
            </a:r>
          </a:p>
        </p:txBody>
      </p:sp>
      <p:sp>
        <p:nvSpPr>
          <p:cNvPr id="10" name="Hole 2"/>
          <p:cNvSpPr/>
          <p:nvPr/>
        </p:nvSpPr>
        <p:spPr>
          <a:xfrm>
            <a:off x="5143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ile 2 شِ" descr="شِ"/>
          <p:cNvSpPr/>
          <p:nvPr/>
        </p:nvSpPr>
        <p:spPr>
          <a:xfrm>
            <a:off x="5429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شِ</a:t>
            </a:r>
          </a:p>
        </p:txBody>
      </p:sp>
      <p:sp>
        <p:nvSpPr>
          <p:cNvPr id="12" name="Hole 3"/>
          <p:cNvSpPr/>
          <p:nvPr/>
        </p:nvSpPr>
        <p:spPr>
          <a:xfrm>
            <a:off x="7937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Hole 4"/>
          <p:cNvSpPr/>
          <p:nvPr/>
        </p:nvSpPr>
        <p:spPr>
          <a:xfrm>
            <a:off x="2349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ile 4 ظِ" descr="ظِ"/>
          <p:cNvSpPr/>
          <p:nvPr/>
        </p:nvSpPr>
        <p:spPr>
          <a:xfrm>
            <a:off x="2635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ظِ</a:t>
            </a:r>
          </a:p>
        </p:txBody>
      </p:sp>
      <p:sp>
        <p:nvSpPr>
          <p:cNvPr id="15" name="Hole 5"/>
          <p:cNvSpPr/>
          <p:nvPr/>
        </p:nvSpPr>
        <p:spPr>
          <a:xfrm>
            <a:off x="5143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ile 5 ضِ" descr="ضِ"/>
          <p:cNvSpPr/>
          <p:nvPr/>
        </p:nvSpPr>
        <p:spPr>
          <a:xfrm>
            <a:off x="5429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ضِ</a:t>
            </a:r>
          </a:p>
        </p:txBody>
      </p:sp>
      <p:sp>
        <p:nvSpPr>
          <p:cNvPr id="17" name="Hole 6"/>
          <p:cNvSpPr/>
          <p:nvPr/>
        </p:nvSpPr>
        <p:spPr>
          <a:xfrm>
            <a:off x="7937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Great job!" descr="Great job!"/>
          <p:cNvSpPr/>
          <p:nvPr/>
        </p:nvSpPr>
        <p:spPr>
          <a:xfrm>
            <a:off x="9080500" y="1016000"/>
            <a:ext cx="3048000" cy="1460500"/>
          </a:xfrm>
          <a:prstGeom prst="cloudCallout">
            <a:avLst/>
          </a:prstGeom>
          <a:solidFill>
            <a:srgbClr val="FFFFFF"/>
          </a:solidFill>
          <a:ln w="50800">
            <a:solidFill>
              <a:srgbClr val="2FB57A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2500" b="1" lang="en-US">
                <a:solidFill>
                  <a:srgbClr val="2FB57A"/>
                </a:solidFill>
                <a:latin typeface="Arial"/>
                <a:cs typeface="Arial"/>
              </a:rPr>
              <a:t>Great job!</a:t>
            </a:r>
          </a:p>
        </p:txBody>
      </p:sp>
      <p:sp>
        <p:nvSpPr>
          <p:cNvPr id="19" name="Next button">
            <a:hlinkClick action="ppaction://hlinksldjump" r:id="rId3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Next arrow">
            <a:hlinkClick action="ppaction://hlinksldjump" r:id="rId3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1" name="sound anchor" descr="sound anchor (invisible)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700" y="12700"/>
            <a:ext cx="25400" cy="25400"/>
          </a:xfrm>
          <a:prstGeom prst="rect">
            <a:avLst/>
          </a:prstGeom>
        </p:spPr>
      </p:pic>
    </p:spTree>
  </p:cSld>
  <p:clrMapOvr>
    <a:masterClrMapping/>
  </p:clrMapOvr>
  <p:transition advClick="0">
    <p:sndAc>
      <p:stSnd>
        <p:snd r:embed="rId4" name="bonk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9" dur="85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2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1" dur="970" fill="hold" repeatCount="indefinite" autoRev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4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3" dur="1210" fill="hold" repeatCount="indefinite" autoRev="1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6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5" dur="1330" fill="hold" repeatCount="indefinite" autoRev="1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1" presetID="53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8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0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100000">
                                        <p:cTn id="2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6" name="cheer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Open a gift and read it!"/>
          <p:cNvSpPr/>
          <p:nvPr/>
        </p:nvSpPr>
        <p:spPr>
          <a:xfrm>
            <a:off x="2730500" y="190500"/>
            <a:ext cx="673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300" b="1" lang="en-US">
                <a:solidFill>
                  <a:srgbClr val="2E2640"/>
                </a:solidFill>
                <a:latin typeface="Arial"/>
                <a:cs typeface="Arial"/>
              </a:rPr>
              <a:t>Open a gift and read it!</a:t>
            </a:r>
          </a:p>
        </p:txBody>
      </p:sp>
      <p:pic>
        <p:nvPicPr>
          <p:cNvPr id="5" name="Gift box 1" descr="Gift box 1">
            <a:hlinkClick action="ppaction://hlinksldjump" r:id="rId11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2500" y="2317750"/>
            <a:ext cx="2286000" cy="1333500"/>
          </a:xfrm>
          <a:prstGeom prst="rect">
            <a:avLst/>
          </a:prstGeom>
        </p:spPr>
      </p:pic>
      <p:pic>
        <p:nvPicPr>
          <p:cNvPr id="6" name="Gift lid 1" descr="Gift lid 1">
            <a:hlinkClick action="ppaction://hlinksldjump" r:id="rId11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7250" y="1682750"/>
            <a:ext cx="2476500" cy="1238250"/>
          </a:xfrm>
          <a:prstGeom prst="rect">
            <a:avLst/>
          </a:prstGeom>
        </p:spPr>
      </p:pic>
      <p:pic>
        <p:nvPicPr>
          <p:cNvPr id="7" name="Gift box 2" descr="Gift box 2">
            <a:hlinkClick action="ppaction://hlinksldjump" r:id="rId12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19500" y="2317750"/>
            <a:ext cx="2286000" cy="1333500"/>
          </a:xfrm>
          <a:prstGeom prst="rect">
            <a:avLst/>
          </a:prstGeom>
        </p:spPr>
      </p:pic>
      <p:pic>
        <p:nvPicPr>
          <p:cNvPr id="8" name="Gift lid 2" descr="Gift lid 2">
            <a:hlinkClick action="ppaction://hlinksldjump" r:id="rId12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24250" y="1682750"/>
            <a:ext cx="2476500" cy="1238250"/>
          </a:xfrm>
          <a:prstGeom prst="rect">
            <a:avLst/>
          </a:prstGeom>
        </p:spPr>
      </p:pic>
      <p:pic>
        <p:nvPicPr>
          <p:cNvPr id="9" name="Gift box 3" descr="Gift box 3">
            <a:hlinkClick action="ppaction://hlinksldjump" r:id="rId13"/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86500" y="2317750"/>
            <a:ext cx="2286000" cy="1333500"/>
          </a:xfrm>
          <a:prstGeom prst="rect">
            <a:avLst/>
          </a:prstGeom>
        </p:spPr>
      </p:pic>
      <p:pic>
        <p:nvPicPr>
          <p:cNvPr id="10" name="Gift lid 3" descr="Gift lid 3">
            <a:hlinkClick action="ppaction://hlinksldjump" r:id="rId13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91250" y="1682750"/>
            <a:ext cx="2476500" cy="1238250"/>
          </a:xfrm>
          <a:prstGeom prst="rect">
            <a:avLst/>
          </a:prstGeom>
        </p:spPr>
      </p:pic>
      <p:pic>
        <p:nvPicPr>
          <p:cNvPr id="11" name="Gift box 4" descr="Gift box 4">
            <a:hlinkClick action="ppaction://hlinksldjump" r:id="rId14"/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953500" y="2317750"/>
            <a:ext cx="2286000" cy="1333500"/>
          </a:xfrm>
          <a:prstGeom prst="rect">
            <a:avLst/>
          </a:prstGeom>
        </p:spPr>
      </p:pic>
      <p:pic>
        <p:nvPicPr>
          <p:cNvPr id="12" name="Gift lid 4" descr="Gift lid 4">
            <a:hlinkClick action="ppaction://hlinksldjump" r:id="rId14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858250" y="1682750"/>
            <a:ext cx="2476500" cy="1238250"/>
          </a:xfrm>
          <a:prstGeom prst="rect">
            <a:avLst/>
          </a:prstGeom>
        </p:spPr>
      </p:pic>
      <p:pic>
        <p:nvPicPr>
          <p:cNvPr id="13" name="Gift box 5" descr="Gift box 5">
            <a:hlinkClick action="ppaction://hlinksldjump" r:id="rId15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2500" y="4730750"/>
            <a:ext cx="2286000" cy="1333500"/>
          </a:xfrm>
          <a:prstGeom prst="rect">
            <a:avLst/>
          </a:prstGeom>
        </p:spPr>
      </p:pic>
      <p:pic>
        <p:nvPicPr>
          <p:cNvPr id="14" name="Gift lid 5" descr="Gift lid 5">
            <a:hlinkClick action="ppaction://hlinksldjump" r:id="rId1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7250" y="4095750"/>
            <a:ext cx="2476500" cy="1238250"/>
          </a:xfrm>
          <a:prstGeom prst="rect">
            <a:avLst/>
          </a:prstGeom>
        </p:spPr>
      </p:pic>
      <p:pic>
        <p:nvPicPr>
          <p:cNvPr id="15" name="Gift box 6" descr="Gift box 6">
            <a:hlinkClick action="ppaction://hlinksldjump" r:id="rId16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19500" y="4730750"/>
            <a:ext cx="2286000" cy="1333500"/>
          </a:xfrm>
          <a:prstGeom prst="rect">
            <a:avLst/>
          </a:prstGeom>
        </p:spPr>
      </p:pic>
      <p:pic>
        <p:nvPicPr>
          <p:cNvPr id="16" name="Gift lid 6" descr="Gift lid 6">
            <a:hlinkClick action="ppaction://hlinksldjump" r:id="rId16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24250" y="4095750"/>
            <a:ext cx="2476500" cy="1238250"/>
          </a:xfrm>
          <a:prstGeom prst="rect">
            <a:avLst/>
          </a:prstGeom>
        </p:spPr>
      </p:pic>
      <p:pic>
        <p:nvPicPr>
          <p:cNvPr id="17" name="Gift box 7" descr="Gift box 7">
            <a:hlinkClick action="ppaction://hlinksldjump" r:id="rId17"/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86500" y="4730750"/>
            <a:ext cx="2286000" cy="1333500"/>
          </a:xfrm>
          <a:prstGeom prst="rect">
            <a:avLst/>
          </a:prstGeom>
        </p:spPr>
      </p:pic>
      <p:pic>
        <p:nvPicPr>
          <p:cNvPr id="18" name="Gift lid 7" descr="Gift lid 7">
            <a:hlinkClick action="ppaction://hlinksldjump" r:id="rId17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91250" y="4095750"/>
            <a:ext cx="2476500" cy="1238250"/>
          </a:xfrm>
          <a:prstGeom prst="rect">
            <a:avLst/>
          </a:prstGeom>
        </p:spPr>
      </p:pic>
      <p:pic>
        <p:nvPicPr>
          <p:cNvPr id="19" name="Gift box 8" descr="Gift box 8">
            <a:hlinkClick action="ppaction://hlinksldjump" r:id="rId18"/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953500" y="4730750"/>
            <a:ext cx="2286000" cy="1333500"/>
          </a:xfrm>
          <a:prstGeom prst="rect">
            <a:avLst/>
          </a:prstGeom>
        </p:spPr>
      </p:pic>
      <p:pic>
        <p:nvPicPr>
          <p:cNvPr id="20" name="Gift lid 8" descr="Gift lid 8">
            <a:hlinkClick action="ppaction://hlinksldjump" r:id="rId18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858250" y="4095750"/>
            <a:ext cx="2476500" cy="1238250"/>
          </a:xfrm>
          <a:prstGeom prst="rect">
            <a:avLst/>
          </a:prstGeom>
        </p:spPr>
      </p:pic>
      <p:sp>
        <p:nvSpPr>
          <p:cNvPr id="21" name="Next button">
            <a:hlinkClick action="ppaction://hlinksldjump" r:id="rId19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Next arrow">
            <a:hlinkClick action="ppaction://hlinksldjump" r:id="rId19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 spd="med">
    <p:fade/>
  </p:transition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Read it!"/>
          <p:cNvSpPr/>
          <p:nvPr/>
        </p:nvSpPr>
        <p:spPr>
          <a:xfrm>
            <a:off x="2730500" y="190500"/>
            <a:ext cx="673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600" b="1" lang="en-US">
                <a:solidFill>
                  <a:srgbClr val="2E2640"/>
                </a:solidFill>
                <a:latin typeface="Arial"/>
                <a:cs typeface="Arial"/>
              </a:rPr>
              <a:t>Read it!</a:t>
            </a:r>
          </a:p>
        </p:txBody>
      </p:sp>
      <p:pic>
        <p:nvPicPr>
          <p:cNvPr id="5" name="Open gift box" descr="Open gift box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1500" y="4445000"/>
            <a:ext cx="3429000" cy="2000250"/>
          </a:xfrm>
          <a:prstGeom prst="rect">
            <a:avLst/>
          </a:prstGeom>
        </p:spPr>
      </p:pic>
      <p:pic>
        <p:nvPicPr>
          <p:cNvPr id="6" name="Gift lid" descr="Gift lid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500000">
            <a:off x="7937500" y="4064000"/>
            <a:ext cx="2476500" cy="1238250"/>
          </a:xfrm>
          <a:prstGeom prst="rect">
            <a:avLst/>
          </a:prstGeom>
        </p:spPr>
      </p:pic>
      <p:sp>
        <p:nvSpPr>
          <p:cNvPr id="7" name="Card نِ" descr="نِ"/>
          <p:cNvSpPr/>
          <p:nvPr/>
        </p:nvSpPr>
        <p:spPr>
          <a:xfrm>
            <a:off x="3556000" y="1397000"/>
            <a:ext cx="5080000" cy="27940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B8A1FF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15000" b="1" lang="ar-SA">
                <a:solidFill>
                  <a:srgbClr val="2E2640"/>
                </a:solidFill>
                <a:latin typeface="Arial"/>
                <a:cs typeface="Arial"/>
              </a:rPr>
              <a:t>نِ</a:t>
            </a:r>
          </a:p>
        </p:txBody>
      </p:sp>
      <p:sp>
        <p:nvSpPr>
          <p:cNvPr id="8" name="Back to the gifts" descr="◀  Back to the gifts">
            <a:hlinkClick action="ppaction://hlinksldjump" r:id="rId5"/>
          </p:cNvPr>
          <p:cNvSpPr/>
          <p:nvPr/>
        </p:nvSpPr>
        <p:spPr>
          <a:xfrm>
            <a:off x="381000" y="5715000"/>
            <a:ext cx="2667000" cy="762000"/>
          </a:xfrm>
          <a:prstGeom prst="roundRect">
            <a:avLst>
              <a:gd name="adj" fmla="val 30000"/>
            </a:avLst>
          </a:prstGeom>
          <a:solidFill>
            <a:srgbClr val="8A6CF0"/>
          </a:solidFill>
          <a:ln w="635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1500" b="1" lang="en-US">
                <a:solidFill>
                  <a:srgbClr val="FFFFFF"/>
                </a:solidFill>
                <a:latin typeface="Arial"/>
                <a:cs typeface="Arial"/>
              </a:rPr>
              <a:t>◀  Back to the gifts</a:t>
            </a:r>
          </a:p>
        </p:txBody>
      </p:sp>
      <p:sp>
        <p:nvSpPr>
          <p:cNvPr id="9" name="Next button">
            <a:hlinkClick action="ppaction://hlinksldjump" r:id="rId6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Next arrow">
            <a:hlinkClick action="ppaction://hlinksldjump" r:id="rId6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7" name="tad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53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Read it!"/>
          <p:cNvSpPr/>
          <p:nvPr/>
        </p:nvSpPr>
        <p:spPr>
          <a:xfrm>
            <a:off x="2730500" y="190500"/>
            <a:ext cx="673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600" b="1" lang="en-US">
                <a:solidFill>
                  <a:srgbClr val="2E2640"/>
                </a:solidFill>
                <a:latin typeface="Arial"/>
                <a:cs typeface="Arial"/>
              </a:rPr>
              <a:t>Read it!</a:t>
            </a:r>
          </a:p>
        </p:txBody>
      </p:sp>
      <p:pic>
        <p:nvPicPr>
          <p:cNvPr id="5" name="Open gift box" descr="Open gift box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1500" y="4445000"/>
            <a:ext cx="3429000" cy="2000250"/>
          </a:xfrm>
          <a:prstGeom prst="rect">
            <a:avLst/>
          </a:prstGeom>
        </p:spPr>
      </p:pic>
      <p:pic>
        <p:nvPicPr>
          <p:cNvPr id="6" name="Gift lid" descr="Gift lid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500000">
            <a:off x="7937500" y="4064000"/>
            <a:ext cx="2476500" cy="1238250"/>
          </a:xfrm>
          <a:prstGeom prst="rect">
            <a:avLst/>
          </a:prstGeom>
        </p:spPr>
      </p:pic>
      <p:sp>
        <p:nvSpPr>
          <p:cNvPr id="7" name="Card يِ" descr="يِ"/>
          <p:cNvSpPr/>
          <p:nvPr/>
        </p:nvSpPr>
        <p:spPr>
          <a:xfrm>
            <a:off x="3556000" y="1397000"/>
            <a:ext cx="5080000" cy="27940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B8A1FF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15000" b="1" lang="ar-SA">
                <a:solidFill>
                  <a:srgbClr val="2E2640"/>
                </a:solidFill>
                <a:latin typeface="Arial"/>
                <a:cs typeface="Arial"/>
              </a:rPr>
              <a:t>يِ</a:t>
            </a:r>
          </a:p>
        </p:txBody>
      </p:sp>
      <p:sp>
        <p:nvSpPr>
          <p:cNvPr id="8" name="Back to the gifts" descr="◀  Back to the gifts">
            <a:hlinkClick action="ppaction://hlinksldjump" r:id="rId5"/>
          </p:cNvPr>
          <p:cNvSpPr/>
          <p:nvPr/>
        </p:nvSpPr>
        <p:spPr>
          <a:xfrm>
            <a:off x="381000" y="5715000"/>
            <a:ext cx="2667000" cy="762000"/>
          </a:xfrm>
          <a:prstGeom prst="roundRect">
            <a:avLst>
              <a:gd name="adj" fmla="val 30000"/>
            </a:avLst>
          </a:prstGeom>
          <a:solidFill>
            <a:srgbClr val="8A6CF0"/>
          </a:solidFill>
          <a:ln w="635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1500" b="1" lang="en-US">
                <a:solidFill>
                  <a:srgbClr val="FFFFFF"/>
                </a:solidFill>
                <a:latin typeface="Arial"/>
                <a:cs typeface="Arial"/>
              </a:rPr>
              <a:t>◀  Back to the gifts</a:t>
            </a:r>
          </a:p>
        </p:txBody>
      </p:sp>
      <p:sp>
        <p:nvSpPr>
          <p:cNvPr id="9" name="Next button">
            <a:hlinkClick action="ppaction://hlinksldjump" r:id="rId6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Next arrow">
            <a:hlinkClick action="ppaction://hlinksldjump" r:id="rId6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7" name="tad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53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Read it!"/>
          <p:cNvSpPr/>
          <p:nvPr/>
        </p:nvSpPr>
        <p:spPr>
          <a:xfrm>
            <a:off x="2730500" y="190500"/>
            <a:ext cx="673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600" b="1" lang="en-US">
                <a:solidFill>
                  <a:srgbClr val="2E2640"/>
                </a:solidFill>
                <a:latin typeface="Arial"/>
                <a:cs typeface="Arial"/>
              </a:rPr>
              <a:t>Read it!</a:t>
            </a:r>
          </a:p>
        </p:txBody>
      </p:sp>
      <p:pic>
        <p:nvPicPr>
          <p:cNvPr id="5" name="Open gift box" descr="Open gift box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1500" y="4445000"/>
            <a:ext cx="3429000" cy="2000250"/>
          </a:xfrm>
          <a:prstGeom prst="rect">
            <a:avLst/>
          </a:prstGeom>
        </p:spPr>
      </p:pic>
      <p:pic>
        <p:nvPicPr>
          <p:cNvPr id="6" name="Gift lid" descr="Gift lid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500000">
            <a:off x="7937500" y="4064000"/>
            <a:ext cx="2476500" cy="1238250"/>
          </a:xfrm>
          <a:prstGeom prst="rect">
            <a:avLst/>
          </a:prstGeom>
        </p:spPr>
      </p:pic>
      <p:sp>
        <p:nvSpPr>
          <p:cNvPr id="7" name="Card جِ" descr="جِ"/>
          <p:cNvSpPr/>
          <p:nvPr/>
        </p:nvSpPr>
        <p:spPr>
          <a:xfrm>
            <a:off x="3556000" y="1397000"/>
            <a:ext cx="5080000" cy="27940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B8A1FF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15000" b="1" lang="ar-SA">
                <a:solidFill>
                  <a:srgbClr val="2E2640"/>
                </a:solidFill>
                <a:latin typeface="Arial"/>
                <a:cs typeface="Arial"/>
              </a:rPr>
              <a:t>جِ</a:t>
            </a:r>
          </a:p>
        </p:txBody>
      </p:sp>
      <p:sp>
        <p:nvSpPr>
          <p:cNvPr id="8" name="Back to the gifts" descr="◀  Back to the gifts">
            <a:hlinkClick action="ppaction://hlinksldjump" r:id="rId5"/>
          </p:cNvPr>
          <p:cNvSpPr/>
          <p:nvPr/>
        </p:nvSpPr>
        <p:spPr>
          <a:xfrm>
            <a:off x="381000" y="5715000"/>
            <a:ext cx="2667000" cy="762000"/>
          </a:xfrm>
          <a:prstGeom prst="roundRect">
            <a:avLst>
              <a:gd name="adj" fmla="val 30000"/>
            </a:avLst>
          </a:prstGeom>
          <a:solidFill>
            <a:srgbClr val="8A6CF0"/>
          </a:solidFill>
          <a:ln w="635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1500" b="1" lang="en-US">
                <a:solidFill>
                  <a:srgbClr val="FFFFFF"/>
                </a:solidFill>
                <a:latin typeface="Arial"/>
                <a:cs typeface="Arial"/>
              </a:rPr>
              <a:t>◀  Back to the gifts</a:t>
            </a:r>
          </a:p>
        </p:txBody>
      </p:sp>
      <p:sp>
        <p:nvSpPr>
          <p:cNvPr id="9" name="Next button">
            <a:hlinkClick action="ppaction://hlinksldjump" r:id="rId6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Next arrow">
            <a:hlinkClick action="ppaction://hlinksldjump" r:id="rId6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7" name="tad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53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Read it!"/>
          <p:cNvSpPr/>
          <p:nvPr/>
        </p:nvSpPr>
        <p:spPr>
          <a:xfrm>
            <a:off x="2730500" y="190500"/>
            <a:ext cx="673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600" b="1" lang="en-US">
                <a:solidFill>
                  <a:srgbClr val="2E2640"/>
                </a:solidFill>
                <a:latin typeface="Arial"/>
                <a:cs typeface="Arial"/>
              </a:rPr>
              <a:t>Read it!</a:t>
            </a:r>
          </a:p>
        </p:txBody>
      </p:sp>
      <p:pic>
        <p:nvPicPr>
          <p:cNvPr id="5" name="Open gift box" descr="Open gift box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1500" y="4445000"/>
            <a:ext cx="3429000" cy="2000250"/>
          </a:xfrm>
          <a:prstGeom prst="rect">
            <a:avLst/>
          </a:prstGeom>
        </p:spPr>
      </p:pic>
      <p:pic>
        <p:nvPicPr>
          <p:cNvPr id="6" name="Gift lid" descr="Gift lid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500000">
            <a:off x="7937500" y="4064000"/>
            <a:ext cx="2476500" cy="1238250"/>
          </a:xfrm>
          <a:prstGeom prst="rect">
            <a:avLst/>
          </a:prstGeom>
        </p:spPr>
      </p:pic>
      <p:sp>
        <p:nvSpPr>
          <p:cNvPr id="7" name="Card نِمِ" descr="نِمِ"/>
          <p:cNvSpPr/>
          <p:nvPr/>
        </p:nvSpPr>
        <p:spPr>
          <a:xfrm>
            <a:off x="3556000" y="1397000"/>
            <a:ext cx="5080000" cy="27940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B8A1FF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15000" b="1" lang="ar-SA">
                <a:solidFill>
                  <a:srgbClr val="2E2640"/>
                </a:solidFill>
                <a:latin typeface="Arial"/>
                <a:cs typeface="Arial"/>
              </a:rPr>
              <a:t>نِمِ</a:t>
            </a:r>
          </a:p>
        </p:txBody>
      </p:sp>
      <p:sp>
        <p:nvSpPr>
          <p:cNvPr id="8" name="Back to the gifts" descr="◀  Back to the gifts">
            <a:hlinkClick action="ppaction://hlinksldjump" r:id="rId5"/>
          </p:cNvPr>
          <p:cNvSpPr/>
          <p:nvPr/>
        </p:nvSpPr>
        <p:spPr>
          <a:xfrm>
            <a:off x="381000" y="5715000"/>
            <a:ext cx="2667000" cy="762000"/>
          </a:xfrm>
          <a:prstGeom prst="roundRect">
            <a:avLst>
              <a:gd name="adj" fmla="val 30000"/>
            </a:avLst>
          </a:prstGeom>
          <a:solidFill>
            <a:srgbClr val="8A6CF0"/>
          </a:solidFill>
          <a:ln w="635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1500" b="1" lang="en-US">
                <a:solidFill>
                  <a:srgbClr val="FFFFFF"/>
                </a:solidFill>
                <a:latin typeface="Arial"/>
                <a:cs typeface="Arial"/>
              </a:rPr>
              <a:t>◀  Back to the gifts</a:t>
            </a:r>
          </a:p>
        </p:txBody>
      </p:sp>
      <p:sp>
        <p:nvSpPr>
          <p:cNvPr id="9" name="Next button">
            <a:hlinkClick action="ppaction://hlinksldjump" r:id="rId6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Next arrow">
            <a:hlinkClick action="ppaction://hlinksldjump" r:id="rId6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7" name="tad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53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Read it!"/>
          <p:cNvSpPr/>
          <p:nvPr/>
        </p:nvSpPr>
        <p:spPr>
          <a:xfrm>
            <a:off x="2730500" y="190500"/>
            <a:ext cx="673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600" b="1" lang="en-US">
                <a:solidFill>
                  <a:srgbClr val="2E2640"/>
                </a:solidFill>
                <a:latin typeface="Arial"/>
                <a:cs typeface="Arial"/>
              </a:rPr>
              <a:t>Read it!</a:t>
            </a:r>
          </a:p>
        </p:txBody>
      </p:sp>
      <p:pic>
        <p:nvPicPr>
          <p:cNvPr id="5" name="Open gift box" descr="Open gift box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1500" y="4445000"/>
            <a:ext cx="3429000" cy="2000250"/>
          </a:xfrm>
          <a:prstGeom prst="rect">
            <a:avLst/>
          </a:prstGeom>
        </p:spPr>
      </p:pic>
      <p:pic>
        <p:nvPicPr>
          <p:cNvPr id="6" name="Gift lid" descr="Gift lid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500000">
            <a:off x="7937500" y="4064000"/>
            <a:ext cx="2476500" cy="1238250"/>
          </a:xfrm>
          <a:prstGeom prst="rect">
            <a:avLst/>
          </a:prstGeom>
        </p:spPr>
      </p:pic>
      <p:sp>
        <p:nvSpPr>
          <p:cNvPr id="7" name="Card حِظِ" descr="حِظِ"/>
          <p:cNvSpPr/>
          <p:nvPr/>
        </p:nvSpPr>
        <p:spPr>
          <a:xfrm>
            <a:off x="3556000" y="1397000"/>
            <a:ext cx="5080000" cy="27940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B8A1FF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15000" b="1" lang="ar-SA">
                <a:solidFill>
                  <a:srgbClr val="2E2640"/>
                </a:solidFill>
                <a:latin typeface="Arial"/>
                <a:cs typeface="Arial"/>
              </a:rPr>
              <a:t>حِظِ</a:t>
            </a:r>
          </a:p>
        </p:txBody>
      </p:sp>
      <p:sp>
        <p:nvSpPr>
          <p:cNvPr id="8" name="Back to the gifts" descr="◀  Back to the gifts">
            <a:hlinkClick action="ppaction://hlinksldjump" r:id="rId5"/>
          </p:cNvPr>
          <p:cNvSpPr/>
          <p:nvPr/>
        </p:nvSpPr>
        <p:spPr>
          <a:xfrm>
            <a:off x="381000" y="5715000"/>
            <a:ext cx="2667000" cy="762000"/>
          </a:xfrm>
          <a:prstGeom prst="roundRect">
            <a:avLst>
              <a:gd name="adj" fmla="val 30000"/>
            </a:avLst>
          </a:prstGeom>
          <a:solidFill>
            <a:srgbClr val="8A6CF0"/>
          </a:solidFill>
          <a:ln w="635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1500" b="1" lang="en-US">
                <a:solidFill>
                  <a:srgbClr val="FFFFFF"/>
                </a:solidFill>
                <a:latin typeface="Arial"/>
                <a:cs typeface="Arial"/>
              </a:rPr>
              <a:t>◀  Back to the gifts</a:t>
            </a:r>
          </a:p>
        </p:txBody>
      </p:sp>
      <p:sp>
        <p:nvSpPr>
          <p:cNvPr id="9" name="Next button">
            <a:hlinkClick action="ppaction://hlinksldjump" r:id="rId6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Next arrow">
            <a:hlinkClick action="ppaction://hlinksldjump" r:id="rId6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7" name="tad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53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Read it!"/>
          <p:cNvSpPr/>
          <p:nvPr/>
        </p:nvSpPr>
        <p:spPr>
          <a:xfrm>
            <a:off x="2730500" y="190500"/>
            <a:ext cx="673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600" b="1" lang="en-US">
                <a:solidFill>
                  <a:srgbClr val="2E2640"/>
                </a:solidFill>
                <a:latin typeface="Arial"/>
                <a:cs typeface="Arial"/>
              </a:rPr>
              <a:t>Read it!</a:t>
            </a:r>
          </a:p>
        </p:txBody>
      </p:sp>
      <p:pic>
        <p:nvPicPr>
          <p:cNvPr id="5" name="Open gift box" descr="Open gift box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1500" y="4445000"/>
            <a:ext cx="3429000" cy="2000250"/>
          </a:xfrm>
          <a:prstGeom prst="rect">
            <a:avLst/>
          </a:prstGeom>
        </p:spPr>
      </p:pic>
      <p:pic>
        <p:nvPicPr>
          <p:cNvPr id="6" name="Gift lid" descr="Gift lid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500000">
            <a:off x="7937500" y="4064000"/>
            <a:ext cx="2476500" cy="1238250"/>
          </a:xfrm>
          <a:prstGeom prst="rect">
            <a:avLst/>
          </a:prstGeom>
        </p:spPr>
      </p:pic>
      <p:sp>
        <p:nvSpPr>
          <p:cNvPr id="7" name="Card حِ" descr="حِ"/>
          <p:cNvSpPr/>
          <p:nvPr/>
        </p:nvSpPr>
        <p:spPr>
          <a:xfrm>
            <a:off x="3556000" y="1397000"/>
            <a:ext cx="5080000" cy="27940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B8A1FF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15000" b="1" lang="ar-SA">
                <a:solidFill>
                  <a:srgbClr val="2E2640"/>
                </a:solidFill>
                <a:latin typeface="Arial"/>
                <a:cs typeface="Arial"/>
              </a:rPr>
              <a:t>حِ</a:t>
            </a:r>
          </a:p>
        </p:txBody>
      </p:sp>
      <p:sp>
        <p:nvSpPr>
          <p:cNvPr id="8" name="Back to the gifts" descr="◀  Back to the gifts">
            <a:hlinkClick action="ppaction://hlinksldjump" r:id="rId5"/>
          </p:cNvPr>
          <p:cNvSpPr/>
          <p:nvPr/>
        </p:nvSpPr>
        <p:spPr>
          <a:xfrm>
            <a:off x="381000" y="5715000"/>
            <a:ext cx="2667000" cy="762000"/>
          </a:xfrm>
          <a:prstGeom prst="roundRect">
            <a:avLst>
              <a:gd name="adj" fmla="val 30000"/>
            </a:avLst>
          </a:prstGeom>
          <a:solidFill>
            <a:srgbClr val="8A6CF0"/>
          </a:solidFill>
          <a:ln w="635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1500" b="1" lang="en-US">
                <a:solidFill>
                  <a:srgbClr val="FFFFFF"/>
                </a:solidFill>
                <a:latin typeface="Arial"/>
                <a:cs typeface="Arial"/>
              </a:rPr>
              <a:t>◀  Back to the gifts</a:t>
            </a:r>
          </a:p>
        </p:txBody>
      </p:sp>
      <p:sp>
        <p:nvSpPr>
          <p:cNvPr id="9" name="Next button">
            <a:hlinkClick action="ppaction://hlinksldjump" r:id="rId6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Next arrow">
            <a:hlinkClick action="ppaction://hlinksldjump" r:id="rId6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7" name="tad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53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Read it!"/>
          <p:cNvSpPr/>
          <p:nvPr/>
        </p:nvSpPr>
        <p:spPr>
          <a:xfrm>
            <a:off x="2730500" y="190500"/>
            <a:ext cx="673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600" b="1" lang="en-US">
                <a:solidFill>
                  <a:srgbClr val="2E2640"/>
                </a:solidFill>
                <a:latin typeface="Arial"/>
                <a:cs typeface="Arial"/>
              </a:rPr>
              <a:t>Read it!</a:t>
            </a:r>
          </a:p>
        </p:txBody>
      </p:sp>
      <p:pic>
        <p:nvPicPr>
          <p:cNvPr id="5" name="Open gift box" descr="Open gift box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1500" y="4445000"/>
            <a:ext cx="3429000" cy="2000250"/>
          </a:xfrm>
          <a:prstGeom prst="rect">
            <a:avLst/>
          </a:prstGeom>
        </p:spPr>
      </p:pic>
      <p:pic>
        <p:nvPicPr>
          <p:cNvPr id="6" name="Gift lid" descr="Gift lid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500000">
            <a:off x="7937500" y="4064000"/>
            <a:ext cx="2476500" cy="1238250"/>
          </a:xfrm>
          <a:prstGeom prst="rect">
            <a:avLst/>
          </a:prstGeom>
        </p:spPr>
      </p:pic>
      <p:sp>
        <p:nvSpPr>
          <p:cNvPr id="7" name="Card يِلِ" descr="يِلِ"/>
          <p:cNvSpPr/>
          <p:nvPr/>
        </p:nvSpPr>
        <p:spPr>
          <a:xfrm>
            <a:off x="3556000" y="1397000"/>
            <a:ext cx="5080000" cy="27940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B8A1FF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15000" b="1" lang="ar-SA">
                <a:solidFill>
                  <a:srgbClr val="2E2640"/>
                </a:solidFill>
                <a:latin typeface="Arial"/>
                <a:cs typeface="Arial"/>
              </a:rPr>
              <a:t>يِلِ</a:t>
            </a:r>
          </a:p>
        </p:txBody>
      </p:sp>
      <p:sp>
        <p:nvSpPr>
          <p:cNvPr id="8" name="Back to the gifts" descr="◀  Back to the gifts">
            <a:hlinkClick action="ppaction://hlinksldjump" r:id="rId5"/>
          </p:cNvPr>
          <p:cNvSpPr/>
          <p:nvPr/>
        </p:nvSpPr>
        <p:spPr>
          <a:xfrm>
            <a:off x="381000" y="5715000"/>
            <a:ext cx="2667000" cy="762000"/>
          </a:xfrm>
          <a:prstGeom prst="roundRect">
            <a:avLst>
              <a:gd name="adj" fmla="val 30000"/>
            </a:avLst>
          </a:prstGeom>
          <a:solidFill>
            <a:srgbClr val="8A6CF0"/>
          </a:solidFill>
          <a:ln w="635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1500" b="1" lang="en-US">
                <a:solidFill>
                  <a:srgbClr val="FFFFFF"/>
                </a:solidFill>
                <a:latin typeface="Arial"/>
                <a:cs typeface="Arial"/>
              </a:rPr>
              <a:t>◀  Back to the gifts</a:t>
            </a:r>
          </a:p>
        </p:txBody>
      </p:sp>
      <p:sp>
        <p:nvSpPr>
          <p:cNvPr id="9" name="Next button">
            <a:hlinkClick action="ppaction://hlinksldjump" r:id="rId6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Next arrow">
            <a:hlinkClick action="ppaction://hlinksldjump" r:id="rId6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7" name="tad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53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Read it!"/>
          <p:cNvSpPr/>
          <p:nvPr/>
        </p:nvSpPr>
        <p:spPr>
          <a:xfrm>
            <a:off x="2730500" y="190500"/>
            <a:ext cx="673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600" b="1" lang="en-US">
                <a:solidFill>
                  <a:srgbClr val="2E2640"/>
                </a:solidFill>
                <a:latin typeface="Arial"/>
                <a:cs typeface="Arial"/>
              </a:rPr>
              <a:t>Read it!</a:t>
            </a:r>
          </a:p>
        </p:txBody>
      </p:sp>
      <p:pic>
        <p:nvPicPr>
          <p:cNvPr id="5" name="Open gift box" descr="Open gift box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1500" y="4445000"/>
            <a:ext cx="3429000" cy="2000250"/>
          </a:xfrm>
          <a:prstGeom prst="rect">
            <a:avLst/>
          </a:prstGeom>
        </p:spPr>
      </p:pic>
      <p:pic>
        <p:nvPicPr>
          <p:cNvPr id="6" name="Gift lid" descr="Gift lid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500000">
            <a:off x="7937500" y="4064000"/>
            <a:ext cx="2476500" cy="1238250"/>
          </a:xfrm>
          <a:prstGeom prst="rect">
            <a:avLst/>
          </a:prstGeom>
        </p:spPr>
      </p:pic>
      <p:sp>
        <p:nvSpPr>
          <p:cNvPr id="7" name="Card جِيِ" descr="جِيِ"/>
          <p:cNvSpPr/>
          <p:nvPr/>
        </p:nvSpPr>
        <p:spPr>
          <a:xfrm>
            <a:off x="3556000" y="1397000"/>
            <a:ext cx="5080000" cy="27940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B8A1FF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15000" b="1" lang="ar-SA">
                <a:solidFill>
                  <a:srgbClr val="2E2640"/>
                </a:solidFill>
                <a:latin typeface="Arial"/>
                <a:cs typeface="Arial"/>
              </a:rPr>
              <a:t>جِيِ</a:t>
            </a:r>
          </a:p>
        </p:txBody>
      </p:sp>
      <p:sp>
        <p:nvSpPr>
          <p:cNvPr id="8" name="Back to the gifts" descr="◀  Back to the gifts">
            <a:hlinkClick action="ppaction://hlinksldjump" r:id="rId5"/>
          </p:cNvPr>
          <p:cNvSpPr/>
          <p:nvPr/>
        </p:nvSpPr>
        <p:spPr>
          <a:xfrm>
            <a:off x="381000" y="5715000"/>
            <a:ext cx="2667000" cy="762000"/>
          </a:xfrm>
          <a:prstGeom prst="roundRect">
            <a:avLst>
              <a:gd name="adj" fmla="val 30000"/>
            </a:avLst>
          </a:prstGeom>
          <a:solidFill>
            <a:srgbClr val="8A6CF0"/>
          </a:solidFill>
          <a:ln w="635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1500" b="1" lang="en-US">
                <a:solidFill>
                  <a:srgbClr val="FFFFFF"/>
                </a:solidFill>
                <a:latin typeface="Arial"/>
                <a:cs typeface="Arial"/>
              </a:rPr>
              <a:t>◀  Back to the gifts</a:t>
            </a:r>
          </a:p>
        </p:txBody>
      </p:sp>
      <p:sp>
        <p:nvSpPr>
          <p:cNvPr id="9" name="Next button">
            <a:hlinkClick action="ppaction://hlinksldjump" r:id="rId6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Next arrow">
            <a:hlinkClick action="ppaction://hlinksldjump" r:id="rId6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7" name="tad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53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Pop every balloon with"/>
          <p:cNvSpPr/>
          <p:nvPr/>
        </p:nvSpPr>
        <p:spPr>
          <a:xfrm>
            <a:off x="2730500" y="190500"/>
            <a:ext cx="546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900" b="1" lang="en-US">
                <a:solidFill>
                  <a:srgbClr val="2E2640"/>
                </a:solidFill>
                <a:latin typeface="Arial"/>
                <a:cs typeface="Arial"/>
              </a:rPr>
              <a:t>Pop every balloon with</a:t>
            </a:r>
          </a:p>
        </p:txBody>
      </p:sp>
      <p:sp>
        <p:nvSpPr>
          <p:cNvPr id="5" name="Find خِ" descr="خِ"/>
          <p:cNvSpPr/>
          <p:nvPr/>
        </p:nvSpPr>
        <p:spPr>
          <a:xfrm>
            <a:off x="81915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خِ</a:t>
            </a:r>
          </a:p>
        </p:txBody>
      </p:sp>
      <p:sp>
        <p:nvSpPr>
          <p:cNvPr id="6" name="Star place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Balloon 1" descr="Balloon 1">
            <a:hlinkClick action="ppaction://hlinksldjump" r:id="rId6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5500" y="1905000"/>
            <a:ext cx="1651000" cy="2857500"/>
          </a:xfrm>
          <a:prstGeom prst="rect">
            <a:avLst/>
          </a:prstGeom>
        </p:spPr>
      </p:pic>
      <p:sp>
        <p:nvSpPr>
          <p:cNvPr id="9" name="Balloon letter 1 جِ" descr="جِ">
            <a:hlinkClick action="ppaction://hlinksldjump" r:id="rId6"/>
          </p:cNvPr>
          <p:cNvSpPr/>
          <p:nvPr/>
        </p:nvSpPr>
        <p:spPr>
          <a:xfrm>
            <a:off x="952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جِ</a:t>
            </a:r>
          </a:p>
        </p:txBody>
      </p:sp>
      <p:pic>
        <p:nvPicPr>
          <p:cNvPr id="10" name="Balloon 2" descr="Balloon 2">
            <a:hlinkClick action="ppaction://hlinksldjump" r:id="rId6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48000" y="2286000"/>
            <a:ext cx="1651000" cy="2857500"/>
          </a:xfrm>
          <a:prstGeom prst="rect">
            <a:avLst/>
          </a:prstGeom>
        </p:spPr>
      </p:pic>
      <p:sp>
        <p:nvSpPr>
          <p:cNvPr id="11" name="Balloon letter 2 ظِ" descr="ظِ">
            <a:hlinkClick action="ppaction://hlinksldjump" r:id="rId6"/>
          </p:cNvPr>
          <p:cNvSpPr/>
          <p:nvPr/>
        </p:nvSpPr>
        <p:spPr>
          <a:xfrm>
            <a:off x="3175000" y="2520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ظِ</a:t>
            </a:r>
          </a:p>
        </p:txBody>
      </p:sp>
      <p:pic>
        <p:nvPicPr>
          <p:cNvPr id="12" name="Balloon 3" descr="Balloon 3">
            <a:hlinkClick action="ppaction://hlinksldjump" r:id="rId6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70500" y="1905000"/>
            <a:ext cx="1651000" cy="2857500"/>
          </a:xfrm>
          <a:prstGeom prst="rect">
            <a:avLst/>
          </a:prstGeom>
        </p:spPr>
      </p:pic>
      <p:sp>
        <p:nvSpPr>
          <p:cNvPr id="13" name="Balloon letter 3 رِ" descr="رِ">
            <a:hlinkClick action="ppaction://hlinksldjump" r:id="rId6"/>
          </p:cNvPr>
          <p:cNvSpPr/>
          <p:nvPr/>
        </p:nvSpPr>
        <p:spPr>
          <a:xfrm>
            <a:off x="5397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رِ</a:t>
            </a:r>
          </a:p>
        </p:txBody>
      </p:sp>
      <p:pic>
        <p:nvPicPr>
          <p:cNvPr id="14" name="Balloon 4" descr="Balloon 4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93000" y="2286000"/>
            <a:ext cx="1651000" cy="2857500"/>
          </a:xfrm>
          <a:prstGeom prst="rect">
            <a:avLst/>
          </a:prstGeom>
        </p:spPr>
      </p:pic>
      <p:sp>
        <p:nvSpPr>
          <p:cNvPr id="15" name="Balloon letter 4 خِ" descr="خِ">
            <a:hlinkClick action="ppaction://hlinksldjump" r:id="rId7"/>
          </p:cNvPr>
          <p:cNvSpPr/>
          <p:nvPr/>
        </p:nvSpPr>
        <p:spPr>
          <a:xfrm>
            <a:off x="7620000" y="2520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خِ</a:t>
            </a:r>
          </a:p>
        </p:txBody>
      </p:sp>
      <p:pic>
        <p:nvPicPr>
          <p:cNvPr id="16" name="Balloon 5" descr="Balloon 5">
            <a:hlinkClick action="ppaction://hlinksldjump" r:id="rId8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15500" y="1905000"/>
            <a:ext cx="1651000" cy="2857500"/>
          </a:xfrm>
          <a:prstGeom prst="rect">
            <a:avLst/>
          </a:prstGeom>
        </p:spPr>
      </p:pic>
      <p:sp>
        <p:nvSpPr>
          <p:cNvPr id="17" name="Balloon letter 5 خِ" descr="خِ">
            <a:hlinkClick action="ppaction://hlinksldjump" r:id="rId8"/>
          </p:cNvPr>
          <p:cNvSpPr/>
          <p:nvPr/>
        </p:nvSpPr>
        <p:spPr>
          <a:xfrm>
            <a:off x="9842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خِ</a:t>
            </a:r>
          </a:p>
        </p:txBody>
      </p:sp>
      <p:sp>
        <p:nvSpPr>
          <p:cNvPr id="18" name="Next button">
            <a:hlinkClick action="ppaction://hlinksldjump" r:id="rId9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Next arrow">
            <a:hlinkClick action="ppaction://hlinksldjump" r:id="rId9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4" dur="1500" fill="hold" repeatCount="indefinite" autoRev="1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6" dur="150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8" dur="1670" fill="hold" repeatCount="indefinite" autoRev="1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0" dur="1670" fill="hold" repeatCount="indefinite" autoRev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2" dur="184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4" dur="1840" fill="hold" repeatCount="indefinite" autoRev="1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7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6" dur="2010" fill="hold" repeatCount="indefinite" autoRev="1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9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8" dur="2010" fill="hold" repeatCount="indefinite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1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20" dur="2180" fill="hold" repeatCount="indefinite" autoRev="1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3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22" dur="2180" fill="hold" repeatCount="indefinite" autoRev="1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Pop every balloon with"/>
          <p:cNvSpPr/>
          <p:nvPr/>
        </p:nvSpPr>
        <p:spPr>
          <a:xfrm>
            <a:off x="2730500" y="190500"/>
            <a:ext cx="546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900" b="1" lang="en-US">
                <a:solidFill>
                  <a:srgbClr val="2E2640"/>
                </a:solidFill>
                <a:latin typeface="Arial"/>
                <a:cs typeface="Arial"/>
              </a:rPr>
              <a:t>Pop every balloon with</a:t>
            </a:r>
          </a:p>
        </p:txBody>
      </p:sp>
      <p:sp>
        <p:nvSpPr>
          <p:cNvPr id="5" name="Find خِ" descr="خِ"/>
          <p:cNvSpPr/>
          <p:nvPr/>
        </p:nvSpPr>
        <p:spPr>
          <a:xfrm>
            <a:off x="81915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خِ</a:t>
            </a:r>
          </a:p>
        </p:txBody>
      </p:sp>
      <p:sp>
        <p:nvSpPr>
          <p:cNvPr id="6" name="Star place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Balloon 1" descr="Balloon 1">
            <a:hlinkClick action="ppaction://hlinksldjump" r:id="rId6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5500" y="1905000"/>
            <a:ext cx="1651000" cy="2857500"/>
          </a:xfrm>
          <a:prstGeom prst="rect">
            <a:avLst/>
          </a:prstGeom>
        </p:spPr>
      </p:pic>
      <p:sp>
        <p:nvSpPr>
          <p:cNvPr id="9" name="Balloon letter 1 جِ" descr="جِ">
            <a:hlinkClick action="ppaction://hlinksldjump" r:id="rId6"/>
          </p:cNvPr>
          <p:cNvSpPr/>
          <p:nvPr/>
        </p:nvSpPr>
        <p:spPr>
          <a:xfrm>
            <a:off x="952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جِ</a:t>
            </a:r>
          </a:p>
        </p:txBody>
      </p:sp>
      <p:pic>
        <p:nvPicPr>
          <p:cNvPr id="10" name="Balloon 2" descr="Balloon 2">
            <a:hlinkClick action="ppaction://hlinksldjump" r:id="rId6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48000" y="2286000"/>
            <a:ext cx="1651000" cy="2857500"/>
          </a:xfrm>
          <a:prstGeom prst="rect">
            <a:avLst/>
          </a:prstGeom>
        </p:spPr>
      </p:pic>
      <p:sp>
        <p:nvSpPr>
          <p:cNvPr id="11" name="Balloon letter 2 ظِ" descr="ظِ">
            <a:hlinkClick action="ppaction://hlinksldjump" r:id="rId6"/>
          </p:cNvPr>
          <p:cNvSpPr/>
          <p:nvPr/>
        </p:nvSpPr>
        <p:spPr>
          <a:xfrm>
            <a:off x="3175000" y="2520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ظِ</a:t>
            </a:r>
          </a:p>
        </p:txBody>
      </p:sp>
      <p:pic>
        <p:nvPicPr>
          <p:cNvPr id="12" name="Balloon 3" descr="Balloon 3">
            <a:hlinkClick action="ppaction://hlinksldjump" r:id="rId6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70500" y="1905000"/>
            <a:ext cx="1651000" cy="2857500"/>
          </a:xfrm>
          <a:prstGeom prst="rect">
            <a:avLst/>
          </a:prstGeom>
        </p:spPr>
      </p:pic>
      <p:sp>
        <p:nvSpPr>
          <p:cNvPr id="13" name="Balloon letter 3 رِ" descr="رِ">
            <a:hlinkClick action="ppaction://hlinksldjump" r:id="rId6"/>
          </p:cNvPr>
          <p:cNvSpPr/>
          <p:nvPr/>
        </p:nvSpPr>
        <p:spPr>
          <a:xfrm>
            <a:off x="5397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رِ</a:t>
            </a:r>
          </a:p>
        </p:txBody>
      </p:sp>
      <p:pic>
        <p:nvPicPr>
          <p:cNvPr id="14" name="Balloon 4" descr="Balloon 4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93000" y="2286000"/>
            <a:ext cx="1651000" cy="2857500"/>
          </a:xfrm>
          <a:prstGeom prst="rect">
            <a:avLst/>
          </a:prstGeom>
        </p:spPr>
      </p:pic>
      <p:sp>
        <p:nvSpPr>
          <p:cNvPr id="15" name="Balloon letter 4 خِ" descr="خِ">
            <a:hlinkClick action="ppaction://hlinksldjump" r:id="rId7"/>
          </p:cNvPr>
          <p:cNvSpPr/>
          <p:nvPr/>
        </p:nvSpPr>
        <p:spPr>
          <a:xfrm>
            <a:off x="7620000" y="2520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خِ</a:t>
            </a:r>
          </a:p>
        </p:txBody>
      </p:sp>
      <p:pic>
        <p:nvPicPr>
          <p:cNvPr id="16" name="Balloon 5" descr="Balloon 5">
            <a:hlinkClick action="ppaction://hlinksldjump" r:id="rId8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15500" y="1905000"/>
            <a:ext cx="1651000" cy="2857500"/>
          </a:xfrm>
          <a:prstGeom prst="rect">
            <a:avLst/>
          </a:prstGeom>
        </p:spPr>
      </p:pic>
      <p:sp>
        <p:nvSpPr>
          <p:cNvPr id="17" name="Balloon letter 5 خِ" descr="خِ">
            <a:hlinkClick action="ppaction://hlinksldjump" r:id="rId8"/>
          </p:cNvPr>
          <p:cNvSpPr/>
          <p:nvPr/>
        </p:nvSpPr>
        <p:spPr>
          <a:xfrm>
            <a:off x="9842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خِ</a:t>
            </a:r>
          </a:p>
        </p:txBody>
      </p:sp>
      <p:sp>
        <p:nvSpPr>
          <p:cNvPr id="18" name="Try again!" descr="Try again!"/>
          <p:cNvSpPr/>
          <p:nvPr/>
        </p:nvSpPr>
        <p:spPr>
          <a:xfrm>
            <a:off x="7937500" y="5270500"/>
            <a:ext cx="3048000" cy="1460500"/>
          </a:xfrm>
          <a:prstGeom prst="cloudCallout">
            <a:avLst/>
          </a:prstGeom>
          <a:solidFill>
            <a:srgbClr val="FFFFFF"/>
          </a:solidFill>
          <a:ln w="50800">
            <a:solidFill>
              <a:srgbClr val="E5536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2500" b="1" lang="en-US">
                <a:solidFill>
                  <a:srgbClr val="E5536F"/>
                </a:solidFill>
                <a:latin typeface="Arial"/>
                <a:cs typeface="Arial"/>
              </a:rPr>
              <a:t>Try again!</a:t>
            </a:r>
          </a:p>
        </p:txBody>
      </p:sp>
      <p:sp>
        <p:nvSpPr>
          <p:cNvPr id="19" name="Next button">
            <a:hlinkClick action="ppaction://hlinksldjump" r:id="rId9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Next arrow">
            <a:hlinkClick action="ppaction://hlinksldjump" r:id="rId9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10" name="boing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4" dur="1500" fill="hold" repeatCount="indefinite" autoRev="1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6" dur="150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8" dur="1670" fill="hold" repeatCount="indefinite" autoRev="1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0" dur="1670" fill="hold" repeatCount="indefinite" autoRev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2" dur="184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4" dur="1840" fill="hold" repeatCount="indefinite" autoRev="1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7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6" dur="2010" fill="hold" repeatCount="indefinite" autoRev="1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9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8" dur="2010" fill="hold" repeatCount="indefinite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1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20" dur="2180" fill="hold" repeatCount="indefinite" autoRev="1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3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22" dur="2180" fill="hold" repeatCount="indefinite" autoRev="1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8" presetID="53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Pop every balloon with"/>
          <p:cNvSpPr/>
          <p:nvPr/>
        </p:nvSpPr>
        <p:spPr>
          <a:xfrm>
            <a:off x="2730500" y="190500"/>
            <a:ext cx="546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900" b="1" lang="en-US">
                <a:solidFill>
                  <a:srgbClr val="2E2640"/>
                </a:solidFill>
                <a:latin typeface="Arial"/>
                <a:cs typeface="Arial"/>
              </a:rPr>
              <a:t>Pop every balloon with</a:t>
            </a:r>
          </a:p>
        </p:txBody>
      </p:sp>
      <p:sp>
        <p:nvSpPr>
          <p:cNvPr id="5" name="Find خِ" descr="خِ"/>
          <p:cNvSpPr/>
          <p:nvPr/>
        </p:nvSpPr>
        <p:spPr>
          <a:xfrm>
            <a:off x="81915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خِ</a:t>
            </a:r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Balloon 1" descr="Balloon 1">
            <a:hlinkClick action="ppaction://hlinksldjump" r:id="rId6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5500" y="1905000"/>
            <a:ext cx="1651000" cy="2857500"/>
          </a:xfrm>
          <a:prstGeom prst="rect">
            <a:avLst/>
          </a:prstGeom>
        </p:spPr>
      </p:pic>
      <p:sp>
        <p:nvSpPr>
          <p:cNvPr id="9" name="Balloon letter 1 جِ" descr="جِ">
            <a:hlinkClick action="ppaction://hlinksldjump" r:id="rId6"/>
          </p:cNvPr>
          <p:cNvSpPr/>
          <p:nvPr/>
        </p:nvSpPr>
        <p:spPr>
          <a:xfrm>
            <a:off x="952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جِ</a:t>
            </a:r>
          </a:p>
        </p:txBody>
      </p:sp>
      <p:pic>
        <p:nvPicPr>
          <p:cNvPr id="10" name="Balloon 2" descr="Balloon 2">
            <a:hlinkClick action="ppaction://hlinksldjump" r:id="rId6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48000" y="2286000"/>
            <a:ext cx="1651000" cy="2857500"/>
          </a:xfrm>
          <a:prstGeom prst="rect">
            <a:avLst/>
          </a:prstGeom>
        </p:spPr>
      </p:pic>
      <p:sp>
        <p:nvSpPr>
          <p:cNvPr id="11" name="Balloon letter 2 ظِ" descr="ظِ">
            <a:hlinkClick action="ppaction://hlinksldjump" r:id="rId6"/>
          </p:cNvPr>
          <p:cNvSpPr/>
          <p:nvPr/>
        </p:nvSpPr>
        <p:spPr>
          <a:xfrm>
            <a:off x="3175000" y="2520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ظِ</a:t>
            </a:r>
          </a:p>
        </p:txBody>
      </p:sp>
      <p:pic>
        <p:nvPicPr>
          <p:cNvPr id="12" name="Balloon 3" descr="Balloon 3">
            <a:hlinkClick action="ppaction://hlinksldjump" r:id="rId6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70500" y="1905000"/>
            <a:ext cx="1651000" cy="2857500"/>
          </a:xfrm>
          <a:prstGeom prst="rect">
            <a:avLst/>
          </a:prstGeom>
        </p:spPr>
      </p:pic>
      <p:sp>
        <p:nvSpPr>
          <p:cNvPr id="13" name="Balloon letter 3 رِ" descr="رِ">
            <a:hlinkClick action="ppaction://hlinksldjump" r:id="rId6"/>
          </p:cNvPr>
          <p:cNvSpPr/>
          <p:nvPr/>
        </p:nvSpPr>
        <p:spPr>
          <a:xfrm>
            <a:off x="5397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رِ</a:t>
            </a:r>
          </a:p>
        </p:txBody>
      </p:sp>
      <p:pic>
        <p:nvPicPr>
          <p:cNvPr id="14" name="Balloon 5" descr="Balloon 5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15500" y="1905000"/>
            <a:ext cx="1651000" cy="2857500"/>
          </a:xfrm>
          <a:prstGeom prst="rect">
            <a:avLst/>
          </a:prstGeom>
        </p:spPr>
      </p:pic>
      <p:sp>
        <p:nvSpPr>
          <p:cNvPr id="15" name="Balloon letter 5 خِ" descr="خِ">
            <a:hlinkClick action="ppaction://hlinksldjump" r:id="rId7"/>
          </p:cNvPr>
          <p:cNvSpPr/>
          <p:nvPr/>
        </p:nvSpPr>
        <p:spPr>
          <a:xfrm>
            <a:off x="9842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خِ</a:t>
            </a:r>
          </a:p>
        </p:txBody>
      </p:sp>
      <p:sp>
        <p:nvSpPr>
          <p:cNvPr id="16" name="Next button">
            <a:hlinkClick action="ppaction://hlinksldjump" r:id="rId8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Next arrow">
            <a:hlinkClick action="ppaction://hlinksldjump" r:id="rId8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9" name="po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9" dur="1500" fill="hold" repeatCount="indefinite" autoRev="1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2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1" dur="150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4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3" dur="1670" fill="hold" repeatCount="indefinite" autoRev="1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6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5" dur="1670" fill="hold" repeatCount="indefinite" autoRev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8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7" dur="184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0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9" dur="1840" fill="hold" repeatCount="indefinite" autoRev="1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2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21" dur="2180" fill="hold" repeatCount="indefinite" autoRev="1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4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23" dur="2180" fill="hold" repeatCount="indefinite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Pop every balloon with"/>
          <p:cNvSpPr/>
          <p:nvPr/>
        </p:nvSpPr>
        <p:spPr>
          <a:xfrm>
            <a:off x="2730500" y="190500"/>
            <a:ext cx="546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900" b="1" lang="en-US">
                <a:solidFill>
                  <a:srgbClr val="2E2640"/>
                </a:solidFill>
                <a:latin typeface="Arial"/>
                <a:cs typeface="Arial"/>
              </a:rPr>
              <a:t>Pop every balloon with</a:t>
            </a:r>
          </a:p>
        </p:txBody>
      </p:sp>
      <p:sp>
        <p:nvSpPr>
          <p:cNvPr id="5" name="Find خِ" descr="خِ"/>
          <p:cNvSpPr/>
          <p:nvPr/>
        </p:nvSpPr>
        <p:spPr>
          <a:xfrm>
            <a:off x="81915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خِ</a:t>
            </a:r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Balloon 1" descr="Balloon 1">
            <a:hlinkClick action="ppaction://hlinksldjump" r:id="rId6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5500" y="1905000"/>
            <a:ext cx="1651000" cy="2857500"/>
          </a:xfrm>
          <a:prstGeom prst="rect">
            <a:avLst/>
          </a:prstGeom>
        </p:spPr>
      </p:pic>
      <p:sp>
        <p:nvSpPr>
          <p:cNvPr id="9" name="Balloon letter 1 جِ" descr="جِ">
            <a:hlinkClick action="ppaction://hlinksldjump" r:id="rId6"/>
          </p:cNvPr>
          <p:cNvSpPr/>
          <p:nvPr/>
        </p:nvSpPr>
        <p:spPr>
          <a:xfrm>
            <a:off x="952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جِ</a:t>
            </a:r>
          </a:p>
        </p:txBody>
      </p:sp>
      <p:pic>
        <p:nvPicPr>
          <p:cNvPr id="10" name="Balloon 2" descr="Balloon 2">
            <a:hlinkClick action="ppaction://hlinksldjump" r:id="rId6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48000" y="2286000"/>
            <a:ext cx="1651000" cy="2857500"/>
          </a:xfrm>
          <a:prstGeom prst="rect">
            <a:avLst/>
          </a:prstGeom>
        </p:spPr>
      </p:pic>
      <p:sp>
        <p:nvSpPr>
          <p:cNvPr id="11" name="Balloon letter 2 ظِ" descr="ظِ">
            <a:hlinkClick action="ppaction://hlinksldjump" r:id="rId6"/>
          </p:cNvPr>
          <p:cNvSpPr/>
          <p:nvPr/>
        </p:nvSpPr>
        <p:spPr>
          <a:xfrm>
            <a:off x="3175000" y="2520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ظِ</a:t>
            </a:r>
          </a:p>
        </p:txBody>
      </p:sp>
      <p:pic>
        <p:nvPicPr>
          <p:cNvPr id="12" name="Balloon 3" descr="Balloon 3">
            <a:hlinkClick action="ppaction://hlinksldjump" r:id="rId6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70500" y="1905000"/>
            <a:ext cx="1651000" cy="2857500"/>
          </a:xfrm>
          <a:prstGeom prst="rect">
            <a:avLst/>
          </a:prstGeom>
        </p:spPr>
      </p:pic>
      <p:sp>
        <p:nvSpPr>
          <p:cNvPr id="13" name="Balloon letter 3 رِ" descr="رِ">
            <a:hlinkClick action="ppaction://hlinksldjump" r:id="rId6"/>
          </p:cNvPr>
          <p:cNvSpPr/>
          <p:nvPr/>
        </p:nvSpPr>
        <p:spPr>
          <a:xfrm>
            <a:off x="5397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رِ</a:t>
            </a:r>
          </a:p>
        </p:txBody>
      </p:sp>
      <p:pic>
        <p:nvPicPr>
          <p:cNvPr id="14" name="Balloon 5" descr="Balloon 5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15500" y="1905000"/>
            <a:ext cx="1651000" cy="2857500"/>
          </a:xfrm>
          <a:prstGeom prst="rect">
            <a:avLst/>
          </a:prstGeom>
        </p:spPr>
      </p:pic>
      <p:sp>
        <p:nvSpPr>
          <p:cNvPr id="15" name="Balloon letter 5 خِ" descr="خِ">
            <a:hlinkClick action="ppaction://hlinksldjump" r:id="rId7"/>
          </p:cNvPr>
          <p:cNvSpPr/>
          <p:nvPr/>
        </p:nvSpPr>
        <p:spPr>
          <a:xfrm>
            <a:off x="9842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خِ</a:t>
            </a:r>
          </a:p>
        </p:txBody>
      </p:sp>
      <p:sp>
        <p:nvSpPr>
          <p:cNvPr id="16" name="Try again!" descr="Try again!"/>
          <p:cNvSpPr/>
          <p:nvPr/>
        </p:nvSpPr>
        <p:spPr>
          <a:xfrm>
            <a:off x="7937500" y="5270500"/>
            <a:ext cx="3048000" cy="1460500"/>
          </a:xfrm>
          <a:prstGeom prst="cloudCallout">
            <a:avLst/>
          </a:prstGeom>
          <a:solidFill>
            <a:srgbClr val="FFFFFF"/>
          </a:solidFill>
          <a:ln w="50800">
            <a:solidFill>
              <a:srgbClr val="E5536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2500" b="1" lang="en-US">
                <a:solidFill>
                  <a:srgbClr val="E5536F"/>
                </a:solidFill>
                <a:latin typeface="Arial"/>
                <a:cs typeface="Arial"/>
              </a:rPr>
              <a:t>Try again!</a:t>
            </a:r>
          </a:p>
        </p:txBody>
      </p:sp>
      <p:sp>
        <p:nvSpPr>
          <p:cNvPr id="17" name="Next button">
            <a:hlinkClick action="ppaction://hlinksldjump" r:id="rId8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Next arrow">
            <a:hlinkClick action="ppaction://hlinksldjump" r:id="rId8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9" name="boing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4" dur="1500" fill="hold" repeatCount="indefinite" autoRev="1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6" dur="150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8" dur="1670" fill="hold" repeatCount="indefinite" autoRev="1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0" dur="1670" fill="hold" repeatCount="indefinite" autoRev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2" dur="184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4" dur="1840" fill="hold" repeatCount="indefinite" autoRev="1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7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6" dur="2180" fill="hold" repeatCount="indefinite" autoRev="1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9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8" dur="2180" fill="hold" repeatCount="indefinite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4" presetID="53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Pop every balloon with"/>
          <p:cNvSpPr/>
          <p:nvPr/>
        </p:nvSpPr>
        <p:spPr>
          <a:xfrm>
            <a:off x="2730500" y="190500"/>
            <a:ext cx="546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900" b="1" lang="en-US">
                <a:solidFill>
                  <a:srgbClr val="2E2640"/>
                </a:solidFill>
                <a:latin typeface="Arial"/>
                <a:cs typeface="Arial"/>
              </a:rPr>
              <a:t>Pop every balloon with</a:t>
            </a:r>
          </a:p>
        </p:txBody>
      </p:sp>
      <p:sp>
        <p:nvSpPr>
          <p:cNvPr id="5" name="Find خِ" descr="خِ"/>
          <p:cNvSpPr/>
          <p:nvPr/>
        </p:nvSpPr>
        <p:spPr>
          <a:xfrm>
            <a:off x="81915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خِ</a:t>
            </a:r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Balloon 1" descr="Balloon 1">
            <a:hlinkClick action="ppaction://hlinksldjump" r:id="rId6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5500" y="1905000"/>
            <a:ext cx="1651000" cy="2857500"/>
          </a:xfrm>
          <a:prstGeom prst="rect">
            <a:avLst/>
          </a:prstGeom>
        </p:spPr>
      </p:pic>
      <p:sp>
        <p:nvSpPr>
          <p:cNvPr id="9" name="Balloon letter 1 جِ" descr="جِ">
            <a:hlinkClick action="ppaction://hlinksldjump" r:id="rId6"/>
          </p:cNvPr>
          <p:cNvSpPr/>
          <p:nvPr/>
        </p:nvSpPr>
        <p:spPr>
          <a:xfrm>
            <a:off x="952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جِ</a:t>
            </a:r>
          </a:p>
        </p:txBody>
      </p:sp>
      <p:pic>
        <p:nvPicPr>
          <p:cNvPr id="10" name="Balloon 2" descr="Balloon 2">
            <a:hlinkClick action="ppaction://hlinksldjump" r:id="rId6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48000" y="2286000"/>
            <a:ext cx="1651000" cy="2857500"/>
          </a:xfrm>
          <a:prstGeom prst="rect">
            <a:avLst/>
          </a:prstGeom>
        </p:spPr>
      </p:pic>
      <p:sp>
        <p:nvSpPr>
          <p:cNvPr id="11" name="Balloon letter 2 ظِ" descr="ظِ">
            <a:hlinkClick action="ppaction://hlinksldjump" r:id="rId6"/>
          </p:cNvPr>
          <p:cNvSpPr/>
          <p:nvPr/>
        </p:nvSpPr>
        <p:spPr>
          <a:xfrm>
            <a:off x="3175000" y="2520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ظِ</a:t>
            </a:r>
          </a:p>
        </p:txBody>
      </p:sp>
      <p:pic>
        <p:nvPicPr>
          <p:cNvPr id="12" name="Balloon 3" descr="Balloon 3">
            <a:hlinkClick action="ppaction://hlinksldjump" r:id="rId6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70500" y="1905000"/>
            <a:ext cx="1651000" cy="2857500"/>
          </a:xfrm>
          <a:prstGeom prst="rect">
            <a:avLst/>
          </a:prstGeom>
        </p:spPr>
      </p:pic>
      <p:sp>
        <p:nvSpPr>
          <p:cNvPr id="13" name="Balloon letter 3 رِ" descr="رِ">
            <a:hlinkClick action="ppaction://hlinksldjump" r:id="rId6"/>
          </p:cNvPr>
          <p:cNvSpPr/>
          <p:nvPr/>
        </p:nvSpPr>
        <p:spPr>
          <a:xfrm>
            <a:off x="5397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رِ</a:t>
            </a:r>
          </a:p>
        </p:txBody>
      </p:sp>
      <p:pic>
        <p:nvPicPr>
          <p:cNvPr id="14" name="Balloon 4" descr="Balloon 4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93000" y="2286000"/>
            <a:ext cx="1651000" cy="2857500"/>
          </a:xfrm>
          <a:prstGeom prst="rect">
            <a:avLst/>
          </a:prstGeom>
        </p:spPr>
      </p:pic>
      <p:sp>
        <p:nvSpPr>
          <p:cNvPr id="15" name="Balloon letter 4 خِ" descr="خِ">
            <a:hlinkClick action="ppaction://hlinksldjump" r:id="rId7"/>
          </p:cNvPr>
          <p:cNvSpPr/>
          <p:nvPr/>
        </p:nvSpPr>
        <p:spPr>
          <a:xfrm>
            <a:off x="7620000" y="2520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خِ</a:t>
            </a:r>
          </a:p>
        </p:txBody>
      </p:sp>
      <p:sp>
        <p:nvSpPr>
          <p:cNvPr id="16" name="Next button">
            <a:hlinkClick action="ppaction://hlinksldjump" r:id="rId8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Next arrow">
            <a:hlinkClick action="ppaction://hlinksldjump" r:id="rId8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9" name="po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9" dur="1500" fill="hold" repeatCount="indefinite" autoRev="1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2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1" dur="150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4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3" dur="1670" fill="hold" repeatCount="indefinite" autoRev="1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6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5" dur="1670" fill="hold" repeatCount="indefinite" autoRev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8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7" dur="184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0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9" dur="1840" fill="hold" repeatCount="indefinite" autoRev="1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2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21" dur="2010" fill="hold" repeatCount="indefinite" autoRev="1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4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23" dur="2010" fill="hold" repeatCount="indefinite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Pop every balloon with"/>
          <p:cNvSpPr/>
          <p:nvPr/>
        </p:nvSpPr>
        <p:spPr>
          <a:xfrm>
            <a:off x="2730500" y="190500"/>
            <a:ext cx="546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900" b="1" lang="en-US">
                <a:solidFill>
                  <a:srgbClr val="2E2640"/>
                </a:solidFill>
                <a:latin typeface="Arial"/>
                <a:cs typeface="Arial"/>
              </a:rPr>
              <a:t>Pop every balloon with</a:t>
            </a:r>
          </a:p>
        </p:txBody>
      </p:sp>
      <p:sp>
        <p:nvSpPr>
          <p:cNvPr id="5" name="Find خِ" descr="خِ"/>
          <p:cNvSpPr/>
          <p:nvPr/>
        </p:nvSpPr>
        <p:spPr>
          <a:xfrm>
            <a:off x="81915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خِ</a:t>
            </a:r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Balloon 1" descr="Balloon 1">
            <a:hlinkClick action="ppaction://hlinksldjump" r:id="rId6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5500" y="1905000"/>
            <a:ext cx="1651000" cy="2857500"/>
          </a:xfrm>
          <a:prstGeom prst="rect">
            <a:avLst/>
          </a:prstGeom>
        </p:spPr>
      </p:pic>
      <p:sp>
        <p:nvSpPr>
          <p:cNvPr id="9" name="Balloon letter 1 جِ" descr="جِ">
            <a:hlinkClick action="ppaction://hlinksldjump" r:id="rId6"/>
          </p:cNvPr>
          <p:cNvSpPr/>
          <p:nvPr/>
        </p:nvSpPr>
        <p:spPr>
          <a:xfrm>
            <a:off x="952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جِ</a:t>
            </a:r>
          </a:p>
        </p:txBody>
      </p:sp>
      <p:pic>
        <p:nvPicPr>
          <p:cNvPr id="10" name="Balloon 2" descr="Balloon 2">
            <a:hlinkClick action="ppaction://hlinksldjump" r:id="rId6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48000" y="2286000"/>
            <a:ext cx="1651000" cy="2857500"/>
          </a:xfrm>
          <a:prstGeom prst="rect">
            <a:avLst/>
          </a:prstGeom>
        </p:spPr>
      </p:pic>
      <p:sp>
        <p:nvSpPr>
          <p:cNvPr id="11" name="Balloon letter 2 ظِ" descr="ظِ">
            <a:hlinkClick action="ppaction://hlinksldjump" r:id="rId6"/>
          </p:cNvPr>
          <p:cNvSpPr/>
          <p:nvPr/>
        </p:nvSpPr>
        <p:spPr>
          <a:xfrm>
            <a:off x="3175000" y="2520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ظِ</a:t>
            </a:r>
          </a:p>
        </p:txBody>
      </p:sp>
      <p:pic>
        <p:nvPicPr>
          <p:cNvPr id="12" name="Balloon 3" descr="Balloon 3">
            <a:hlinkClick action="ppaction://hlinksldjump" r:id="rId6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70500" y="1905000"/>
            <a:ext cx="1651000" cy="2857500"/>
          </a:xfrm>
          <a:prstGeom prst="rect">
            <a:avLst/>
          </a:prstGeom>
        </p:spPr>
      </p:pic>
      <p:sp>
        <p:nvSpPr>
          <p:cNvPr id="13" name="Balloon letter 3 رِ" descr="رِ">
            <a:hlinkClick action="ppaction://hlinksldjump" r:id="rId6"/>
          </p:cNvPr>
          <p:cNvSpPr/>
          <p:nvPr/>
        </p:nvSpPr>
        <p:spPr>
          <a:xfrm>
            <a:off x="5397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رِ</a:t>
            </a:r>
          </a:p>
        </p:txBody>
      </p:sp>
      <p:pic>
        <p:nvPicPr>
          <p:cNvPr id="14" name="Balloon 4" descr="Balloon 4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93000" y="2286000"/>
            <a:ext cx="1651000" cy="2857500"/>
          </a:xfrm>
          <a:prstGeom prst="rect">
            <a:avLst/>
          </a:prstGeom>
        </p:spPr>
      </p:pic>
      <p:sp>
        <p:nvSpPr>
          <p:cNvPr id="15" name="Balloon letter 4 خِ" descr="خِ">
            <a:hlinkClick action="ppaction://hlinksldjump" r:id="rId7"/>
          </p:cNvPr>
          <p:cNvSpPr/>
          <p:nvPr/>
        </p:nvSpPr>
        <p:spPr>
          <a:xfrm>
            <a:off x="7620000" y="2520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خِ</a:t>
            </a:r>
          </a:p>
        </p:txBody>
      </p:sp>
      <p:sp>
        <p:nvSpPr>
          <p:cNvPr id="16" name="Try again!" descr="Try again!"/>
          <p:cNvSpPr/>
          <p:nvPr/>
        </p:nvSpPr>
        <p:spPr>
          <a:xfrm>
            <a:off x="7937500" y="5270500"/>
            <a:ext cx="3048000" cy="1460500"/>
          </a:xfrm>
          <a:prstGeom prst="cloudCallout">
            <a:avLst/>
          </a:prstGeom>
          <a:solidFill>
            <a:srgbClr val="FFFFFF"/>
          </a:solidFill>
          <a:ln w="50800">
            <a:solidFill>
              <a:srgbClr val="E5536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2500" b="1" lang="en-US">
                <a:solidFill>
                  <a:srgbClr val="E5536F"/>
                </a:solidFill>
                <a:latin typeface="Arial"/>
                <a:cs typeface="Arial"/>
              </a:rPr>
              <a:t>Try again!</a:t>
            </a:r>
          </a:p>
        </p:txBody>
      </p:sp>
      <p:sp>
        <p:nvSpPr>
          <p:cNvPr id="17" name="Next button">
            <a:hlinkClick action="ppaction://hlinksldjump" r:id="rId8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Next arrow">
            <a:hlinkClick action="ppaction://hlinksldjump" r:id="rId8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9" name="boing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4" dur="1500" fill="hold" repeatCount="indefinite" autoRev="1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6" dur="150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8" dur="1670" fill="hold" repeatCount="indefinite" autoRev="1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0" dur="1670" fill="hold" repeatCount="indefinite" autoRev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2" dur="184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4" dur="1840" fill="hold" repeatCount="indefinite" autoRev="1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7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6" dur="2010" fill="hold" repeatCount="indefinite" autoRev="1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9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8" dur="2010" fill="hold" repeatCount="indefinite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4" presetID="53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Pop every balloon with"/>
          <p:cNvSpPr/>
          <p:nvPr/>
        </p:nvSpPr>
        <p:spPr>
          <a:xfrm>
            <a:off x="2730500" y="190500"/>
            <a:ext cx="546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900" b="1" lang="en-US">
                <a:solidFill>
                  <a:srgbClr val="2E2640"/>
                </a:solidFill>
                <a:latin typeface="Arial"/>
                <a:cs typeface="Arial"/>
              </a:rPr>
              <a:t>Pop every balloon with</a:t>
            </a:r>
          </a:p>
        </p:txBody>
      </p:sp>
      <p:sp>
        <p:nvSpPr>
          <p:cNvPr id="5" name="Find خِ" descr="خِ"/>
          <p:cNvSpPr/>
          <p:nvPr/>
        </p:nvSpPr>
        <p:spPr>
          <a:xfrm>
            <a:off x="81915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خِ</a:t>
            </a:r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Balloon 1" descr="Balloon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5500" y="1905000"/>
            <a:ext cx="1651000" cy="2857500"/>
          </a:xfrm>
          <a:prstGeom prst="rect">
            <a:avLst/>
          </a:prstGeom>
        </p:spPr>
      </p:pic>
      <p:sp>
        <p:nvSpPr>
          <p:cNvPr id="9" name="Balloon letter 1 جِ" descr="جِ"/>
          <p:cNvSpPr/>
          <p:nvPr/>
        </p:nvSpPr>
        <p:spPr>
          <a:xfrm>
            <a:off x="952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جِ</a:t>
            </a:r>
          </a:p>
        </p:txBody>
      </p:sp>
      <p:pic>
        <p:nvPicPr>
          <p:cNvPr id="10" name="Balloon 2" descr="Balloon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48000" y="2286000"/>
            <a:ext cx="1651000" cy="2857500"/>
          </a:xfrm>
          <a:prstGeom prst="rect">
            <a:avLst/>
          </a:prstGeom>
        </p:spPr>
      </p:pic>
      <p:sp>
        <p:nvSpPr>
          <p:cNvPr id="11" name="Balloon letter 2 ظِ" descr="ظِ"/>
          <p:cNvSpPr/>
          <p:nvPr/>
        </p:nvSpPr>
        <p:spPr>
          <a:xfrm>
            <a:off x="3175000" y="2520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ظِ</a:t>
            </a:r>
          </a:p>
        </p:txBody>
      </p:sp>
      <p:pic>
        <p:nvPicPr>
          <p:cNvPr id="12" name="Balloon 3" descr="Balloon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70500" y="1905000"/>
            <a:ext cx="1651000" cy="2857500"/>
          </a:xfrm>
          <a:prstGeom prst="rect">
            <a:avLst/>
          </a:prstGeom>
        </p:spPr>
      </p:pic>
      <p:sp>
        <p:nvSpPr>
          <p:cNvPr id="13" name="Balloon letter 3 رِ" descr="رِ"/>
          <p:cNvSpPr/>
          <p:nvPr/>
        </p:nvSpPr>
        <p:spPr>
          <a:xfrm>
            <a:off x="5397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رِ</a:t>
            </a:r>
          </a:p>
        </p:txBody>
      </p:sp>
      <p:sp>
        <p:nvSpPr>
          <p:cNvPr id="14" name="Great job!" descr="Great job!"/>
          <p:cNvSpPr/>
          <p:nvPr/>
        </p:nvSpPr>
        <p:spPr>
          <a:xfrm>
            <a:off x="7937500" y="5270500"/>
            <a:ext cx="3048000" cy="1460500"/>
          </a:xfrm>
          <a:prstGeom prst="cloudCallout">
            <a:avLst/>
          </a:prstGeom>
          <a:solidFill>
            <a:srgbClr val="FFFFFF"/>
          </a:solidFill>
          <a:ln w="50800">
            <a:solidFill>
              <a:srgbClr val="2FB57A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2500" b="1" lang="en-US">
                <a:solidFill>
                  <a:srgbClr val="2FB57A"/>
                </a:solidFill>
                <a:latin typeface="Arial"/>
                <a:cs typeface="Arial"/>
              </a:rPr>
              <a:t>Great job!</a:t>
            </a:r>
          </a:p>
        </p:txBody>
      </p:sp>
      <p:sp>
        <p:nvSpPr>
          <p:cNvPr id="15" name="Next button">
            <a:hlinkClick action="ppaction://hlinksldjump" r:id="rId5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Next arrow">
            <a:hlinkClick action="ppaction://hlinksldjump" r:id="rId5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7" name="sound anchor" descr="sound anchor (invisible)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700" y="12700"/>
            <a:ext cx="25400" cy="25400"/>
          </a:xfrm>
          <a:prstGeom prst="rect">
            <a:avLst/>
          </a:prstGeom>
        </p:spPr>
      </p:pic>
    </p:spTree>
  </p:cSld>
  <p:clrMapOvr>
    <a:masterClrMapping/>
  </p:clrMapOvr>
  <p:transition advClick="0">
    <p:sndAc>
      <p:stSnd>
        <p:snd r:embed="rId6" name="po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9" dur="1500" fill="hold" repeatCount="indefinite" autoRev="1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2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1" dur="150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4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3" dur="1670" fill="hold" repeatCount="indefinite" autoRev="1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6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5" dur="1670" fill="hold" repeatCount="indefinite" autoRev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8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7" dur="184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0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9" dur="1840" fill="hold" repeatCount="indefinite" autoRev="1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5" presetID="53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2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100000">
                                        <p:cTn id="2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8" name="cheer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921000" y="190500"/>
            <a:ext cx="6350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Feed me"/>
          <p:cNvSpPr/>
          <p:nvPr/>
        </p:nvSpPr>
        <p:spPr>
          <a:xfrm>
            <a:off x="3048000" y="190500"/>
            <a:ext cx="4826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600" b="1" lang="en-US">
                <a:solidFill>
                  <a:srgbClr val="2E2640"/>
                </a:solidFill>
                <a:latin typeface="Arial"/>
                <a:cs typeface="Arial"/>
              </a:rPr>
              <a:t>Feed me</a:t>
            </a:r>
          </a:p>
        </p:txBody>
      </p:sp>
      <p:sp>
        <p:nvSpPr>
          <p:cNvPr id="5" name="Find خِ" descr="خِ"/>
          <p:cNvSpPr/>
          <p:nvPr/>
        </p:nvSpPr>
        <p:spPr>
          <a:xfrm>
            <a:off x="78740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خِ</a:t>
            </a:r>
          </a:p>
        </p:txBody>
      </p:sp>
      <p:pic>
        <p:nvPicPr>
          <p:cNvPr id="6" name="Monster" descr="Monste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2095500"/>
            <a:ext cx="3810000" cy="3810000"/>
          </a:xfrm>
          <a:prstGeom prst="rect">
            <a:avLst/>
          </a:prstGeom>
        </p:spPr>
      </p:pic>
      <p:pic>
        <p:nvPicPr>
          <p:cNvPr id="7" name="Food 1" descr="Food 1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5000" y="1778000"/>
            <a:ext cx="1905000" cy="1905000"/>
          </a:xfrm>
          <a:prstGeom prst="rect">
            <a:avLst/>
          </a:prstGeom>
        </p:spPr>
      </p:pic>
      <p:sp>
        <p:nvSpPr>
          <p:cNvPr id="8" name="Food letter 1 خِ" descr="خِ">
            <a:hlinkClick action="ppaction://hlinksldjump" r:id="rId7"/>
          </p:cNvPr>
          <p:cNvSpPr/>
          <p:nvPr/>
        </p:nvSpPr>
        <p:spPr>
          <a:xfrm>
            <a:off x="7429500" y="2317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خِ</a:t>
            </a:r>
          </a:p>
        </p:txBody>
      </p:sp>
      <p:pic>
        <p:nvPicPr>
          <p:cNvPr id="9" name="Food 2" descr="Food 2">
            <a:hlinkClick action="ppaction://hlinksldjump" r:id="rId8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25000" y="1778000"/>
            <a:ext cx="1905000" cy="1905000"/>
          </a:xfrm>
          <a:prstGeom prst="rect">
            <a:avLst/>
          </a:prstGeom>
        </p:spPr>
      </p:pic>
      <p:sp>
        <p:nvSpPr>
          <p:cNvPr id="10" name="Food letter 2 ظِ" descr="ظِ">
            <a:hlinkClick action="ppaction://hlinksldjump" r:id="rId8"/>
          </p:cNvPr>
          <p:cNvSpPr/>
          <p:nvPr/>
        </p:nvSpPr>
        <p:spPr>
          <a:xfrm>
            <a:off x="9969500" y="2317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ظِ</a:t>
            </a:r>
          </a:p>
        </p:txBody>
      </p:sp>
      <p:pic>
        <p:nvPicPr>
          <p:cNvPr id="11" name="Food 3" descr="Food 3">
            <a:hlinkClick action="ppaction://hlinksldjump" r:id="rId8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5000" y="4064000"/>
            <a:ext cx="1905000" cy="1905000"/>
          </a:xfrm>
          <a:prstGeom prst="rect">
            <a:avLst/>
          </a:prstGeom>
        </p:spPr>
      </p:pic>
      <p:sp>
        <p:nvSpPr>
          <p:cNvPr id="12" name="Food letter 3 نِ" descr="نِ">
            <a:hlinkClick action="ppaction://hlinksldjump" r:id="rId8"/>
          </p:cNvPr>
          <p:cNvSpPr/>
          <p:nvPr/>
        </p:nvSpPr>
        <p:spPr>
          <a:xfrm>
            <a:off x="7429500" y="4603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نِ</a:t>
            </a:r>
          </a:p>
        </p:txBody>
      </p:sp>
      <p:pic>
        <p:nvPicPr>
          <p:cNvPr id="13" name="Food 4" descr="Food 4">
            <a:hlinkClick action="ppaction://hlinksldjump" r:id="rId8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25000" y="4064000"/>
            <a:ext cx="1905000" cy="1905000"/>
          </a:xfrm>
          <a:prstGeom prst="rect">
            <a:avLst/>
          </a:prstGeom>
        </p:spPr>
      </p:pic>
      <p:sp>
        <p:nvSpPr>
          <p:cNvPr id="14" name="Food letter 4 طِ" descr="طِ">
            <a:hlinkClick action="ppaction://hlinksldjump" r:id="rId8"/>
          </p:cNvPr>
          <p:cNvSpPr/>
          <p:nvPr/>
        </p:nvSpPr>
        <p:spPr>
          <a:xfrm>
            <a:off x="9969500" y="4603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طِ</a:t>
            </a:r>
          </a:p>
        </p:txBody>
      </p:sp>
      <p:sp>
        <p:nvSpPr>
          <p:cNvPr id="15" name="Next button">
            <a:hlinkClick action="ppaction://hlinksldjump" r:id="rId9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Next arrow">
            <a:hlinkClick action="ppaction://hlinksldjump" r:id="rId9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 spd="med">
    <p:fade/>
  </p:transition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921000" y="190500"/>
            <a:ext cx="6350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Feed me"/>
          <p:cNvSpPr/>
          <p:nvPr/>
        </p:nvSpPr>
        <p:spPr>
          <a:xfrm>
            <a:off x="3048000" y="190500"/>
            <a:ext cx="4826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600" b="1" lang="en-US">
                <a:solidFill>
                  <a:srgbClr val="2E2640"/>
                </a:solidFill>
                <a:latin typeface="Arial"/>
                <a:cs typeface="Arial"/>
              </a:rPr>
              <a:t>Feed me</a:t>
            </a:r>
          </a:p>
        </p:txBody>
      </p:sp>
      <p:sp>
        <p:nvSpPr>
          <p:cNvPr id="5" name="Find خِ" descr="خِ"/>
          <p:cNvSpPr/>
          <p:nvPr/>
        </p:nvSpPr>
        <p:spPr>
          <a:xfrm>
            <a:off x="78740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خِ</a:t>
            </a:r>
          </a:p>
        </p:txBody>
      </p:sp>
      <p:pic>
        <p:nvPicPr>
          <p:cNvPr id="6" name="Monster" descr="Monste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2095500"/>
            <a:ext cx="3810000" cy="3810000"/>
          </a:xfrm>
          <a:prstGeom prst="rect">
            <a:avLst/>
          </a:prstGeom>
        </p:spPr>
      </p:pic>
      <p:pic>
        <p:nvPicPr>
          <p:cNvPr id="7" name="Food 1" descr="Food 1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5000" y="1778000"/>
            <a:ext cx="1905000" cy="1905000"/>
          </a:xfrm>
          <a:prstGeom prst="rect">
            <a:avLst/>
          </a:prstGeom>
        </p:spPr>
      </p:pic>
      <p:sp>
        <p:nvSpPr>
          <p:cNvPr id="8" name="Food letter 1 خِ" descr="خِ">
            <a:hlinkClick action="ppaction://hlinksldjump" r:id="rId7"/>
          </p:cNvPr>
          <p:cNvSpPr/>
          <p:nvPr/>
        </p:nvSpPr>
        <p:spPr>
          <a:xfrm>
            <a:off x="7429500" y="2317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خِ</a:t>
            </a:r>
          </a:p>
        </p:txBody>
      </p:sp>
      <p:pic>
        <p:nvPicPr>
          <p:cNvPr id="9" name="Food 2" descr="Food 2">
            <a:hlinkClick action="ppaction://hlinksldjump" r:id="rId8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25000" y="1778000"/>
            <a:ext cx="1905000" cy="1905000"/>
          </a:xfrm>
          <a:prstGeom prst="rect">
            <a:avLst/>
          </a:prstGeom>
        </p:spPr>
      </p:pic>
      <p:sp>
        <p:nvSpPr>
          <p:cNvPr id="10" name="Food letter 2 ظِ" descr="ظِ">
            <a:hlinkClick action="ppaction://hlinksldjump" r:id="rId8"/>
          </p:cNvPr>
          <p:cNvSpPr/>
          <p:nvPr/>
        </p:nvSpPr>
        <p:spPr>
          <a:xfrm>
            <a:off x="9969500" y="2317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ظِ</a:t>
            </a:r>
          </a:p>
        </p:txBody>
      </p:sp>
      <p:pic>
        <p:nvPicPr>
          <p:cNvPr id="11" name="Food 3" descr="Food 3">
            <a:hlinkClick action="ppaction://hlinksldjump" r:id="rId8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5000" y="4064000"/>
            <a:ext cx="1905000" cy="1905000"/>
          </a:xfrm>
          <a:prstGeom prst="rect">
            <a:avLst/>
          </a:prstGeom>
        </p:spPr>
      </p:pic>
      <p:sp>
        <p:nvSpPr>
          <p:cNvPr id="12" name="Food letter 3 نِ" descr="نِ">
            <a:hlinkClick action="ppaction://hlinksldjump" r:id="rId8"/>
          </p:cNvPr>
          <p:cNvSpPr/>
          <p:nvPr/>
        </p:nvSpPr>
        <p:spPr>
          <a:xfrm>
            <a:off x="7429500" y="4603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نِ</a:t>
            </a:r>
          </a:p>
        </p:txBody>
      </p:sp>
      <p:pic>
        <p:nvPicPr>
          <p:cNvPr id="13" name="Food 4" descr="Food 4">
            <a:hlinkClick action="ppaction://hlinksldjump" r:id="rId8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25000" y="4064000"/>
            <a:ext cx="1905000" cy="1905000"/>
          </a:xfrm>
          <a:prstGeom prst="rect">
            <a:avLst/>
          </a:prstGeom>
        </p:spPr>
      </p:pic>
      <p:sp>
        <p:nvSpPr>
          <p:cNvPr id="14" name="Food letter 4 طِ" descr="طِ">
            <a:hlinkClick action="ppaction://hlinksldjump" r:id="rId8"/>
          </p:cNvPr>
          <p:cNvSpPr/>
          <p:nvPr/>
        </p:nvSpPr>
        <p:spPr>
          <a:xfrm>
            <a:off x="9969500" y="4603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طِ</a:t>
            </a:r>
          </a:p>
        </p:txBody>
      </p:sp>
      <p:sp>
        <p:nvSpPr>
          <p:cNvPr id="15" name="No, thanks!" descr="No, thanks!"/>
          <p:cNvSpPr/>
          <p:nvPr/>
        </p:nvSpPr>
        <p:spPr>
          <a:xfrm>
            <a:off x="3302000" y="1079500"/>
            <a:ext cx="3302000" cy="1524000"/>
          </a:xfrm>
          <a:prstGeom prst="cloudCallout">
            <a:avLst/>
          </a:prstGeom>
          <a:solidFill>
            <a:srgbClr val="FFFFFF"/>
          </a:solidFill>
          <a:ln w="50800">
            <a:solidFill>
              <a:srgbClr val="E5536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2500" b="1" lang="en-US">
                <a:solidFill>
                  <a:srgbClr val="E5536F"/>
                </a:solidFill>
                <a:latin typeface="Arial"/>
                <a:cs typeface="Arial"/>
              </a:rPr>
              <a:t>No, thanks!</a:t>
            </a:r>
          </a:p>
        </p:txBody>
      </p:sp>
      <p:sp>
        <p:nvSpPr>
          <p:cNvPr id="16" name="Next button">
            <a:hlinkClick action="ppaction://hlinksldjump" r:id="rId9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Next arrow">
            <a:hlinkClick action="ppaction://hlinksldjump" r:id="rId9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10" name="boing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53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" dur="4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4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921000" y="190500"/>
            <a:ext cx="6350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Feed me"/>
          <p:cNvSpPr/>
          <p:nvPr/>
        </p:nvSpPr>
        <p:spPr>
          <a:xfrm>
            <a:off x="3048000" y="190500"/>
            <a:ext cx="4826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600" b="1" lang="en-US">
                <a:solidFill>
                  <a:srgbClr val="2E2640"/>
                </a:solidFill>
                <a:latin typeface="Arial"/>
                <a:cs typeface="Arial"/>
              </a:rPr>
              <a:t>Feed me</a:t>
            </a:r>
          </a:p>
        </p:txBody>
      </p:sp>
      <p:sp>
        <p:nvSpPr>
          <p:cNvPr id="5" name="Find خِ" descr="خِ"/>
          <p:cNvSpPr/>
          <p:nvPr/>
        </p:nvSpPr>
        <p:spPr>
          <a:xfrm>
            <a:off x="78740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خِ</a:t>
            </a:r>
          </a:p>
        </p:txBody>
      </p:sp>
      <p:pic>
        <p:nvPicPr>
          <p:cNvPr id="6" name="Monster" descr="Monste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2095500"/>
            <a:ext cx="3810000" cy="3810000"/>
          </a:xfrm>
          <a:prstGeom prst="rect">
            <a:avLst/>
          </a:prstGeom>
        </p:spPr>
      </p:pic>
      <p:pic>
        <p:nvPicPr>
          <p:cNvPr id="7" name="Food 2" descr="Food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25000" y="1778000"/>
            <a:ext cx="1905000" cy="1905000"/>
          </a:xfrm>
          <a:prstGeom prst="rect">
            <a:avLst/>
          </a:prstGeom>
        </p:spPr>
      </p:pic>
      <p:sp>
        <p:nvSpPr>
          <p:cNvPr id="8" name="Food letter 2 ظِ" descr="ظِ"/>
          <p:cNvSpPr/>
          <p:nvPr/>
        </p:nvSpPr>
        <p:spPr>
          <a:xfrm>
            <a:off x="9969500" y="2317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ظِ</a:t>
            </a:r>
          </a:p>
        </p:txBody>
      </p:sp>
      <p:pic>
        <p:nvPicPr>
          <p:cNvPr id="9" name="Food 3" descr="Food 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85000" y="4064000"/>
            <a:ext cx="1905000" cy="1905000"/>
          </a:xfrm>
          <a:prstGeom prst="rect">
            <a:avLst/>
          </a:prstGeom>
        </p:spPr>
      </p:pic>
      <p:sp>
        <p:nvSpPr>
          <p:cNvPr id="10" name="Food letter 3 نِ" descr="نِ"/>
          <p:cNvSpPr/>
          <p:nvPr/>
        </p:nvSpPr>
        <p:spPr>
          <a:xfrm>
            <a:off x="7429500" y="4603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نِ</a:t>
            </a:r>
          </a:p>
        </p:txBody>
      </p:sp>
      <p:pic>
        <p:nvPicPr>
          <p:cNvPr id="11" name="Food 4" descr="Food 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25000" y="4064000"/>
            <a:ext cx="1905000" cy="1905000"/>
          </a:xfrm>
          <a:prstGeom prst="rect">
            <a:avLst/>
          </a:prstGeom>
        </p:spPr>
      </p:pic>
      <p:sp>
        <p:nvSpPr>
          <p:cNvPr id="12" name="Food letter 4 طِ" descr="طِ"/>
          <p:cNvSpPr/>
          <p:nvPr/>
        </p:nvSpPr>
        <p:spPr>
          <a:xfrm>
            <a:off x="9969500" y="4603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طِ</a:t>
            </a:r>
          </a:p>
        </p:txBody>
      </p:sp>
      <p:sp>
        <p:nvSpPr>
          <p:cNvPr id="13" name="Yummy!" descr="Yummy!"/>
          <p:cNvSpPr/>
          <p:nvPr/>
        </p:nvSpPr>
        <p:spPr>
          <a:xfrm>
            <a:off x="3302000" y="1079500"/>
            <a:ext cx="3302000" cy="1524000"/>
          </a:xfrm>
          <a:prstGeom prst="cloudCallout">
            <a:avLst/>
          </a:prstGeom>
          <a:solidFill>
            <a:srgbClr val="FFFFFF"/>
          </a:solidFill>
          <a:ln w="50800">
            <a:solidFill>
              <a:srgbClr val="E5536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3200" b="1" lang="en-US">
                <a:solidFill>
                  <a:srgbClr val="E5536F"/>
                </a:solidFill>
                <a:latin typeface="Arial"/>
                <a:cs typeface="Arial"/>
              </a:rPr>
              <a:t>Yummy!</a:t>
            </a:r>
          </a:p>
        </p:txBody>
      </p:sp>
      <p:sp>
        <p:nvSpPr>
          <p:cNvPr id="14" name="Next button">
            <a:hlinkClick action="ppaction://hlinksldjump" r:id="rId7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Next arrow">
            <a:hlinkClick action="ppaction://hlinksldjump" r:id="rId7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6" name="sound anchor" descr="sound anchor (invisible)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2700" y="12700"/>
            <a:ext cx="25400" cy="25400"/>
          </a:xfrm>
          <a:prstGeom prst="rect">
            <a:avLst/>
          </a:prstGeom>
        </p:spPr>
      </p:pic>
    </p:spTree>
  </p:cSld>
  <p:clrMapOvr>
    <a:masterClrMapping/>
  </p:clrMapOvr>
  <p:transition advClick="0">
    <p:sndAc>
      <p:stSnd>
        <p:snd r:embed="rId8" name="munc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2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53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100000">
                                        <p:cTn id="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0" name="cheer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286000" y="190500"/>
            <a:ext cx="7620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Build the word, then tap GO!"/>
          <p:cNvSpPr/>
          <p:nvPr/>
        </p:nvSpPr>
        <p:spPr>
          <a:xfrm>
            <a:off x="2413000" y="190500"/>
            <a:ext cx="52705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200" b="1" lang="en-US">
                <a:solidFill>
                  <a:srgbClr val="2E2640"/>
                </a:solidFill>
                <a:latin typeface="Arial"/>
                <a:cs typeface="Arial"/>
              </a:rPr>
              <a:t>Build the word, then tap GO!</a:t>
            </a:r>
          </a:p>
        </p:txBody>
      </p:sp>
      <p:sp>
        <p:nvSpPr>
          <p:cNvPr id="5" name="Find شَبِعَ" descr="شَبِعَ"/>
          <p:cNvSpPr/>
          <p:nvPr/>
        </p:nvSpPr>
        <p:spPr>
          <a:xfrm>
            <a:off x="7683500" y="228600"/>
            <a:ext cx="20955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شَبِعَ</a:t>
            </a:r>
          </a:p>
        </p:txBody>
      </p:sp>
      <p:pic>
        <p:nvPicPr>
          <p:cNvPr id="6" name="Engine" descr="Engin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000" y="3937000"/>
            <a:ext cx="2667000" cy="1911350"/>
          </a:xfrm>
          <a:prstGeom prst="rect">
            <a:avLst/>
          </a:prstGeom>
        </p:spPr>
      </p:pic>
      <p:pic>
        <p:nvPicPr>
          <p:cNvPr id="7" name="Wagon 1" descr="Wagon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75000" y="4381500"/>
            <a:ext cx="1778000" cy="1543050"/>
          </a:xfrm>
          <a:prstGeom prst="rect">
            <a:avLst/>
          </a:prstGeom>
        </p:spPr>
      </p:pic>
      <p:pic>
        <p:nvPicPr>
          <p:cNvPr id="8" name="Wagon 2" descr="Wagon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16500" y="4381500"/>
            <a:ext cx="1778000" cy="1543050"/>
          </a:xfrm>
          <a:prstGeom prst="rect">
            <a:avLst/>
          </a:prstGeom>
        </p:spPr>
      </p:pic>
      <p:pic>
        <p:nvPicPr>
          <p:cNvPr id="9" name="Wagon 3" descr="Wagon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0" y="4381500"/>
            <a:ext cx="1778000" cy="1543050"/>
          </a:xfrm>
          <a:prstGeom prst="rect">
            <a:avLst/>
          </a:prstGeom>
        </p:spPr>
      </p:pic>
      <p:sp>
        <p:nvSpPr>
          <p:cNvPr id="10" name="Card عَ" descr="عَ">
            <a:hlinkClick action="ppaction://hlinksldjump" r:id="rId5"/>
          </p:cNvPr>
          <p:cNvSpPr/>
          <p:nvPr/>
        </p:nvSpPr>
        <p:spPr>
          <a:xfrm>
            <a:off x="3302000" y="1778000"/>
            <a:ext cx="1206500" cy="12065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FFB347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6200" b="1" lang="ar-SA">
                <a:solidFill>
                  <a:srgbClr val="2E2640"/>
                </a:solidFill>
                <a:latin typeface="Arial"/>
                <a:cs typeface="Arial"/>
              </a:rPr>
              <a:t>عَ</a:t>
            </a:r>
          </a:p>
        </p:txBody>
      </p:sp>
      <p:sp>
        <p:nvSpPr>
          <p:cNvPr id="11" name="Card شَ" descr="شَ">
            <a:hlinkClick action="ppaction://hlinksldjump" r:id="rId6"/>
          </p:cNvPr>
          <p:cNvSpPr/>
          <p:nvPr/>
        </p:nvSpPr>
        <p:spPr>
          <a:xfrm>
            <a:off x="4953000" y="1778000"/>
            <a:ext cx="1206500" cy="12065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FFB347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6200" b="1" lang="ar-SA">
                <a:solidFill>
                  <a:srgbClr val="2E2640"/>
                </a:solidFill>
                <a:latin typeface="Arial"/>
                <a:cs typeface="Arial"/>
              </a:rPr>
              <a:t>شَ</a:t>
            </a:r>
          </a:p>
        </p:txBody>
      </p:sp>
      <p:sp>
        <p:nvSpPr>
          <p:cNvPr id="12" name="Card بِ" descr="بِ">
            <a:hlinkClick action="ppaction://hlinksldjump" r:id="rId5"/>
          </p:cNvPr>
          <p:cNvSpPr/>
          <p:nvPr/>
        </p:nvSpPr>
        <p:spPr>
          <a:xfrm>
            <a:off x="6604000" y="1778000"/>
            <a:ext cx="1206500" cy="12065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FFB347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6200" b="1" lang="ar-SA">
                <a:solidFill>
                  <a:srgbClr val="2E2640"/>
                </a:solidFill>
                <a:latin typeface="Arial"/>
                <a:cs typeface="Arial"/>
              </a:rPr>
              <a:t>بِ</a:t>
            </a:r>
          </a:p>
        </p:txBody>
      </p:sp>
      <p:sp>
        <p:nvSpPr>
          <p:cNvPr id="13" name="Next button">
            <a:hlinkClick action="ppaction://hlinksldjump" r:id="rId7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Next arrow">
            <a:hlinkClick action="ppaction://hlinksldjump" r:id="rId7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 spd="med">
    <p:fade/>
  </p:transition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286000" y="190500"/>
            <a:ext cx="7620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Build the word, then tap GO!"/>
          <p:cNvSpPr/>
          <p:nvPr/>
        </p:nvSpPr>
        <p:spPr>
          <a:xfrm>
            <a:off x="2413000" y="190500"/>
            <a:ext cx="52705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200" b="1" lang="en-US">
                <a:solidFill>
                  <a:srgbClr val="2E2640"/>
                </a:solidFill>
                <a:latin typeface="Arial"/>
                <a:cs typeface="Arial"/>
              </a:rPr>
              <a:t>Build the word, then tap GO!</a:t>
            </a:r>
          </a:p>
        </p:txBody>
      </p:sp>
      <p:sp>
        <p:nvSpPr>
          <p:cNvPr id="5" name="Find شَبِعَ" descr="شَبِعَ"/>
          <p:cNvSpPr/>
          <p:nvPr/>
        </p:nvSpPr>
        <p:spPr>
          <a:xfrm>
            <a:off x="7683500" y="228600"/>
            <a:ext cx="20955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شَبِعَ</a:t>
            </a:r>
          </a:p>
        </p:txBody>
      </p:sp>
      <p:pic>
        <p:nvPicPr>
          <p:cNvPr id="6" name="Engine" descr="Engin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000" y="3937000"/>
            <a:ext cx="2667000" cy="1911350"/>
          </a:xfrm>
          <a:prstGeom prst="rect">
            <a:avLst/>
          </a:prstGeom>
        </p:spPr>
      </p:pic>
      <p:pic>
        <p:nvPicPr>
          <p:cNvPr id="7" name="Wagon 1" descr="Wagon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75000" y="4381500"/>
            <a:ext cx="1778000" cy="1543050"/>
          </a:xfrm>
          <a:prstGeom prst="rect">
            <a:avLst/>
          </a:prstGeom>
        </p:spPr>
      </p:pic>
      <p:pic>
        <p:nvPicPr>
          <p:cNvPr id="8" name="Wagon 2" descr="Wagon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16500" y="4381500"/>
            <a:ext cx="1778000" cy="1543050"/>
          </a:xfrm>
          <a:prstGeom prst="rect">
            <a:avLst/>
          </a:prstGeom>
        </p:spPr>
      </p:pic>
      <p:pic>
        <p:nvPicPr>
          <p:cNvPr id="9" name="Wagon 3" descr="Wagon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0" y="4381500"/>
            <a:ext cx="1778000" cy="1543050"/>
          </a:xfrm>
          <a:prstGeom prst="rect">
            <a:avLst/>
          </a:prstGeom>
        </p:spPr>
      </p:pic>
      <p:sp>
        <p:nvSpPr>
          <p:cNvPr id="10" name="Wagon letter 1" descr="شَ"/>
          <p:cNvSpPr/>
          <p:nvPr/>
        </p:nvSpPr>
        <p:spPr>
          <a:xfrm>
            <a:off x="7099300" y="4737100"/>
            <a:ext cx="1295400" cy="6604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3800" b="1" lang="ar-SA">
                <a:solidFill>
                  <a:srgbClr val="2E2640"/>
                </a:solidFill>
                <a:latin typeface="Arial"/>
                <a:cs typeface="Arial"/>
              </a:rPr>
              <a:t>شَ</a:t>
            </a:r>
          </a:p>
        </p:txBody>
      </p:sp>
      <p:sp>
        <p:nvSpPr>
          <p:cNvPr id="11" name="Card عَ" descr="عَ">
            <a:hlinkClick action="ppaction://hlinksldjump" r:id="rId5"/>
          </p:cNvPr>
          <p:cNvSpPr/>
          <p:nvPr/>
        </p:nvSpPr>
        <p:spPr>
          <a:xfrm>
            <a:off x="3302000" y="1778000"/>
            <a:ext cx="1206500" cy="12065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FFB347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6200" b="1" lang="ar-SA">
                <a:solidFill>
                  <a:srgbClr val="2E2640"/>
                </a:solidFill>
                <a:latin typeface="Arial"/>
                <a:cs typeface="Arial"/>
              </a:rPr>
              <a:t>عَ</a:t>
            </a:r>
          </a:p>
        </p:txBody>
      </p:sp>
      <p:sp>
        <p:nvSpPr>
          <p:cNvPr id="12" name="Card بِ" descr="بِ">
            <a:hlinkClick action="ppaction://hlinksldjump" r:id="rId6"/>
          </p:cNvPr>
          <p:cNvSpPr/>
          <p:nvPr/>
        </p:nvSpPr>
        <p:spPr>
          <a:xfrm>
            <a:off x="6604000" y="1778000"/>
            <a:ext cx="1206500" cy="12065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FFB347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6200" b="1" lang="ar-SA">
                <a:solidFill>
                  <a:srgbClr val="2E2640"/>
                </a:solidFill>
                <a:latin typeface="Arial"/>
                <a:cs typeface="Arial"/>
              </a:rPr>
              <a:t>بِ</a:t>
            </a:r>
          </a:p>
        </p:txBody>
      </p:sp>
      <p:sp>
        <p:nvSpPr>
          <p:cNvPr id="13" name="Next button">
            <a:hlinkClick action="ppaction://hlinksldjump" r:id="rId7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Next arrow">
            <a:hlinkClick action="ppaction://hlinksldjump" r:id="rId7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8" name="ding.wav"/>
      </p:stSnd>
    </p:sndAc>
  </p:transition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286000" y="190500"/>
            <a:ext cx="7620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Build the word, then tap GO!"/>
          <p:cNvSpPr/>
          <p:nvPr/>
        </p:nvSpPr>
        <p:spPr>
          <a:xfrm>
            <a:off x="2413000" y="190500"/>
            <a:ext cx="52705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200" b="1" lang="en-US">
                <a:solidFill>
                  <a:srgbClr val="2E2640"/>
                </a:solidFill>
                <a:latin typeface="Arial"/>
                <a:cs typeface="Arial"/>
              </a:rPr>
              <a:t>Build the word, then tap GO!</a:t>
            </a:r>
          </a:p>
        </p:txBody>
      </p:sp>
      <p:sp>
        <p:nvSpPr>
          <p:cNvPr id="5" name="Find شَبِعَ" descr="شَبِعَ"/>
          <p:cNvSpPr/>
          <p:nvPr/>
        </p:nvSpPr>
        <p:spPr>
          <a:xfrm>
            <a:off x="7683500" y="228600"/>
            <a:ext cx="20955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شَبِعَ</a:t>
            </a:r>
          </a:p>
        </p:txBody>
      </p:sp>
      <p:pic>
        <p:nvPicPr>
          <p:cNvPr id="6" name="Engine" descr="Engin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000" y="3937000"/>
            <a:ext cx="2667000" cy="1911350"/>
          </a:xfrm>
          <a:prstGeom prst="rect">
            <a:avLst/>
          </a:prstGeom>
        </p:spPr>
      </p:pic>
      <p:pic>
        <p:nvPicPr>
          <p:cNvPr id="7" name="Wagon 1" descr="Wagon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75000" y="4381500"/>
            <a:ext cx="1778000" cy="1543050"/>
          </a:xfrm>
          <a:prstGeom prst="rect">
            <a:avLst/>
          </a:prstGeom>
        </p:spPr>
      </p:pic>
      <p:pic>
        <p:nvPicPr>
          <p:cNvPr id="8" name="Wagon 2" descr="Wagon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16500" y="4381500"/>
            <a:ext cx="1778000" cy="1543050"/>
          </a:xfrm>
          <a:prstGeom prst="rect">
            <a:avLst/>
          </a:prstGeom>
        </p:spPr>
      </p:pic>
      <p:pic>
        <p:nvPicPr>
          <p:cNvPr id="9" name="Wagon 3" descr="Wagon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0" y="4381500"/>
            <a:ext cx="1778000" cy="1543050"/>
          </a:xfrm>
          <a:prstGeom prst="rect">
            <a:avLst/>
          </a:prstGeom>
        </p:spPr>
      </p:pic>
      <p:sp>
        <p:nvSpPr>
          <p:cNvPr id="10" name="Wagon letter 1" descr="شَ"/>
          <p:cNvSpPr/>
          <p:nvPr/>
        </p:nvSpPr>
        <p:spPr>
          <a:xfrm>
            <a:off x="7099300" y="4737100"/>
            <a:ext cx="1295400" cy="6604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3800" b="1" lang="ar-SA">
                <a:solidFill>
                  <a:srgbClr val="2E2640"/>
                </a:solidFill>
                <a:latin typeface="Arial"/>
                <a:cs typeface="Arial"/>
              </a:rPr>
              <a:t>شَ</a:t>
            </a:r>
          </a:p>
        </p:txBody>
      </p:sp>
      <p:sp>
        <p:nvSpPr>
          <p:cNvPr id="11" name="Wagon letter 2" descr="بِ"/>
          <p:cNvSpPr/>
          <p:nvPr/>
        </p:nvSpPr>
        <p:spPr>
          <a:xfrm>
            <a:off x="5257800" y="4737100"/>
            <a:ext cx="1295400" cy="6604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3800" b="1" lang="ar-SA">
                <a:solidFill>
                  <a:srgbClr val="2E2640"/>
                </a:solidFill>
                <a:latin typeface="Arial"/>
                <a:cs typeface="Arial"/>
              </a:rPr>
              <a:t>بِ</a:t>
            </a:r>
          </a:p>
        </p:txBody>
      </p:sp>
      <p:sp>
        <p:nvSpPr>
          <p:cNvPr id="12" name="Card عَ" descr="عَ">
            <a:hlinkClick action="ppaction://hlinksldjump" r:id="rId5"/>
          </p:cNvPr>
          <p:cNvSpPr/>
          <p:nvPr/>
        </p:nvSpPr>
        <p:spPr>
          <a:xfrm>
            <a:off x="3302000" y="1778000"/>
            <a:ext cx="1206500" cy="12065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FFB347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6200" b="1" lang="ar-SA">
                <a:solidFill>
                  <a:srgbClr val="2E2640"/>
                </a:solidFill>
                <a:latin typeface="Arial"/>
                <a:cs typeface="Arial"/>
              </a:rPr>
              <a:t>عَ</a:t>
            </a:r>
          </a:p>
        </p:txBody>
      </p:sp>
      <p:sp>
        <p:nvSpPr>
          <p:cNvPr id="13" name="Next button">
            <a:hlinkClick action="ppaction://hlinksldjump" r:id="rId6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Next arrow">
            <a:hlinkClick action="ppaction://hlinksldjump" r:id="rId6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7" name="ding.wav"/>
      </p:stSnd>
    </p:sndAc>
  </p:transition>
</p:sld>
</file>

<file path=ppt/slides/slide149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286000" y="190500"/>
            <a:ext cx="7620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Build the word, then tap GO!"/>
          <p:cNvSpPr/>
          <p:nvPr/>
        </p:nvSpPr>
        <p:spPr>
          <a:xfrm>
            <a:off x="2413000" y="190500"/>
            <a:ext cx="52705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200" b="1" lang="en-US">
                <a:solidFill>
                  <a:srgbClr val="2E2640"/>
                </a:solidFill>
                <a:latin typeface="Arial"/>
                <a:cs typeface="Arial"/>
              </a:rPr>
              <a:t>Build the word, then tap GO!</a:t>
            </a:r>
          </a:p>
        </p:txBody>
      </p:sp>
      <p:sp>
        <p:nvSpPr>
          <p:cNvPr id="5" name="Find شَبِعَ" descr="شَبِعَ"/>
          <p:cNvSpPr/>
          <p:nvPr/>
        </p:nvSpPr>
        <p:spPr>
          <a:xfrm>
            <a:off x="7683500" y="228600"/>
            <a:ext cx="20955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شَبِعَ</a:t>
            </a:r>
          </a:p>
        </p:txBody>
      </p:sp>
      <p:pic>
        <p:nvPicPr>
          <p:cNvPr id="6" name="Engine" descr="Engin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000" y="3937000"/>
            <a:ext cx="2667000" cy="1911350"/>
          </a:xfrm>
          <a:prstGeom prst="rect">
            <a:avLst/>
          </a:prstGeom>
        </p:spPr>
      </p:pic>
      <p:pic>
        <p:nvPicPr>
          <p:cNvPr id="7" name="Wagon 1" descr="Wagon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75000" y="4381500"/>
            <a:ext cx="1778000" cy="1543050"/>
          </a:xfrm>
          <a:prstGeom prst="rect">
            <a:avLst/>
          </a:prstGeom>
        </p:spPr>
      </p:pic>
      <p:pic>
        <p:nvPicPr>
          <p:cNvPr id="8" name="Wagon 2" descr="Wagon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16500" y="4381500"/>
            <a:ext cx="1778000" cy="1543050"/>
          </a:xfrm>
          <a:prstGeom prst="rect">
            <a:avLst/>
          </a:prstGeom>
        </p:spPr>
      </p:pic>
      <p:pic>
        <p:nvPicPr>
          <p:cNvPr id="9" name="Wagon 3" descr="Wagon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0" y="4381500"/>
            <a:ext cx="1778000" cy="1543050"/>
          </a:xfrm>
          <a:prstGeom prst="rect">
            <a:avLst/>
          </a:prstGeom>
        </p:spPr>
      </p:pic>
      <p:sp>
        <p:nvSpPr>
          <p:cNvPr id="10" name="Wagon letter 1" descr="شَ"/>
          <p:cNvSpPr/>
          <p:nvPr/>
        </p:nvSpPr>
        <p:spPr>
          <a:xfrm>
            <a:off x="7099300" y="4737100"/>
            <a:ext cx="1295400" cy="6604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3800" b="1" lang="ar-SA">
                <a:solidFill>
                  <a:srgbClr val="2E2640"/>
                </a:solidFill>
                <a:latin typeface="Arial"/>
                <a:cs typeface="Arial"/>
              </a:rPr>
              <a:t>شَ</a:t>
            </a:r>
          </a:p>
        </p:txBody>
      </p:sp>
      <p:sp>
        <p:nvSpPr>
          <p:cNvPr id="11" name="Wagon letter 2" descr="بِ"/>
          <p:cNvSpPr/>
          <p:nvPr/>
        </p:nvSpPr>
        <p:spPr>
          <a:xfrm>
            <a:off x="5257800" y="4737100"/>
            <a:ext cx="1295400" cy="6604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3800" b="1" lang="ar-SA">
                <a:solidFill>
                  <a:srgbClr val="2E2640"/>
                </a:solidFill>
                <a:latin typeface="Arial"/>
                <a:cs typeface="Arial"/>
              </a:rPr>
              <a:t>بِ</a:t>
            </a:r>
          </a:p>
        </p:txBody>
      </p:sp>
      <p:sp>
        <p:nvSpPr>
          <p:cNvPr id="12" name="Wagon letter 3" descr="عَ"/>
          <p:cNvSpPr/>
          <p:nvPr/>
        </p:nvSpPr>
        <p:spPr>
          <a:xfrm>
            <a:off x="3416300" y="4737100"/>
            <a:ext cx="1295400" cy="6604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3800" b="1" lang="ar-SA">
                <a:solidFill>
                  <a:srgbClr val="2E2640"/>
                </a:solidFill>
                <a:latin typeface="Arial"/>
                <a:cs typeface="Arial"/>
              </a:rPr>
              <a:t>عَ</a:t>
            </a:r>
          </a:p>
        </p:txBody>
      </p:sp>
      <p:sp>
        <p:nvSpPr>
          <p:cNvPr id="13" name="GO button" descr="GO!">
            <a:hlinkClick action="ppaction://hlinksldjump" r:id="rId5"/>
          </p:cNvPr>
          <p:cNvSpPr/>
          <p:nvPr/>
        </p:nvSpPr>
        <p:spPr>
          <a:xfrm>
            <a:off x="9271000" y="1905000"/>
            <a:ext cx="1460500" cy="889000"/>
          </a:xfrm>
          <a:prstGeom prst="roundRect">
            <a:avLst>
              <a:gd name="adj" fmla="val 30000"/>
            </a:avLst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4800" b="1" lang="en-US">
                <a:solidFill>
                  <a:srgbClr val="FFFFFF"/>
                </a:solidFill>
                <a:latin typeface="Arial"/>
                <a:cs typeface="Arial"/>
              </a:rPr>
              <a:t>GO!</a:t>
            </a:r>
          </a:p>
        </p:txBody>
      </p:sp>
      <p:sp>
        <p:nvSpPr>
          <p:cNvPr id="14" name="Next button">
            <a:hlinkClick action="ppaction://hlinksldjump" r:id="rId6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Next arrow">
            <a:hlinkClick action="ppaction://hlinksldjump" r:id="rId6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7" name="ding.wav"/>
      </p:stSnd>
    </p:sndAc>
  </p:transition>
</p:sld>
</file>

<file path=ppt/slides/slide150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286000" y="190500"/>
            <a:ext cx="7620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Build the word, then tap GO!"/>
          <p:cNvSpPr/>
          <p:nvPr/>
        </p:nvSpPr>
        <p:spPr>
          <a:xfrm>
            <a:off x="2413000" y="190500"/>
            <a:ext cx="52705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200" b="1" lang="en-US">
                <a:solidFill>
                  <a:srgbClr val="2E2640"/>
                </a:solidFill>
                <a:latin typeface="Arial"/>
                <a:cs typeface="Arial"/>
              </a:rPr>
              <a:t>Build the word, then tap GO!</a:t>
            </a:r>
          </a:p>
        </p:txBody>
      </p:sp>
      <p:sp>
        <p:nvSpPr>
          <p:cNvPr id="5" name="Find شَبِعَ" descr="شَبِعَ"/>
          <p:cNvSpPr/>
          <p:nvPr/>
        </p:nvSpPr>
        <p:spPr>
          <a:xfrm>
            <a:off x="7683500" y="228600"/>
            <a:ext cx="20955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شَبِعَ</a:t>
            </a:r>
          </a:p>
        </p:txBody>
      </p:sp>
      <p:pic>
        <p:nvPicPr>
          <p:cNvPr id="6" name="Engine" descr="Engin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000" y="3937000"/>
            <a:ext cx="2667000" cy="1911350"/>
          </a:xfrm>
          <a:prstGeom prst="rect">
            <a:avLst/>
          </a:prstGeom>
        </p:spPr>
      </p:pic>
      <p:pic>
        <p:nvPicPr>
          <p:cNvPr id="7" name="Wagon 1" descr="Wagon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75000" y="4381500"/>
            <a:ext cx="1778000" cy="1543050"/>
          </a:xfrm>
          <a:prstGeom prst="rect">
            <a:avLst/>
          </a:prstGeom>
        </p:spPr>
      </p:pic>
      <p:pic>
        <p:nvPicPr>
          <p:cNvPr id="8" name="Wagon 2" descr="Wagon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16500" y="4381500"/>
            <a:ext cx="1778000" cy="1543050"/>
          </a:xfrm>
          <a:prstGeom prst="rect">
            <a:avLst/>
          </a:prstGeom>
        </p:spPr>
      </p:pic>
      <p:pic>
        <p:nvPicPr>
          <p:cNvPr id="9" name="Wagon 3" descr="Wagon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0" y="4381500"/>
            <a:ext cx="1778000" cy="1543050"/>
          </a:xfrm>
          <a:prstGeom prst="rect">
            <a:avLst/>
          </a:prstGeom>
        </p:spPr>
      </p:pic>
      <p:sp>
        <p:nvSpPr>
          <p:cNvPr id="10" name="Card عَ" descr="عَ">
            <a:hlinkClick action="ppaction://hlinksldjump" r:id="rId5"/>
          </p:cNvPr>
          <p:cNvSpPr/>
          <p:nvPr/>
        </p:nvSpPr>
        <p:spPr>
          <a:xfrm>
            <a:off x="3302000" y="1778000"/>
            <a:ext cx="1206500" cy="12065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FFB347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6200" b="1" lang="ar-SA">
                <a:solidFill>
                  <a:srgbClr val="2E2640"/>
                </a:solidFill>
                <a:latin typeface="Arial"/>
                <a:cs typeface="Arial"/>
              </a:rPr>
              <a:t>عَ</a:t>
            </a:r>
          </a:p>
        </p:txBody>
      </p:sp>
      <p:sp>
        <p:nvSpPr>
          <p:cNvPr id="11" name="Card شَ" descr="شَ">
            <a:hlinkClick action="ppaction://hlinksldjump" r:id="rId6"/>
          </p:cNvPr>
          <p:cNvSpPr/>
          <p:nvPr/>
        </p:nvSpPr>
        <p:spPr>
          <a:xfrm>
            <a:off x="4953000" y="1778000"/>
            <a:ext cx="1206500" cy="12065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FFB347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6200" b="1" lang="ar-SA">
                <a:solidFill>
                  <a:srgbClr val="2E2640"/>
                </a:solidFill>
                <a:latin typeface="Arial"/>
                <a:cs typeface="Arial"/>
              </a:rPr>
              <a:t>شَ</a:t>
            </a:r>
          </a:p>
        </p:txBody>
      </p:sp>
      <p:sp>
        <p:nvSpPr>
          <p:cNvPr id="12" name="Card بِ" descr="بِ">
            <a:hlinkClick action="ppaction://hlinksldjump" r:id="rId5"/>
          </p:cNvPr>
          <p:cNvSpPr/>
          <p:nvPr/>
        </p:nvSpPr>
        <p:spPr>
          <a:xfrm>
            <a:off x="6604000" y="1778000"/>
            <a:ext cx="1206500" cy="12065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FFB347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6200" b="1" lang="ar-SA">
                <a:solidFill>
                  <a:srgbClr val="2E2640"/>
                </a:solidFill>
                <a:latin typeface="Arial"/>
                <a:cs typeface="Arial"/>
              </a:rPr>
              <a:t>بِ</a:t>
            </a:r>
          </a:p>
        </p:txBody>
      </p:sp>
      <p:sp>
        <p:nvSpPr>
          <p:cNvPr id="13" name="Try again!" descr="Try again!"/>
          <p:cNvSpPr/>
          <p:nvPr/>
        </p:nvSpPr>
        <p:spPr>
          <a:xfrm>
            <a:off x="8255000" y="2667000"/>
            <a:ext cx="3048000" cy="1460500"/>
          </a:xfrm>
          <a:prstGeom prst="cloudCallout">
            <a:avLst/>
          </a:prstGeom>
          <a:solidFill>
            <a:srgbClr val="FFFFFF"/>
          </a:solidFill>
          <a:ln w="50800">
            <a:solidFill>
              <a:srgbClr val="E5536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2500" b="1" lang="en-US">
                <a:solidFill>
                  <a:srgbClr val="E5536F"/>
                </a:solidFill>
                <a:latin typeface="Arial"/>
                <a:cs typeface="Arial"/>
              </a:rPr>
              <a:t>Try again!</a:t>
            </a:r>
          </a:p>
        </p:txBody>
      </p:sp>
      <p:sp>
        <p:nvSpPr>
          <p:cNvPr id="14" name="Next button">
            <a:hlinkClick action="ppaction://hlinksldjump" r:id="rId7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Next arrow">
            <a:hlinkClick action="ppaction://hlinksldjump" r:id="rId7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8" name="boing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53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1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286000" y="190500"/>
            <a:ext cx="7620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Build the word, then tap GO!"/>
          <p:cNvSpPr/>
          <p:nvPr/>
        </p:nvSpPr>
        <p:spPr>
          <a:xfrm>
            <a:off x="2413000" y="190500"/>
            <a:ext cx="52705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200" b="1" lang="en-US">
                <a:solidFill>
                  <a:srgbClr val="2E2640"/>
                </a:solidFill>
                <a:latin typeface="Arial"/>
                <a:cs typeface="Arial"/>
              </a:rPr>
              <a:t>Build the word, then tap GO!</a:t>
            </a:r>
          </a:p>
        </p:txBody>
      </p:sp>
      <p:sp>
        <p:nvSpPr>
          <p:cNvPr id="5" name="Find شَبِعَ" descr="شَبِعَ"/>
          <p:cNvSpPr/>
          <p:nvPr/>
        </p:nvSpPr>
        <p:spPr>
          <a:xfrm>
            <a:off x="7683500" y="228600"/>
            <a:ext cx="20955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شَبِعَ</a:t>
            </a:r>
          </a:p>
        </p:txBody>
      </p:sp>
      <p:pic>
        <p:nvPicPr>
          <p:cNvPr id="6" name="Engine" descr="Engin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000" y="3937000"/>
            <a:ext cx="2667000" cy="1911350"/>
          </a:xfrm>
          <a:prstGeom prst="rect">
            <a:avLst/>
          </a:prstGeom>
        </p:spPr>
      </p:pic>
      <p:pic>
        <p:nvPicPr>
          <p:cNvPr id="7" name="Wagon 1" descr="Wagon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75000" y="4381500"/>
            <a:ext cx="1778000" cy="1543050"/>
          </a:xfrm>
          <a:prstGeom prst="rect">
            <a:avLst/>
          </a:prstGeom>
        </p:spPr>
      </p:pic>
      <p:pic>
        <p:nvPicPr>
          <p:cNvPr id="8" name="Wagon 2" descr="Wagon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16500" y="4381500"/>
            <a:ext cx="1778000" cy="1543050"/>
          </a:xfrm>
          <a:prstGeom prst="rect">
            <a:avLst/>
          </a:prstGeom>
        </p:spPr>
      </p:pic>
      <p:pic>
        <p:nvPicPr>
          <p:cNvPr id="9" name="Wagon 3" descr="Wagon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0" y="4381500"/>
            <a:ext cx="1778000" cy="1543050"/>
          </a:xfrm>
          <a:prstGeom prst="rect">
            <a:avLst/>
          </a:prstGeom>
        </p:spPr>
      </p:pic>
      <p:sp>
        <p:nvSpPr>
          <p:cNvPr id="10" name="Wagon letter 1" descr="شَ"/>
          <p:cNvSpPr/>
          <p:nvPr/>
        </p:nvSpPr>
        <p:spPr>
          <a:xfrm>
            <a:off x="7099300" y="4737100"/>
            <a:ext cx="1295400" cy="6604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3800" b="1" lang="ar-SA">
                <a:solidFill>
                  <a:srgbClr val="2E2640"/>
                </a:solidFill>
                <a:latin typeface="Arial"/>
                <a:cs typeface="Arial"/>
              </a:rPr>
              <a:t>شَ</a:t>
            </a:r>
          </a:p>
        </p:txBody>
      </p:sp>
      <p:sp>
        <p:nvSpPr>
          <p:cNvPr id="11" name="Card عَ" descr="عَ">
            <a:hlinkClick action="ppaction://hlinksldjump" r:id="rId5"/>
          </p:cNvPr>
          <p:cNvSpPr/>
          <p:nvPr/>
        </p:nvSpPr>
        <p:spPr>
          <a:xfrm>
            <a:off x="3302000" y="1778000"/>
            <a:ext cx="1206500" cy="12065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FFB347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6200" b="1" lang="ar-SA">
                <a:solidFill>
                  <a:srgbClr val="2E2640"/>
                </a:solidFill>
                <a:latin typeface="Arial"/>
                <a:cs typeface="Arial"/>
              </a:rPr>
              <a:t>عَ</a:t>
            </a:r>
          </a:p>
        </p:txBody>
      </p:sp>
      <p:sp>
        <p:nvSpPr>
          <p:cNvPr id="12" name="Card بِ" descr="بِ">
            <a:hlinkClick action="ppaction://hlinksldjump" r:id="rId6"/>
          </p:cNvPr>
          <p:cNvSpPr/>
          <p:nvPr/>
        </p:nvSpPr>
        <p:spPr>
          <a:xfrm>
            <a:off x="6604000" y="1778000"/>
            <a:ext cx="1206500" cy="12065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FFB347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6200" b="1" lang="ar-SA">
                <a:solidFill>
                  <a:srgbClr val="2E2640"/>
                </a:solidFill>
                <a:latin typeface="Arial"/>
                <a:cs typeface="Arial"/>
              </a:rPr>
              <a:t>بِ</a:t>
            </a:r>
          </a:p>
        </p:txBody>
      </p:sp>
      <p:sp>
        <p:nvSpPr>
          <p:cNvPr id="13" name="Try again!" descr="Try again!"/>
          <p:cNvSpPr/>
          <p:nvPr/>
        </p:nvSpPr>
        <p:spPr>
          <a:xfrm>
            <a:off x="8255000" y="2667000"/>
            <a:ext cx="3048000" cy="1460500"/>
          </a:xfrm>
          <a:prstGeom prst="cloudCallout">
            <a:avLst/>
          </a:prstGeom>
          <a:solidFill>
            <a:srgbClr val="FFFFFF"/>
          </a:solidFill>
          <a:ln w="50800">
            <a:solidFill>
              <a:srgbClr val="E5536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2500" b="1" lang="en-US">
                <a:solidFill>
                  <a:srgbClr val="E5536F"/>
                </a:solidFill>
                <a:latin typeface="Arial"/>
                <a:cs typeface="Arial"/>
              </a:rPr>
              <a:t>Try again!</a:t>
            </a:r>
          </a:p>
        </p:txBody>
      </p:sp>
      <p:sp>
        <p:nvSpPr>
          <p:cNvPr id="14" name="Next button">
            <a:hlinkClick action="ppaction://hlinksldjump" r:id="rId7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Next arrow">
            <a:hlinkClick action="ppaction://hlinksldjump" r:id="rId7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8" name="boing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53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2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286000" y="190500"/>
            <a:ext cx="7620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Build the word, then tap GO!"/>
          <p:cNvSpPr/>
          <p:nvPr/>
        </p:nvSpPr>
        <p:spPr>
          <a:xfrm>
            <a:off x="2413000" y="190500"/>
            <a:ext cx="52705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200" b="1" lang="en-US">
                <a:solidFill>
                  <a:srgbClr val="2E2640"/>
                </a:solidFill>
                <a:latin typeface="Arial"/>
                <a:cs typeface="Arial"/>
              </a:rPr>
              <a:t>Build the word, then tap GO!</a:t>
            </a:r>
          </a:p>
        </p:txBody>
      </p:sp>
      <p:sp>
        <p:nvSpPr>
          <p:cNvPr id="5" name="Find شَبِعَ" descr="شَبِعَ"/>
          <p:cNvSpPr/>
          <p:nvPr/>
        </p:nvSpPr>
        <p:spPr>
          <a:xfrm>
            <a:off x="7683500" y="228600"/>
            <a:ext cx="20955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شَبِعَ</a:t>
            </a:r>
          </a:p>
        </p:txBody>
      </p:sp>
      <p:pic>
        <p:nvPicPr>
          <p:cNvPr id="6" name="Engine" descr="Engin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000" y="3937000"/>
            <a:ext cx="2667000" cy="1911350"/>
          </a:xfrm>
          <a:prstGeom prst="rect">
            <a:avLst/>
          </a:prstGeom>
        </p:spPr>
      </p:pic>
      <p:pic>
        <p:nvPicPr>
          <p:cNvPr id="7" name="Wagon 1" descr="Wagon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75000" y="4381500"/>
            <a:ext cx="1778000" cy="1543050"/>
          </a:xfrm>
          <a:prstGeom prst="rect">
            <a:avLst/>
          </a:prstGeom>
        </p:spPr>
      </p:pic>
      <p:pic>
        <p:nvPicPr>
          <p:cNvPr id="8" name="Wagon 2" descr="Wagon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16500" y="4381500"/>
            <a:ext cx="1778000" cy="1543050"/>
          </a:xfrm>
          <a:prstGeom prst="rect">
            <a:avLst/>
          </a:prstGeom>
        </p:spPr>
      </p:pic>
      <p:pic>
        <p:nvPicPr>
          <p:cNvPr id="9" name="Wagon 3" descr="Wagon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0" y="4381500"/>
            <a:ext cx="1778000" cy="1543050"/>
          </a:xfrm>
          <a:prstGeom prst="rect">
            <a:avLst/>
          </a:prstGeom>
        </p:spPr>
      </p:pic>
      <p:sp>
        <p:nvSpPr>
          <p:cNvPr id="10" name="Wagon letter 1" descr="شَ"/>
          <p:cNvSpPr/>
          <p:nvPr/>
        </p:nvSpPr>
        <p:spPr>
          <a:xfrm>
            <a:off x="7099300" y="4737100"/>
            <a:ext cx="1295400" cy="6604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3800" b="1" lang="ar-SA">
                <a:solidFill>
                  <a:srgbClr val="2E2640"/>
                </a:solidFill>
                <a:latin typeface="Arial"/>
                <a:cs typeface="Arial"/>
              </a:rPr>
              <a:t>شَ</a:t>
            </a:r>
          </a:p>
        </p:txBody>
      </p:sp>
      <p:sp>
        <p:nvSpPr>
          <p:cNvPr id="11" name="Wagon letter 2" descr="بِ"/>
          <p:cNvSpPr/>
          <p:nvPr/>
        </p:nvSpPr>
        <p:spPr>
          <a:xfrm>
            <a:off x="5257800" y="4737100"/>
            <a:ext cx="1295400" cy="6604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3800" b="1" lang="ar-SA">
                <a:solidFill>
                  <a:srgbClr val="2E2640"/>
                </a:solidFill>
                <a:latin typeface="Arial"/>
                <a:cs typeface="Arial"/>
              </a:rPr>
              <a:t>بِ</a:t>
            </a:r>
          </a:p>
        </p:txBody>
      </p:sp>
      <p:sp>
        <p:nvSpPr>
          <p:cNvPr id="12" name="Wagon letter 3" descr="عَ"/>
          <p:cNvSpPr/>
          <p:nvPr/>
        </p:nvSpPr>
        <p:spPr>
          <a:xfrm>
            <a:off x="3416300" y="4737100"/>
            <a:ext cx="1295400" cy="6604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3800" b="1" lang="ar-SA">
                <a:solidFill>
                  <a:srgbClr val="2E2640"/>
                </a:solidFill>
                <a:latin typeface="Arial"/>
                <a:cs typeface="Arial"/>
              </a:rPr>
              <a:t>عَ</a:t>
            </a:r>
          </a:p>
        </p:txBody>
      </p:sp>
      <p:sp>
        <p:nvSpPr>
          <p:cNvPr id="13" name="Word" descr="شَبِعَ"/>
          <p:cNvSpPr/>
          <p:nvPr/>
        </p:nvSpPr>
        <p:spPr>
          <a:xfrm>
            <a:off x="2921000" y="1905000"/>
            <a:ext cx="6350000" cy="2095500"/>
          </a:xfrm>
          <a:prstGeom prst="roundRect">
            <a:avLst>
              <a:gd name="adj" fmla="val 20000"/>
            </a:avLst>
          </a:prstGeom>
          <a:solidFill>
            <a:srgbClr val="FFFFFF">
              <a:alpha val="94000"/>
            </a:srgbClr>
          </a:solidFill>
          <a:ln w="76200">
            <a:solidFill>
              <a:srgbClr val="FFB347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11000" b="1" lang="ar-SA">
                <a:solidFill>
                  <a:srgbClr val="2E2640"/>
                </a:solidFill>
                <a:latin typeface="Arial"/>
                <a:cs typeface="Arial"/>
              </a:rPr>
              <a:t>شَبِعَ</a:t>
            </a:r>
          </a:p>
        </p:txBody>
      </p:sp>
      <p:sp>
        <p:nvSpPr>
          <p:cNvPr id="14" name="Next button">
            <a:hlinkClick action="ppaction://hlinksldjump" r:id="rId5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Next arrow">
            <a:hlinkClick action="ppaction://hlinksldjump" r:id="rId5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6" name="sound anchor" descr="sound anchor (invisible)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700" y="12700"/>
            <a:ext cx="25400" cy="25400"/>
          </a:xfrm>
          <a:prstGeom prst="rect">
            <a:avLst/>
          </a:prstGeom>
        </p:spPr>
      </p:pic>
    </p:spTree>
  </p:cSld>
  <p:clrMapOvr>
    <a:masterClrMapping/>
  </p:clrMapOvr>
  <p:transition advClick="0">
    <p:sndAc>
      <p:stSnd>
        <p:snd r:embed="rId6" name="whist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6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-1.2500 0.0000 E" pathEditMode="relative" ptsTypes="AA">
                                      <p:cBhvr>
                                        <p:cTn id="4" dur="26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-1.2500 0.0000 E" pathEditMode="relative" ptsTypes="AA">
                                      <p:cBhvr>
                                        <p:cTn id="6" dur="26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-1.2500 0.0000 E" pathEditMode="relative" ptsTypes="AA">
                                      <p:cBhvr>
                                        <p:cTn id="8" dur="26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-1.2500 0.0000 E" pathEditMode="relative" ptsTypes="AA">
                                      <p:cBhvr>
                                        <p:cTn id="10" dur="26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-1.2500 0.0000 E" pathEditMode="relative" ptsTypes="AA">
                                      <p:cBhvr>
                                        <p:cTn id="12" dur="26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-1.2500 0.0000 E" pathEditMode="relative" ptsTypes="AA">
                                      <p:cBhvr>
                                        <p:cTn id="14" dur="26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7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-1.2500 0.0000 E" pathEditMode="relative" ptsTypes="AA">
                                      <p:cBhvr>
                                        <p:cTn id="16" dur="26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2" presetID="53" presetClass="entr" presetSubtype="0" fill="hold" nodeType="withEffect">
                                  <p:stCondLst>
                                    <p:cond delay="29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29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100000">
                                        <p:cTn id="2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8" name="cheer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Catch every fish with"/>
          <p:cNvSpPr/>
          <p:nvPr/>
        </p:nvSpPr>
        <p:spPr>
          <a:xfrm>
            <a:off x="2730500" y="190500"/>
            <a:ext cx="546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000" b="1" lang="en-US">
                <a:solidFill>
                  <a:srgbClr val="2E2640"/>
                </a:solidFill>
                <a:latin typeface="Arial"/>
                <a:cs typeface="Arial"/>
              </a:rPr>
              <a:t>Catch every fish with</a:t>
            </a:r>
          </a:p>
        </p:txBody>
      </p:sp>
      <p:sp>
        <p:nvSpPr>
          <p:cNvPr id="5" name="Find دِ" descr="دِ"/>
          <p:cNvSpPr/>
          <p:nvPr/>
        </p:nvSpPr>
        <p:spPr>
          <a:xfrm>
            <a:off x="81915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دِ</a:t>
            </a:r>
          </a:p>
        </p:txBody>
      </p:sp>
      <p:sp>
        <p:nvSpPr>
          <p:cNvPr id="6" name="Star place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Fish 1" descr="Fish 1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0" y="1651000"/>
            <a:ext cx="2286000" cy="1416050"/>
          </a:xfrm>
          <a:prstGeom prst="rect">
            <a:avLst/>
          </a:prstGeom>
        </p:spPr>
      </p:pic>
      <p:sp>
        <p:nvSpPr>
          <p:cNvPr id="9" name="Fish letter 1 سِ" descr="سِ">
            <a:hlinkClick action="ppaction://hlinksldjump" r:id="rId7"/>
          </p:cNvPr>
          <p:cNvSpPr/>
          <p:nvPr/>
        </p:nvSpPr>
        <p:spPr>
          <a:xfrm>
            <a:off x="1682750" y="1885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سِ</a:t>
            </a:r>
          </a:p>
        </p:txBody>
      </p:sp>
      <p:pic>
        <p:nvPicPr>
          <p:cNvPr id="10" name="Fish 2" descr="Fish 2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67500" y="1905000"/>
            <a:ext cx="2286000" cy="1416050"/>
          </a:xfrm>
          <a:prstGeom prst="rect">
            <a:avLst/>
          </a:prstGeom>
        </p:spPr>
      </p:pic>
      <p:sp>
        <p:nvSpPr>
          <p:cNvPr id="11" name="Fish letter 2 وِ" descr="وِ">
            <a:hlinkClick action="ppaction://hlinksldjump" r:id="rId7"/>
          </p:cNvPr>
          <p:cNvSpPr/>
          <p:nvPr/>
        </p:nvSpPr>
        <p:spPr>
          <a:xfrm>
            <a:off x="7207250" y="2139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وِ</a:t>
            </a:r>
          </a:p>
        </p:txBody>
      </p:sp>
      <p:pic>
        <p:nvPicPr>
          <p:cNvPr id="12" name="Fish 3" descr="Fish 3">
            <a:hlinkClick action="ppaction://hlinksldjump" r:id="rId8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56000" y="3302000"/>
            <a:ext cx="2286000" cy="1416050"/>
          </a:xfrm>
          <a:prstGeom prst="rect">
            <a:avLst/>
          </a:prstGeom>
        </p:spPr>
      </p:pic>
      <p:sp>
        <p:nvSpPr>
          <p:cNvPr id="13" name="Fish letter 3 دِ" descr="دِ">
            <a:hlinkClick action="ppaction://hlinksldjump" r:id="rId8"/>
          </p:cNvPr>
          <p:cNvSpPr/>
          <p:nvPr/>
        </p:nvSpPr>
        <p:spPr>
          <a:xfrm>
            <a:off x="4095750" y="3536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دِ</a:t>
            </a:r>
          </a:p>
        </p:txBody>
      </p:sp>
      <p:pic>
        <p:nvPicPr>
          <p:cNvPr id="14" name="Fish 4" descr="Fish 4">
            <a:hlinkClick action="ppaction://hlinksldjump" r:id="rId9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72500" y="3810000"/>
            <a:ext cx="2286000" cy="1416050"/>
          </a:xfrm>
          <a:prstGeom prst="rect">
            <a:avLst/>
          </a:prstGeom>
        </p:spPr>
      </p:pic>
      <p:sp>
        <p:nvSpPr>
          <p:cNvPr id="15" name="Fish letter 4 دِ" descr="دِ">
            <a:hlinkClick action="ppaction://hlinksldjump" r:id="rId9"/>
          </p:cNvPr>
          <p:cNvSpPr/>
          <p:nvPr/>
        </p:nvSpPr>
        <p:spPr>
          <a:xfrm>
            <a:off x="9112250" y="4044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دِ</a:t>
            </a:r>
          </a:p>
        </p:txBody>
      </p:sp>
      <p:pic>
        <p:nvPicPr>
          <p:cNvPr id="16" name="Fish 5" descr="Fish 5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87500" y="4826000"/>
            <a:ext cx="2286000" cy="1416050"/>
          </a:xfrm>
          <a:prstGeom prst="rect">
            <a:avLst/>
          </a:prstGeom>
        </p:spPr>
      </p:pic>
      <p:sp>
        <p:nvSpPr>
          <p:cNvPr id="17" name="Fish letter 5 تِ" descr="تِ">
            <a:hlinkClick action="ppaction://hlinksldjump" r:id="rId7"/>
          </p:cNvPr>
          <p:cNvSpPr/>
          <p:nvPr/>
        </p:nvSpPr>
        <p:spPr>
          <a:xfrm>
            <a:off x="2127250" y="5060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تِ</a:t>
            </a:r>
          </a:p>
        </p:txBody>
      </p:sp>
      <p:sp>
        <p:nvSpPr>
          <p:cNvPr id="18" name="Next button">
            <a:hlinkClick action="ppaction://hlinksldjump" r:id="rId10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Next arrow">
            <a:hlinkClick action="ppaction://hlinksldjump" r:id="rId10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4" dur="2600" fill="hold" repeatCount="indefinite" autoRev="1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6" dur="260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8" dur="2900" fill="hold" repeatCount="indefinite" autoRev="1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10" dur="2900" fill="hold" repeatCount="indefinite" autoRev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12" dur="320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14" dur="3200" fill="hold" repeatCount="indefinite" autoRev="1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7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16" dur="3500" fill="hold" repeatCount="indefinite" autoRev="1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9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18" dur="3500" fill="hold" repeatCount="indefinite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1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20" dur="3800" fill="hold" repeatCount="indefinite" autoRev="1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3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22" dur="3800" fill="hold" repeatCount="indefinite" autoRev="1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4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Catch every fish with"/>
          <p:cNvSpPr/>
          <p:nvPr/>
        </p:nvSpPr>
        <p:spPr>
          <a:xfrm>
            <a:off x="2730500" y="190500"/>
            <a:ext cx="546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000" b="1" lang="en-US">
                <a:solidFill>
                  <a:srgbClr val="2E2640"/>
                </a:solidFill>
                <a:latin typeface="Arial"/>
                <a:cs typeface="Arial"/>
              </a:rPr>
              <a:t>Catch every fish with</a:t>
            </a:r>
          </a:p>
        </p:txBody>
      </p:sp>
      <p:sp>
        <p:nvSpPr>
          <p:cNvPr id="5" name="Find دِ" descr="دِ"/>
          <p:cNvSpPr/>
          <p:nvPr/>
        </p:nvSpPr>
        <p:spPr>
          <a:xfrm>
            <a:off x="81915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دِ</a:t>
            </a:r>
          </a:p>
        </p:txBody>
      </p:sp>
      <p:sp>
        <p:nvSpPr>
          <p:cNvPr id="6" name="Star place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Fish 1" descr="Fish 1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0" y="1651000"/>
            <a:ext cx="2286000" cy="1416050"/>
          </a:xfrm>
          <a:prstGeom prst="rect">
            <a:avLst/>
          </a:prstGeom>
        </p:spPr>
      </p:pic>
      <p:sp>
        <p:nvSpPr>
          <p:cNvPr id="9" name="Fish letter 1 سِ" descr="سِ">
            <a:hlinkClick action="ppaction://hlinksldjump" r:id="rId7"/>
          </p:cNvPr>
          <p:cNvSpPr/>
          <p:nvPr/>
        </p:nvSpPr>
        <p:spPr>
          <a:xfrm>
            <a:off x="1682750" y="1885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سِ</a:t>
            </a:r>
          </a:p>
        </p:txBody>
      </p:sp>
      <p:pic>
        <p:nvPicPr>
          <p:cNvPr id="10" name="Fish 2" descr="Fish 2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67500" y="1905000"/>
            <a:ext cx="2286000" cy="1416050"/>
          </a:xfrm>
          <a:prstGeom prst="rect">
            <a:avLst/>
          </a:prstGeom>
        </p:spPr>
      </p:pic>
      <p:sp>
        <p:nvSpPr>
          <p:cNvPr id="11" name="Fish letter 2 وِ" descr="وِ">
            <a:hlinkClick action="ppaction://hlinksldjump" r:id="rId7"/>
          </p:cNvPr>
          <p:cNvSpPr/>
          <p:nvPr/>
        </p:nvSpPr>
        <p:spPr>
          <a:xfrm>
            <a:off x="7207250" y="2139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وِ</a:t>
            </a:r>
          </a:p>
        </p:txBody>
      </p:sp>
      <p:pic>
        <p:nvPicPr>
          <p:cNvPr id="12" name="Fish 3" descr="Fish 3">
            <a:hlinkClick action="ppaction://hlinksldjump" r:id="rId8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56000" y="3302000"/>
            <a:ext cx="2286000" cy="1416050"/>
          </a:xfrm>
          <a:prstGeom prst="rect">
            <a:avLst/>
          </a:prstGeom>
        </p:spPr>
      </p:pic>
      <p:sp>
        <p:nvSpPr>
          <p:cNvPr id="13" name="Fish letter 3 دِ" descr="دِ">
            <a:hlinkClick action="ppaction://hlinksldjump" r:id="rId8"/>
          </p:cNvPr>
          <p:cNvSpPr/>
          <p:nvPr/>
        </p:nvSpPr>
        <p:spPr>
          <a:xfrm>
            <a:off x="4095750" y="3536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دِ</a:t>
            </a:r>
          </a:p>
        </p:txBody>
      </p:sp>
      <p:pic>
        <p:nvPicPr>
          <p:cNvPr id="14" name="Fish 4" descr="Fish 4">
            <a:hlinkClick action="ppaction://hlinksldjump" r:id="rId9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72500" y="3810000"/>
            <a:ext cx="2286000" cy="1416050"/>
          </a:xfrm>
          <a:prstGeom prst="rect">
            <a:avLst/>
          </a:prstGeom>
        </p:spPr>
      </p:pic>
      <p:sp>
        <p:nvSpPr>
          <p:cNvPr id="15" name="Fish letter 4 دِ" descr="دِ">
            <a:hlinkClick action="ppaction://hlinksldjump" r:id="rId9"/>
          </p:cNvPr>
          <p:cNvSpPr/>
          <p:nvPr/>
        </p:nvSpPr>
        <p:spPr>
          <a:xfrm>
            <a:off x="9112250" y="4044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دِ</a:t>
            </a:r>
          </a:p>
        </p:txBody>
      </p:sp>
      <p:pic>
        <p:nvPicPr>
          <p:cNvPr id="16" name="Fish 5" descr="Fish 5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87500" y="4826000"/>
            <a:ext cx="2286000" cy="1416050"/>
          </a:xfrm>
          <a:prstGeom prst="rect">
            <a:avLst/>
          </a:prstGeom>
        </p:spPr>
      </p:pic>
      <p:sp>
        <p:nvSpPr>
          <p:cNvPr id="17" name="Fish letter 5 تِ" descr="تِ">
            <a:hlinkClick action="ppaction://hlinksldjump" r:id="rId7"/>
          </p:cNvPr>
          <p:cNvSpPr/>
          <p:nvPr/>
        </p:nvSpPr>
        <p:spPr>
          <a:xfrm>
            <a:off x="2127250" y="5060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تِ</a:t>
            </a:r>
          </a:p>
        </p:txBody>
      </p:sp>
      <p:sp>
        <p:nvSpPr>
          <p:cNvPr id="18" name="Try again!" descr="Try again!"/>
          <p:cNvSpPr/>
          <p:nvPr/>
        </p:nvSpPr>
        <p:spPr>
          <a:xfrm>
            <a:off x="7937500" y="5270500"/>
            <a:ext cx="3048000" cy="1460500"/>
          </a:xfrm>
          <a:prstGeom prst="cloudCallout">
            <a:avLst/>
          </a:prstGeom>
          <a:solidFill>
            <a:srgbClr val="FFFFFF"/>
          </a:solidFill>
          <a:ln w="50800">
            <a:solidFill>
              <a:srgbClr val="E5536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2500" b="1" lang="en-US">
                <a:solidFill>
                  <a:srgbClr val="E5536F"/>
                </a:solidFill>
                <a:latin typeface="Arial"/>
                <a:cs typeface="Arial"/>
              </a:rPr>
              <a:t>Try again!</a:t>
            </a:r>
          </a:p>
        </p:txBody>
      </p:sp>
      <p:sp>
        <p:nvSpPr>
          <p:cNvPr id="19" name="Next button">
            <a:hlinkClick action="ppaction://hlinksldjump" r:id="rId10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Next arrow">
            <a:hlinkClick action="ppaction://hlinksldjump" r:id="rId10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11" name="boing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4" dur="2600" fill="hold" repeatCount="indefinite" autoRev="1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6" dur="260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8" dur="2900" fill="hold" repeatCount="indefinite" autoRev="1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10" dur="2900" fill="hold" repeatCount="indefinite" autoRev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12" dur="320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14" dur="3200" fill="hold" repeatCount="indefinite" autoRev="1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7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16" dur="3500" fill="hold" repeatCount="indefinite" autoRev="1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9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18" dur="3500" fill="hold" repeatCount="indefinite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1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20" dur="3800" fill="hold" repeatCount="indefinite" autoRev="1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3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22" dur="3800" fill="hold" repeatCount="indefinite" autoRev="1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8" presetID="53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5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Catch every fish with"/>
          <p:cNvSpPr/>
          <p:nvPr/>
        </p:nvSpPr>
        <p:spPr>
          <a:xfrm>
            <a:off x="2730500" y="190500"/>
            <a:ext cx="546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000" b="1" lang="en-US">
                <a:solidFill>
                  <a:srgbClr val="2E2640"/>
                </a:solidFill>
                <a:latin typeface="Arial"/>
                <a:cs typeface="Arial"/>
              </a:rPr>
              <a:t>Catch every fish with</a:t>
            </a:r>
          </a:p>
        </p:txBody>
      </p:sp>
      <p:sp>
        <p:nvSpPr>
          <p:cNvPr id="5" name="Find دِ" descr="دِ"/>
          <p:cNvSpPr/>
          <p:nvPr/>
        </p:nvSpPr>
        <p:spPr>
          <a:xfrm>
            <a:off x="81915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دِ</a:t>
            </a:r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Fish 1" descr="Fish 1">
            <a:hlinkClick action="ppaction://hlinksldjump" r:id="rId6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0" y="1651000"/>
            <a:ext cx="2286000" cy="1416050"/>
          </a:xfrm>
          <a:prstGeom prst="rect">
            <a:avLst/>
          </a:prstGeom>
        </p:spPr>
      </p:pic>
      <p:sp>
        <p:nvSpPr>
          <p:cNvPr id="9" name="Fish letter 1 سِ" descr="سِ">
            <a:hlinkClick action="ppaction://hlinksldjump" r:id="rId6"/>
          </p:cNvPr>
          <p:cNvSpPr/>
          <p:nvPr/>
        </p:nvSpPr>
        <p:spPr>
          <a:xfrm>
            <a:off x="1682750" y="1885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سِ</a:t>
            </a:r>
          </a:p>
        </p:txBody>
      </p:sp>
      <p:pic>
        <p:nvPicPr>
          <p:cNvPr id="10" name="Fish 2" descr="Fish 2">
            <a:hlinkClick action="ppaction://hlinksldjump" r:id="rId6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67500" y="1905000"/>
            <a:ext cx="2286000" cy="1416050"/>
          </a:xfrm>
          <a:prstGeom prst="rect">
            <a:avLst/>
          </a:prstGeom>
        </p:spPr>
      </p:pic>
      <p:sp>
        <p:nvSpPr>
          <p:cNvPr id="11" name="Fish letter 2 وِ" descr="وِ">
            <a:hlinkClick action="ppaction://hlinksldjump" r:id="rId6"/>
          </p:cNvPr>
          <p:cNvSpPr/>
          <p:nvPr/>
        </p:nvSpPr>
        <p:spPr>
          <a:xfrm>
            <a:off x="7207250" y="2139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وِ</a:t>
            </a:r>
          </a:p>
        </p:txBody>
      </p:sp>
      <p:pic>
        <p:nvPicPr>
          <p:cNvPr id="12" name="Fish 4" descr="Fish 4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72500" y="3810000"/>
            <a:ext cx="2286000" cy="1416050"/>
          </a:xfrm>
          <a:prstGeom prst="rect">
            <a:avLst/>
          </a:prstGeom>
        </p:spPr>
      </p:pic>
      <p:sp>
        <p:nvSpPr>
          <p:cNvPr id="13" name="Fish letter 4 دِ" descr="دِ">
            <a:hlinkClick action="ppaction://hlinksldjump" r:id="rId7"/>
          </p:cNvPr>
          <p:cNvSpPr/>
          <p:nvPr/>
        </p:nvSpPr>
        <p:spPr>
          <a:xfrm>
            <a:off x="9112250" y="4044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دِ</a:t>
            </a:r>
          </a:p>
        </p:txBody>
      </p:sp>
      <p:pic>
        <p:nvPicPr>
          <p:cNvPr id="14" name="Fish 5" descr="Fish 5">
            <a:hlinkClick action="ppaction://hlinksldjump" r:id="rId6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87500" y="4826000"/>
            <a:ext cx="2286000" cy="1416050"/>
          </a:xfrm>
          <a:prstGeom prst="rect">
            <a:avLst/>
          </a:prstGeom>
        </p:spPr>
      </p:pic>
      <p:sp>
        <p:nvSpPr>
          <p:cNvPr id="15" name="Fish letter 5 تِ" descr="تِ">
            <a:hlinkClick action="ppaction://hlinksldjump" r:id="rId6"/>
          </p:cNvPr>
          <p:cNvSpPr/>
          <p:nvPr/>
        </p:nvSpPr>
        <p:spPr>
          <a:xfrm>
            <a:off x="2127250" y="5060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تِ</a:t>
            </a:r>
          </a:p>
        </p:txBody>
      </p:sp>
      <p:sp>
        <p:nvSpPr>
          <p:cNvPr id="16" name="Next button">
            <a:hlinkClick action="ppaction://hlinksldjump" r:id="rId8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Next arrow">
            <a:hlinkClick action="ppaction://hlinksldjump" r:id="rId8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9" name="spla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9" dur="2600" fill="hold" repeatCount="indefinite" autoRev="1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2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11" dur="260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4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13" dur="2900" fill="hold" repeatCount="indefinite" autoRev="1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6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15" dur="2900" fill="hold" repeatCount="indefinite" autoRev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8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17" dur="350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0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19" dur="3500" fill="hold" repeatCount="indefinite" autoRev="1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2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21" dur="3800" fill="hold" repeatCount="indefinite" autoRev="1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4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23" dur="3800" fill="hold" repeatCount="indefinite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6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Catch every fish with"/>
          <p:cNvSpPr/>
          <p:nvPr/>
        </p:nvSpPr>
        <p:spPr>
          <a:xfrm>
            <a:off x="2730500" y="190500"/>
            <a:ext cx="546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000" b="1" lang="en-US">
                <a:solidFill>
                  <a:srgbClr val="2E2640"/>
                </a:solidFill>
                <a:latin typeface="Arial"/>
                <a:cs typeface="Arial"/>
              </a:rPr>
              <a:t>Catch every fish with</a:t>
            </a:r>
          </a:p>
        </p:txBody>
      </p:sp>
      <p:sp>
        <p:nvSpPr>
          <p:cNvPr id="5" name="Find دِ" descr="دِ"/>
          <p:cNvSpPr/>
          <p:nvPr/>
        </p:nvSpPr>
        <p:spPr>
          <a:xfrm>
            <a:off x="81915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دِ</a:t>
            </a:r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Fish 1" descr="Fish 1">
            <a:hlinkClick action="ppaction://hlinksldjump" r:id="rId6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0" y="1651000"/>
            <a:ext cx="2286000" cy="1416050"/>
          </a:xfrm>
          <a:prstGeom prst="rect">
            <a:avLst/>
          </a:prstGeom>
        </p:spPr>
      </p:pic>
      <p:sp>
        <p:nvSpPr>
          <p:cNvPr id="9" name="Fish letter 1 سِ" descr="سِ">
            <a:hlinkClick action="ppaction://hlinksldjump" r:id="rId6"/>
          </p:cNvPr>
          <p:cNvSpPr/>
          <p:nvPr/>
        </p:nvSpPr>
        <p:spPr>
          <a:xfrm>
            <a:off x="1682750" y="1885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سِ</a:t>
            </a:r>
          </a:p>
        </p:txBody>
      </p:sp>
      <p:pic>
        <p:nvPicPr>
          <p:cNvPr id="10" name="Fish 2" descr="Fish 2">
            <a:hlinkClick action="ppaction://hlinksldjump" r:id="rId6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67500" y="1905000"/>
            <a:ext cx="2286000" cy="1416050"/>
          </a:xfrm>
          <a:prstGeom prst="rect">
            <a:avLst/>
          </a:prstGeom>
        </p:spPr>
      </p:pic>
      <p:sp>
        <p:nvSpPr>
          <p:cNvPr id="11" name="Fish letter 2 وِ" descr="وِ">
            <a:hlinkClick action="ppaction://hlinksldjump" r:id="rId6"/>
          </p:cNvPr>
          <p:cNvSpPr/>
          <p:nvPr/>
        </p:nvSpPr>
        <p:spPr>
          <a:xfrm>
            <a:off x="7207250" y="2139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وِ</a:t>
            </a:r>
          </a:p>
        </p:txBody>
      </p:sp>
      <p:pic>
        <p:nvPicPr>
          <p:cNvPr id="12" name="Fish 4" descr="Fish 4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72500" y="3810000"/>
            <a:ext cx="2286000" cy="1416050"/>
          </a:xfrm>
          <a:prstGeom prst="rect">
            <a:avLst/>
          </a:prstGeom>
        </p:spPr>
      </p:pic>
      <p:sp>
        <p:nvSpPr>
          <p:cNvPr id="13" name="Fish letter 4 دِ" descr="دِ">
            <a:hlinkClick action="ppaction://hlinksldjump" r:id="rId7"/>
          </p:cNvPr>
          <p:cNvSpPr/>
          <p:nvPr/>
        </p:nvSpPr>
        <p:spPr>
          <a:xfrm>
            <a:off x="9112250" y="4044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دِ</a:t>
            </a:r>
          </a:p>
        </p:txBody>
      </p:sp>
      <p:pic>
        <p:nvPicPr>
          <p:cNvPr id="14" name="Fish 5" descr="Fish 5">
            <a:hlinkClick action="ppaction://hlinksldjump" r:id="rId6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87500" y="4826000"/>
            <a:ext cx="2286000" cy="1416050"/>
          </a:xfrm>
          <a:prstGeom prst="rect">
            <a:avLst/>
          </a:prstGeom>
        </p:spPr>
      </p:pic>
      <p:sp>
        <p:nvSpPr>
          <p:cNvPr id="15" name="Fish letter 5 تِ" descr="تِ">
            <a:hlinkClick action="ppaction://hlinksldjump" r:id="rId6"/>
          </p:cNvPr>
          <p:cNvSpPr/>
          <p:nvPr/>
        </p:nvSpPr>
        <p:spPr>
          <a:xfrm>
            <a:off x="2127250" y="5060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تِ</a:t>
            </a:r>
          </a:p>
        </p:txBody>
      </p:sp>
      <p:sp>
        <p:nvSpPr>
          <p:cNvPr id="16" name="Try again!" descr="Try again!"/>
          <p:cNvSpPr/>
          <p:nvPr/>
        </p:nvSpPr>
        <p:spPr>
          <a:xfrm>
            <a:off x="7937500" y="5270500"/>
            <a:ext cx="3048000" cy="1460500"/>
          </a:xfrm>
          <a:prstGeom prst="cloudCallout">
            <a:avLst/>
          </a:prstGeom>
          <a:solidFill>
            <a:srgbClr val="FFFFFF"/>
          </a:solidFill>
          <a:ln w="50800">
            <a:solidFill>
              <a:srgbClr val="E5536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2500" b="1" lang="en-US">
                <a:solidFill>
                  <a:srgbClr val="E5536F"/>
                </a:solidFill>
                <a:latin typeface="Arial"/>
                <a:cs typeface="Arial"/>
              </a:rPr>
              <a:t>Try again!</a:t>
            </a:r>
          </a:p>
        </p:txBody>
      </p:sp>
      <p:sp>
        <p:nvSpPr>
          <p:cNvPr id="17" name="Next button">
            <a:hlinkClick action="ppaction://hlinksldjump" r:id="rId8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Next arrow">
            <a:hlinkClick action="ppaction://hlinksldjump" r:id="rId8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9" name="boing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4" dur="2600" fill="hold" repeatCount="indefinite" autoRev="1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6" dur="260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8" dur="2900" fill="hold" repeatCount="indefinite" autoRev="1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10" dur="2900" fill="hold" repeatCount="indefinite" autoRev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12" dur="350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14" dur="3500" fill="hold" repeatCount="indefinite" autoRev="1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7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16" dur="3800" fill="hold" repeatCount="indefinite" autoRev="1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9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18" dur="3800" fill="hold" repeatCount="indefinite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4" presetID="53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7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Catch every fish with"/>
          <p:cNvSpPr/>
          <p:nvPr/>
        </p:nvSpPr>
        <p:spPr>
          <a:xfrm>
            <a:off x="2730500" y="190500"/>
            <a:ext cx="546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000" b="1" lang="en-US">
                <a:solidFill>
                  <a:srgbClr val="2E2640"/>
                </a:solidFill>
                <a:latin typeface="Arial"/>
                <a:cs typeface="Arial"/>
              </a:rPr>
              <a:t>Catch every fish with</a:t>
            </a:r>
          </a:p>
        </p:txBody>
      </p:sp>
      <p:sp>
        <p:nvSpPr>
          <p:cNvPr id="5" name="Find دِ" descr="دِ"/>
          <p:cNvSpPr/>
          <p:nvPr/>
        </p:nvSpPr>
        <p:spPr>
          <a:xfrm>
            <a:off x="81915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دِ</a:t>
            </a:r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Fish 1" descr="Fish 1">
            <a:hlinkClick action="ppaction://hlinksldjump" r:id="rId6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0" y="1651000"/>
            <a:ext cx="2286000" cy="1416050"/>
          </a:xfrm>
          <a:prstGeom prst="rect">
            <a:avLst/>
          </a:prstGeom>
        </p:spPr>
      </p:pic>
      <p:sp>
        <p:nvSpPr>
          <p:cNvPr id="9" name="Fish letter 1 سِ" descr="سِ">
            <a:hlinkClick action="ppaction://hlinksldjump" r:id="rId6"/>
          </p:cNvPr>
          <p:cNvSpPr/>
          <p:nvPr/>
        </p:nvSpPr>
        <p:spPr>
          <a:xfrm>
            <a:off x="1682750" y="1885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سِ</a:t>
            </a:r>
          </a:p>
        </p:txBody>
      </p:sp>
      <p:pic>
        <p:nvPicPr>
          <p:cNvPr id="10" name="Fish 2" descr="Fish 2">
            <a:hlinkClick action="ppaction://hlinksldjump" r:id="rId6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67500" y="1905000"/>
            <a:ext cx="2286000" cy="1416050"/>
          </a:xfrm>
          <a:prstGeom prst="rect">
            <a:avLst/>
          </a:prstGeom>
        </p:spPr>
      </p:pic>
      <p:sp>
        <p:nvSpPr>
          <p:cNvPr id="11" name="Fish letter 2 وِ" descr="وِ">
            <a:hlinkClick action="ppaction://hlinksldjump" r:id="rId6"/>
          </p:cNvPr>
          <p:cNvSpPr/>
          <p:nvPr/>
        </p:nvSpPr>
        <p:spPr>
          <a:xfrm>
            <a:off x="7207250" y="2139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وِ</a:t>
            </a:r>
          </a:p>
        </p:txBody>
      </p:sp>
      <p:pic>
        <p:nvPicPr>
          <p:cNvPr id="12" name="Fish 3" descr="Fish 3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56000" y="3302000"/>
            <a:ext cx="2286000" cy="1416050"/>
          </a:xfrm>
          <a:prstGeom prst="rect">
            <a:avLst/>
          </a:prstGeom>
        </p:spPr>
      </p:pic>
      <p:sp>
        <p:nvSpPr>
          <p:cNvPr id="13" name="Fish letter 3 دِ" descr="دِ">
            <a:hlinkClick action="ppaction://hlinksldjump" r:id="rId7"/>
          </p:cNvPr>
          <p:cNvSpPr/>
          <p:nvPr/>
        </p:nvSpPr>
        <p:spPr>
          <a:xfrm>
            <a:off x="4095750" y="3536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دِ</a:t>
            </a:r>
          </a:p>
        </p:txBody>
      </p:sp>
      <p:pic>
        <p:nvPicPr>
          <p:cNvPr id="14" name="Fish 5" descr="Fish 5">
            <a:hlinkClick action="ppaction://hlinksldjump" r:id="rId6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87500" y="4826000"/>
            <a:ext cx="2286000" cy="1416050"/>
          </a:xfrm>
          <a:prstGeom prst="rect">
            <a:avLst/>
          </a:prstGeom>
        </p:spPr>
      </p:pic>
      <p:sp>
        <p:nvSpPr>
          <p:cNvPr id="15" name="Fish letter 5 تِ" descr="تِ">
            <a:hlinkClick action="ppaction://hlinksldjump" r:id="rId6"/>
          </p:cNvPr>
          <p:cNvSpPr/>
          <p:nvPr/>
        </p:nvSpPr>
        <p:spPr>
          <a:xfrm>
            <a:off x="2127250" y="5060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تِ</a:t>
            </a:r>
          </a:p>
        </p:txBody>
      </p:sp>
      <p:sp>
        <p:nvSpPr>
          <p:cNvPr id="16" name="Next button">
            <a:hlinkClick action="ppaction://hlinksldjump" r:id="rId8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Next arrow">
            <a:hlinkClick action="ppaction://hlinksldjump" r:id="rId8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9" name="spla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9" dur="2600" fill="hold" repeatCount="indefinite" autoRev="1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2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11" dur="260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4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13" dur="2900" fill="hold" repeatCount="indefinite" autoRev="1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6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15" dur="2900" fill="hold" repeatCount="indefinite" autoRev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8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17" dur="320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0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19" dur="3200" fill="hold" repeatCount="indefinite" autoRev="1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2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21" dur="3800" fill="hold" repeatCount="indefinite" autoRev="1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4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23" dur="3800" fill="hold" repeatCount="indefinite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8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Catch every fish with"/>
          <p:cNvSpPr/>
          <p:nvPr/>
        </p:nvSpPr>
        <p:spPr>
          <a:xfrm>
            <a:off x="2730500" y="190500"/>
            <a:ext cx="546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000" b="1" lang="en-US">
                <a:solidFill>
                  <a:srgbClr val="2E2640"/>
                </a:solidFill>
                <a:latin typeface="Arial"/>
                <a:cs typeface="Arial"/>
              </a:rPr>
              <a:t>Catch every fish with</a:t>
            </a:r>
          </a:p>
        </p:txBody>
      </p:sp>
      <p:sp>
        <p:nvSpPr>
          <p:cNvPr id="5" name="Find دِ" descr="دِ"/>
          <p:cNvSpPr/>
          <p:nvPr/>
        </p:nvSpPr>
        <p:spPr>
          <a:xfrm>
            <a:off x="81915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دِ</a:t>
            </a:r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Fish 1" descr="Fish 1">
            <a:hlinkClick action="ppaction://hlinksldjump" r:id="rId6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0" y="1651000"/>
            <a:ext cx="2286000" cy="1416050"/>
          </a:xfrm>
          <a:prstGeom prst="rect">
            <a:avLst/>
          </a:prstGeom>
        </p:spPr>
      </p:pic>
      <p:sp>
        <p:nvSpPr>
          <p:cNvPr id="9" name="Fish letter 1 سِ" descr="سِ">
            <a:hlinkClick action="ppaction://hlinksldjump" r:id="rId6"/>
          </p:cNvPr>
          <p:cNvSpPr/>
          <p:nvPr/>
        </p:nvSpPr>
        <p:spPr>
          <a:xfrm>
            <a:off x="1682750" y="1885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سِ</a:t>
            </a:r>
          </a:p>
        </p:txBody>
      </p:sp>
      <p:pic>
        <p:nvPicPr>
          <p:cNvPr id="10" name="Fish 2" descr="Fish 2">
            <a:hlinkClick action="ppaction://hlinksldjump" r:id="rId6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67500" y="1905000"/>
            <a:ext cx="2286000" cy="1416050"/>
          </a:xfrm>
          <a:prstGeom prst="rect">
            <a:avLst/>
          </a:prstGeom>
        </p:spPr>
      </p:pic>
      <p:sp>
        <p:nvSpPr>
          <p:cNvPr id="11" name="Fish letter 2 وِ" descr="وِ">
            <a:hlinkClick action="ppaction://hlinksldjump" r:id="rId6"/>
          </p:cNvPr>
          <p:cNvSpPr/>
          <p:nvPr/>
        </p:nvSpPr>
        <p:spPr>
          <a:xfrm>
            <a:off x="7207250" y="2139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وِ</a:t>
            </a:r>
          </a:p>
        </p:txBody>
      </p:sp>
      <p:pic>
        <p:nvPicPr>
          <p:cNvPr id="12" name="Fish 3" descr="Fish 3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56000" y="3302000"/>
            <a:ext cx="2286000" cy="1416050"/>
          </a:xfrm>
          <a:prstGeom prst="rect">
            <a:avLst/>
          </a:prstGeom>
        </p:spPr>
      </p:pic>
      <p:sp>
        <p:nvSpPr>
          <p:cNvPr id="13" name="Fish letter 3 دِ" descr="دِ">
            <a:hlinkClick action="ppaction://hlinksldjump" r:id="rId7"/>
          </p:cNvPr>
          <p:cNvSpPr/>
          <p:nvPr/>
        </p:nvSpPr>
        <p:spPr>
          <a:xfrm>
            <a:off x="4095750" y="3536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دِ</a:t>
            </a:r>
          </a:p>
        </p:txBody>
      </p:sp>
      <p:pic>
        <p:nvPicPr>
          <p:cNvPr id="14" name="Fish 5" descr="Fish 5">
            <a:hlinkClick action="ppaction://hlinksldjump" r:id="rId6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87500" y="4826000"/>
            <a:ext cx="2286000" cy="1416050"/>
          </a:xfrm>
          <a:prstGeom prst="rect">
            <a:avLst/>
          </a:prstGeom>
        </p:spPr>
      </p:pic>
      <p:sp>
        <p:nvSpPr>
          <p:cNvPr id="15" name="Fish letter 5 تِ" descr="تِ">
            <a:hlinkClick action="ppaction://hlinksldjump" r:id="rId6"/>
          </p:cNvPr>
          <p:cNvSpPr/>
          <p:nvPr/>
        </p:nvSpPr>
        <p:spPr>
          <a:xfrm>
            <a:off x="2127250" y="5060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تِ</a:t>
            </a:r>
          </a:p>
        </p:txBody>
      </p:sp>
      <p:sp>
        <p:nvSpPr>
          <p:cNvPr id="16" name="Try again!" descr="Try again!"/>
          <p:cNvSpPr/>
          <p:nvPr/>
        </p:nvSpPr>
        <p:spPr>
          <a:xfrm>
            <a:off x="7937500" y="5270500"/>
            <a:ext cx="3048000" cy="1460500"/>
          </a:xfrm>
          <a:prstGeom prst="cloudCallout">
            <a:avLst/>
          </a:prstGeom>
          <a:solidFill>
            <a:srgbClr val="FFFFFF"/>
          </a:solidFill>
          <a:ln w="50800">
            <a:solidFill>
              <a:srgbClr val="E5536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2500" b="1" lang="en-US">
                <a:solidFill>
                  <a:srgbClr val="E5536F"/>
                </a:solidFill>
                <a:latin typeface="Arial"/>
                <a:cs typeface="Arial"/>
              </a:rPr>
              <a:t>Try again!</a:t>
            </a:r>
          </a:p>
        </p:txBody>
      </p:sp>
      <p:sp>
        <p:nvSpPr>
          <p:cNvPr id="17" name="Next button">
            <a:hlinkClick action="ppaction://hlinksldjump" r:id="rId8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Next arrow">
            <a:hlinkClick action="ppaction://hlinksldjump" r:id="rId8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9" name="boing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4" dur="2600" fill="hold" repeatCount="indefinite" autoRev="1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6" dur="260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8" dur="2900" fill="hold" repeatCount="indefinite" autoRev="1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10" dur="2900" fill="hold" repeatCount="indefinite" autoRev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12" dur="320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14" dur="3200" fill="hold" repeatCount="indefinite" autoRev="1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7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16" dur="3800" fill="hold" repeatCount="indefinite" autoRev="1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9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18" dur="3800" fill="hold" repeatCount="indefinite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4" presetID="53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9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Catch every fish with"/>
          <p:cNvSpPr/>
          <p:nvPr/>
        </p:nvSpPr>
        <p:spPr>
          <a:xfrm>
            <a:off x="2730500" y="190500"/>
            <a:ext cx="546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000" b="1" lang="en-US">
                <a:solidFill>
                  <a:srgbClr val="2E2640"/>
                </a:solidFill>
                <a:latin typeface="Arial"/>
                <a:cs typeface="Arial"/>
              </a:rPr>
              <a:t>Catch every fish with</a:t>
            </a:r>
          </a:p>
        </p:txBody>
      </p:sp>
      <p:sp>
        <p:nvSpPr>
          <p:cNvPr id="5" name="Find دِ" descr="دِ"/>
          <p:cNvSpPr/>
          <p:nvPr/>
        </p:nvSpPr>
        <p:spPr>
          <a:xfrm>
            <a:off x="81915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دِ</a:t>
            </a:r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Fish 1" descr="Fish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0" y="1651000"/>
            <a:ext cx="2286000" cy="1416050"/>
          </a:xfrm>
          <a:prstGeom prst="rect">
            <a:avLst/>
          </a:prstGeom>
        </p:spPr>
      </p:pic>
      <p:sp>
        <p:nvSpPr>
          <p:cNvPr id="9" name="Fish letter 1 سِ" descr="سِ"/>
          <p:cNvSpPr/>
          <p:nvPr/>
        </p:nvSpPr>
        <p:spPr>
          <a:xfrm>
            <a:off x="1682750" y="1885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سِ</a:t>
            </a:r>
          </a:p>
        </p:txBody>
      </p:sp>
      <p:pic>
        <p:nvPicPr>
          <p:cNvPr id="10" name="Fish 2" descr="Fish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67500" y="1905000"/>
            <a:ext cx="2286000" cy="1416050"/>
          </a:xfrm>
          <a:prstGeom prst="rect">
            <a:avLst/>
          </a:prstGeom>
        </p:spPr>
      </p:pic>
      <p:sp>
        <p:nvSpPr>
          <p:cNvPr id="11" name="Fish letter 2 وِ" descr="وِ"/>
          <p:cNvSpPr/>
          <p:nvPr/>
        </p:nvSpPr>
        <p:spPr>
          <a:xfrm>
            <a:off x="7207250" y="2139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وِ</a:t>
            </a:r>
          </a:p>
        </p:txBody>
      </p:sp>
      <p:pic>
        <p:nvPicPr>
          <p:cNvPr id="12" name="Fish 5" descr="Fish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87500" y="4826000"/>
            <a:ext cx="2286000" cy="1416050"/>
          </a:xfrm>
          <a:prstGeom prst="rect">
            <a:avLst/>
          </a:prstGeom>
        </p:spPr>
      </p:pic>
      <p:sp>
        <p:nvSpPr>
          <p:cNvPr id="13" name="Fish letter 5 تِ" descr="تِ"/>
          <p:cNvSpPr/>
          <p:nvPr/>
        </p:nvSpPr>
        <p:spPr>
          <a:xfrm>
            <a:off x="2127250" y="5060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تِ</a:t>
            </a:r>
          </a:p>
        </p:txBody>
      </p:sp>
      <p:sp>
        <p:nvSpPr>
          <p:cNvPr id="14" name="Great job!" descr="Great job!"/>
          <p:cNvSpPr/>
          <p:nvPr/>
        </p:nvSpPr>
        <p:spPr>
          <a:xfrm>
            <a:off x="7937500" y="5270500"/>
            <a:ext cx="3048000" cy="1460500"/>
          </a:xfrm>
          <a:prstGeom prst="cloudCallout">
            <a:avLst/>
          </a:prstGeom>
          <a:solidFill>
            <a:srgbClr val="FFFFFF"/>
          </a:solidFill>
          <a:ln w="50800">
            <a:solidFill>
              <a:srgbClr val="2FB57A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2500" b="1" lang="en-US">
                <a:solidFill>
                  <a:srgbClr val="2FB57A"/>
                </a:solidFill>
                <a:latin typeface="Arial"/>
                <a:cs typeface="Arial"/>
              </a:rPr>
              <a:t>Great job!</a:t>
            </a:r>
          </a:p>
        </p:txBody>
      </p:sp>
      <p:sp>
        <p:nvSpPr>
          <p:cNvPr id="15" name="Next button">
            <a:hlinkClick action="ppaction://hlinksldjump" r:id="rId5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Next arrow">
            <a:hlinkClick action="ppaction://hlinksldjump" r:id="rId5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7" name="sound anchor" descr="sound anchor (invisible)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700" y="12700"/>
            <a:ext cx="25400" cy="25400"/>
          </a:xfrm>
          <a:prstGeom prst="rect">
            <a:avLst/>
          </a:prstGeom>
        </p:spPr>
      </p:pic>
    </p:spTree>
  </p:cSld>
  <p:clrMapOvr>
    <a:masterClrMapping/>
  </p:clrMapOvr>
  <p:transition advClick="0">
    <p:sndAc>
      <p:stSnd>
        <p:snd r:embed="rId6" name="spla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9" dur="2600" fill="hold" repeatCount="indefinite" autoRev="1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2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11" dur="260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4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13" dur="2900" fill="hold" repeatCount="indefinite" autoRev="1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6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15" dur="2900" fill="hold" repeatCount="indefinite" autoRev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8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17" dur="380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0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19" dur="3800" fill="hold" repeatCount="indefinite" autoRev="1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5" presetID="53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2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100000">
                                        <p:cTn id="2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8" name="cheer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Tap every letter with"/>
          <p:cNvSpPr/>
          <p:nvPr/>
        </p:nvSpPr>
        <p:spPr>
          <a:xfrm>
            <a:off x="2730500" y="190500"/>
            <a:ext cx="546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000" b="1" lang="en-US">
                <a:solidFill>
                  <a:srgbClr val="2E2640"/>
                </a:solidFill>
                <a:latin typeface="Arial"/>
                <a:cs typeface="Arial"/>
              </a:rPr>
              <a:t>Tap every letter with</a:t>
            </a:r>
          </a:p>
        </p:txBody>
      </p:sp>
      <p:sp>
        <p:nvSpPr>
          <p:cNvPr id="5" name="Find دِ" descr="دِ"/>
          <p:cNvSpPr/>
          <p:nvPr/>
        </p:nvSpPr>
        <p:spPr>
          <a:xfrm>
            <a:off x="81915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دِ</a:t>
            </a:r>
          </a:p>
        </p:txBody>
      </p:sp>
      <p:sp>
        <p:nvSpPr>
          <p:cNvPr id="6" name="Star place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Hole 1"/>
          <p:cNvSpPr/>
          <p:nvPr/>
        </p:nvSpPr>
        <p:spPr>
          <a:xfrm>
            <a:off x="2349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ile 1 دِ" descr="دِ">
            <a:hlinkClick action="ppaction://hlinksldjump" r:id="rId3"/>
          </p:cNvPr>
          <p:cNvSpPr/>
          <p:nvPr/>
        </p:nvSpPr>
        <p:spPr>
          <a:xfrm>
            <a:off x="2635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دِ</a:t>
            </a:r>
          </a:p>
        </p:txBody>
      </p:sp>
      <p:sp>
        <p:nvSpPr>
          <p:cNvPr id="10" name="Hole 2"/>
          <p:cNvSpPr/>
          <p:nvPr/>
        </p:nvSpPr>
        <p:spPr>
          <a:xfrm>
            <a:off x="5143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ile 2 ثِ" descr="ثِ">
            <a:hlinkClick action="ppaction://hlinksldjump" r:id="rId4"/>
          </p:cNvPr>
          <p:cNvSpPr/>
          <p:nvPr/>
        </p:nvSpPr>
        <p:spPr>
          <a:xfrm>
            <a:off x="5429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ثِ</a:t>
            </a:r>
          </a:p>
        </p:txBody>
      </p:sp>
      <p:sp>
        <p:nvSpPr>
          <p:cNvPr id="12" name="Hole 3"/>
          <p:cNvSpPr/>
          <p:nvPr/>
        </p:nvSpPr>
        <p:spPr>
          <a:xfrm>
            <a:off x="7937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ile 3 دِ" descr="دِ">
            <a:hlinkClick action="ppaction://hlinksldjump" r:id="rId5"/>
          </p:cNvPr>
          <p:cNvSpPr/>
          <p:nvPr/>
        </p:nvSpPr>
        <p:spPr>
          <a:xfrm>
            <a:off x="8223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دِ</a:t>
            </a:r>
          </a:p>
        </p:txBody>
      </p:sp>
      <p:sp>
        <p:nvSpPr>
          <p:cNvPr id="14" name="Hole 4"/>
          <p:cNvSpPr/>
          <p:nvPr/>
        </p:nvSpPr>
        <p:spPr>
          <a:xfrm>
            <a:off x="2349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ile 4 وِ" descr="وِ">
            <a:hlinkClick action="ppaction://hlinksldjump" r:id="rId4"/>
          </p:cNvPr>
          <p:cNvSpPr/>
          <p:nvPr/>
        </p:nvSpPr>
        <p:spPr>
          <a:xfrm>
            <a:off x="2635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وِ</a:t>
            </a:r>
          </a:p>
        </p:txBody>
      </p:sp>
      <p:sp>
        <p:nvSpPr>
          <p:cNvPr id="16" name="Hole 5"/>
          <p:cNvSpPr/>
          <p:nvPr/>
        </p:nvSpPr>
        <p:spPr>
          <a:xfrm>
            <a:off x="5143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ile 5 فِ" descr="فِ">
            <a:hlinkClick action="ppaction://hlinksldjump" r:id="rId4"/>
          </p:cNvPr>
          <p:cNvSpPr/>
          <p:nvPr/>
        </p:nvSpPr>
        <p:spPr>
          <a:xfrm>
            <a:off x="5429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فِ</a:t>
            </a:r>
          </a:p>
        </p:txBody>
      </p:sp>
      <p:sp>
        <p:nvSpPr>
          <p:cNvPr id="18" name="Hole 6"/>
          <p:cNvSpPr/>
          <p:nvPr/>
        </p:nvSpPr>
        <p:spPr>
          <a:xfrm>
            <a:off x="7937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ile 6 حِ" descr="حِ">
            <a:hlinkClick action="ppaction://hlinksldjump" r:id="rId4"/>
          </p:cNvPr>
          <p:cNvSpPr/>
          <p:nvPr/>
        </p:nvSpPr>
        <p:spPr>
          <a:xfrm>
            <a:off x="8223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حِ</a:t>
            </a:r>
          </a:p>
        </p:txBody>
      </p:sp>
      <p:sp>
        <p:nvSpPr>
          <p:cNvPr id="20" name="Next button">
            <a:hlinkClick action="ppaction://hlinksldjump" r:id="rId6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Next arrow">
            <a:hlinkClick action="ppaction://hlinksldjump" r:id="rId6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6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4" dur="85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6" dur="970" fill="hold" repeatCount="indefinite" autoRev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8" dur="1090" fill="hold" repeatCount="indefinite" autoRev="1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0" dur="1210" fill="hold" repeatCount="indefinite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2" dur="1330" fill="hold" repeatCount="indefinite" autoRev="1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" presetID="0" presetClass="path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4" dur="1450" fill="hold" repeatCount="indefinite" autoRev="1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1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Tap every letter with"/>
          <p:cNvSpPr/>
          <p:nvPr/>
        </p:nvSpPr>
        <p:spPr>
          <a:xfrm>
            <a:off x="2730500" y="190500"/>
            <a:ext cx="546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000" b="1" lang="en-US">
                <a:solidFill>
                  <a:srgbClr val="2E2640"/>
                </a:solidFill>
                <a:latin typeface="Arial"/>
                <a:cs typeface="Arial"/>
              </a:rPr>
              <a:t>Tap every letter with</a:t>
            </a:r>
          </a:p>
        </p:txBody>
      </p:sp>
      <p:sp>
        <p:nvSpPr>
          <p:cNvPr id="5" name="Find دِ" descr="دِ"/>
          <p:cNvSpPr/>
          <p:nvPr/>
        </p:nvSpPr>
        <p:spPr>
          <a:xfrm>
            <a:off x="81915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دِ</a:t>
            </a:r>
          </a:p>
        </p:txBody>
      </p:sp>
      <p:sp>
        <p:nvSpPr>
          <p:cNvPr id="6" name="Star place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Hole 1"/>
          <p:cNvSpPr/>
          <p:nvPr/>
        </p:nvSpPr>
        <p:spPr>
          <a:xfrm>
            <a:off x="2349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ile 1 دِ" descr="دِ">
            <a:hlinkClick action="ppaction://hlinksldjump" r:id="rId3"/>
          </p:cNvPr>
          <p:cNvSpPr/>
          <p:nvPr/>
        </p:nvSpPr>
        <p:spPr>
          <a:xfrm>
            <a:off x="2635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دِ</a:t>
            </a:r>
          </a:p>
        </p:txBody>
      </p:sp>
      <p:sp>
        <p:nvSpPr>
          <p:cNvPr id="10" name="Hole 2"/>
          <p:cNvSpPr/>
          <p:nvPr/>
        </p:nvSpPr>
        <p:spPr>
          <a:xfrm>
            <a:off x="5143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ile 2 ثِ" descr="ثِ">
            <a:hlinkClick action="ppaction://hlinksldjump" r:id="rId4"/>
          </p:cNvPr>
          <p:cNvSpPr/>
          <p:nvPr/>
        </p:nvSpPr>
        <p:spPr>
          <a:xfrm>
            <a:off x="5429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ثِ</a:t>
            </a:r>
          </a:p>
        </p:txBody>
      </p:sp>
      <p:sp>
        <p:nvSpPr>
          <p:cNvPr id="12" name="Hole 3"/>
          <p:cNvSpPr/>
          <p:nvPr/>
        </p:nvSpPr>
        <p:spPr>
          <a:xfrm>
            <a:off x="7937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ile 3 دِ" descr="دِ">
            <a:hlinkClick action="ppaction://hlinksldjump" r:id="rId5"/>
          </p:cNvPr>
          <p:cNvSpPr/>
          <p:nvPr/>
        </p:nvSpPr>
        <p:spPr>
          <a:xfrm>
            <a:off x="8223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دِ</a:t>
            </a:r>
          </a:p>
        </p:txBody>
      </p:sp>
      <p:sp>
        <p:nvSpPr>
          <p:cNvPr id="14" name="Hole 4"/>
          <p:cNvSpPr/>
          <p:nvPr/>
        </p:nvSpPr>
        <p:spPr>
          <a:xfrm>
            <a:off x="2349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ile 4 وِ" descr="وِ">
            <a:hlinkClick action="ppaction://hlinksldjump" r:id="rId4"/>
          </p:cNvPr>
          <p:cNvSpPr/>
          <p:nvPr/>
        </p:nvSpPr>
        <p:spPr>
          <a:xfrm>
            <a:off x="2635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وِ</a:t>
            </a:r>
          </a:p>
        </p:txBody>
      </p:sp>
      <p:sp>
        <p:nvSpPr>
          <p:cNvPr id="16" name="Hole 5"/>
          <p:cNvSpPr/>
          <p:nvPr/>
        </p:nvSpPr>
        <p:spPr>
          <a:xfrm>
            <a:off x="5143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ile 5 فِ" descr="فِ">
            <a:hlinkClick action="ppaction://hlinksldjump" r:id="rId4"/>
          </p:cNvPr>
          <p:cNvSpPr/>
          <p:nvPr/>
        </p:nvSpPr>
        <p:spPr>
          <a:xfrm>
            <a:off x="5429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فِ</a:t>
            </a:r>
          </a:p>
        </p:txBody>
      </p:sp>
      <p:sp>
        <p:nvSpPr>
          <p:cNvPr id="18" name="Hole 6"/>
          <p:cNvSpPr/>
          <p:nvPr/>
        </p:nvSpPr>
        <p:spPr>
          <a:xfrm>
            <a:off x="7937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ile 6 حِ" descr="حِ">
            <a:hlinkClick action="ppaction://hlinksldjump" r:id="rId4"/>
          </p:cNvPr>
          <p:cNvSpPr/>
          <p:nvPr/>
        </p:nvSpPr>
        <p:spPr>
          <a:xfrm>
            <a:off x="8223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حِ</a:t>
            </a:r>
          </a:p>
        </p:txBody>
      </p:sp>
      <p:sp>
        <p:nvSpPr>
          <p:cNvPr id="20" name="Try again!" descr="Try again!"/>
          <p:cNvSpPr/>
          <p:nvPr/>
        </p:nvSpPr>
        <p:spPr>
          <a:xfrm>
            <a:off x="9080500" y="1016000"/>
            <a:ext cx="3048000" cy="1460500"/>
          </a:xfrm>
          <a:prstGeom prst="cloudCallout">
            <a:avLst/>
          </a:prstGeom>
          <a:solidFill>
            <a:srgbClr val="FFFFFF"/>
          </a:solidFill>
          <a:ln w="50800">
            <a:solidFill>
              <a:srgbClr val="E5536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2500" b="1" lang="en-US">
                <a:solidFill>
                  <a:srgbClr val="E5536F"/>
                </a:solidFill>
                <a:latin typeface="Arial"/>
                <a:cs typeface="Arial"/>
              </a:rPr>
              <a:t>Try again!</a:t>
            </a:r>
          </a:p>
        </p:txBody>
      </p:sp>
      <p:sp>
        <p:nvSpPr>
          <p:cNvPr id="21" name="Next button">
            <a:hlinkClick action="ppaction://hlinksldjump" r:id="rId6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Next arrow">
            <a:hlinkClick action="ppaction://hlinksldjump" r:id="rId6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7" name="boing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1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4" dur="85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6" dur="970" fill="hold" repeatCount="indefinite" autoRev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8" dur="1090" fill="hold" repeatCount="indefinite" autoRev="1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0" dur="1210" fill="hold" repeatCount="indefinite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2" dur="1330" fill="hold" repeatCount="indefinite" autoRev="1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" presetID="0" presetClass="path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4" dur="1450" fill="hold" repeatCount="indefinite" autoRev="1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0" presetID="53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" dur="4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4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2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Tap every letter with"/>
          <p:cNvSpPr/>
          <p:nvPr/>
        </p:nvSpPr>
        <p:spPr>
          <a:xfrm>
            <a:off x="2730500" y="190500"/>
            <a:ext cx="546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000" b="1" lang="en-US">
                <a:solidFill>
                  <a:srgbClr val="2E2640"/>
                </a:solidFill>
                <a:latin typeface="Arial"/>
                <a:cs typeface="Arial"/>
              </a:rPr>
              <a:t>Tap every letter with</a:t>
            </a:r>
          </a:p>
        </p:txBody>
      </p:sp>
      <p:sp>
        <p:nvSpPr>
          <p:cNvPr id="5" name="Find دِ" descr="دِ"/>
          <p:cNvSpPr/>
          <p:nvPr/>
        </p:nvSpPr>
        <p:spPr>
          <a:xfrm>
            <a:off x="81915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دِ</a:t>
            </a:r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Hole 1"/>
          <p:cNvSpPr/>
          <p:nvPr/>
        </p:nvSpPr>
        <p:spPr>
          <a:xfrm>
            <a:off x="2349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Hole 2"/>
          <p:cNvSpPr/>
          <p:nvPr/>
        </p:nvSpPr>
        <p:spPr>
          <a:xfrm>
            <a:off x="5143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ile 2 ثِ" descr="ثِ">
            <a:hlinkClick action="ppaction://hlinksldjump" r:id="rId3"/>
          </p:cNvPr>
          <p:cNvSpPr/>
          <p:nvPr/>
        </p:nvSpPr>
        <p:spPr>
          <a:xfrm>
            <a:off x="5429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ثِ</a:t>
            </a:r>
          </a:p>
        </p:txBody>
      </p:sp>
      <p:sp>
        <p:nvSpPr>
          <p:cNvPr id="11" name="Hole 3"/>
          <p:cNvSpPr/>
          <p:nvPr/>
        </p:nvSpPr>
        <p:spPr>
          <a:xfrm>
            <a:off x="7937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ile 3 دِ" descr="دِ">
            <a:hlinkClick action="ppaction://hlinksldjump" r:id="rId4"/>
          </p:cNvPr>
          <p:cNvSpPr/>
          <p:nvPr/>
        </p:nvSpPr>
        <p:spPr>
          <a:xfrm>
            <a:off x="8223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دِ</a:t>
            </a:r>
          </a:p>
        </p:txBody>
      </p:sp>
      <p:sp>
        <p:nvSpPr>
          <p:cNvPr id="13" name="Hole 4"/>
          <p:cNvSpPr/>
          <p:nvPr/>
        </p:nvSpPr>
        <p:spPr>
          <a:xfrm>
            <a:off x="2349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ile 4 وِ" descr="وِ">
            <a:hlinkClick action="ppaction://hlinksldjump" r:id="rId3"/>
          </p:cNvPr>
          <p:cNvSpPr/>
          <p:nvPr/>
        </p:nvSpPr>
        <p:spPr>
          <a:xfrm>
            <a:off x="2635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وِ</a:t>
            </a:r>
          </a:p>
        </p:txBody>
      </p:sp>
      <p:sp>
        <p:nvSpPr>
          <p:cNvPr id="15" name="Hole 5"/>
          <p:cNvSpPr/>
          <p:nvPr/>
        </p:nvSpPr>
        <p:spPr>
          <a:xfrm>
            <a:off x="5143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ile 5 فِ" descr="فِ">
            <a:hlinkClick action="ppaction://hlinksldjump" r:id="rId3"/>
          </p:cNvPr>
          <p:cNvSpPr/>
          <p:nvPr/>
        </p:nvSpPr>
        <p:spPr>
          <a:xfrm>
            <a:off x="5429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فِ</a:t>
            </a:r>
          </a:p>
        </p:txBody>
      </p:sp>
      <p:sp>
        <p:nvSpPr>
          <p:cNvPr id="17" name="Hole 6"/>
          <p:cNvSpPr/>
          <p:nvPr/>
        </p:nvSpPr>
        <p:spPr>
          <a:xfrm>
            <a:off x="7937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ile 6 حِ" descr="حِ">
            <a:hlinkClick action="ppaction://hlinksldjump" r:id="rId3"/>
          </p:cNvPr>
          <p:cNvSpPr/>
          <p:nvPr/>
        </p:nvSpPr>
        <p:spPr>
          <a:xfrm>
            <a:off x="8223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حِ</a:t>
            </a:r>
          </a:p>
        </p:txBody>
      </p:sp>
      <p:sp>
        <p:nvSpPr>
          <p:cNvPr id="19" name="Next button">
            <a:hlinkClick action="ppaction://hlinksldjump" r:id="rId5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Next arrow">
            <a:hlinkClick action="ppaction://hlinksldjump" r:id="rId5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6" name="bonk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9" dur="970" fill="hold" repeatCount="indefinite" autoRev="1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2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1" dur="109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4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3" dur="1210" fill="hold" repeatCount="indefinite" autoRev="1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6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5" dur="1330" fill="hold" repeatCount="indefinite" autoRev="1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8" presetID="0" presetClass="path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7" dur="1450" fill="hold" repeatCount="indefinite" autoRev="1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3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Tap every letter with"/>
          <p:cNvSpPr/>
          <p:nvPr/>
        </p:nvSpPr>
        <p:spPr>
          <a:xfrm>
            <a:off x="2730500" y="190500"/>
            <a:ext cx="546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000" b="1" lang="en-US">
                <a:solidFill>
                  <a:srgbClr val="2E2640"/>
                </a:solidFill>
                <a:latin typeface="Arial"/>
                <a:cs typeface="Arial"/>
              </a:rPr>
              <a:t>Tap every letter with</a:t>
            </a:r>
          </a:p>
        </p:txBody>
      </p:sp>
      <p:sp>
        <p:nvSpPr>
          <p:cNvPr id="5" name="Find دِ" descr="دِ"/>
          <p:cNvSpPr/>
          <p:nvPr/>
        </p:nvSpPr>
        <p:spPr>
          <a:xfrm>
            <a:off x="81915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دِ</a:t>
            </a:r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Hole 1"/>
          <p:cNvSpPr/>
          <p:nvPr/>
        </p:nvSpPr>
        <p:spPr>
          <a:xfrm>
            <a:off x="2349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Hole 2"/>
          <p:cNvSpPr/>
          <p:nvPr/>
        </p:nvSpPr>
        <p:spPr>
          <a:xfrm>
            <a:off x="5143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ile 2 ثِ" descr="ثِ">
            <a:hlinkClick action="ppaction://hlinksldjump" r:id="rId3"/>
          </p:cNvPr>
          <p:cNvSpPr/>
          <p:nvPr/>
        </p:nvSpPr>
        <p:spPr>
          <a:xfrm>
            <a:off x="5429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ثِ</a:t>
            </a:r>
          </a:p>
        </p:txBody>
      </p:sp>
      <p:sp>
        <p:nvSpPr>
          <p:cNvPr id="11" name="Hole 3"/>
          <p:cNvSpPr/>
          <p:nvPr/>
        </p:nvSpPr>
        <p:spPr>
          <a:xfrm>
            <a:off x="7937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ile 3 دِ" descr="دِ">
            <a:hlinkClick action="ppaction://hlinksldjump" r:id="rId4"/>
          </p:cNvPr>
          <p:cNvSpPr/>
          <p:nvPr/>
        </p:nvSpPr>
        <p:spPr>
          <a:xfrm>
            <a:off x="8223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دِ</a:t>
            </a:r>
          </a:p>
        </p:txBody>
      </p:sp>
      <p:sp>
        <p:nvSpPr>
          <p:cNvPr id="13" name="Hole 4"/>
          <p:cNvSpPr/>
          <p:nvPr/>
        </p:nvSpPr>
        <p:spPr>
          <a:xfrm>
            <a:off x="2349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ile 4 وِ" descr="وِ">
            <a:hlinkClick action="ppaction://hlinksldjump" r:id="rId3"/>
          </p:cNvPr>
          <p:cNvSpPr/>
          <p:nvPr/>
        </p:nvSpPr>
        <p:spPr>
          <a:xfrm>
            <a:off x="2635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وِ</a:t>
            </a:r>
          </a:p>
        </p:txBody>
      </p:sp>
      <p:sp>
        <p:nvSpPr>
          <p:cNvPr id="15" name="Hole 5"/>
          <p:cNvSpPr/>
          <p:nvPr/>
        </p:nvSpPr>
        <p:spPr>
          <a:xfrm>
            <a:off x="5143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ile 5 فِ" descr="فِ">
            <a:hlinkClick action="ppaction://hlinksldjump" r:id="rId3"/>
          </p:cNvPr>
          <p:cNvSpPr/>
          <p:nvPr/>
        </p:nvSpPr>
        <p:spPr>
          <a:xfrm>
            <a:off x="5429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فِ</a:t>
            </a:r>
          </a:p>
        </p:txBody>
      </p:sp>
      <p:sp>
        <p:nvSpPr>
          <p:cNvPr id="17" name="Hole 6"/>
          <p:cNvSpPr/>
          <p:nvPr/>
        </p:nvSpPr>
        <p:spPr>
          <a:xfrm>
            <a:off x="7937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ile 6 حِ" descr="حِ">
            <a:hlinkClick action="ppaction://hlinksldjump" r:id="rId3"/>
          </p:cNvPr>
          <p:cNvSpPr/>
          <p:nvPr/>
        </p:nvSpPr>
        <p:spPr>
          <a:xfrm>
            <a:off x="8223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حِ</a:t>
            </a:r>
          </a:p>
        </p:txBody>
      </p:sp>
      <p:sp>
        <p:nvSpPr>
          <p:cNvPr id="19" name="Try again!" descr="Try again!"/>
          <p:cNvSpPr/>
          <p:nvPr/>
        </p:nvSpPr>
        <p:spPr>
          <a:xfrm>
            <a:off x="9080500" y="1016000"/>
            <a:ext cx="3048000" cy="1460500"/>
          </a:xfrm>
          <a:prstGeom prst="cloudCallout">
            <a:avLst/>
          </a:prstGeom>
          <a:solidFill>
            <a:srgbClr val="FFFFFF"/>
          </a:solidFill>
          <a:ln w="50800">
            <a:solidFill>
              <a:srgbClr val="E5536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2500" b="1" lang="en-US">
                <a:solidFill>
                  <a:srgbClr val="E5536F"/>
                </a:solidFill>
                <a:latin typeface="Arial"/>
                <a:cs typeface="Arial"/>
              </a:rPr>
              <a:t>Try again!</a:t>
            </a:r>
          </a:p>
        </p:txBody>
      </p:sp>
      <p:sp>
        <p:nvSpPr>
          <p:cNvPr id="20" name="Next button">
            <a:hlinkClick action="ppaction://hlinksldjump" r:id="rId5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Next arrow">
            <a:hlinkClick action="ppaction://hlinksldjump" r:id="rId5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6" name="boing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4" dur="970" fill="hold" repeatCount="indefinite" autoRev="1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6" dur="109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8" dur="1210" fill="hold" repeatCount="indefinite" autoRev="1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0" dur="1330" fill="hold" repeatCount="indefinite" autoRev="1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2" dur="1450" fill="hold" repeatCount="indefinite" autoRev="1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8" presetID="53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4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4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4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Tap every letter with"/>
          <p:cNvSpPr/>
          <p:nvPr/>
        </p:nvSpPr>
        <p:spPr>
          <a:xfrm>
            <a:off x="2730500" y="190500"/>
            <a:ext cx="546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000" b="1" lang="en-US">
                <a:solidFill>
                  <a:srgbClr val="2E2640"/>
                </a:solidFill>
                <a:latin typeface="Arial"/>
                <a:cs typeface="Arial"/>
              </a:rPr>
              <a:t>Tap every letter with</a:t>
            </a:r>
          </a:p>
        </p:txBody>
      </p:sp>
      <p:sp>
        <p:nvSpPr>
          <p:cNvPr id="5" name="Find دِ" descr="دِ"/>
          <p:cNvSpPr/>
          <p:nvPr/>
        </p:nvSpPr>
        <p:spPr>
          <a:xfrm>
            <a:off x="81915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دِ</a:t>
            </a:r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Hole 1"/>
          <p:cNvSpPr/>
          <p:nvPr/>
        </p:nvSpPr>
        <p:spPr>
          <a:xfrm>
            <a:off x="2349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ile 1 دِ" descr="دِ">
            <a:hlinkClick action="ppaction://hlinksldjump" r:id="rId3"/>
          </p:cNvPr>
          <p:cNvSpPr/>
          <p:nvPr/>
        </p:nvSpPr>
        <p:spPr>
          <a:xfrm>
            <a:off x="2635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دِ</a:t>
            </a:r>
          </a:p>
        </p:txBody>
      </p:sp>
      <p:sp>
        <p:nvSpPr>
          <p:cNvPr id="10" name="Hole 2"/>
          <p:cNvSpPr/>
          <p:nvPr/>
        </p:nvSpPr>
        <p:spPr>
          <a:xfrm>
            <a:off x="5143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ile 2 ثِ" descr="ثِ">
            <a:hlinkClick action="ppaction://hlinksldjump" r:id="rId4"/>
          </p:cNvPr>
          <p:cNvSpPr/>
          <p:nvPr/>
        </p:nvSpPr>
        <p:spPr>
          <a:xfrm>
            <a:off x="5429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ثِ</a:t>
            </a:r>
          </a:p>
        </p:txBody>
      </p:sp>
      <p:sp>
        <p:nvSpPr>
          <p:cNvPr id="12" name="Hole 3"/>
          <p:cNvSpPr/>
          <p:nvPr/>
        </p:nvSpPr>
        <p:spPr>
          <a:xfrm>
            <a:off x="7937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Hole 4"/>
          <p:cNvSpPr/>
          <p:nvPr/>
        </p:nvSpPr>
        <p:spPr>
          <a:xfrm>
            <a:off x="2349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ile 4 وِ" descr="وِ">
            <a:hlinkClick action="ppaction://hlinksldjump" r:id="rId4"/>
          </p:cNvPr>
          <p:cNvSpPr/>
          <p:nvPr/>
        </p:nvSpPr>
        <p:spPr>
          <a:xfrm>
            <a:off x="2635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وِ</a:t>
            </a:r>
          </a:p>
        </p:txBody>
      </p:sp>
      <p:sp>
        <p:nvSpPr>
          <p:cNvPr id="15" name="Hole 5"/>
          <p:cNvSpPr/>
          <p:nvPr/>
        </p:nvSpPr>
        <p:spPr>
          <a:xfrm>
            <a:off x="5143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ile 5 فِ" descr="فِ">
            <a:hlinkClick action="ppaction://hlinksldjump" r:id="rId4"/>
          </p:cNvPr>
          <p:cNvSpPr/>
          <p:nvPr/>
        </p:nvSpPr>
        <p:spPr>
          <a:xfrm>
            <a:off x="5429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فِ</a:t>
            </a:r>
          </a:p>
        </p:txBody>
      </p:sp>
      <p:sp>
        <p:nvSpPr>
          <p:cNvPr id="17" name="Hole 6"/>
          <p:cNvSpPr/>
          <p:nvPr/>
        </p:nvSpPr>
        <p:spPr>
          <a:xfrm>
            <a:off x="7937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ile 6 حِ" descr="حِ">
            <a:hlinkClick action="ppaction://hlinksldjump" r:id="rId4"/>
          </p:cNvPr>
          <p:cNvSpPr/>
          <p:nvPr/>
        </p:nvSpPr>
        <p:spPr>
          <a:xfrm>
            <a:off x="8223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حِ</a:t>
            </a:r>
          </a:p>
        </p:txBody>
      </p:sp>
      <p:sp>
        <p:nvSpPr>
          <p:cNvPr id="19" name="Next button">
            <a:hlinkClick action="ppaction://hlinksldjump" r:id="rId5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Next arrow">
            <a:hlinkClick action="ppaction://hlinksldjump" r:id="rId5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6" name="bonk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9" dur="85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2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1" dur="970" fill="hold" repeatCount="indefinite" autoRev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4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3" dur="1210" fill="hold" repeatCount="indefinite" autoRev="1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6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5" dur="1330" fill="hold" repeatCount="indefinite" autoRev="1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8" presetID="0" presetClass="path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7" dur="1450" fill="hold" repeatCount="indefinite" autoRev="1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5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Tap every letter with"/>
          <p:cNvSpPr/>
          <p:nvPr/>
        </p:nvSpPr>
        <p:spPr>
          <a:xfrm>
            <a:off x="2730500" y="190500"/>
            <a:ext cx="546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000" b="1" lang="en-US">
                <a:solidFill>
                  <a:srgbClr val="2E2640"/>
                </a:solidFill>
                <a:latin typeface="Arial"/>
                <a:cs typeface="Arial"/>
              </a:rPr>
              <a:t>Tap every letter with</a:t>
            </a:r>
          </a:p>
        </p:txBody>
      </p:sp>
      <p:sp>
        <p:nvSpPr>
          <p:cNvPr id="5" name="Find دِ" descr="دِ"/>
          <p:cNvSpPr/>
          <p:nvPr/>
        </p:nvSpPr>
        <p:spPr>
          <a:xfrm>
            <a:off x="81915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دِ</a:t>
            </a:r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Hole 1"/>
          <p:cNvSpPr/>
          <p:nvPr/>
        </p:nvSpPr>
        <p:spPr>
          <a:xfrm>
            <a:off x="2349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ile 1 دِ" descr="دِ">
            <a:hlinkClick action="ppaction://hlinksldjump" r:id="rId3"/>
          </p:cNvPr>
          <p:cNvSpPr/>
          <p:nvPr/>
        </p:nvSpPr>
        <p:spPr>
          <a:xfrm>
            <a:off x="2635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دِ</a:t>
            </a:r>
          </a:p>
        </p:txBody>
      </p:sp>
      <p:sp>
        <p:nvSpPr>
          <p:cNvPr id="10" name="Hole 2"/>
          <p:cNvSpPr/>
          <p:nvPr/>
        </p:nvSpPr>
        <p:spPr>
          <a:xfrm>
            <a:off x="5143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ile 2 ثِ" descr="ثِ">
            <a:hlinkClick action="ppaction://hlinksldjump" r:id="rId4"/>
          </p:cNvPr>
          <p:cNvSpPr/>
          <p:nvPr/>
        </p:nvSpPr>
        <p:spPr>
          <a:xfrm>
            <a:off x="5429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ثِ</a:t>
            </a:r>
          </a:p>
        </p:txBody>
      </p:sp>
      <p:sp>
        <p:nvSpPr>
          <p:cNvPr id="12" name="Hole 3"/>
          <p:cNvSpPr/>
          <p:nvPr/>
        </p:nvSpPr>
        <p:spPr>
          <a:xfrm>
            <a:off x="7937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Hole 4"/>
          <p:cNvSpPr/>
          <p:nvPr/>
        </p:nvSpPr>
        <p:spPr>
          <a:xfrm>
            <a:off x="2349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ile 4 وِ" descr="وِ">
            <a:hlinkClick action="ppaction://hlinksldjump" r:id="rId4"/>
          </p:cNvPr>
          <p:cNvSpPr/>
          <p:nvPr/>
        </p:nvSpPr>
        <p:spPr>
          <a:xfrm>
            <a:off x="2635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وِ</a:t>
            </a:r>
          </a:p>
        </p:txBody>
      </p:sp>
      <p:sp>
        <p:nvSpPr>
          <p:cNvPr id="15" name="Hole 5"/>
          <p:cNvSpPr/>
          <p:nvPr/>
        </p:nvSpPr>
        <p:spPr>
          <a:xfrm>
            <a:off x="5143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ile 5 فِ" descr="فِ">
            <a:hlinkClick action="ppaction://hlinksldjump" r:id="rId4"/>
          </p:cNvPr>
          <p:cNvSpPr/>
          <p:nvPr/>
        </p:nvSpPr>
        <p:spPr>
          <a:xfrm>
            <a:off x="5429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فِ</a:t>
            </a:r>
          </a:p>
        </p:txBody>
      </p:sp>
      <p:sp>
        <p:nvSpPr>
          <p:cNvPr id="17" name="Hole 6"/>
          <p:cNvSpPr/>
          <p:nvPr/>
        </p:nvSpPr>
        <p:spPr>
          <a:xfrm>
            <a:off x="7937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ile 6 حِ" descr="حِ">
            <a:hlinkClick action="ppaction://hlinksldjump" r:id="rId4"/>
          </p:cNvPr>
          <p:cNvSpPr/>
          <p:nvPr/>
        </p:nvSpPr>
        <p:spPr>
          <a:xfrm>
            <a:off x="8223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حِ</a:t>
            </a:r>
          </a:p>
        </p:txBody>
      </p:sp>
      <p:sp>
        <p:nvSpPr>
          <p:cNvPr id="19" name="Try again!" descr="Try again!"/>
          <p:cNvSpPr/>
          <p:nvPr/>
        </p:nvSpPr>
        <p:spPr>
          <a:xfrm>
            <a:off x="9080500" y="1016000"/>
            <a:ext cx="3048000" cy="1460500"/>
          </a:xfrm>
          <a:prstGeom prst="cloudCallout">
            <a:avLst/>
          </a:prstGeom>
          <a:solidFill>
            <a:srgbClr val="FFFFFF"/>
          </a:solidFill>
          <a:ln w="50800">
            <a:solidFill>
              <a:srgbClr val="E5536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2500" b="1" lang="en-US">
                <a:solidFill>
                  <a:srgbClr val="E5536F"/>
                </a:solidFill>
                <a:latin typeface="Arial"/>
                <a:cs typeface="Arial"/>
              </a:rPr>
              <a:t>Try again!</a:t>
            </a:r>
          </a:p>
        </p:txBody>
      </p:sp>
      <p:sp>
        <p:nvSpPr>
          <p:cNvPr id="20" name="Next button">
            <a:hlinkClick action="ppaction://hlinksldjump" r:id="rId5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Next arrow">
            <a:hlinkClick action="ppaction://hlinksldjump" r:id="rId5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6" name="boing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4" dur="85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6" dur="970" fill="hold" repeatCount="indefinite" autoRev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8" dur="1210" fill="hold" repeatCount="indefinite" autoRev="1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0" dur="1330" fill="hold" repeatCount="indefinite" autoRev="1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2" dur="1450" fill="hold" repeatCount="indefinite" autoRev="1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8" presetID="53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4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4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6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Tap every letter with"/>
          <p:cNvSpPr/>
          <p:nvPr/>
        </p:nvSpPr>
        <p:spPr>
          <a:xfrm>
            <a:off x="2730500" y="190500"/>
            <a:ext cx="546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000" b="1" lang="en-US">
                <a:solidFill>
                  <a:srgbClr val="2E2640"/>
                </a:solidFill>
                <a:latin typeface="Arial"/>
                <a:cs typeface="Arial"/>
              </a:rPr>
              <a:t>Tap every letter with</a:t>
            </a:r>
          </a:p>
        </p:txBody>
      </p:sp>
      <p:sp>
        <p:nvSpPr>
          <p:cNvPr id="5" name="Find دِ" descr="دِ"/>
          <p:cNvSpPr/>
          <p:nvPr/>
        </p:nvSpPr>
        <p:spPr>
          <a:xfrm>
            <a:off x="81915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دِ</a:t>
            </a:r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Hole 1"/>
          <p:cNvSpPr/>
          <p:nvPr/>
        </p:nvSpPr>
        <p:spPr>
          <a:xfrm>
            <a:off x="2349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Hole 2"/>
          <p:cNvSpPr/>
          <p:nvPr/>
        </p:nvSpPr>
        <p:spPr>
          <a:xfrm>
            <a:off x="5143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ile 2 ثِ" descr="ثِ"/>
          <p:cNvSpPr/>
          <p:nvPr/>
        </p:nvSpPr>
        <p:spPr>
          <a:xfrm>
            <a:off x="5429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ثِ</a:t>
            </a:r>
          </a:p>
        </p:txBody>
      </p:sp>
      <p:sp>
        <p:nvSpPr>
          <p:cNvPr id="11" name="Hole 3"/>
          <p:cNvSpPr/>
          <p:nvPr/>
        </p:nvSpPr>
        <p:spPr>
          <a:xfrm>
            <a:off x="7937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Hole 4"/>
          <p:cNvSpPr/>
          <p:nvPr/>
        </p:nvSpPr>
        <p:spPr>
          <a:xfrm>
            <a:off x="2349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ile 4 وِ" descr="وِ"/>
          <p:cNvSpPr/>
          <p:nvPr/>
        </p:nvSpPr>
        <p:spPr>
          <a:xfrm>
            <a:off x="2635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وِ</a:t>
            </a:r>
          </a:p>
        </p:txBody>
      </p:sp>
      <p:sp>
        <p:nvSpPr>
          <p:cNvPr id="14" name="Hole 5"/>
          <p:cNvSpPr/>
          <p:nvPr/>
        </p:nvSpPr>
        <p:spPr>
          <a:xfrm>
            <a:off x="5143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ile 5 فِ" descr="فِ"/>
          <p:cNvSpPr/>
          <p:nvPr/>
        </p:nvSpPr>
        <p:spPr>
          <a:xfrm>
            <a:off x="5429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فِ</a:t>
            </a:r>
          </a:p>
        </p:txBody>
      </p:sp>
      <p:sp>
        <p:nvSpPr>
          <p:cNvPr id="16" name="Hole 6"/>
          <p:cNvSpPr/>
          <p:nvPr/>
        </p:nvSpPr>
        <p:spPr>
          <a:xfrm>
            <a:off x="7937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ile 6 حِ" descr="حِ"/>
          <p:cNvSpPr/>
          <p:nvPr/>
        </p:nvSpPr>
        <p:spPr>
          <a:xfrm>
            <a:off x="8223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حِ</a:t>
            </a:r>
          </a:p>
        </p:txBody>
      </p:sp>
      <p:sp>
        <p:nvSpPr>
          <p:cNvPr id="18" name="Great job!" descr="Great job!"/>
          <p:cNvSpPr/>
          <p:nvPr/>
        </p:nvSpPr>
        <p:spPr>
          <a:xfrm>
            <a:off x="9080500" y="1016000"/>
            <a:ext cx="3048000" cy="1460500"/>
          </a:xfrm>
          <a:prstGeom prst="cloudCallout">
            <a:avLst/>
          </a:prstGeom>
          <a:solidFill>
            <a:srgbClr val="FFFFFF"/>
          </a:solidFill>
          <a:ln w="50800">
            <a:solidFill>
              <a:srgbClr val="2FB57A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2500" b="1" lang="en-US">
                <a:solidFill>
                  <a:srgbClr val="2FB57A"/>
                </a:solidFill>
                <a:latin typeface="Arial"/>
                <a:cs typeface="Arial"/>
              </a:rPr>
              <a:t>Great job!</a:t>
            </a:r>
          </a:p>
        </p:txBody>
      </p:sp>
      <p:sp>
        <p:nvSpPr>
          <p:cNvPr id="19" name="Next button">
            <a:hlinkClick action="ppaction://hlinksldjump" r:id="rId3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Next arrow">
            <a:hlinkClick action="ppaction://hlinksldjump" r:id="rId3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1" name="sound anchor" descr="sound anchor (invisible)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700" y="12700"/>
            <a:ext cx="25400" cy="25400"/>
          </a:xfrm>
          <a:prstGeom prst="rect">
            <a:avLst/>
          </a:prstGeom>
        </p:spPr>
      </p:pic>
    </p:spTree>
  </p:cSld>
  <p:clrMapOvr>
    <a:masterClrMapping/>
  </p:clrMapOvr>
  <p:transition advClick="0">
    <p:sndAc>
      <p:stSnd>
        <p:snd r:embed="rId4" name="bonk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9" dur="970" fill="hold" repeatCount="indefinite" autoRev="1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2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1" dur="1210" fill="hold" repeatCount="indefinite" autoRev="1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4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3" dur="1330" fill="hold" repeatCount="indefinite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6" presetID="0" presetClass="path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5" dur="1450" fill="hold" repeatCount="indefinite" autoRev="1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1" presetID="53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8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0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100000">
                                        <p:cTn id="2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6" name="cheer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Pop every balloon with"/>
          <p:cNvSpPr/>
          <p:nvPr/>
        </p:nvSpPr>
        <p:spPr>
          <a:xfrm>
            <a:off x="2730500" y="190500"/>
            <a:ext cx="546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900" b="1" lang="en-US">
                <a:solidFill>
                  <a:srgbClr val="2E2640"/>
                </a:solidFill>
                <a:latin typeface="Arial"/>
                <a:cs typeface="Arial"/>
              </a:rPr>
              <a:t>Pop every balloon with</a:t>
            </a:r>
          </a:p>
        </p:txBody>
      </p:sp>
      <p:sp>
        <p:nvSpPr>
          <p:cNvPr id="5" name="Find ذِ" descr="ذِ"/>
          <p:cNvSpPr/>
          <p:nvPr/>
        </p:nvSpPr>
        <p:spPr>
          <a:xfrm>
            <a:off x="81915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ذِ</a:t>
            </a:r>
          </a:p>
        </p:txBody>
      </p:sp>
      <p:sp>
        <p:nvSpPr>
          <p:cNvPr id="6" name="Star place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Balloon 1" descr="Balloon 1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5500" y="1905000"/>
            <a:ext cx="1651000" cy="2857500"/>
          </a:xfrm>
          <a:prstGeom prst="rect">
            <a:avLst/>
          </a:prstGeom>
        </p:spPr>
      </p:pic>
      <p:sp>
        <p:nvSpPr>
          <p:cNvPr id="9" name="Balloon letter 1 ذِ" descr="ذِ">
            <a:hlinkClick action="ppaction://hlinksldjump" r:id="rId7"/>
          </p:cNvPr>
          <p:cNvSpPr/>
          <p:nvPr/>
        </p:nvSpPr>
        <p:spPr>
          <a:xfrm>
            <a:off x="952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ذِ</a:t>
            </a:r>
          </a:p>
        </p:txBody>
      </p:sp>
      <p:pic>
        <p:nvPicPr>
          <p:cNvPr id="10" name="Balloon 2" descr="Balloon 2">
            <a:hlinkClick action="ppaction://hlinksldjump" r:id="rId8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48000" y="2286000"/>
            <a:ext cx="1651000" cy="2857500"/>
          </a:xfrm>
          <a:prstGeom prst="rect">
            <a:avLst/>
          </a:prstGeom>
        </p:spPr>
      </p:pic>
      <p:sp>
        <p:nvSpPr>
          <p:cNvPr id="11" name="Balloon letter 2 غِ" descr="غِ">
            <a:hlinkClick action="ppaction://hlinksldjump" r:id="rId8"/>
          </p:cNvPr>
          <p:cNvSpPr/>
          <p:nvPr/>
        </p:nvSpPr>
        <p:spPr>
          <a:xfrm>
            <a:off x="3175000" y="2520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غِ</a:t>
            </a:r>
          </a:p>
        </p:txBody>
      </p:sp>
      <p:pic>
        <p:nvPicPr>
          <p:cNvPr id="12" name="Balloon 3" descr="Balloon 3">
            <a:hlinkClick action="ppaction://hlinksldjump" r:id="rId8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70500" y="1905000"/>
            <a:ext cx="1651000" cy="2857500"/>
          </a:xfrm>
          <a:prstGeom prst="rect">
            <a:avLst/>
          </a:prstGeom>
        </p:spPr>
      </p:pic>
      <p:sp>
        <p:nvSpPr>
          <p:cNvPr id="13" name="Balloon letter 3 مِ" descr="مِ">
            <a:hlinkClick action="ppaction://hlinksldjump" r:id="rId8"/>
          </p:cNvPr>
          <p:cNvSpPr/>
          <p:nvPr/>
        </p:nvSpPr>
        <p:spPr>
          <a:xfrm>
            <a:off x="5397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مِ</a:t>
            </a:r>
          </a:p>
        </p:txBody>
      </p:sp>
      <p:pic>
        <p:nvPicPr>
          <p:cNvPr id="14" name="Balloon 4" descr="Balloon 4">
            <a:hlinkClick action="ppaction://hlinksldjump" r:id="rId8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3000" y="2286000"/>
            <a:ext cx="1651000" cy="2857500"/>
          </a:xfrm>
          <a:prstGeom prst="rect">
            <a:avLst/>
          </a:prstGeom>
        </p:spPr>
      </p:pic>
      <p:sp>
        <p:nvSpPr>
          <p:cNvPr id="15" name="Balloon letter 4 هِ" descr="هِ">
            <a:hlinkClick action="ppaction://hlinksldjump" r:id="rId8"/>
          </p:cNvPr>
          <p:cNvSpPr/>
          <p:nvPr/>
        </p:nvSpPr>
        <p:spPr>
          <a:xfrm>
            <a:off x="7620000" y="2520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هِ</a:t>
            </a:r>
          </a:p>
        </p:txBody>
      </p:sp>
      <p:pic>
        <p:nvPicPr>
          <p:cNvPr id="16" name="Balloon 5" descr="Balloon 5">
            <a:hlinkClick action="ppaction://hlinksldjump" r:id="rId9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715500" y="1905000"/>
            <a:ext cx="1651000" cy="2857500"/>
          </a:xfrm>
          <a:prstGeom prst="rect">
            <a:avLst/>
          </a:prstGeom>
        </p:spPr>
      </p:pic>
      <p:sp>
        <p:nvSpPr>
          <p:cNvPr id="17" name="Balloon letter 5 ذِ" descr="ذِ">
            <a:hlinkClick action="ppaction://hlinksldjump" r:id="rId9"/>
          </p:cNvPr>
          <p:cNvSpPr/>
          <p:nvPr/>
        </p:nvSpPr>
        <p:spPr>
          <a:xfrm>
            <a:off x="9842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ذِ</a:t>
            </a:r>
          </a:p>
        </p:txBody>
      </p:sp>
      <p:sp>
        <p:nvSpPr>
          <p:cNvPr id="18" name="Next button">
            <a:hlinkClick action="ppaction://hlinksldjump" r:id="rId10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Next arrow">
            <a:hlinkClick action="ppaction://hlinksldjump" r:id="rId10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4" dur="1500" fill="hold" repeatCount="indefinite" autoRev="1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6" dur="150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8" dur="1670" fill="hold" repeatCount="indefinite" autoRev="1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0" dur="1670" fill="hold" repeatCount="indefinite" autoRev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2" dur="184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4" dur="1840" fill="hold" repeatCount="indefinite" autoRev="1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7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6" dur="2010" fill="hold" repeatCount="indefinite" autoRev="1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9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8" dur="2010" fill="hold" repeatCount="indefinite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1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20" dur="2180" fill="hold" repeatCount="indefinite" autoRev="1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3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22" dur="2180" fill="hold" repeatCount="indefinite" autoRev="1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8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Pop every balloon with"/>
          <p:cNvSpPr/>
          <p:nvPr/>
        </p:nvSpPr>
        <p:spPr>
          <a:xfrm>
            <a:off x="2730500" y="190500"/>
            <a:ext cx="546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900" b="1" lang="en-US">
                <a:solidFill>
                  <a:srgbClr val="2E2640"/>
                </a:solidFill>
                <a:latin typeface="Arial"/>
                <a:cs typeface="Arial"/>
              </a:rPr>
              <a:t>Pop every balloon with</a:t>
            </a:r>
          </a:p>
        </p:txBody>
      </p:sp>
      <p:sp>
        <p:nvSpPr>
          <p:cNvPr id="5" name="Find ذِ" descr="ذِ"/>
          <p:cNvSpPr/>
          <p:nvPr/>
        </p:nvSpPr>
        <p:spPr>
          <a:xfrm>
            <a:off x="81915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ذِ</a:t>
            </a:r>
          </a:p>
        </p:txBody>
      </p:sp>
      <p:sp>
        <p:nvSpPr>
          <p:cNvPr id="6" name="Star place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Balloon 1" descr="Balloon 1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5500" y="1905000"/>
            <a:ext cx="1651000" cy="2857500"/>
          </a:xfrm>
          <a:prstGeom prst="rect">
            <a:avLst/>
          </a:prstGeom>
        </p:spPr>
      </p:pic>
      <p:sp>
        <p:nvSpPr>
          <p:cNvPr id="9" name="Balloon letter 1 ذِ" descr="ذِ">
            <a:hlinkClick action="ppaction://hlinksldjump" r:id="rId7"/>
          </p:cNvPr>
          <p:cNvSpPr/>
          <p:nvPr/>
        </p:nvSpPr>
        <p:spPr>
          <a:xfrm>
            <a:off x="952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ذِ</a:t>
            </a:r>
          </a:p>
        </p:txBody>
      </p:sp>
      <p:pic>
        <p:nvPicPr>
          <p:cNvPr id="10" name="Balloon 2" descr="Balloon 2">
            <a:hlinkClick action="ppaction://hlinksldjump" r:id="rId8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48000" y="2286000"/>
            <a:ext cx="1651000" cy="2857500"/>
          </a:xfrm>
          <a:prstGeom prst="rect">
            <a:avLst/>
          </a:prstGeom>
        </p:spPr>
      </p:pic>
      <p:sp>
        <p:nvSpPr>
          <p:cNvPr id="11" name="Balloon letter 2 غِ" descr="غِ">
            <a:hlinkClick action="ppaction://hlinksldjump" r:id="rId8"/>
          </p:cNvPr>
          <p:cNvSpPr/>
          <p:nvPr/>
        </p:nvSpPr>
        <p:spPr>
          <a:xfrm>
            <a:off x="3175000" y="2520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غِ</a:t>
            </a:r>
          </a:p>
        </p:txBody>
      </p:sp>
      <p:pic>
        <p:nvPicPr>
          <p:cNvPr id="12" name="Balloon 3" descr="Balloon 3">
            <a:hlinkClick action="ppaction://hlinksldjump" r:id="rId8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70500" y="1905000"/>
            <a:ext cx="1651000" cy="2857500"/>
          </a:xfrm>
          <a:prstGeom prst="rect">
            <a:avLst/>
          </a:prstGeom>
        </p:spPr>
      </p:pic>
      <p:sp>
        <p:nvSpPr>
          <p:cNvPr id="13" name="Balloon letter 3 مِ" descr="مِ">
            <a:hlinkClick action="ppaction://hlinksldjump" r:id="rId8"/>
          </p:cNvPr>
          <p:cNvSpPr/>
          <p:nvPr/>
        </p:nvSpPr>
        <p:spPr>
          <a:xfrm>
            <a:off x="5397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مِ</a:t>
            </a:r>
          </a:p>
        </p:txBody>
      </p:sp>
      <p:pic>
        <p:nvPicPr>
          <p:cNvPr id="14" name="Balloon 4" descr="Balloon 4">
            <a:hlinkClick action="ppaction://hlinksldjump" r:id="rId8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3000" y="2286000"/>
            <a:ext cx="1651000" cy="2857500"/>
          </a:xfrm>
          <a:prstGeom prst="rect">
            <a:avLst/>
          </a:prstGeom>
        </p:spPr>
      </p:pic>
      <p:sp>
        <p:nvSpPr>
          <p:cNvPr id="15" name="Balloon letter 4 هِ" descr="هِ">
            <a:hlinkClick action="ppaction://hlinksldjump" r:id="rId8"/>
          </p:cNvPr>
          <p:cNvSpPr/>
          <p:nvPr/>
        </p:nvSpPr>
        <p:spPr>
          <a:xfrm>
            <a:off x="7620000" y="2520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هِ</a:t>
            </a:r>
          </a:p>
        </p:txBody>
      </p:sp>
      <p:pic>
        <p:nvPicPr>
          <p:cNvPr id="16" name="Balloon 5" descr="Balloon 5">
            <a:hlinkClick action="ppaction://hlinksldjump" r:id="rId9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715500" y="1905000"/>
            <a:ext cx="1651000" cy="2857500"/>
          </a:xfrm>
          <a:prstGeom prst="rect">
            <a:avLst/>
          </a:prstGeom>
        </p:spPr>
      </p:pic>
      <p:sp>
        <p:nvSpPr>
          <p:cNvPr id="17" name="Balloon letter 5 ذِ" descr="ذِ">
            <a:hlinkClick action="ppaction://hlinksldjump" r:id="rId9"/>
          </p:cNvPr>
          <p:cNvSpPr/>
          <p:nvPr/>
        </p:nvSpPr>
        <p:spPr>
          <a:xfrm>
            <a:off x="9842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ذِ</a:t>
            </a:r>
          </a:p>
        </p:txBody>
      </p:sp>
      <p:sp>
        <p:nvSpPr>
          <p:cNvPr id="18" name="Try again!" descr="Try again!"/>
          <p:cNvSpPr/>
          <p:nvPr/>
        </p:nvSpPr>
        <p:spPr>
          <a:xfrm>
            <a:off x="7937500" y="5270500"/>
            <a:ext cx="3048000" cy="1460500"/>
          </a:xfrm>
          <a:prstGeom prst="cloudCallout">
            <a:avLst/>
          </a:prstGeom>
          <a:solidFill>
            <a:srgbClr val="FFFFFF"/>
          </a:solidFill>
          <a:ln w="50800">
            <a:solidFill>
              <a:srgbClr val="E5536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2500" b="1" lang="en-US">
                <a:solidFill>
                  <a:srgbClr val="E5536F"/>
                </a:solidFill>
                <a:latin typeface="Arial"/>
                <a:cs typeface="Arial"/>
              </a:rPr>
              <a:t>Try again!</a:t>
            </a:r>
          </a:p>
        </p:txBody>
      </p:sp>
      <p:sp>
        <p:nvSpPr>
          <p:cNvPr id="19" name="Next button">
            <a:hlinkClick action="ppaction://hlinksldjump" r:id="rId10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Next arrow">
            <a:hlinkClick action="ppaction://hlinksldjump" r:id="rId10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11" name="boing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4" dur="1500" fill="hold" repeatCount="indefinite" autoRev="1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6" dur="150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8" dur="1670" fill="hold" repeatCount="indefinite" autoRev="1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0" dur="1670" fill="hold" repeatCount="indefinite" autoRev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2" dur="184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4" dur="1840" fill="hold" repeatCount="indefinite" autoRev="1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7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6" dur="2010" fill="hold" repeatCount="indefinite" autoRev="1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9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8" dur="2010" fill="hold" repeatCount="indefinite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1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20" dur="2180" fill="hold" repeatCount="indefinite" autoRev="1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3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22" dur="2180" fill="hold" repeatCount="indefinite" autoRev="1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8" presetID="53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9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Pop every balloon with"/>
          <p:cNvSpPr/>
          <p:nvPr/>
        </p:nvSpPr>
        <p:spPr>
          <a:xfrm>
            <a:off x="2730500" y="190500"/>
            <a:ext cx="546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900" b="1" lang="en-US">
                <a:solidFill>
                  <a:srgbClr val="2E2640"/>
                </a:solidFill>
                <a:latin typeface="Arial"/>
                <a:cs typeface="Arial"/>
              </a:rPr>
              <a:t>Pop every balloon with</a:t>
            </a:r>
          </a:p>
        </p:txBody>
      </p:sp>
      <p:sp>
        <p:nvSpPr>
          <p:cNvPr id="5" name="Find ذِ" descr="ذِ"/>
          <p:cNvSpPr/>
          <p:nvPr/>
        </p:nvSpPr>
        <p:spPr>
          <a:xfrm>
            <a:off x="81915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ذِ</a:t>
            </a:r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Balloon 2" descr="Balloon 2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48000" y="2286000"/>
            <a:ext cx="1651000" cy="2857500"/>
          </a:xfrm>
          <a:prstGeom prst="rect">
            <a:avLst/>
          </a:prstGeom>
        </p:spPr>
      </p:pic>
      <p:sp>
        <p:nvSpPr>
          <p:cNvPr id="9" name="Balloon letter 2 غِ" descr="غِ">
            <a:hlinkClick action="ppaction://hlinksldjump" r:id="rId7"/>
          </p:cNvPr>
          <p:cNvSpPr/>
          <p:nvPr/>
        </p:nvSpPr>
        <p:spPr>
          <a:xfrm>
            <a:off x="3175000" y="2520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غِ</a:t>
            </a:r>
          </a:p>
        </p:txBody>
      </p:sp>
      <p:pic>
        <p:nvPicPr>
          <p:cNvPr id="10" name="Balloon 3" descr="Balloon 3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70500" y="1905000"/>
            <a:ext cx="1651000" cy="2857500"/>
          </a:xfrm>
          <a:prstGeom prst="rect">
            <a:avLst/>
          </a:prstGeom>
        </p:spPr>
      </p:pic>
      <p:sp>
        <p:nvSpPr>
          <p:cNvPr id="11" name="Balloon letter 3 مِ" descr="مِ">
            <a:hlinkClick action="ppaction://hlinksldjump" r:id="rId7"/>
          </p:cNvPr>
          <p:cNvSpPr/>
          <p:nvPr/>
        </p:nvSpPr>
        <p:spPr>
          <a:xfrm>
            <a:off x="5397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مِ</a:t>
            </a:r>
          </a:p>
        </p:txBody>
      </p:sp>
      <p:pic>
        <p:nvPicPr>
          <p:cNvPr id="12" name="Balloon 4" descr="Balloon 4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93000" y="2286000"/>
            <a:ext cx="1651000" cy="2857500"/>
          </a:xfrm>
          <a:prstGeom prst="rect">
            <a:avLst/>
          </a:prstGeom>
        </p:spPr>
      </p:pic>
      <p:sp>
        <p:nvSpPr>
          <p:cNvPr id="13" name="Balloon letter 4 هِ" descr="هِ">
            <a:hlinkClick action="ppaction://hlinksldjump" r:id="rId7"/>
          </p:cNvPr>
          <p:cNvSpPr/>
          <p:nvPr/>
        </p:nvSpPr>
        <p:spPr>
          <a:xfrm>
            <a:off x="7620000" y="2520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هِ</a:t>
            </a:r>
          </a:p>
        </p:txBody>
      </p:sp>
      <p:pic>
        <p:nvPicPr>
          <p:cNvPr id="14" name="Balloon 5" descr="Balloon 5">
            <a:hlinkClick action="ppaction://hlinksldjump" r:id="rId8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715500" y="1905000"/>
            <a:ext cx="1651000" cy="2857500"/>
          </a:xfrm>
          <a:prstGeom prst="rect">
            <a:avLst/>
          </a:prstGeom>
        </p:spPr>
      </p:pic>
      <p:sp>
        <p:nvSpPr>
          <p:cNvPr id="15" name="Balloon letter 5 ذِ" descr="ذِ">
            <a:hlinkClick action="ppaction://hlinksldjump" r:id="rId8"/>
          </p:cNvPr>
          <p:cNvSpPr/>
          <p:nvPr/>
        </p:nvSpPr>
        <p:spPr>
          <a:xfrm>
            <a:off x="9842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ذِ</a:t>
            </a:r>
          </a:p>
        </p:txBody>
      </p:sp>
      <p:sp>
        <p:nvSpPr>
          <p:cNvPr id="16" name="Next button">
            <a:hlinkClick action="ppaction://hlinksldjump" r:id="rId9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Next arrow">
            <a:hlinkClick action="ppaction://hlinksldjump" r:id="rId9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10" name="po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9" dur="1670" fill="hold" repeatCount="indefinite" autoRev="1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2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1" dur="167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4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3" dur="1840" fill="hold" repeatCount="indefinite" autoRev="1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6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5" dur="1840" fill="hold" repeatCount="indefinite" autoRev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8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7" dur="201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0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9" dur="2010" fill="hold" repeatCount="indefinite" autoRev="1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2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21" dur="2180" fill="hold" repeatCount="indefinite" autoRev="1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4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23" dur="2180" fill="hold" repeatCount="indefinite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0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Pop every balloon with"/>
          <p:cNvSpPr/>
          <p:nvPr/>
        </p:nvSpPr>
        <p:spPr>
          <a:xfrm>
            <a:off x="2730500" y="190500"/>
            <a:ext cx="546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900" b="1" lang="en-US">
                <a:solidFill>
                  <a:srgbClr val="2E2640"/>
                </a:solidFill>
                <a:latin typeface="Arial"/>
                <a:cs typeface="Arial"/>
              </a:rPr>
              <a:t>Pop every balloon with</a:t>
            </a:r>
          </a:p>
        </p:txBody>
      </p:sp>
      <p:sp>
        <p:nvSpPr>
          <p:cNvPr id="5" name="Find ذِ" descr="ذِ"/>
          <p:cNvSpPr/>
          <p:nvPr/>
        </p:nvSpPr>
        <p:spPr>
          <a:xfrm>
            <a:off x="81915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ذِ</a:t>
            </a:r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Balloon 2" descr="Balloon 2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48000" y="2286000"/>
            <a:ext cx="1651000" cy="2857500"/>
          </a:xfrm>
          <a:prstGeom prst="rect">
            <a:avLst/>
          </a:prstGeom>
        </p:spPr>
      </p:pic>
      <p:sp>
        <p:nvSpPr>
          <p:cNvPr id="9" name="Balloon letter 2 غِ" descr="غِ">
            <a:hlinkClick action="ppaction://hlinksldjump" r:id="rId7"/>
          </p:cNvPr>
          <p:cNvSpPr/>
          <p:nvPr/>
        </p:nvSpPr>
        <p:spPr>
          <a:xfrm>
            <a:off x="3175000" y="2520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غِ</a:t>
            </a:r>
          </a:p>
        </p:txBody>
      </p:sp>
      <p:pic>
        <p:nvPicPr>
          <p:cNvPr id="10" name="Balloon 3" descr="Balloon 3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70500" y="1905000"/>
            <a:ext cx="1651000" cy="2857500"/>
          </a:xfrm>
          <a:prstGeom prst="rect">
            <a:avLst/>
          </a:prstGeom>
        </p:spPr>
      </p:pic>
      <p:sp>
        <p:nvSpPr>
          <p:cNvPr id="11" name="Balloon letter 3 مِ" descr="مِ">
            <a:hlinkClick action="ppaction://hlinksldjump" r:id="rId7"/>
          </p:cNvPr>
          <p:cNvSpPr/>
          <p:nvPr/>
        </p:nvSpPr>
        <p:spPr>
          <a:xfrm>
            <a:off x="5397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مِ</a:t>
            </a:r>
          </a:p>
        </p:txBody>
      </p:sp>
      <p:pic>
        <p:nvPicPr>
          <p:cNvPr id="12" name="Balloon 4" descr="Balloon 4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93000" y="2286000"/>
            <a:ext cx="1651000" cy="2857500"/>
          </a:xfrm>
          <a:prstGeom prst="rect">
            <a:avLst/>
          </a:prstGeom>
        </p:spPr>
      </p:pic>
      <p:sp>
        <p:nvSpPr>
          <p:cNvPr id="13" name="Balloon letter 4 هِ" descr="هِ">
            <a:hlinkClick action="ppaction://hlinksldjump" r:id="rId7"/>
          </p:cNvPr>
          <p:cNvSpPr/>
          <p:nvPr/>
        </p:nvSpPr>
        <p:spPr>
          <a:xfrm>
            <a:off x="7620000" y="2520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هِ</a:t>
            </a:r>
          </a:p>
        </p:txBody>
      </p:sp>
      <p:pic>
        <p:nvPicPr>
          <p:cNvPr id="14" name="Balloon 5" descr="Balloon 5">
            <a:hlinkClick action="ppaction://hlinksldjump" r:id="rId8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715500" y="1905000"/>
            <a:ext cx="1651000" cy="2857500"/>
          </a:xfrm>
          <a:prstGeom prst="rect">
            <a:avLst/>
          </a:prstGeom>
        </p:spPr>
      </p:pic>
      <p:sp>
        <p:nvSpPr>
          <p:cNvPr id="15" name="Balloon letter 5 ذِ" descr="ذِ">
            <a:hlinkClick action="ppaction://hlinksldjump" r:id="rId8"/>
          </p:cNvPr>
          <p:cNvSpPr/>
          <p:nvPr/>
        </p:nvSpPr>
        <p:spPr>
          <a:xfrm>
            <a:off x="9842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ذِ</a:t>
            </a:r>
          </a:p>
        </p:txBody>
      </p:sp>
      <p:sp>
        <p:nvSpPr>
          <p:cNvPr id="16" name="Try again!" descr="Try again!"/>
          <p:cNvSpPr/>
          <p:nvPr/>
        </p:nvSpPr>
        <p:spPr>
          <a:xfrm>
            <a:off x="7937500" y="5270500"/>
            <a:ext cx="3048000" cy="1460500"/>
          </a:xfrm>
          <a:prstGeom prst="cloudCallout">
            <a:avLst/>
          </a:prstGeom>
          <a:solidFill>
            <a:srgbClr val="FFFFFF"/>
          </a:solidFill>
          <a:ln w="50800">
            <a:solidFill>
              <a:srgbClr val="E5536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2500" b="1" lang="en-US">
                <a:solidFill>
                  <a:srgbClr val="E5536F"/>
                </a:solidFill>
                <a:latin typeface="Arial"/>
                <a:cs typeface="Arial"/>
              </a:rPr>
              <a:t>Try again!</a:t>
            </a:r>
          </a:p>
        </p:txBody>
      </p:sp>
      <p:sp>
        <p:nvSpPr>
          <p:cNvPr id="17" name="Next button">
            <a:hlinkClick action="ppaction://hlinksldjump" r:id="rId9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Next arrow">
            <a:hlinkClick action="ppaction://hlinksldjump" r:id="rId9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10" name="boing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4" dur="1670" fill="hold" repeatCount="indefinite" autoRev="1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6" dur="167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8" dur="1840" fill="hold" repeatCount="indefinite" autoRev="1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0" dur="1840" fill="hold" repeatCount="indefinite" autoRev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2" dur="201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4" dur="2010" fill="hold" repeatCount="indefinite" autoRev="1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7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6" dur="2180" fill="hold" repeatCount="indefinite" autoRev="1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9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8" dur="2180" fill="hold" repeatCount="indefinite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4" presetID="53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1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Pop every balloon with"/>
          <p:cNvSpPr/>
          <p:nvPr/>
        </p:nvSpPr>
        <p:spPr>
          <a:xfrm>
            <a:off x="2730500" y="190500"/>
            <a:ext cx="546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900" b="1" lang="en-US">
                <a:solidFill>
                  <a:srgbClr val="2E2640"/>
                </a:solidFill>
                <a:latin typeface="Arial"/>
                <a:cs typeface="Arial"/>
              </a:rPr>
              <a:t>Pop every balloon with</a:t>
            </a:r>
          </a:p>
        </p:txBody>
      </p:sp>
      <p:sp>
        <p:nvSpPr>
          <p:cNvPr id="5" name="Find ذِ" descr="ذِ"/>
          <p:cNvSpPr/>
          <p:nvPr/>
        </p:nvSpPr>
        <p:spPr>
          <a:xfrm>
            <a:off x="81915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ذِ</a:t>
            </a:r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Balloon 1" descr="Balloon 1">
            <a:hlinkClick action="ppaction://hlinksldjump" r:id="rId6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5500" y="1905000"/>
            <a:ext cx="1651000" cy="2857500"/>
          </a:xfrm>
          <a:prstGeom prst="rect">
            <a:avLst/>
          </a:prstGeom>
        </p:spPr>
      </p:pic>
      <p:sp>
        <p:nvSpPr>
          <p:cNvPr id="9" name="Balloon letter 1 ذِ" descr="ذِ">
            <a:hlinkClick action="ppaction://hlinksldjump" r:id="rId6"/>
          </p:cNvPr>
          <p:cNvSpPr/>
          <p:nvPr/>
        </p:nvSpPr>
        <p:spPr>
          <a:xfrm>
            <a:off x="952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ذِ</a:t>
            </a:r>
          </a:p>
        </p:txBody>
      </p:sp>
      <p:pic>
        <p:nvPicPr>
          <p:cNvPr id="10" name="Balloon 2" descr="Balloon 2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48000" y="2286000"/>
            <a:ext cx="1651000" cy="2857500"/>
          </a:xfrm>
          <a:prstGeom prst="rect">
            <a:avLst/>
          </a:prstGeom>
        </p:spPr>
      </p:pic>
      <p:sp>
        <p:nvSpPr>
          <p:cNvPr id="11" name="Balloon letter 2 غِ" descr="غِ">
            <a:hlinkClick action="ppaction://hlinksldjump" r:id="rId7"/>
          </p:cNvPr>
          <p:cNvSpPr/>
          <p:nvPr/>
        </p:nvSpPr>
        <p:spPr>
          <a:xfrm>
            <a:off x="3175000" y="2520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غِ</a:t>
            </a:r>
          </a:p>
        </p:txBody>
      </p:sp>
      <p:pic>
        <p:nvPicPr>
          <p:cNvPr id="12" name="Balloon 3" descr="Balloon 3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70500" y="1905000"/>
            <a:ext cx="1651000" cy="2857500"/>
          </a:xfrm>
          <a:prstGeom prst="rect">
            <a:avLst/>
          </a:prstGeom>
        </p:spPr>
      </p:pic>
      <p:sp>
        <p:nvSpPr>
          <p:cNvPr id="13" name="Balloon letter 3 مِ" descr="مِ">
            <a:hlinkClick action="ppaction://hlinksldjump" r:id="rId7"/>
          </p:cNvPr>
          <p:cNvSpPr/>
          <p:nvPr/>
        </p:nvSpPr>
        <p:spPr>
          <a:xfrm>
            <a:off x="5397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مِ</a:t>
            </a:r>
          </a:p>
        </p:txBody>
      </p:sp>
      <p:pic>
        <p:nvPicPr>
          <p:cNvPr id="14" name="Balloon 4" descr="Balloon 4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3000" y="2286000"/>
            <a:ext cx="1651000" cy="2857500"/>
          </a:xfrm>
          <a:prstGeom prst="rect">
            <a:avLst/>
          </a:prstGeom>
        </p:spPr>
      </p:pic>
      <p:sp>
        <p:nvSpPr>
          <p:cNvPr id="15" name="Balloon letter 4 هِ" descr="هِ">
            <a:hlinkClick action="ppaction://hlinksldjump" r:id="rId7"/>
          </p:cNvPr>
          <p:cNvSpPr/>
          <p:nvPr/>
        </p:nvSpPr>
        <p:spPr>
          <a:xfrm>
            <a:off x="7620000" y="2520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هِ</a:t>
            </a:r>
          </a:p>
        </p:txBody>
      </p:sp>
      <p:sp>
        <p:nvSpPr>
          <p:cNvPr id="16" name="Next button">
            <a:hlinkClick action="ppaction://hlinksldjump" r:id="rId8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Next arrow">
            <a:hlinkClick action="ppaction://hlinksldjump" r:id="rId8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9" name="po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9" dur="1500" fill="hold" repeatCount="indefinite" autoRev="1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2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1" dur="150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4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3" dur="1670" fill="hold" repeatCount="indefinite" autoRev="1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6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5" dur="1670" fill="hold" repeatCount="indefinite" autoRev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8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7" dur="184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0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9" dur="1840" fill="hold" repeatCount="indefinite" autoRev="1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2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21" dur="2010" fill="hold" repeatCount="indefinite" autoRev="1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4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23" dur="2010" fill="hold" repeatCount="indefinite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2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Pop every balloon with"/>
          <p:cNvSpPr/>
          <p:nvPr/>
        </p:nvSpPr>
        <p:spPr>
          <a:xfrm>
            <a:off x="2730500" y="190500"/>
            <a:ext cx="546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900" b="1" lang="en-US">
                <a:solidFill>
                  <a:srgbClr val="2E2640"/>
                </a:solidFill>
                <a:latin typeface="Arial"/>
                <a:cs typeface="Arial"/>
              </a:rPr>
              <a:t>Pop every balloon with</a:t>
            </a:r>
          </a:p>
        </p:txBody>
      </p:sp>
      <p:sp>
        <p:nvSpPr>
          <p:cNvPr id="5" name="Find ذِ" descr="ذِ"/>
          <p:cNvSpPr/>
          <p:nvPr/>
        </p:nvSpPr>
        <p:spPr>
          <a:xfrm>
            <a:off x="81915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ذِ</a:t>
            </a:r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Balloon 1" descr="Balloon 1">
            <a:hlinkClick action="ppaction://hlinksldjump" r:id="rId6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5500" y="1905000"/>
            <a:ext cx="1651000" cy="2857500"/>
          </a:xfrm>
          <a:prstGeom prst="rect">
            <a:avLst/>
          </a:prstGeom>
        </p:spPr>
      </p:pic>
      <p:sp>
        <p:nvSpPr>
          <p:cNvPr id="9" name="Balloon letter 1 ذِ" descr="ذِ">
            <a:hlinkClick action="ppaction://hlinksldjump" r:id="rId6"/>
          </p:cNvPr>
          <p:cNvSpPr/>
          <p:nvPr/>
        </p:nvSpPr>
        <p:spPr>
          <a:xfrm>
            <a:off x="952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ذِ</a:t>
            </a:r>
          </a:p>
        </p:txBody>
      </p:sp>
      <p:pic>
        <p:nvPicPr>
          <p:cNvPr id="10" name="Balloon 2" descr="Balloon 2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48000" y="2286000"/>
            <a:ext cx="1651000" cy="2857500"/>
          </a:xfrm>
          <a:prstGeom prst="rect">
            <a:avLst/>
          </a:prstGeom>
        </p:spPr>
      </p:pic>
      <p:sp>
        <p:nvSpPr>
          <p:cNvPr id="11" name="Balloon letter 2 غِ" descr="غِ">
            <a:hlinkClick action="ppaction://hlinksldjump" r:id="rId7"/>
          </p:cNvPr>
          <p:cNvSpPr/>
          <p:nvPr/>
        </p:nvSpPr>
        <p:spPr>
          <a:xfrm>
            <a:off x="3175000" y="2520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غِ</a:t>
            </a:r>
          </a:p>
        </p:txBody>
      </p:sp>
      <p:pic>
        <p:nvPicPr>
          <p:cNvPr id="12" name="Balloon 3" descr="Balloon 3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70500" y="1905000"/>
            <a:ext cx="1651000" cy="2857500"/>
          </a:xfrm>
          <a:prstGeom prst="rect">
            <a:avLst/>
          </a:prstGeom>
        </p:spPr>
      </p:pic>
      <p:sp>
        <p:nvSpPr>
          <p:cNvPr id="13" name="Balloon letter 3 مِ" descr="مِ">
            <a:hlinkClick action="ppaction://hlinksldjump" r:id="rId7"/>
          </p:cNvPr>
          <p:cNvSpPr/>
          <p:nvPr/>
        </p:nvSpPr>
        <p:spPr>
          <a:xfrm>
            <a:off x="5397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مِ</a:t>
            </a:r>
          </a:p>
        </p:txBody>
      </p:sp>
      <p:pic>
        <p:nvPicPr>
          <p:cNvPr id="14" name="Balloon 4" descr="Balloon 4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3000" y="2286000"/>
            <a:ext cx="1651000" cy="2857500"/>
          </a:xfrm>
          <a:prstGeom prst="rect">
            <a:avLst/>
          </a:prstGeom>
        </p:spPr>
      </p:pic>
      <p:sp>
        <p:nvSpPr>
          <p:cNvPr id="15" name="Balloon letter 4 هِ" descr="هِ">
            <a:hlinkClick action="ppaction://hlinksldjump" r:id="rId7"/>
          </p:cNvPr>
          <p:cNvSpPr/>
          <p:nvPr/>
        </p:nvSpPr>
        <p:spPr>
          <a:xfrm>
            <a:off x="7620000" y="2520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هِ</a:t>
            </a:r>
          </a:p>
        </p:txBody>
      </p:sp>
      <p:sp>
        <p:nvSpPr>
          <p:cNvPr id="16" name="Try again!" descr="Try again!"/>
          <p:cNvSpPr/>
          <p:nvPr/>
        </p:nvSpPr>
        <p:spPr>
          <a:xfrm>
            <a:off x="7937500" y="5270500"/>
            <a:ext cx="3048000" cy="1460500"/>
          </a:xfrm>
          <a:prstGeom prst="cloudCallout">
            <a:avLst/>
          </a:prstGeom>
          <a:solidFill>
            <a:srgbClr val="FFFFFF"/>
          </a:solidFill>
          <a:ln w="50800">
            <a:solidFill>
              <a:srgbClr val="E5536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2500" b="1" lang="en-US">
                <a:solidFill>
                  <a:srgbClr val="E5536F"/>
                </a:solidFill>
                <a:latin typeface="Arial"/>
                <a:cs typeface="Arial"/>
              </a:rPr>
              <a:t>Try again!</a:t>
            </a:r>
          </a:p>
        </p:txBody>
      </p:sp>
      <p:sp>
        <p:nvSpPr>
          <p:cNvPr id="17" name="Next button">
            <a:hlinkClick action="ppaction://hlinksldjump" r:id="rId8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Next arrow">
            <a:hlinkClick action="ppaction://hlinksldjump" r:id="rId8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9" name="boing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4" dur="1500" fill="hold" repeatCount="indefinite" autoRev="1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6" dur="150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8" dur="1670" fill="hold" repeatCount="indefinite" autoRev="1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0" dur="1670" fill="hold" repeatCount="indefinite" autoRev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2" dur="184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4" dur="1840" fill="hold" repeatCount="indefinite" autoRev="1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7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6" dur="2010" fill="hold" repeatCount="indefinite" autoRev="1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9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8" dur="2010" fill="hold" repeatCount="indefinite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4" presetID="53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3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Pop every balloon with"/>
          <p:cNvSpPr/>
          <p:nvPr/>
        </p:nvSpPr>
        <p:spPr>
          <a:xfrm>
            <a:off x="2730500" y="190500"/>
            <a:ext cx="546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900" b="1" lang="en-US">
                <a:solidFill>
                  <a:srgbClr val="2E2640"/>
                </a:solidFill>
                <a:latin typeface="Arial"/>
                <a:cs typeface="Arial"/>
              </a:rPr>
              <a:t>Pop every balloon with</a:t>
            </a:r>
          </a:p>
        </p:txBody>
      </p:sp>
      <p:sp>
        <p:nvSpPr>
          <p:cNvPr id="5" name="Find ذِ" descr="ذِ"/>
          <p:cNvSpPr/>
          <p:nvPr/>
        </p:nvSpPr>
        <p:spPr>
          <a:xfrm>
            <a:off x="81915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ذِ</a:t>
            </a:r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Balloon 2" descr="Balloon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48000" y="2286000"/>
            <a:ext cx="1651000" cy="2857500"/>
          </a:xfrm>
          <a:prstGeom prst="rect">
            <a:avLst/>
          </a:prstGeom>
        </p:spPr>
      </p:pic>
      <p:sp>
        <p:nvSpPr>
          <p:cNvPr id="9" name="Balloon letter 2 غِ" descr="غِ"/>
          <p:cNvSpPr/>
          <p:nvPr/>
        </p:nvSpPr>
        <p:spPr>
          <a:xfrm>
            <a:off x="3175000" y="2520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غِ</a:t>
            </a:r>
          </a:p>
        </p:txBody>
      </p:sp>
      <p:pic>
        <p:nvPicPr>
          <p:cNvPr id="10" name="Balloon 3" descr="Balloon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70500" y="1905000"/>
            <a:ext cx="1651000" cy="2857500"/>
          </a:xfrm>
          <a:prstGeom prst="rect">
            <a:avLst/>
          </a:prstGeom>
        </p:spPr>
      </p:pic>
      <p:sp>
        <p:nvSpPr>
          <p:cNvPr id="11" name="Balloon letter 3 مِ" descr="مِ"/>
          <p:cNvSpPr/>
          <p:nvPr/>
        </p:nvSpPr>
        <p:spPr>
          <a:xfrm>
            <a:off x="5397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مِ</a:t>
            </a:r>
          </a:p>
        </p:txBody>
      </p:sp>
      <p:pic>
        <p:nvPicPr>
          <p:cNvPr id="12" name="Balloon 4" descr="Balloon 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93000" y="2286000"/>
            <a:ext cx="1651000" cy="2857500"/>
          </a:xfrm>
          <a:prstGeom prst="rect">
            <a:avLst/>
          </a:prstGeom>
        </p:spPr>
      </p:pic>
      <p:sp>
        <p:nvSpPr>
          <p:cNvPr id="13" name="Balloon letter 4 هِ" descr="هِ"/>
          <p:cNvSpPr/>
          <p:nvPr/>
        </p:nvSpPr>
        <p:spPr>
          <a:xfrm>
            <a:off x="7620000" y="2520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هِ</a:t>
            </a:r>
          </a:p>
        </p:txBody>
      </p:sp>
      <p:sp>
        <p:nvSpPr>
          <p:cNvPr id="14" name="Great job!" descr="Great job!"/>
          <p:cNvSpPr/>
          <p:nvPr/>
        </p:nvSpPr>
        <p:spPr>
          <a:xfrm>
            <a:off x="7937500" y="5270500"/>
            <a:ext cx="3048000" cy="1460500"/>
          </a:xfrm>
          <a:prstGeom prst="cloudCallout">
            <a:avLst/>
          </a:prstGeom>
          <a:solidFill>
            <a:srgbClr val="FFFFFF"/>
          </a:solidFill>
          <a:ln w="50800">
            <a:solidFill>
              <a:srgbClr val="2FB57A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2500" b="1" lang="en-US">
                <a:solidFill>
                  <a:srgbClr val="2FB57A"/>
                </a:solidFill>
                <a:latin typeface="Arial"/>
                <a:cs typeface="Arial"/>
              </a:rPr>
              <a:t>Great job!</a:t>
            </a:r>
          </a:p>
        </p:txBody>
      </p:sp>
      <p:sp>
        <p:nvSpPr>
          <p:cNvPr id="15" name="Next button">
            <a:hlinkClick action="ppaction://hlinksldjump" r:id="rId6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Next arrow">
            <a:hlinkClick action="ppaction://hlinksldjump" r:id="rId6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7" name="sound anchor" descr="sound anchor (invisible)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2700" y="12700"/>
            <a:ext cx="25400" cy="25400"/>
          </a:xfrm>
          <a:prstGeom prst="rect">
            <a:avLst/>
          </a:prstGeom>
        </p:spPr>
      </p:pic>
    </p:spTree>
  </p:cSld>
  <p:clrMapOvr>
    <a:masterClrMapping/>
  </p:clrMapOvr>
  <p:transition advClick="0">
    <p:sndAc>
      <p:stSnd>
        <p:snd r:embed="rId7" name="po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9" dur="1670" fill="hold" repeatCount="indefinite" autoRev="1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2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1" dur="167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4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3" dur="1840" fill="hold" repeatCount="indefinite" autoRev="1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6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5" dur="1840" fill="hold" repeatCount="indefinite" autoRev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8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7" dur="201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0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9" dur="2010" fill="hold" repeatCount="indefinite" autoRev="1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5" presetID="53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2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100000">
                                        <p:cTn id="2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9" name="cheer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921000" y="190500"/>
            <a:ext cx="6350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Feed me"/>
          <p:cNvSpPr/>
          <p:nvPr/>
        </p:nvSpPr>
        <p:spPr>
          <a:xfrm>
            <a:off x="3048000" y="190500"/>
            <a:ext cx="4826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600" b="1" lang="en-US">
                <a:solidFill>
                  <a:srgbClr val="2E2640"/>
                </a:solidFill>
                <a:latin typeface="Arial"/>
                <a:cs typeface="Arial"/>
              </a:rPr>
              <a:t>Feed me</a:t>
            </a:r>
          </a:p>
        </p:txBody>
      </p:sp>
      <p:sp>
        <p:nvSpPr>
          <p:cNvPr id="5" name="Find ذِ" descr="ذِ"/>
          <p:cNvSpPr/>
          <p:nvPr/>
        </p:nvSpPr>
        <p:spPr>
          <a:xfrm>
            <a:off x="78740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ذِ</a:t>
            </a:r>
          </a:p>
        </p:txBody>
      </p:sp>
      <p:pic>
        <p:nvPicPr>
          <p:cNvPr id="6" name="Monster" descr="Monste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2095500"/>
            <a:ext cx="3810000" cy="3810000"/>
          </a:xfrm>
          <a:prstGeom prst="rect">
            <a:avLst/>
          </a:prstGeom>
        </p:spPr>
      </p:pic>
      <p:pic>
        <p:nvPicPr>
          <p:cNvPr id="7" name="Food 1" descr="Food 1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5000" y="1778000"/>
            <a:ext cx="1905000" cy="1905000"/>
          </a:xfrm>
          <a:prstGeom prst="rect">
            <a:avLst/>
          </a:prstGeom>
        </p:spPr>
      </p:pic>
      <p:sp>
        <p:nvSpPr>
          <p:cNvPr id="8" name="Food letter 1 قِ" descr="قِ">
            <a:hlinkClick action="ppaction://hlinksldjump" r:id="rId7"/>
          </p:cNvPr>
          <p:cNvSpPr/>
          <p:nvPr/>
        </p:nvSpPr>
        <p:spPr>
          <a:xfrm>
            <a:off x="7429500" y="2317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قِ</a:t>
            </a:r>
          </a:p>
        </p:txBody>
      </p:sp>
      <p:pic>
        <p:nvPicPr>
          <p:cNvPr id="9" name="Food 2" descr="Food 2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25000" y="1778000"/>
            <a:ext cx="1905000" cy="1905000"/>
          </a:xfrm>
          <a:prstGeom prst="rect">
            <a:avLst/>
          </a:prstGeom>
        </p:spPr>
      </p:pic>
      <p:sp>
        <p:nvSpPr>
          <p:cNvPr id="10" name="Food letter 2 غِ" descr="غِ">
            <a:hlinkClick action="ppaction://hlinksldjump" r:id="rId7"/>
          </p:cNvPr>
          <p:cNvSpPr/>
          <p:nvPr/>
        </p:nvSpPr>
        <p:spPr>
          <a:xfrm>
            <a:off x="9969500" y="2317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غِ</a:t>
            </a:r>
          </a:p>
        </p:txBody>
      </p:sp>
      <p:pic>
        <p:nvPicPr>
          <p:cNvPr id="11" name="Food 3" descr="Food 3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5000" y="4064000"/>
            <a:ext cx="1905000" cy="1905000"/>
          </a:xfrm>
          <a:prstGeom prst="rect">
            <a:avLst/>
          </a:prstGeom>
        </p:spPr>
      </p:pic>
      <p:sp>
        <p:nvSpPr>
          <p:cNvPr id="12" name="Food letter 3 سِ" descr="سِ">
            <a:hlinkClick action="ppaction://hlinksldjump" r:id="rId7"/>
          </p:cNvPr>
          <p:cNvSpPr/>
          <p:nvPr/>
        </p:nvSpPr>
        <p:spPr>
          <a:xfrm>
            <a:off x="7429500" y="4603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سِ</a:t>
            </a:r>
          </a:p>
        </p:txBody>
      </p:sp>
      <p:pic>
        <p:nvPicPr>
          <p:cNvPr id="13" name="Food 4" descr="Food 4">
            <a:hlinkClick action="ppaction://hlinksldjump" r:id="rId8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25000" y="4064000"/>
            <a:ext cx="1905000" cy="1905000"/>
          </a:xfrm>
          <a:prstGeom prst="rect">
            <a:avLst/>
          </a:prstGeom>
        </p:spPr>
      </p:pic>
      <p:sp>
        <p:nvSpPr>
          <p:cNvPr id="14" name="Food letter 4 ذِ" descr="ذِ">
            <a:hlinkClick action="ppaction://hlinksldjump" r:id="rId8"/>
          </p:cNvPr>
          <p:cNvSpPr/>
          <p:nvPr/>
        </p:nvSpPr>
        <p:spPr>
          <a:xfrm>
            <a:off x="9969500" y="4603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ذِ</a:t>
            </a:r>
          </a:p>
        </p:txBody>
      </p:sp>
      <p:sp>
        <p:nvSpPr>
          <p:cNvPr id="15" name="Next button">
            <a:hlinkClick action="ppaction://hlinksldjump" r:id="rId9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Next arrow">
            <a:hlinkClick action="ppaction://hlinksldjump" r:id="rId9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 spd="med">
    <p:fade/>
  </p:transition>
</p:sld>
</file>

<file path=ppt/slides/slide175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921000" y="190500"/>
            <a:ext cx="6350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Feed me"/>
          <p:cNvSpPr/>
          <p:nvPr/>
        </p:nvSpPr>
        <p:spPr>
          <a:xfrm>
            <a:off x="3048000" y="190500"/>
            <a:ext cx="4826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600" b="1" lang="en-US">
                <a:solidFill>
                  <a:srgbClr val="2E2640"/>
                </a:solidFill>
                <a:latin typeface="Arial"/>
                <a:cs typeface="Arial"/>
              </a:rPr>
              <a:t>Feed me</a:t>
            </a:r>
          </a:p>
        </p:txBody>
      </p:sp>
      <p:sp>
        <p:nvSpPr>
          <p:cNvPr id="5" name="Find ذِ" descr="ذِ"/>
          <p:cNvSpPr/>
          <p:nvPr/>
        </p:nvSpPr>
        <p:spPr>
          <a:xfrm>
            <a:off x="78740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ذِ</a:t>
            </a:r>
          </a:p>
        </p:txBody>
      </p:sp>
      <p:pic>
        <p:nvPicPr>
          <p:cNvPr id="6" name="Monster" descr="Monste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2095500"/>
            <a:ext cx="3810000" cy="3810000"/>
          </a:xfrm>
          <a:prstGeom prst="rect">
            <a:avLst/>
          </a:prstGeom>
        </p:spPr>
      </p:pic>
      <p:pic>
        <p:nvPicPr>
          <p:cNvPr id="7" name="Food 1" descr="Food 1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5000" y="1778000"/>
            <a:ext cx="1905000" cy="1905000"/>
          </a:xfrm>
          <a:prstGeom prst="rect">
            <a:avLst/>
          </a:prstGeom>
        </p:spPr>
      </p:pic>
      <p:sp>
        <p:nvSpPr>
          <p:cNvPr id="8" name="Food letter 1 قِ" descr="قِ">
            <a:hlinkClick action="ppaction://hlinksldjump" r:id="rId7"/>
          </p:cNvPr>
          <p:cNvSpPr/>
          <p:nvPr/>
        </p:nvSpPr>
        <p:spPr>
          <a:xfrm>
            <a:off x="7429500" y="2317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قِ</a:t>
            </a:r>
          </a:p>
        </p:txBody>
      </p:sp>
      <p:pic>
        <p:nvPicPr>
          <p:cNvPr id="9" name="Food 2" descr="Food 2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25000" y="1778000"/>
            <a:ext cx="1905000" cy="1905000"/>
          </a:xfrm>
          <a:prstGeom prst="rect">
            <a:avLst/>
          </a:prstGeom>
        </p:spPr>
      </p:pic>
      <p:sp>
        <p:nvSpPr>
          <p:cNvPr id="10" name="Food letter 2 غِ" descr="غِ">
            <a:hlinkClick action="ppaction://hlinksldjump" r:id="rId7"/>
          </p:cNvPr>
          <p:cNvSpPr/>
          <p:nvPr/>
        </p:nvSpPr>
        <p:spPr>
          <a:xfrm>
            <a:off x="9969500" y="2317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غِ</a:t>
            </a:r>
          </a:p>
        </p:txBody>
      </p:sp>
      <p:pic>
        <p:nvPicPr>
          <p:cNvPr id="11" name="Food 3" descr="Food 3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5000" y="4064000"/>
            <a:ext cx="1905000" cy="1905000"/>
          </a:xfrm>
          <a:prstGeom prst="rect">
            <a:avLst/>
          </a:prstGeom>
        </p:spPr>
      </p:pic>
      <p:sp>
        <p:nvSpPr>
          <p:cNvPr id="12" name="Food letter 3 سِ" descr="سِ">
            <a:hlinkClick action="ppaction://hlinksldjump" r:id="rId7"/>
          </p:cNvPr>
          <p:cNvSpPr/>
          <p:nvPr/>
        </p:nvSpPr>
        <p:spPr>
          <a:xfrm>
            <a:off x="7429500" y="4603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سِ</a:t>
            </a:r>
          </a:p>
        </p:txBody>
      </p:sp>
      <p:pic>
        <p:nvPicPr>
          <p:cNvPr id="13" name="Food 4" descr="Food 4">
            <a:hlinkClick action="ppaction://hlinksldjump" r:id="rId8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25000" y="4064000"/>
            <a:ext cx="1905000" cy="1905000"/>
          </a:xfrm>
          <a:prstGeom prst="rect">
            <a:avLst/>
          </a:prstGeom>
        </p:spPr>
      </p:pic>
      <p:sp>
        <p:nvSpPr>
          <p:cNvPr id="14" name="Food letter 4 ذِ" descr="ذِ">
            <a:hlinkClick action="ppaction://hlinksldjump" r:id="rId8"/>
          </p:cNvPr>
          <p:cNvSpPr/>
          <p:nvPr/>
        </p:nvSpPr>
        <p:spPr>
          <a:xfrm>
            <a:off x="9969500" y="4603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ذِ</a:t>
            </a:r>
          </a:p>
        </p:txBody>
      </p:sp>
      <p:sp>
        <p:nvSpPr>
          <p:cNvPr id="15" name="No, thanks!" descr="No, thanks!"/>
          <p:cNvSpPr/>
          <p:nvPr/>
        </p:nvSpPr>
        <p:spPr>
          <a:xfrm>
            <a:off x="3302000" y="1079500"/>
            <a:ext cx="3302000" cy="1524000"/>
          </a:xfrm>
          <a:prstGeom prst="cloudCallout">
            <a:avLst/>
          </a:prstGeom>
          <a:solidFill>
            <a:srgbClr val="FFFFFF"/>
          </a:solidFill>
          <a:ln w="50800">
            <a:solidFill>
              <a:srgbClr val="E5536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2500" b="1" lang="en-US">
                <a:solidFill>
                  <a:srgbClr val="E5536F"/>
                </a:solidFill>
                <a:latin typeface="Arial"/>
                <a:cs typeface="Arial"/>
              </a:rPr>
              <a:t>No, thanks!</a:t>
            </a:r>
          </a:p>
        </p:txBody>
      </p:sp>
      <p:sp>
        <p:nvSpPr>
          <p:cNvPr id="16" name="Next button">
            <a:hlinkClick action="ppaction://hlinksldjump" r:id="rId9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Next arrow">
            <a:hlinkClick action="ppaction://hlinksldjump" r:id="rId9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10" name="boing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53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" dur="4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4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6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921000" y="190500"/>
            <a:ext cx="6350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Feed me"/>
          <p:cNvSpPr/>
          <p:nvPr/>
        </p:nvSpPr>
        <p:spPr>
          <a:xfrm>
            <a:off x="3048000" y="190500"/>
            <a:ext cx="4826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600" b="1" lang="en-US">
                <a:solidFill>
                  <a:srgbClr val="2E2640"/>
                </a:solidFill>
                <a:latin typeface="Arial"/>
                <a:cs typeface="Arial"/>
              </a:rPr>
              <a:t>Feed me</a:t>
            </a:r>
          </a:p>
        </p:txBody>
      </p:sp>
      <p:sp>
        <p:nvSpPr>
          <p:cNvPr id="5" name="Find ذِ" descr="ذِ"/>
          <p:cNvSpPr/>
          <p:nvPr/>
        </p:nvSpPr>
        <p:spPr>
          <a:xfrm>
            <a:off x="78740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ذِ</a:t>
            </a:r>
          </a:p>
        </p:txBody>
      </p:sp>
      <p:pic>
        <p:nvPicPr>
          <p:cNvPr id="6" name="Monster" descr="Monste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2095500"/>
            <a:ext cx="3810000" cy="3810000"/>
          </a:xfrm>
          <a:prstGeom prst="rect">
            <a:avLst/>
          </a:prstGeom>
        </p:spPr>
      </p:pic>
      <p:pic>
        <p:nvPicPr>
          <p:cNvPr id="7" name="Food 1" descr="Food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5000" y="1778000"/>
            <a:ext cx="1905000" cy="1905000"/>
          </a:xfrm>
          <a:prstGeom prst="rect">
            <a:avLst/>
          </a:prstGeom>
        </p:spPr>
      </p:pic>
      <p:sp>
        <p:nvSpPr>
          <p:cNvPr id="8" name="Food letter 1 قِ" descr="قِ"/>
          <p:cNvSpPr/>
          <p:nvPr/>
        </p:nvSpPr>
        <p:spPr>
          <a:xfrm>
            <a:off x="7429500" y="2317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قِ</a:t>
            </a:r>
          </a:p>
        </p:txBody>
      </p:sp>
      <p:pic>
        <p:nvPicPr>
          <p:cNvPr id="9" name="Food 2" descr="Food 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25000" y="1778000"/>
            <a:ext cx="1905000" cy="1905000"/>
          </a:xfrm>
          <a:prstGeom prst="rect">
            <a:avLst/>
          </a:prstGeom>
        </p:spPr>
      </p:pic>
      <p:sp>
        <p:nvSpPr>
          <p:cNvPr id="10" name="Food letter 2 غِ" descr="غِ"/>
          <p:cNvSpPr/>
          <p:nvPr/>
        </p:nvSpPr>
        <p:spPr>
          <a:xfrm>
            <a:off x="9969500" y="2317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غِ</a:t>
            </a:r>
          </a:p>
        </p:txBody>
      </p:sp>
      <p:pic>
        <p:nvPicPr>
          <p:cNvPr id="11" name="Food 3" descr="Food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5000" y="4064000"/>
            <a:ext cx="1905000" cy="1905000"/>
          </a:xfrm>
          <a:prstGeom prst="rect">
            <a:avLst/>
          </a:prstGeom>
        </p:spPr>
      </p:pic>
      <p:sp>
        <p:nvSpPr>
          <p:cNvPr id="12" name="Food letter 3 سِ" descr="سِ"/>
          <p:cNvSpPr/>
          <p:nvPr/>
        </p:nvSpPr>
        <p:spPr>
          <a:xfrm>
            <a:off x="7429500" y="4603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سِ</a:t>
            </a:r>
          </a:p>
        </p:txBody>
      </p:sp>
      <p:sp>
        <p:nvSpPr>
          <p:cNvPr id="13" name="Yummy!" descr="Yummy!"/>
          <p:cNvSpPr/>
          <p:nvPr/>
        </p:nvSpPr>
        <p:spPr>
          <a:xfrm>
            <a:off x="3302000" y="1079500"/>
            <a:ext cx="3302000" cy="1524000"/>
          </a:xfrm>
          <a:prstGeom prst="cloudCallout">
            <a:avLst/>
          </a:prstGeom>
          <a:solidFill>
            <a:srgbClr val="FFFFFF"/>
          </a:solidFill>
          <a:ln w="50800">
            <a:solidFill>
              <a:srgbClr val="E5536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3200" b="1" lang="en-US">
                <a:solidFill>
                  <a:srgbClr val="E5536F"/>
                </a:solidFill>
                <a:latin typeface="Arial"/>
                <a:cs typeface="Arial"/>
              </a:rPr>
              <a:t>Yummy!</a:t>
            </a:r>
          </a:p>
        </p:txBody>
      </p:sp>
      <p:sp>
        <p:nvSpPr>
          <p:cNvPr id="14" name="Next button">
            <a:hlinkClick action="ppaction://hlinksldjump" r:id="rId6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Next arrow">
            <a:hlinkClick action="ppaction://hlinksldjump" r:id="rId6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6" name="sound anchor" descr="sound anchor (invisible)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2700" y="12700"/>
            <a:ext cx="25400" cy="25400"/>
          </a:xfrm>
          <a:prstGeom prst="rect">
            <a:avLst/>
          </a:prstGeom>
        </p:spPr>
      </p:pic>
    </p:spTree>
  </p:cSld>
  <p:clrMapOvr>
    <a:masterClrMapping/>
  </p:clrMapOvr>
  <p:transition advClick="0">
    <p:sndAc>
      <p:stSnd>
        <p:snd r:embed="rId7" name="munc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2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53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100000">
                                        <p:cTn id="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9" name="cheer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Catch every fish with"/>
          <p:cNvSpPr/>
          <p:nvPr/>
        </p:nvSpPr>
        <p:spPr>
          <a:xfrm>
            <a:off x="2730500" y="190500"/>
            <a:ext cx="546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000" b="1" lang="en-US">
                <a:solidFill>
                  <a:srgbClr val="2E2640"/>
                </a:solidFill>
                <a:latin typeface="Arial"/>
                <a:cs typeface="Arial"/>
              </a:rPr>
              <a:t>Catch every fish with</a:t>
            </a:r>
          </a:p>
        </p:txBody>
      </p:sp>
      <p:sp>
        <p:nvSpPr>
          <p:cNvPr id="5" name="Find رِ" descr="رِ"/>
          <p:cNvSpPr/>
          <p:nvPr/>
        </p:nvSpPr>
        <p:spPr>
          <a:xfrm>
            <a:off x="81915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رِ</a:t>
            </a:r>
          </a:p>
        </p:txBody>
      </p:sp>
      <p:sp>
        <p:nvSpPr>
          <p:cNvPr id="6" name="Star place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Fish 1" descr="Fish 1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0" y="1651000"/>
            <a:ext cx="2286000" cy="1416050"/>
          </a:xfrm>
          <a:prstGeom prst="rect">
            <a:avLst/>
          </a:prstGeom>
        </p:spPr>
      </p:pic>
      <p:sp>
        <p:nvSpPr>
          <p:cNvPr id="9" name="Fish letter 1 فِ" descr="فِ">
            <a:hlinkClick action="ppaction://hlinksldjump" r:id="rId7"/>
          </p:cNvPr>
          <p:cNvSpPr/>
          <p:nvPr/>
        </p:nvSpPr>
        <p:spPr>
          <a:xfrm>
            <a:off x="1682750" y="1885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فِ</a:t>
            </a:r>
          </a:p>
        </p:txBody>
      </p:sp>
      <p:pic>
        <p:nvPicPr>
          <p:cNvPr id="10" name="Fish 2" descr="Fish 2">
            <a:hlinkClick action="ppaction://hlinksldjump" r:id="rId8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67500" y="1905000"/>
            <a:ext cx="2286000" cy="1416050"/>
          </a:xfrm>
          <a:prstGeom prst="rect">
            <a:avLst/>
          </a:prstGeom>
        </p:spPr>
      </p:pic>
      <p:sp>
        <p:nvSpPr>
          <p:cNvPr id="11" name="Fish letter 2 رِ" descr="رِ">
            <a:hlinkClick action="ppaction://hlinksldjump" r:id="rId8"/>
          </p:cNvPr>
          <p:cNvSpPr/>
          <p:nvPr/>
        </p:nvSpPr>
        <p:spPr>
          <a:xfrm>
            <a:off x="7207250" y="2139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رِ</a:t>
            </a:r>
          </a:p>
        </p:txBody>
      </p:sp>
      <p:pic>
        <p:nvPicPr>
          <p:cNvPr id="12" name="Fish 3" descr="Fish 3">
            <a:hlinkClick action="ppaction://hlinksldjump" r:id="rId9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56000" y="3302000"/>
            <a:ext cx="2286000" cy="1416050"/>
          </a:xfrm>
          <a:prstGeom prst="rect">
            <a:avLst/>
          </a:prstGeom>
        </p:spPr>
      </p:pic>
      <p:sp>
        <p:nvSpPr>
          <p:cNvPr id="13" name="Fish letter 3 رِ" descr="رِ">
            <a:hlinkClick action="ppaction://hlinksldjump" r:id="rId9"/>
          </p:cNvPr>
          <p:cNvSpPr/>
          <p:nvPr/>
        </p:nvSpPr>
        <p:spPr>
          <a:xfrm>
            <a:off x="4095750" y="3536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رِ</a:t>
            </a:r>
          </a:p>
        </p:txBody>
      </p:sp>
      <p:pic>
        <p:nvPicPr>
          <p:cNvPr id="14" name="Fish 4" descr="Fish 4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72500" y="3810000"/>
            <a:ext cx="2286000" cy="1416050"/>
          </a:xfrm>
          <a:prstGeom prst="rect">
            <a:avLst/>
          </a:prstGeom>
        </p:spPr>
      </p:pic>
      <p:sp>
        <p:nvSpPr>
          <p:cNvPr id="15" name="Fish letter 4 ظِ" descr="ظِ">
            <a:hlinkClick action="ppaction://hlinksldjump" r:id="rId7"/>
          </p:cNvPr>
          <p:cNvSpPr/>
          <p:nvPr/>
        </p:nvSpPr>
        <p:spPr>
          <a:xfrm>
            <a:off x="9112250" y="4044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ظِ</a:t>
            </a:r>
          </a:p>
        </p:txBody>
      </p:sp>
      <p:pic>
        <p:nvPicPr>
          <p:cNvPr id="16" name="Fish 5" descr="Fish 5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87500" y="4826000"/>
            <a:ext cx="2286000" cy="1416050"/>
          </a:xfrm>
          <a:prstGeom prst="rect">
            <a:avLst/>
          </a:prstGeom>
        </p:spPr>
      </p:pic>
      <p:sp>
        <p:nvSpPr>
          <p:cNvPr id="17" name="Fish letter 5 عِ" descr="عِ">
            <a:hlinkClick action="ppaction://hlinksldjump" r:id="rId7"/>
          </p:cNvPr>
          <p:cNvSpPr/>
          <p:nvPr/>
        </p:nvSpPr>
        <p:spPr>
          <a:xfrm>
            <a:off x="2127250" y="5060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عِ</a:t>
            </a:r>
          </a:p>
        </p:txBody>
      </p:sp>
      <p:sp>
        <p:nvSpPr>
          <p:cNvPr id="18" name="Next button">
            <a:hlinkClick action="ppaction://hlinksldjump" r:id="rId10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Next arrow">
            <a:hlinkClick action="ppaction://hlinksldjump" r:id="rId10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4" dur="2600" fill="hold" repeatCount="indefinite" autoRev="1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6" dur="260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8" dur="2900" fill="hold" repeatCount="indefinite" autoRev="1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10" dur="2900" fill="hold" repeatCount="indefinite" autoRev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12" dur="320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14" dur="3200" fill="hold" repeatCount="indefinite" autoRev="1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7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16" dur="3500" fill="hold" repeatCount="indefinite" autoRev="1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9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18" dur="3500" fill="hold" repeatCount="indefinite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1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20" dur="3800" fill="hold" repeatCount="indefinite" autoRev="1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3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22" dur="3800" fill="hold" repeatCount="indefinite" autoRev="1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8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Catch every fish with"/>
          <p:cNvSpPr/>
          <p:nvPr/>
        </p:nvSpPr>
        <p:spPr>
          <a:xfrm>
            <a:off x="2730500" y="190500"/>
            <a:ext cx="546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000" b="1" lang="en-US">
                <a:solidFill>
                  <a:srgbClr val="2E2640"/>
                </a:solidFill>
                <a:latin typeface="Arial"/>
                <a:cs typeface="Arial"/>
              </a:rPr>
              <a:t>Catch every fish with</a:t>
            </a:r>
          </a:p>
        </p:txBody>
      </p:sp>
      <p:sp>
        <p:nvSpPr>
          <p:cNvPr id="5" name="Find رِ" descr="رِ"/>
          <p:cNvSpPr/>
          <p:nvPr/>
        </p:nvSpPr>
        <p:spPr>
          <a:xfrm>
            <a:off x="81915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رِ</a:t>
            </a:r>
          </a:p>
        </p:txBody>
      </p:sp>
      <p:sp>
        <p:nvSpPr>
          <p:cNvPr id="6" name="Star place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Fish 1" descr="Fish 1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0" y="1651000"/>
            <a:ext cx="2286000" cy="1416050"/>
          </a:xfrm>
          <a:prstGeom prst="rect">
            <a:avLst/>
          </a:prstGeom>
        </p:spPr>
      </p:pic>
      <p:sp>
        <p:nvSpPr>
          <p:cNvPr id="9" name="Fish letter 1 فِ" descr="فِ">
            <a:hlinkClick action="ppaction://hlinksldjump" r:id="rId7"/>
          </p:cNvPr>
          <p:cNvSpPr/>
          <p:nvPr/>
        </p:nvSpPr>
        <p:spPr>
          <a:xfrm>
            <a:off x="1682750" y="1885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فِ</a:t>
            </a:r>
          </a:p>
        </p:txBody>
      </p:sp>
      <p:pic>
        <p:nvPicPr>
          <p:cNvPr id="10" name="Fish 2" descr="Fish 2">
            <a:hlinkClick action="ppaction://hlinksldjump" r:id="rId8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67500" y="1905000"/>
            <a:ext cx="2286000" cy="1416050"/>
          </a:xfrm>
          <a:prstGeom prst="rect">
            <a:avLst/>
          </a:prstGeom>
        </p:spPr>
      </p:pic>
      <p:sp>
        <p:nvSpPr>
          <p:cNvPr id="11" name="Fish letter 2 رِ" descr="رِ">
            <a:hlinkClick action="ppaction://hlinksldjump" r:id="rId8"/>
          </p:cNvPr>
          <p:cNvSpPr/>
          <p:nvPr/>
        </p:nvSpPr>
        <p:spPr>
          <a:xfrm>
            <a:off x="7207250" y="2139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رِ</a:t>
            </a:r>
          </a:p>
        </p:txBody>
      </p:sp>
      <p:pic>
        <p:nvPicPr>
          <p:cNvPr id="12" name="Fish 3" descr="Fish 3">
            <a:hlinkClick action="ppaction://hlinksldjump" r:id="rId9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56000" y="3302000"/>
            <a:ext cx="2286000" cy="1416050"/>
          </a:xfrm>
          <a:prstGeom prst="rect">
            <a:avLst/>
          </a:prstGeom>
        </p:spPr>
      </p:pic>
      <p:sp>
        <p:nvSpPr>
          <p:cNvPr id="13" name="Fish letter 3 رِ" descr="رِ">
            <a:hlinkClick action="ppaction://hlinksldjump" r:id="rId9"/>
          </p:cNvPr>
          <p:cNvSpPr/>
          <p:nvPr/>
        </p:nvSpPr>
        <p:spPr>
          <a:xfrm>
            <a:off x="4095750" y="3536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رِ</a:t>
            </a:r>
          </a:p>
        </p:txBody>
      </p:sp>
      <p:pic>
        <p:nvPicPr>
          <p:cNvPr id="14" name="Fish 4" descr="Fish 4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72500" y="3810000"/>
            <a:ext cx="2286000" cy="1416050"/>
          </a:xfrm>
          <a:prstGeom prst="rect">
            <a:avLst/>
          </a:prstGeom>
        </p:spPr>
      </p:pic>
      <p:sp>
        <p:nvSpPr>
          <p:cNvPr id="15" name="Fish letter 4 ظِ" descr="ظِ">
            <a:hlinkClick action="ppaction://hlinksldjump" r:id="rId7"/>
          </p:cNvPr>
          <p:cNvSpPr/>
          <p:nvPr/>
        </p:nvSpPr>
        <p:spPr>
          <a:xfrm>
            <a:off x="9112250" y="4044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ظِ</a:t>
            </a:r>
          </a:p>
        </p:txBody>
      </p:sp>
      <p:pic>
        <p:nvPicPr>
          <p:cNvPr id="16" name="Fish 5" descr="Fish 5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87500" y="4826000"/>
            <a:ext cx="2286000" cy="1416050"/>
          </a:xfrm>
          <a:prstGeom prst="rect">
            <a:avLst/>
          </a:prstGeom>
        </p:spPr>
      </p:pic>
      <p:sp>
        <p:nvSpPr>
          <p:cNvPr id="17" name="Fish letter 5 عِ" descr="عِ">
            <a:hlinkClick action="ppaction://hlinksldjump" r:id="rId7"/>
          </p:cNvPr>
          <p:cNvSpPr/>
          <p:nvPr/>
        </p:nvSpPr>
        <p:spPr>
          <a:xfrm>
            <a:off x="2127250" y="5060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عِ</a:t>
            </a:r>
          </a:p>
        </p:txBody>
      </p:sp>
      <p:sp>
        <p:nvSpPr>
          <p:cNvPr id="18" name="Try again!" descr="Try again!"/>
          <p:cNvSpPr/>
          <p:nvPr/>
        </p:nvSpPr>
        <p:spPr>
          <a:xfrm>
            <a:off x="7937500" y="5270500"/>
            <a:ext cx="3048000" cy="1460500"/>
          </a:xfrm>
          <a:prstGeom prst="cloudCallout">
            <a:avLst/>
          </a:prstGeom>
          <a:solidFill>
            <a:srgbClr val="FFFFFF"/>
          </a:solidFill>
          <a:ln w="50800">
            <a:solidFill>
              <a:srgbClr val="E5536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2500" b="1" lang="en-US">
                <a:solidFill>
                  <a:srgbClr val="E5536F"/>
                </a:solidFill>
                <a:latin typeface="Arial"/>
                <a:cs typeface="Arial"/>
              </a:rPr>
              <a:t>Try again!</a:t>
            </a:r>
          </a:p>
        </p:txBody>
      </p:sp>
      <p:sp>
        <p:nvSpPr>
          <p:cNvPr id="19" name="Next button">
            <a:hlinkClick action="ppaction://hlinksldjump" r:id="rId10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Next arrow">
            <a:hlinkClick action="ppaction://hlinksldjump" r:id="rId10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11" name="boing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4" dur="2600" fill="hold" repeatCount="indefinite" autoRev="1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6" dur="260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8" dur="2900" fill="hold" repeatCount="indefinite" autoRev="1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10" dur="2900" fill="hold" repeatCount="indefinite" autoRev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12" dur="320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14" dur="3200" fill="hold" repeatCount="indefinite" autoRev="1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7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16" dur="3500" fill="hold" repeatCount="indefinite" autoRev="1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9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18" dur="3500" fill="hold" repeatCount="indefinite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1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20" dur="3800" fill="hold" repeatCount="indefinite" autoRev="1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3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22" dur="3800" fill="hold" repeatCount="indefinite" autoRev="1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8" presetID="53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9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Catch every fish with"/>
          <p:cNvSpPr/>
          <p:nvPr/>
        </p:nvSpPr>
        <p:spPr>
          <a:xfrm>
            <a:off x="2730500" y="190500"/>
            <a:ext cx="546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000" b="1" lang="en-US">
                <a:solidFill>
                  <a:srgbClr val="2E2640"/>
                </a:solidFill>
                <a:latin typeface="Arial"/>
                <a:cs typeface="Arial"/>
              </a:rPr>
              <a:t>Catch every fish with</a:t>
            </a:r>
          </a:p>
        </p:txBody>
      </p:sp>
      <p:sp>
        <p:nvSpPr>
          <p:cNvPr id="5" name="Find رِ" descr="رِ"/>
          <p:cNvSpPr/>
          <p:nvPr/>
        </p:nvSpPr>
        <p:spPr>
          <a:xfrm>
            <a:off x="81915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رِ</a:t>
            </a:r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Fish 1" descr="Fish 1">
            <a:hlinkClick action="ppaction://hlinksldjump" r:id="rId6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0" y="1651000"/>
            <a:ext cx="2286000" cy="1416050"/>
          </a:xfrm>
          <a:prstGeom prst="rect">
            <a:avLst/>
          </a:prstGeom>
        </p:spPr>
      </p:pic>
      <p:sp>
        <p:nvSpPr>
          <p:cNvPr id="9" name="Fish letter 1 فِ" descr="فِ">
            <a:hlinkClick action="ppaction://hlinksldjump" r:id="rId6"/>
          </p:cNvPr>
          <p:cNvSpPr/>
          <p:nvPr/>
        </p:nvSpPr>
        <p:spPr>
          <a:xfrm>
            <a:off x="1682750" y="1885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فِ</a:t>
            </a:r>
          </a:p>
        </p:txBody>
      </p:sp>
      <p:pic>
        <p:nvPicPr>
          <p:cNvPr id="10" name="Fish 3" descr="Fish 3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56000" y="3302000"/>
            <a:ext cx="2286000" cy="1416050"/>
          </a:xfrm>
          <a:prstGeom prst="rect">
            <a:avLst/>
          </a:prstGeom>
        </p:spPr>
      </p:pic>
      <p:sp>
        <p:nvSpPr>
          <p:cNvPr id="11" name="Fish letter 3 رِ" descr="رِ">
            <a:hlinkClick action="ppaction://hlinksldjump" r:id="rId7"/>
          </p:cNvPr>
          <p:cNvSpPr/>
          <p:nvPr/>
        </p:nvSpPr>
        <p:spPr>
          <a:xfrm>
            <a:off x="4095750" y="3536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رِ</a:t>
            </a:r>
          </a:p>
        </p:txBody>
      </p:sp>
      <p:pic>
        <p:nvPicPr>
          <p:cNvPr id="12" name="Fish 4" descr="Fish 4">
            <a:hlinkClick action="ppaction://hlinksldjump" r:id="rId6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72500" y="3810000"/>
            <a:ext cx="2286000" cy="1416050"/>
          </a:xfrm>
          <a:prstGeom prst="rect">
            <a:avLst/>
          </a:prstGeom>
        </p:spPr>
      </p:pic>
      <p:sp>
        <p:nvSpPr>
          <p:cNvPr id="13" name="Fish letter 4 ظِ" descr="ظِ">
            <a:hlinkClick action="ppaction://hlinksldjump" r:id="rId6"/>
          </p:cNvPr>
          <p:cNvSpPr/>
          <p:nvPr/>
        </p:nvSpPr>
        <p:spPr>
          <a:xfrm>
            <a:off x="9112250" y="4044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ظِ</a:t>
            </a:r>
          </a:p>
        </p:txBody>
      </p:sp>
      <p:pic>
        <p:nvPicPr>
          <p:cNvPr id="14" name="Fish 5" descr="Fish 5">
            <a:hlinkClick action="ppaction://hlinksldjump" r:id="rId6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87500" y="4826000"/>
            <a:ext cx="2286000" cy="1416050"/>
          </a:xfrm>
          <a:prstGeom prst="rect">
            <a:avLst/>
          </a:prstGeom>
        </p:spPr>
      </p:pic>
      <p:sp>
        <p:nvSpPr>
          <p:cNvPr id="15" name="Fish letter 5 عِ" descr="عِ">
            <a:hlinkClick action="ppaction://hlinksldjump" r:id="rId6"/>
          </p:cNvPr>
          <p:cNvSpPr/>
          <p:nvPr/>
        </p:nvSpPr>
        <p:spPr>
          <a:xfrm>
            <a:off x="2127250" y="5060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عِ</a:t>
            </a:r>
          </a:p>
        </p:txBody>
      </p:sp>
      <p:sp>
        <p:nvSpPr>
          <p:cNvPr id="16" name="Next button">
            <a:hlinkClick action="ppaction://hlinksldjump" r:id="rId8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Next arrow">
            <a:hlinkClick action="ppaction://hlinksldjump" r:id="rId8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9" name="spla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9" dur="2600" fill="hold" repeatCount="indefinite" autoRev="1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2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11" dur="260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4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13" dur="3200" fill="hold" repeatCount="indefinite" autoRev="1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6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15" dur="3200" fill="hold" repeatCount="indefinite" autoRev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8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17" dur="350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0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19" dur="3500" fill="hold" repeatCount="indefinite" autoRev="1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2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21" dur="3800" fill="hold" repeatCount="indefinite" autoRev="1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4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23" dur="3800" fill="hold" repeatCount="indefinite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0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Catch every fish with"/>
          <p:cNvSpPr/>
          <p:nvPr/>
        </p:nvSpPr>
        <p:spPr>
          <a:xfrm>
            <a:off x="2730500" y="190500"/>
            <a:ext cx="546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000" b="1" lang="en-US">
                <a:solidFill>
                  <a:srgbClr val="2E2640"/>
                </a:solidFill>
                <a:latin typeface="Arial"/>
                <a:cs typeface="Arial"/>
              </a:rPr>
              <a:t>Catch every fish with</a:t>
            </a:r>
          </a:p>
        </p:txBody>
      </p:sp>
      <p:sp>
        <p:nvSpPr>
          <p:cNvPr id="5" name="Find رِ" descr="رِ"/>
          <p:cNvSpPr/>
          <p:nvPr/>
        </p:nvSpPr>
        <p:spPr>
          <a:xfrm>
            <a:off x="81915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رِ</a:t>
            </a:r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Fish 1" descr="Fish 1">
            <a:hlinkClick action="ppaction://hlinksldjump" r:id="rId6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0" y="1651000"/>
            <a:ext cx="2286000" cy="1416050"/>
          </a:xfrm>
          <a:prstGeom prst="rect">
            <a:avLst/>
          </a:prstGeom>
        </p:spPr>
      </p:pic>
      <p:sp>
        <p:nvSpPr>
          <p:cNvPr id="9" name="Fish letter 1 فِ" descr="فِ">
            <a:hlinkClick action="ppaction://hlinksldjump" r:id="rId6"/>
          </p:cNvPr>
          <p:cNvSpPr/>
          <p:nvPr/>
        </p:nvSpPr>
        <p:spPr>
          <a:xfrm>
            <a:off x="1682750" y="1885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فِ</a:t>
            </a:r>
          </a:p>
        </p:txBody>
      </p:sp>
      <p:pic>
        <p:nvPicPr>
          <p:cNvPr id="10" name="Fish 3" descr="Fish 3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56000" y="3302000"/>
            <a:ext cx="2286000" cy="1416050"/>
          </a:xfrm>
          <a:prstGeom prst="rect">
            <a:avLst/>
          </a:prstGeom>
        </p:spPr>
      </p:pic>
      <p:sp>
        <p:nvSpPr>
          <p:cNvPr id="11" name="Fish letter 3 رِ" descr="رِ">
            <a:hlinkClick action="ppaction://hlinksldjump" r:id="rId7"/>
          </p:cNvPr>
          <p:cNvSpPr/>
          <p:nvPr/>
        </p:nvSpPr>
        <p:spPr>
          <a:xfrm>
            <a:off x="4095750" y="3536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رِ</a:t>
            </a:r>
          </a:p>
        </p:txBody>
      </p:sp>
      <p:pic>
        <p:nvPicPr>
          <p:cNvPr id="12" name="Fish 4" descr="Fish 4">
            <a:hlinkClick action="ppaction://hlinksldjump" r:id="rId6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72500" y="3810000"/>
            <a:ext cx="2286000" cy="1416050"/>
          </a:xfrm>
          <a:prstGeom prst="rect">
            <a:avLst/>
          </a:prstGeom>
        </p:spPr>
      </p:pic>
      <p:sp>
        <p:nvSpPr>
          <p:cNvPr id="13" name="Fish letter 4 ظِ" descr="ظِ">
            <a:hlinkClick action="ppaction://hlinksldjump" r:id="rId6"/>
          </p:cNvPr>
          <p:cNvSpPr/>
          <p:nvPr/>
        </p:nvSpPr>
        <p:spPr>
          <a:xfrm>
            <a:off x="9112250" y="4044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ظِ</a:t>
            </a:r>
          </a:p>
        </p:txBody>
      </p:sp>
      <p:pic>
        <p:nvPicPr>
          <p:cNvPr id="14" name="Fish 5" descr="Fish 5">
            <a:hlinkClick action="ppaction://hlinksldjump" r:id="rId6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87500" y="4826000"/>
            <a:ext cx="2286000" cy="1416050"/>
          </a:xfrm>
          <a:prstGeom prst="rect">
            <a:avLst/>
          </a:prstGeom>
        </p:spPr>
      </p:pic>
      <p:sp>
        <p:nvSpPr>
          <p:cNvPr id="15" name="Fish letter 5 عِ" descr="عِ">
            <a:hlinkClick action="ppaction://hlinksldjump" r:id="rId6"/>
          </p:cNvPr>
          <p:cNvSpPr/>
          <p:nvPr/>
        </p:nvSpPr>
        <p:spPr>
          <a:xfrm>
            <a:off x="2127250" y="5060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عِ</a:t>
            </a:r>
          </a:p>
        </p:txBody>
      </p:sp>
      <p:sp>
        <p:nvSpPr>
          <p:cNvPr id="16" name="Try again!" descr="Try again!"/>
          <p:cNvSpPr/>
          <p:nvPr/>
        </p:nvSpPr>
        <p:spPr>
          <a:xfrm>
            <a:off x="7937500" y="5270500"/>
            <a:ext cx="3048000" cy="1460500"/>
          </a:xfrm>
          <a:prstGeom prst="cloudCallout">
            <a:avLst/>
          </a:prstGeom>
          <a:solidFill>
            <a:srgbClr val="FFFFFF"/>
          </a:solidFill>
          <a:ln w="50800">
            <a:solidFill>
              <a:srgbClr val="E5536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2500" b="1" lang="en-US">
                <a:solidFill>
                  <a:srgbClr val="E5536F"/>
                </a:solidFill>
                <a:latin typeface="Arial"/>
                <a:cs typeface="Arial"/>
              </a:rPr>
              <a:t>Try again!</a:t>
            </a:r>
          </a:p>
        </p:txBody>
      </p:sp>
      <p:sp>
        <p:nvSpPr>
          <p:cNvPr id="17" name="Next button">
            <a:hlinkClick action="ppaction://hlinksldjump" r:id="rId8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Next arrow">
            <a:hlinkClick action="ppaction://hlinksldjump" r:id="rId8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9" name="boing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4" dur="2600" fill="hold" repeatCount="indefinite" autoRev="1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6" dur="260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8" dur="3200" fill="hold" repeatCount="indefinite" autoRev="1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10" dur="3200" fill="hold" repeatCount="indefinite" autoRev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12" dur="350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14" dur="3500" fill="hold" repeatCount="indefinite" autoRev="1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7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16" dur="3800" fill="hold" repeatCount="indefinite" autoRev="1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9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18" dur="3800" fill="hold" repeatCount="indefinite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4" presetID="53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1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Catch every fish with"/>
          <p:cNvSpPr/>
          <p:nvPr/>
        </p:nvSpPr>
        <p:spPr>
          <a:xfrm>
            <a:off x="2730500" y="190500"/>
            <a:ext cx="546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000" b="1" lang="en-US">
                <a:solidFill>
                  <a:srgbClr val="2E2640"/>
                </a:solidFill>
                <a:latin typeface="Arial"/>
                <a:cs typeface="Arial"/>
              </a:rPr>
              <a:t>Catch every fish with</a:t>
            </a:r>
          </a:p>
        </p:txBody>
      </p:sp>
      <p:sp>
        <p:nvSpPr>
          <p:cNvPr id="5" name="Find رِ" descr="رِ"/>
          <p:cNvSpPr/>
          <p:nvPr/>
        </p:nvSpPr>
        <p:spPr>
          <a:xfrm>
            <a:off x="81915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رِ</a:t>
            </a:r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Fish 1" descr="Fish 1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0" y="1651000"/>
            <a:ext cx="2286000" cy="1416050"/>
          </a:xfrm>
          <a:prstGeom prst="rect">
            <a:avLst/>
          </a:prstGeom>
        </p:spPr>
      </p:pic>
      <p:sp>
        <p:nvSpPr>
          <p:cNvPr id="9" name="Fish letter 1 فِ" descr="فِ">
            <a:hlinkClick action="ppaction://hlinksldjump" r:id="rId7"/>
          </p:cNvPr>
          <p:cNvSpPr/>
          <p:nvPr/>
        </p:nvSpPr>
        <p:spPr>
          <a:xfrm>
            <a:off x="1682750" y="1885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فِ</a:t>
            </a:r>
          </a:p>
        </p:txBody>
      </p:sp>
      <p:pic>
        <p:nvPicPr>
          <p:cNvPr id="10" name="Fish 2" descr="Fish 2">
            <a:hlinkClick action="ppaction://hlinksldjump" r:id="rId8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67500" y="1905000"/>
            <a:ext cx="2286000" cy="1416050"/>
          </a:xfrm>
          <a:prstGeom prst="rect">
            <a:avLst/>
          </a:prstGeom>
        </p:spPr>
      </p:pic>
      <p:sp>
        <p:nvSpPr>
          <p:cNvPr id="11" name="Fish letter 2 رِ" descr="رِ">
            <a:hlinkClick action="ppaction://hlinksldjump" r:id="rId8"/>
          </p:cNvPr>
          <p:cNvSpPr/>
          <p:nvPr/>
        </p:nvSpPr>
        <p:spPr>
          <a:xfrm>
            <a:off x="7207250" y="2139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رِ</a:t>
            </a:r>
          </a:p>
        </p:txBody>
      </p:sp>
      <p:pic>
        <p:nvPicPr>
          <p:cNvPr id="12" name="Fish 4" descr="Fish 4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72500" y="3810000"/>
            <a:ext cx="2286000" cy="1416050"/>
          </a:xfrm>
          <a:prstGeom prst="rect">
            <a:avLst/>
          </a:prstGeom>
        </p:spPr>
      </p:pic>
      <p:sp>
        <p:nvSpPr>
          <p:cNvPr id="13" name="Fish letter 4 ظِ" descr="ظِ">
            <a:hlinkClick action="ppaction://hlinksldjump" r:id="rId7"/>
          </p:cNvPr>
          <p:cNvSpPr/>
          <p:nvPr/>
        </p:nvSpPr>
        <p:spPr>
          <a:xfrm>
            <a:off x="9112250" y="4044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ظِ</a:t>
            </a:r>
          </a:p>
        </p:txBody>
      </p:sp>
      <p:pic>
        <p:nvPicPr>
          <p:cNvPr id="14" name="Fish 5" descr="Fish 5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87500" y="4826000"/>
            <a:ext cx="2286000" cy="1416050"/>
          </a:xfrm>
          <a:prstGeom prst="rect">
            <a:avLst/>
          </a:prstGeom>
        </p:spPr>
      </p:pic>
      <p:sp>
        <p:nvSpPr>
          <p:cNvPr id="15" name="Fish letter 5 عِ" descr="عِ">
            <a:hlinkClick action="ppaction://hlinksldjump" r:id="rId7"/>
          </p:cNvPr>
          <p:cNvSpPr/>
          <p:nvPr/>
        </p:nvSpPr>
        <p:spPr>
          <a:xfrm>
            <a:off x="2127250" y="5060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عِ</a:t>
            </a:r>
          </a:p>
        </p:txBody>
      </p:sp>
      <p:sp>
        <p:nvSpPr>
          <p:cNvPr id="16" name="Next button">
            <a:hlinkClick action="ppaction://hlinksldjump" r:id="rId9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Next arrow">
            <a:hlinkClick action="ppaction://hlinksldjump" r:id="rId9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10" name="spla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9" dur="2600" fill="hold" repeatCount="indefinite" autoRev="1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2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11" dur="260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4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13" dur="2900" fill="hold" repeatCount="indefinite" autoRev="1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6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15" dur="2900" fill="hold" repeatCount="indefinite" autoRev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8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17" dur="350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0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19" dur="3500" fill="hold" repeatCount="indefinite" autoRev="1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2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21" dur="3800" fill="hold" repeatCount="indefinite" autoRev="1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4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23" dur="3800" fill="hold" repeatCount="indefinite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2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Catch every fish with"/>
          <p:cNvSpPr/>
          <p:nvPr/>
        </p:nvSpPr>
        <p:spPr>
          <a:xfrm>
            <a:off x="2730500" y="190500"/>
            <a:ext cx="546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000" b="1" lang="en-US">
                <a:solidFill>
                  <a:srgbClr val="2E2640"/>
                </a:solidFill>
                <a:latin typeface="Arial"/>
                <a:cs typeface="Arial"/>
              </a:rPr>
              <a:t>Catch every fish with</a:t>
            </a:r>
          </a:p>
        </p:txBody>
      </p:sp>
      <p:sp>
        <p:nvSpPr>
          <p:cNvPr id="5" name="Find رِ" descr="رِ"/>
          <p:cNvSpPr/>
          <p:nvPr/>
        </p:nvSpPr>
        <p:spPr>
          <a:xfrm>
            <a:off x="81915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رِ</a:t>
            </a:r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Fish 1" descr="Fish 1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0" y="1651000"/>
            <a:ext cx="2286000" cy="1416050"/>
          </a:xfrm>
          <a:prstGeom prst="rect">
            <a:avLst/>
          </a:prstGeom>
        </p:spPr>
      </p:pic>
      <p:sp>
        <p:nvSpPr>
          <p:cNvPr id="9" name="Fish letter 1 فِ" descr="فِ">
            <a:hlinkClick action="ppaction://hlinksldjump" r:id="rId7"/>
          </p:cNvPr>
          <p:cNvSpPr/>
          <p:nvPr/>
        </p:nvSpPr>
        <p:spPr>
          <a:xfrm>
            <a:off x="1682750" y="1885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فِ</a:t>
            </a:r>
          </a:p>
        </p:txBody>
      </p:sp>
      <p:pic>
        <p:nvPicPr>
          <p:cNvPr id="10" name="Fish 2" descr="Fish 2">
            <a:hlinkClick action="ppaction://hlinksldjump" r:id="rId8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67500" y="1905000"/>
            <a:ext cx="2286000" cy="1416050"/>
          </a:xfrm>
          <a:prstGeom prst="rect">
            <a:avLst/>
          </a:prstGeom>
        </p:spPr>
      </p:pic>
      <p:sp>
        <p:nvSpPr>
          <p:cNvPr id="11" name="Fish letter 2 رِ" descr="رِ">
            <a:hlinkClick action="ppaction://hlinksldjump" r:id="rId8"/>
          </p:cNvPr>
          <p:cNvSpPr/>
          <p:nvPr/>
        </p:nvSpPr>
        <p:spPr>
          <a:xfrm>
            <a:off x="7207250" y="2139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رِ</a:t>
            </a:r>
          </a:p>
        </p:txBody>
      </p:sp>
      <p:pic>
        <p:nvPicPr>
          <p:cNvPr id="12" name="Fish 4" descr="Fish 4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72500" y="3810000"/>
            <a:ext cx="2286000" cy="1416050"/>
          </a:xfrm>
          <a:prstGeom prst="rect">
            <a:avLst/>
          </a:prstGeom>
        </p:spPr>
      </p:pic>
      <p:sp>
        <p:nvSpPr>
          <p:cNvPr id="13" name="Fish letter 4 ظِ" descr="ظِ">
            <a:hlinkClick action="ppaction://hlinksldjump" r:id="rId7"/>
          </p:cNvPr>
          <p:cNvSpPr/>
          <p:nvPr/>
        </p:nvSpPr>
        <p:spPr>
          <a:xfrm>
            <a:off x="9112250" y="4044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ظِ</a:t>
            </a:r>
          </a:p>
        </p:txBody>
      </p:sp>
      <p:pic>
        <p:nvPicPr>
          <p:cNvPr id="14" name="Fish 5" descr="Fish 5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87500" y="4826000"/>
            <a:ext cx="2286000" cy="1416050"/>
          </a:xfrm>
          <a:prstGeom prst="rect">
            <a:avLst/>
          </a:prstGeom>
        </p:spPr>
      </p:pic>
      <p:sp>
        <p:nvSpPr>
          <p:cNvPr id="15" name="Fish letter 5 عِ" descr="عِ">
            <a:hlinkClick action="ppaction://hlinksldjump" r:id="rId7"/>
          </p:cNvPr>
          <p:cNvSpPr/>
          <p:nvPr/>
        </p:nvSpPr>
        <p:spPr>
          <a:xfrm>
            <a:off x="2127250" y="5060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عِ</a:t>
            </a:r>
          </a:p>
        </p:txBody>
      </p:sp>
      <p:sp>
        <p:nvSpPr>
          <p:cNvPr id="16" name="Try again!" descr="Try again!"/>
          <p:cNvSpPr/>
          <p:nvPr/>
        </p:nvSpPr>
        <p:spPr>
          <a:xfrm>
            <a:off x="7937500" y="5270500"/>
            <a:ext cx="3048000" cy="1460500"/>
          </a:xfrm>
          <a:prstGeom prst="cloudCallout">
            <a:avLst/>
          </a:prstGeom>
          <a:solidFill>
            <a:srgbClr val="FFFFFF"/>
          </a:solidFill>
          <a:ln w="50800">
            <a:solidFill>
              <a:srgbClr val="E5536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2500" b="1" lang="en-US">
                <a:solidFill>
                  <a:srgbClr val="E5536F"/>
                </a:solidFill>
                <a:latin typeface="Arial"/>
                <a:cs typeface="Arial"/>
              </a:rPr>
              <a:t>Try again!</a:t>
            </a:r>
          </a:p>
        </p:txBody>
      </p:sp>
      <p:sp>
        <p:nvSpPr>
          <p:cNvPr id="17" name="Next button">
            <a:hlinkClick action="ppaction://hlinksldjump" r:id="rId9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Next arrow">
            <a:hlinkClick action="ppaction://hlinksldjump" r:id="rId9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10" name="boing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4" dur="2600" fill="hold" repeatCount="indefinite" autoRev="1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6" dur="260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8" dur="2900" fill="hold" repeatCount="indefinite" autoRev="1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10" dur="2900" fill="hold" repeatCount="indefinite" autoRev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12" dur="350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14" dur="3500" fill="hold" repeatCount="indefinite" autoRev="1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7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16" dur="3800" fill="hold" repeatCount="indefinite" autoRev="1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9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18" dur="3800" fill="hold" repeatCount="indefinite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4" presetID="53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3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Catch every fish with"/>
          <p:cNvSpPr/>
          <p:nvPr/>
        </p:nvSpPr>
        <p:spPr>
          <a:xfrm>
            <a:off x="2730500" y="190500"/>
            <a:ext cx="546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000" b="1" lang="en-US">
                <a:solidFill>
                  <a:srgbClr val="2E2640"/>
                </a:solidFill>
                <a:latin typeface="Arial"/>
                <a:cs typeface="Arial"/>
              </a:rPr>
              <a:t>Catch every fish with</a:t>
            </a:r>
          </a:p>
        </p:txBody>
      </p:sp>
      <p:sp>
        <p:nvSpPr>
          <p:cNvPr id="5" name="Find رِ" descr="رِ"/>
          <p:cNvSpPr/>
          <p:nvPr/>
        </p:nvSpPr>
        <p:spPr>
          <a:xfrm>
            <a:off x="81915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رِ</a:t>
            </a:r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Fish 1" descr="Fish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0" y="1651000"/>
            <a:ext cx="2286000" cy="1416050"/>
          </a:xfrm>
          <a:prstGeom prst="rect">
            <a:avLst/>
          </a:prstGeom>
        </p:spPr>
      </p:pic>
      <p:sp>
        <p:nvSpPr>
          <p:cNvPr id="9" name="Fish letter 1 فِ" descr="فِ"/>
          <p:cNvSpPr/>
          <p:nvPr/>
        </p:nvSpPr>
        <p:spPr>
          <a:xfrm>
            <a:off x="1682750" y="1885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فِ</a:t>
            </a:r>
          </a:p>
        </p:txBody>
      </p:sp>
      <p:pic>
        <p:nvPicPr>
          <p:cNvPr id="10" name="Fish 4" descr="Fish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72500" y="3810000"/>
            <a:ext cx="2286000" cy="1416050"/>
          </a:xfrm>
          <a:prstGeom prst="rect">
            <a:avLst/>
          </a:prstGeom>
        </p:spPr>
      </p:pic>
      <p:sp>
        <p:nvSpPr>
          <p:cNvPr id="11" name="Fish letter 4 ظِ" descr="ظِ"/>
          <p:cNvSpPr/>
          <p:nvPr/>
        </p:nvSpPr>
        <p:spPr>
          <a:xfrm>
            <a:off x="9112250" y="4044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ظِ</a:t>
            </a:r>
          </a:p>
        </p:txBody>
      </p:sp>
      <p:pic>
        <p:nvPicPr>
          <p:cNvPr id="12" name="Fish 5" descr="Fish 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87500" y="4826000"/>
            <a:ext cx="2286000" cy="1416050"/>
          </a:xfrm>
          <a:prstGeom prst="rect">
            <a:avLst/>
          </a:prstGeom>
        </p:spPr>
      </p:pic>
      <p:sp>
        <p:nvSpPr>
          <p:cNvPr id="13" name="Fish letter 5 عِ" descr="عِ"/>
          <p:cNvSpPr/>
          <p:nvPr/>
        </p:nvSpPr>
        <p:spPr>
          <a:xfrm>
            <a:off x="2127250" y="5060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عِ</a:t>
            </a:r>
          </a:p>
        </p:txBody>
      </p:sp>
      <p:sp>
        <p:nvSpPr>
          <p:cNvPr id="14" name="Great job!" descr="Great job!"/>
          <p:cNvSpPr/>
          <p:nvPr/>
        </p:nvSpPr>
        <p:spPr>
          <a:xfrm>
            <a:off x="7937500" y="5270500"/>
            <a:ext cx="3048000" cy="1460500"/>
          </a:xfrm>
          <a:prstGeom prst="cloudCallout">
            <a:avLst/>
          </a:prstGeom>
          <a:solidFill>
            <a:srgbClr val="FFFFFF"/>
          </a:solidFill>
          <a:ln w="50800">
            <a:solidFill>
              <a:srgbClr val="2FB57A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2500" b="1" lang="en-US">
                <a:solidFill>
                  <a:srgbClr val="2FB57A"/>
                </a:solidFill>
                <a:latin typeface="Arial"/>
                <a:cs typeface="Arial"/>
              </a:rPr>
              <a:t>Great job!</a:t>
            </a:r>
          </a:p>
        </p:txBody>
      </p:sp>
      <p:sp>
        <p:nvSpPr>
          <p:cNvPr id="15" name="Next button">
            <a:hlinkClick action="ppaction://hlinksldjump" r:id="rId6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Next arrow">
            <a:hlinkClick action="ppaction://hlinksldjump" r:id="rId6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7" name="sound anchor" descr="sound anchor (invisible)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2700" y="12700"/>
            <a:ext cx="25400" cy="25400"/>
          </a:xfrm>
          <a:prstGeom prst="rect">
            <a:avLst/>
          </a:prstGeom>
        </p:spPr>
      </p:pic>
    </p:spTree>
  </p:cSld>
  <p:clrMapOvr>
    <a:masterClrMapping/>
  </p:clrMapOvr>
  <p:transition advClick="0">
    <p:sndAc>
      <p:stSnd>
        <p:snd r:embed="rId7" name="spla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9" dur="2600" fill="hold" repeatCount="indefinite" autoRev="1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2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11" dur="260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4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13" dur="3500" fill="hold" repeatCount="indefinite" autoRev="1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6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15" dur="3500" fill="hold" repeatCount="indefinite" autoRev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8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17" dur="380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0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19" dur="3800" fill="hold" repeatCount="indefinite" autoRev="1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5" presetID="53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2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100000">
                                        <p:cTn id="2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9" name="cheer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Tap every letter with"/>
          <p:cNvSpPr/>
          <p:nvPr/>
        </p:nvSpPr>
        <p:spPr>
          <a:xfrm>
            <a:off x="2730500" y="190500"/>
            <a:ext cx="546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000" b="1" lang="en-US">
                <a:solidFill>
                  <a:srgbClr val="2E2640"/>
                </a:solidFill>
                <a:latin typeface="Arial"/>
                <a:cs typeface="Arial"/>
              </a:rPr>
              <a:t>Tap every letter with</a:t>
            </a:r>
          </a:p>
        </p:txBody>
      </p:sp>
      <p:sp>
        <p:nvSpPr>
          <p:cNvPr id="5" name="Find رِ" descr="رِ"/>
          <p:cNvSpPr/>
          <p:nvPr/>
        </p:nvSpPr>
        <p:spPr>
          <a:xfrm>
            <a:off x="81915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رِ</a:t>
            </a:r>
          </a:p>
        </p:txBody>
      </p:sp>
      <p:sp>
        <p:nvSpPr>
          <p:cNvPr id="6" name="Star place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Hole 1"/>
          <p:cNvSpPr/>
          <p:nvPr/>
        </p:nvSpPr>
        <p:spPr>
          <a:xfrm>
            <a:off x="2349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ile 1 رِ" descr="رِ">
            <a:hlinkClick action="ppaction://hlinksldjump" r:id="rId3"/>
          </p:cNvPr>
          <p:cNvSpPr/>
          <p:nvPr/>
        </p:nvSpPr>
        <p:spPr>
          <a:xfrm>
            <a:off x="2635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رِ</a:t>
            </a:r>
          </a:p>
        </p:txBody>
      </p:sp>
      <p:sp>
        <p:nvSpPr>
          <p:cNvPr id="10" name="Hole 2"/>
          <p:cNvSpPr/>
          <p:nvPr/>
        </p:nvSpPr>
        <p:spPr>
          <a:xfrm>
            <a:off x="5143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ile 2 سِ" descr="سِ">
            <a:hlinkClick action="ppaction://hlinksldjump" r:id="rId4"/>
          </p:cNvPr>
          <p:cNvSpPr/>
          <p:nvPr/>
        </p:nvSpPr>
        <p:spPr>
          <a:xfrm>
            <a:off x="5429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سِ</a:t>
            </a:r>
          </a:p>
        </p:txBody>
      </p:sp>
      <p:sp>
        <p:nvSpPr>
          <p:cNvPr id="12" name="Hole 3"/>
          <p:cNvSpPr/>
          <p:nvPr/>
        </p:nvSpPr>
        <p:spPr>
          <a:xfrm>
            <a:off x="7937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ile 3 رِ" descr="رِ">
            <a:hlinkClick action="ppaction://hlinksldjump" r:id="rId5"/>
          </p:cNvPr>
          <p:cNvSpPr/>
          <p:nvPr/>
        </p:nvSpPr>
        <p:spPr>
          <a:xfrm>
            <a:off x="8223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رِ</a:t>
            </a:r>
          </a:p>
        </p:txBody>
      </p:sp>
      <p:sp>
        <p:nvSpPr>
          <p:cNvPr id="14" name="Hole 4"/>
          <p:cNvSpPr/>
          <p:nvPr/>
        </p:nvSpPr>
        <p:spPr>
          <a:xfrm>
            <a:off x="2349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ile 4 مِ" descr="مِ">
            <a:hlinkClick action="ppaction://hlinksldjump" r:id="rId4"/>
          </p:cNvPr>
          <p:cNvSpPr/>
          <p:nvPr/>
        </p:nvSpPr>
        <p:spPr>
          <a:xfrm>
            <a:off x="2635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مِ</a:t>
            </a:r>
          </a:p>
        </p:txBody>
      </p:sp>
      <p:sp>
        <p:nvSpPr>
          <p:cNvPr id="16" name="Hole 5"/>
          <p:cNvSpPr/>
          <p:nvPr/>
        </p:nvSpPr>
        <p:spPr>
          <a:xfrm>
            <a:off x="5143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ile 5 طِ" descr="طِ">
            <a:hlinkClick action="ppaction://hlinksldjump" r:id="rId4"/>
          </p:cNvPr>
          <p:cNvSpPr/>
          <p:nvPr/>
        </p:nvSpPr>
        <p:spPr>
          <a:xfrm>
            <a:off x="5429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طِ</a:t>
            </a:r>
          </a:p>
        </p:txBody>
      </p:sp>
      <p:sp>
        <p:nvSpPr>
          <p:cNvPr id="18" name="Hole 6"/>
          <p:cNvSpPr/>
          <p:nvPr/>
        </p:nvSpPr>
        <p:spPr>
          <a:xfrm>
            <a:off x="7937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ile 6 يِ" descr="يِ">
            <a:hlinkClick action="ppaction://hlinksldjump" r:id="rId4"/>
          </p:cNvPr>
          <p:cNvSpPr/>
          <p:nvPr/>
        </p:nvSpPr>
        <p:spPr>
          <a:xfrm>
            <a:off x="8223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يِ</a:t>
            </a:r>
          </a:p>
        </p:txBody>
      </p:sp>
      <p:sp>
        <p:nvSpPr>
          <p:cNvPr id="20" name="Next button">
            <a:hlinkClick action="ppaction://hlinksldjump" r:id="rId6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Next arrow">
            <a:hlinkClick action="ppaction://hlinksldjump" r:id="rId6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6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4" dur="85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6" dur="970" fill="hold" repeatCount="indefinite" autoRev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8" dur="1090" fill="hold" repeatCount="indefinite" autoRev="1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0" dur="1210" fill="hold" repeatCount="indefinite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2" dur="1330" fill="hold" repeatCount="indefinite" autoRev="1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" presetID="0" presetClass="path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4" dur="1450" fill="hold" repeatCount="indefinite" autoRev="1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5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Tap every letter with"/>
          <p:cNvSpPr/>
          <p:nvPr/>
        </p:nvSpPr>
        <p:spPr>
          <a:xfrm>
            <a:off x="2730500" y="190500"/>
            <a:ext cx="546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000" b="1" lang="en-US">
                <a:solidFill>
                  <a:srgbClr val="2E2640"/>
                </a:solidFill>
                <a:latin typeface="Arial"/>
                <a:cs typeface="Arial"/>
              </a:rPr>
              <a:t>Tap every letter with</a:t>
            </a:r>
          </a:p>
        </p:txBody>
      </p:sp>
      <p:sp>
        <p:nvSpPr>
          <p:cNvPr id="5" name="Find رِ" descr="رِ"/>
          <p:cNvSpPr/>
          <p:nvPr/>
        </p:nvSpPr>
        <p:spPr>
          <a:xfrm>
            <a:off x="81915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رِ</a:t>
            </a:r>
          </a:p>
        </p:txBody>
      </p:sp>
      <p:sp>
        <p:nvSpPr>
          <p:cNvPr id="6" name="Star place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Hole 1"/>
          <p:cNvSpPr/>
          <p:nvPr/>
        </p:nvSpPr>
        <p:spPr>
          <a:xfrm>
            <a:off x="2349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ile 1 رِ" descr="رِ">
            <a:hlinkClick action="ppaction://hlinksldjump" r:id="rId3"/>
          </p:cNvPr>
          <p:cNvSpPr/>
          <p:nvPr/>
        </p:nvSpPr>
        <p:spPr>
          <a:xfrm>
            <a:off x="2635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رِ</a:t>
            </a:r>
          </a:p>
        </p:txBody>
      </p:sp>
      <p:sp>
        <p:nvSpPr>
          <p:cNvPr id="10" name="Hole 2"/>
          <p:cNvSpPr/>
          <p:nvPr/>
        </p:nvSpPr>
        <p:spPr>
          <a:xfrm>
            <a:off x="5143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ile 2 سِ" descr="سِ">
            <a:hlinkClick action="ppaction://hlinksldjump" r:id="rId4"/>
          </p:cNvPr>
          <p:cNvSpPr/>
          <p:nvPr/>
        </p:nvSpPr>
        <p:spPr>
          <a:xfrm>
            <a:off x="5429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سِ</a:t>
            </a:r>
          </a:p>
        </p:txBody>
      </p:sp>
      <p:sp>
        <p:nvSpPr>
          <p:cNvPr id="12" name="Hole 3"/>
          <p:cNvSpPr/>
          <p:nvPr/>
        </p:nvSpPr>
        <p:spPr>
          <a:xfrm>
            <a:off x="7937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ile 3 رِ" descr="رِ">
            <a:hlinkClick action="ppaction://hlinksldjump" r:id="rId5"/>
          </p:cNvPr>
          <p:cNvSpPr/>
          <p:nvPr/>
        </p:nvSpPr>
        <p:spPr>
          <a:xfrm>
            <a:off x="8223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رِ</a:t>
            </a:r>
          </a:p>
        </p:txBody>
      </p:sp>
      <p:sp>
        <p:nvSpPr>
          <p:cNvPr id="14" name="Hole 4"/>
          <p:cNvSpPr/>
          <p:nvPr/>
        </p:nvSpPr>
        <p:spPr>
          <a:xfrm>
            <a:off x="2349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ile 4 مِ" descr="مِ">
            <a:hlinkClick action="ppaction://hlinksldjump" r:id="rId4"/>
          </p:cNvPr>
          <p:cNvSpPr/>
          <p:nvPr/>
        </p:nvSpPr>
        <p:spPr>
          <a:xfrm>
            <a:off x="2635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مِ</a:t>
            </a:r>
          </a:p>
        </p:txBody>
      </p:sp>
      <p:sp>
        <p:nvSpPr>
          <p:cNvPr id="16" name="Hole 5"/>
          <p:cNvSpPr/>
          <p:nvPr/>
        </p:nvSpPr>
        <p:spPr>
          <a:xfrm>
            <a:off x="5143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ile 5 طِ" descr="طِ">
            <a:hlinkClick action="ppaction://hlinksldjump" r:id="rId4"/>
          </p:cNvPr>
          <p:cNvSpPr/>
          <p:nvPr/>
        </p:nvSpPr>
        <p:spPr>
          <a:xfrm>
            <a:off x="5429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طِ</a:t>
            </a:r>
          </a:p>
        </p:txBody>
      </p:sp>
      <p:sp>
        <p:nvSpPr>
          <p:cNvPr id="18" name="Hole 6"/>
          <p:cNvSpPr/>
          <p:nvPr/>
        </p:nvSpPr>
        <p:spPr>
          <a:xfrm>
            <a:off x="7937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ile 6 يِ" descr="يِ">
            <a:hlinkClick action="ppaction://hlinksldjump" r:id="rId4"/>
          </p:cNvPr>
          <p:cNvSpPr/>
          <p:nvPr/>
        </p:nvSpPr>
        <p:spPr>
          <a:xfrm>
            <a:off x="8223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يِ</a:t>
            </a:r>
          </a:p>
        </p:txBody>
      </p:sp>
      <p:sp>
        <p:nvSpPr>
          <p:cNvPr id="20" name="Try again!" descr="Try again!"/>
          <p:cNvSpPr/>
          <p:nvPr/>
        </p:nvSpPr>
        <p:spPr>
          <a:xfrm>
            <a:off x="9080500" y="1016000"/>
            <a:ext cx="3048000" cy="1460500"/>
          </a:xfrm>
          <a:prstGeom prst="cloudCallout">
            <a:avLst/>
          </a:prstGeom>
          <a:solidFill>
            <a:srgbClr val="FFFFFF"/>
          </a:solidFill>
          <a:ln w="50800">
            <a:solidFill>
              <a:srgbClr val="E5536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2500" b="1" lang="en-US">
                <a:solidFill>
                  <a:srgbClr val="E5536F"/>
                </a:solidFill>
                <a:latin typeface="Arial"/>
                <a:cs typeface="Arial"/>
              </a:rPr>
              <a:t>Try again!</a:t>
            </a:r>
          </a:p>
        </p:txBody>
      </p:sp>
      <p:sp>
        <p:nvSpPr>
          <p:cNvPr id="21" name="Next button">
            <a:hlinkClick action="ppaction://hlinksldjump" r:id="rId6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Next arrow">
            <a:hlinkClick action="ppaction://hlinksldjump" r:id="rId6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7" name="boing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1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4" dur="85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6" dur="970" fill="hold" repeatCount="indefinite" autoRev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8" dur="1090" fill="hold" repeatCount="indefinite" autoRev="1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0" dur="1210" fill="hold" repeatCount="indefinite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2" dur="1330" fill="hold" repeatCount="indefinite" autoRev="1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" presetID="0" presetClass="path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4" dur="1450" fill="hold" repeatCount="indefinite" autoRev="1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0" presetID="53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" dur="4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4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6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Tap every letter with"/>
          <p:cNvSpPr/>
          <p:nvPr/>
        </p:nvSpPr>
        <p:spPr>
          <a:xfrm>
            <a:off x="2730500" y="190500"/>
            <a:ext cx="546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000" b="1" lang="en-US">
                <a:solidFill>
                  <a:srgbClr val="2E2640"/>
                </a:solidFill>
                <a:latin typeface="Arial"/>
                <a:cs typeface="Arial"/>
              </a:rPr>
              <a:t>Tap every letter with</a:t>
            </a:r>
          </a:p>
        </p:txBody>
      </p:sp>
      <p:sp>
        <p:nvSpPr>
          <p:cNvPr id="5" name="Find رِ" descr="رِ"/>
          <p:cNvSpPr/>
          <p:nvPr/>
        </p:nvSpPr>
        <p:spPr>
          <a:xfrm>
            <a:off x="81915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رِ</a:t>
            </a:r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Hole 1"/>
          <p:cNvSpPr/>
          <p:nvPr/>
        </p:nvSpPr>
        <p:spPr>
          <a:xfrm>
            <a:off x="2349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Hole 2"/>
          <p:cNvSpPr/>
          <p:nvPr/>
        </p:nvSpPr>
        <p:spPr>
          <a:xfrm>
            <a:off x="5143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ile 2 سِ" descr="سِ">
            <a:hlinkClick action="ppaction://hlinksldjump" r:id="rId3"/>
          </p:cNvPr>
          <p:cNvSpPr/>
          <p:nvPr/>
        </p:nvSpPr>
        <p:spPr>
          <a:xfrm>
            <a:off x="5429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سِ</a:t>
            </a:r>
          </a:p>
        </p:txBody>
      </p:sp>
      <p:sp>
        <p:nvSpPr>
          <p:cNvPr id="11" name="Hole 3"/>
          <p:cNvSpPr/>
          <p:nvPr/>
        </p:nvSpPr>
        <p:spPr>
          <a:xfrm>
            <a:off x="7937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ile 3 رِ" descr="رِ">
            <a:hlinkClick action="ppaction://hlinksldjump" r:id="rId4"/>
          </p:cNvPr>
          <p:cNvSpPr/>
          <p:nvPr/>
        </p:nvSpPr>
        <p:spPr>
          <a:xfrm>
            <a:off x="8223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رِ</a:t>
            </a:r>
          </a:p>
        </p:txBody>
      </p:sp>
      <p:sp>
        <p:nvSpPr>
          <p:cNvPr id="13" name="Hole 4"/>
          <p:cNvSpPr/>
          <p:nvPr/>
        </p:nvSpPr>
        <p:spPr>
          <a:xfrm>
            <a:off x="2349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ile 4 مِ" descr="مِ">
            <a:hlinkClick action="ppaction://hlinksldjump" r:id="rId3"/>
          </p:cNvPr>
          <p:cNvSpPr/>
          <p:nvPr/>
        </p:nvSpPr>
        <p:spPr>
          <a:xfrm>
            <a:off x="2635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مِ</a:t>
            </a:r>
          </a:p>
        </p:txBody>
      </p:sp>
      <p:sp>
        <p:nvSpPr>
          <p:cNvPr id="15" name="Hole 5"/>
          <p:cNvSpPr/>
          <p:nvPr/>
        </p:nvSpPr>
        <p:spPr>
          <a:xfrm>
            <a:off x="5143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ile 5 طِ" descr="طِ">
            <a:hlinkClick action="ppaction://hlinksldjump" r:id="rId3"/>
          </p:cNvPr>
          <p:cNvSpPr/>
          <p:nvPr/>
        </p:nvSpPr>
        <p:spPr>
          <a:xfrm>
            <a:off x="5429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طِ</a:t>
            </a:r>
          </a:p>
        </p:txBody>
      </p:sp>
      <p:sp>
        <p:nvSpPr>
          <p:cNvPr id="17" name="Hole 6"/>
          <p:cNvSpPr/>
          <p:nvPr/>
        </p:nvSpPr>
        <p:spPr>
          <a:xfrm>
            <a:off x="7937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ile 6 يِ" descr="يِ">
            <a:hlinkClick action="ppaction://hlinksldjump" r:id="rId3"/>
          </p:cNvPr>
          <p:cNvSpPr/>
          <p:nvPr/>
        </p:nvSpPr>
        <p:spPr>
          <a:xfrm>
            <a:off x="8223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يِ</a:t>
            </a:r>
          </a:p>
        </p:txBody>
      </p:sp>
      <p:sp>
        <p:nvSpPr>
          <p:cNvPr id="19" name="Next button">
            <a:hlinkClick action="ppaction://hlinksldjump" r:id="rId5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Next arrow">
            <a:hlinkClick action="ppaction://hlinksldjump" r:id="rId5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6" name="bonk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9" dur="970" fill="hold" repeatCount="indefinite" autoRev="1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2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1" dur="109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4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3" dur="1210" fill="hold" repeatCount="indefinite" autoRev="1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6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5" dur="1330" fill="hold" repeatCount="indefinite" autoRev="1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8" presetID="0" presetClass="path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7" dur="1450" fill="hold" repeatCount="indefinite" autoRev="1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7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Tap every letter with"/>
          <p:cNvSpPr/>
          <p:nvPr/>
        </p:nvSpPr>
        <p:spPr>
          <a:xfrm>
            <a:off x="2730500" y="190500"/>
            <a:ext cx="546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000" b="1" lang="en-US">
                <a:solidFill>
                  <a:srgbClr val="2E2640"/>
                </a:solidFill>
                <a:latin typeface="Arial"/>
                <a:cs typeface="Arial"/>
              </a:rPr>
              <a:t>Tap every letter with</a:t>
            </a:r>
          </a:p>
        </p:txBody>
      </p:sp>
      <p:sp>
        <p:nvSpPr>
          <p:cNvPr id="5" name="Find رِ" descr="رِ"/>
          <p:cNvSpPr/>
          <p:nvPr/>
        </p:nvSpPr>
        <p:spPr>
          <a:xfrm>
            <a:off x="81915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رِ</a:t>
            </a:r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Hole 1"/>
          <p:cNvSpPr/>
          <p:nvPr/>
        </p:nvSpPr>
        <p:spPr>
          <a:xfrm>
            <a:off x="2349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Hole 2"/>
          <p:cNvSpPr/>
          <p:nvPr/>
        </p:nvSpPr>
        <p:spPr>
          <a:xfrm>
            <a:off x="5143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ile 2 سِ" descr="سِ">
            <a:hlinkClick action="ppaction://hlinksldjump" r:id="rId3"/>
          </p:cNvPr>
          <p:cNvSpPr/>
          <p:nvPr/>
        </p:nvSpPr>
        <p:spPr>
          <a:xfrm>
            <a:off x="5429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سِ</a:t>
            </a:r>
          </a:p>
        </p:txBody>
      </p:sp>
      <p:sp>
        <p:nvSpPr>
          <p:cNvPr id="11" name="Hole 3"/>
          <p:cNvSpPr/>
          <p:nvPr/>
        </p:nvSpPr>
        <p:spPr>
          <a:xfrm>
            <a:off x="7937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ile 3 رِ" descr="رِ">
            <a:hlinkClick action="ppaction://hlinksldjump" r:id="rId4"/>
          </p:cNvPr>
          <p:cNvSpPr/>
          <p:nvPr/>
        </p:nvSpPr>
        <p:spPr>
          <a:xfrm>
            <a:off x="8223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رِ</a:t>
            </a:r>
          </a:p>
        </p:txBody>
      </p:sp>
      <p:sp>
        <p:nvSpPr>
          <p:cNvPr id="13" name="Hole 4"/>
          <p:cNvSpPr/>
          <p:nvPr/>
        </p:nvSpPr>
        <p:spPr>
          <a:xfrm>
            <a:off x="2349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ile 4 مِ" descr="مِ">
            <a:hlinkClick action="ppaction://hlinksldjump" r:id="rId3"/>
          </p:cNvPr>
          <p:cNvSpPr/>
          <p:nvPr/>
        </p:nvSpPr>
        <p:spPr>
          <a:xfrm>
            <a:off x="2635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مِ</a:t>
            </a:r>
          </a:p>
        </p:txBody>
      </p:sp>
      <p:sp>
        <p:nvSpPr>
          <p:cNvPr id="15" name="Hole 5"/>
          <p:cNvSpPr/>
          <p:nvPr/>
        </p:nvSpPr>
        <p:spPr>
          <a:xfrm>
            <a:off x="5143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ile 5 طِ" descr="طِ">
            <a:hlinkClick action="ppaction://hlinksldjump" r:id="rId3"/>
          </p:cNvPr>
          <p:cNvSpPr/>
          <p:nvPr/>
        </p:nvSpPr>
        <p:spPr>
          <a:xfrm>
            <a:off x="5429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طِ</a:t>
            </a:r>
          </a:p>
        </p:txBody>
      </p:sp>
      <p:sp>
        <p:nvSpPr>
          <p:cNvPr id="17" name="Hole 6"/>
          <p:cNvSpPr/>
          <p:nvPr/>
        </p:nvSpPr>
        <p:spPr>
          <a:xfrm>
            <a:off x="7937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ile 6 يِ" descr="يِ">
            <a:hlinkClick action="ppaction://hlinksldjump" r:id="rId3"/>
          </p:cNvPr>
          <p:cNvSpPr/>
          <p:nvPr/>
        </p:nvSpPr>
        <p:spPr>
          <a:xfrm>
            <a:off x="8223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يِ</a:t>
            </a:r>
          </a:p>
        </p:txBody>
      </p:sp>
      <p:sp>
        <p:nvSpPr>
          <p:cNvPr id="19" name="Try again!" descr="Try again!"/>
          <p:cNvSpPr/>
          <p:nvPr/>
        </p:nvSpPr>
        <p:spPr>
          <a:xfrm>
            <a:off x="9080500" y="1016000"/>
            <a:ext cx="3048000" cy="1460500"/>
          </a:xfrm>
          <a:prstGeom prst="cloudCallout">
            <a:avLst/>
          </a:prstGeom>
          <a:solidFill>
            <a:srgbClr val="FFFFFF"/>
          </a:solidFill>
          <a:ln w="50800">
            <a:solidFill>
              <a:srgbClr val="E5536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2500" b="1" lang="en-US">
                <a:solidFill>
                  <a:srgbClr val="E5536F"/>
                </a:solidFill>
                <a:latin typeface="Arial"/>
                <a:cs typeface="Arial"/>
              </a:rPr>
              <a:t>Try again!</a:t>
            </a:r>
          </a:p>
        </p:txBody>
      </p:sp>
      <p:sp>
        <p:nvSpPr>
          <p:cNvPr id="20" name="Next button">
            <a:hlinkClick action="ppaction://hlinksldjump" r:id="rId5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Next arrow">
            <a:hlinkClick action="ppaction://hlinksldjump" r:id="rId5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6" name="boing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4" dur="970" fill="hold" repeatCount="indefinite" autoRev="1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6" dur="109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8" dur="1210" fill="hold" repeatCount="indefinite" autoRev="1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0" dur="1330" fill="hold" repeatCount="indefinite" autoRev="1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2" dur="1450" fill="hold" repeatCount="indefinite" autoRev="1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8" presetID="53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4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4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8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Tap every letter with"/>
          <p:cNvSpPr/>
          <p:nvPr/>
        </p:nvSpPr>
        <p:spPr>
          <a:xfrm>
            <a:off x="2730500" y="190500"/>
            <a:ext cx="546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000" b="1" lang="en-US">
                <a:solidFill>
                  <a:srgbClr val="2E2640"/>
                </a:solidFill>
                <a:latin typeface="Arial"/>
                <a:cs typeface="Arial"/>
              </a:rPr>
              <a:t>Tap every letter with</a:t>
            </a:r>
          </a:p>
        </p:txBody>
      </p:sp>
      <p:sp>
        <p:nvSpPr>
          <p:cNvPr id="5" name="Find رِ" descr="رِ"/>
          <p:cNvSpPr/>
          <p:nvPr/>
        </p:nvSpPr>
        <p:spPr>
          <a:xfrm>
            <a:off x="81915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رِ</a:t>
            </a:r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Hole 1"/>
          <p:cNvSpPr/>
          <p:nvPr/>
        </p:nvSpPr>
        <p:spPr>
          <a:xfrm>
            <a:off x="2349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ile 1 رِ" descr="رِ">
            <a:hlinkClick action="ppaction://hlinksldjump" r:id="rId3"/>
          </p:cNvPr>
          <p:cNvSpPr/>
          <p:nvPr/>
        </p:nvSpPr>
        <p:spPr>
          <a:xfrm>
            <a:off x="2635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رِ</a:t>
            </a:r>
          </a:p>
        </p:txBody>
      </p:sp>
      <p:sp>
        <p:nvSpPr>
          <p:cNvPr id="10" name="Hole 2"/>
          <p:cNvSpPr/>
          <p:nvPr/>
        </p:nvSpPr>
        <p:spPr>
          <a:xfrm>
            <a:off x="5143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ile 2 سِ" descr="سِ">
            <a:hlinkClick action="ppaction://hlinksldjump" r:id="rId4"/>
          </p:cNvPr>
          <p:cNvSpPr/>
          <p:nvPr/>
        </p:nvSpPr>
        <p:spPr>
          <a:xfrm>
            <a:off x="5429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سِ</a:t>
            </a:r>
          </a:p>
        </p:txBody>
      </p:sp>
      <p:sp>
        <p:nvSpPr>
          <p:cNvPr id="12" name="Hole 3"/>
          <p:cNvSpPr/>
          <p:nvPr/>
        </p:nvSpPr>
        <p:spPr>
          <a:xfrm>
            <a:off x="7937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Hole 4"/>
          <p:cNvSpPr/>
          <p:nvPr/>
        </p:nvSpPr>
        <p:spPr>
          <a:xfrm>
            <a:off x="2349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ile 4 مِ" descr="مِ">
            <a:hlinkClick action="ppaction://hlinksldjump" r:id="rId4"/>
          </p:cNvPr>
          <p:cNvSpPr/>
          <p:nvPr/>
        </p:nvSpPr>
        <p:spPr>
          <a:xfrm>
            <a:off x="2635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مِ</a:t>
            </a:r>
          </a:p>
        </p:txBody>
      </p:sp>
      <p:sp>
        <p:nvSpPr>
          <p:cNvPr id="15" name="Hole 5"/>
          <p:cNvSpPr/>
          <p:nvPr/>
        </p:nvSpPr>
        <p:spPr>
          <a:xfrm>
            <a:off x="5143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ile 5 طِ" descr="طِ">
            <a:hlinkClick action="ppaction://hlinksldjump" r:id="rId4"/>
          </p:cNvPr>
          <p:cNvSpPr/>
          <p:nvPr/>
        </p:nvSpPr>
        <p:spPr>
          <a:xfrm>
            <a:off x="5429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طِ</a:t>
            </a:r>
          </a:p>
        </p:txBody>
      </p:sp>
      <p:sp>
        <p:nvSpPr>
          <p:cNvPr id="17" name="Hole 6"/>
          <p:cNvSpPr/>
          <p:nvPr/>
        </p:nvSpPr>
        <p:spPr>
          <a:xfrm>
            <a:off x="7937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ile 6 يِ" descr="يِ">
            <a:hlinkClick action="ppaction://hlinksldjump" r:id="rId4"/>
          </p:cNvPr>
          <p:cNvSpPr/>
          <p:nvPr/>
        </p:nvSpPr>
        <p:spPr>
          <a:xfrm>
            <a:off x="8223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يِ</a:t>
            </a:r>
          </a:p>
        </p:txBody>
      </p:sp>
      <p:sp>
        <p:nvSpPr>
          <p:cNvPr id="19" name="Next button">
            <a:hlinkClick action="ppaction://hlinksldjump" r:id="rId5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Next arrow">
            <a:hlinkClick action="ppaction://hlinksldjump" r:id="rId5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6" name="bonk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9" dur="85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2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1" dur="970" fill="hold" repeatCount="indefinite" autoRev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4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3" dur="1210" fill="hold" repeatCount="indefinite" autoRev="1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6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5" dur="1330" fill="hold" repeatCount="indefinite" autoRev="1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8" presetID="0" presetClass="path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7" dur="1450" fill="hold" repeatCount="indefinite" autoRev="1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9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Tap every letter with"/>
          <p:cNvSpPr/>
          <p:nvPr/>
        </p:nvSpPr>
        <p:spPr>
          <a:xfrm>
            <a:off x="2730500" y="190500"/>
            <a:ext cx="546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000" b="1" lang="en-US">
                <a:solidFill>
                  <a:srgbClr val="2E2640"/>
                </a:solidFill>
                <a:latin typeface="Arial"/>
                <a:cs typeface="Arial"/>
              </a:rPr>
              <a:t>Tap every letter with</a:t>
            </a:r>
          </a:p>
        </p:txBody>
      </p:sp>
      <p:sp>
        <p:nvSpPr>
          <p:cNvPr id="5" name="Find رِ" descr="رِ"/>
          <p:cNvSpPr/>
          <p:nvPr/>
        </p:nvSpPr>
        <p:spPr>
          <a:xfrm>
            <a:off x="81915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رِ</a:t>
            </a:r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Hole 1"/>
          <p:cNvSpPr/>
          <p:nvPr/>
        </p:nvSpPr>
        <p:spPr>
          <a:xfrm>
            <a:off x="2349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ile 1 رِ" descr="رِ">
            <a:hlinkClick action="ppaction://hlinksldjump" r:id="rId3"/>
          </p:cNvPr>
          <p:cNvSpPr/>
          <p:nvPr/>
        </p:nvSpPr>
        <p:spPr>
          <a:xfrm>
            <a:off x="2635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رِ</a:t>
            </a:r>
          </a:p>
        </p:txBody>
      </p:sp>
      <p:sp>
        <p:nvSpPr>
          <p:cNvPr id="10" name="Hole 2"/>
          <p:cNvSpPr/>
          <p:nvPr/>
        </p:nvSpPr>
        <p:spPr>
          <a:xfrm>
            <a:off x="5143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ile 2 سِ" descr="سِ">
            <a:hlinkClick action="ppaction://hlinksldjump" r:id="rId4"/>
          </p:cNvPr>
          <p:cNvSpPr/>
          <p:nvPr/>
        </p:nvSpPr>
        <p:spPr>
          <a:xfrm>
            <a:off x="5429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سِ</a:t>
            </a:r>
          </a:p>
        </p:txBody>
      </p:sp>
      <p:sp>
        <p:nvSpPr>
          <p:cNvPr id="12" name="Hole 3"/>
          <p:cNvSpPr/>
          <p:nvPr/>
        </p:nvSpPr>
        <p:spPr>
          <a:xfrm>
            <a:off x="7937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Hole 4"/>
          <p:cNvSpPr/>
          <p:nvPr/>
        </p:nvSpPr>
        <p:spPr>
          <a:xfrm>
            <a:off x="2349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ile 4 مِ" descr="مِ">
            <a:hlinkClick action="ppaction://hlinksldjump" r:id="rId4"/>
          </p:cNvPr>
          <p:cNvSpPr/>
          <p:nvPr/>
        </p:nvSpPr>
        <p:spPr>
          <a:xfrm>
            <a:off x="2635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مِ</a:t>
            </a:r>
          </a:p>
        </p:txBody>
      </p:sp>
      <p:sp>
        <p:nvSpPr>
          <p:cNvPr id="15" name="Hole 5"/>
          <p:cNvSpPr/>
          <p:nvPr/>
        </p:nvSpPr>
        <p:spPr>
          <a:xfrm>
            <a:off x="5143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ile 5 طِ" descr="طِ">
            <a:hlinkClick action="ppaction://hlinksldjump" r:id="rId4"/>
          </p:cNvPr>
          <p:cNvSpPr/>
          <p:nvPr/>
        </p:nvSpPr>
        <p:spPr>
          <a:xfrm>
            <a:off x="5429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طِ</a:t>
            </a:r>
          </a:p>
        </p:txBody>
      </p:sp>
      <p:sp>
        <p:nvSpPr>
          <p:cNvPr id="17" name="Hole 6"/>
          <p:cNvSpPr/>
          <p:nvPr/>
        </p:nvSpPr>
        <p:spPr>
          <a:xfrm>
            <a:off x="7937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ile 6 يِ" descr="يِ">
            <a:hlinkClick action="ppaction://hlinksldjump" r:id="rId4"/>
          </p:cNvPr>
          <p:cNvSpPr/>
          <p:nvPr/>
        </p:nvSpPr>
        <p:spPr>
          <a:xfrm>
            <a:off x="8223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يِ</a:t>
            </a:r>
          </a:p>
        </p:txBody>
      </p:sp>
      <p:sp>
        <p:nvSpPr>
          <p:cNvPr id="19" name="Try again!" descr="Try again!"/>
          <p:cNvSpPr/>
          <p:nvPr/>
        </p:nvSpPr>
        <p:spPr>
          <a:xfrm>
            <a:off x="9080500" y="1016000"/>
            <a:ext cx="3048000" cy="1460500"/>
          </a:xfrm>
          <a:prstGeom prst="cloudCallout">
            <a:avLst/>
          </a:prstGeom>
          <a:solidFill>
            <a:srgbClr val="FFFFFF"/>
          </a:solidFill>
          <a:ln w="50800">
            <a:solidFill>
              <a:srgbClr val="E5536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2500" b="1" lang="en-US">
                <a:solidFill>
                  <a:srgbClr val="E5536F"/>
                </a:solidFill>
                <a:latin typeface="Arial"/>
                <a:cs typeface="Arial"/>
              </a:rPr>
              <a:t>Try again!</a:t>
            </a:r>
          </a:p>
        </p:txBody>
      </p:sp>
      <p:sp>
        <p:nvSpPr>
          <p:cNvPr id="20" name="Next button">
            <a:hlinkClick action="ppaction://hlinksldjump" r:id="rId5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Next arrow">
            <a:hlinkClick action="ppaction://hlinksldjump" r:id="rId5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6" name="boing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4" dur="85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6" dur="970" fill="hold" repeatCount="indefinite" autoRev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8" dur="1210" fill="hold" repeatCount="indefinite" autoRev="1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0" dur="1330" fill="hold" repeatCount="indefinite" autoRev="1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2" dur="1450" fill="hold" repeatCount="indefinite" autoRev="1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8" presetID="53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4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4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0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Tap every letter with"/>
          <p:cNvSpPr/>
          <p:nvPr/>
        </p:nvSpPr>
        <p:spPr>
          <a:xfrm>
            <a:off x="2730500" y="190500"/>
            <a:ext cx="546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000" b="1" lang="en-US">
                <a:solidFill>
                  <a:srgbClr val="2E2640"/>
                </a:solidFill>
                <a:latin typeface="Arial"/>
                <a:cs typeface="Arial"/>
              </a:rPr>
              <a:t>Tap every letter with</a:t>
            </a:r>
          </a:p>
        </p:txBody>
      </p:sp>
      <p:sp>
        <p:nvSpPr>
          <p:cNvPr id="5" name="Find رِ" descr="رِ"/>
          <p:cNvSpPr/>
          <p:nvPr/>
        </p:nvSpPr>
        <p:spPr>
          <a:xfrm>
            <a:off x="81915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رِ</a:t>
            </a:r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Hole 1"/>
          <p:cNvSpPr/>
          <p:nvPr/>
        </p:nvSpPr>
        <p:spPr>
          <a:xfrm>
            <a:off x="2349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Hole 2"/>
          <p:cNvSpPr/>
          <p:nvPr/>
        </p:nvSpPr>
        <p:spPr>
          <a:xfrm>
            <a:off x="5143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ile 2 سِ" descr="سِ"/>
          <p:cNvSpPr/>
          <p:nvPr/>
        </p:nvSpPr>
        <p:spPr>
          <a:xfrm>
            <a:off x="5429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سِ</a:t>
            </a:r>
          </a:p>
        </p:txBody>
      </p:sp>
      <p:sp>
        <p:nvSpPr>
          <p:cNvPr id="11" name="Hole 3"/>
          <p:cNvSpPr/>
          <p:nvPr/>
        </p:nvSpPr>
        <p:spPr>
          <a:xfrm>
            <a:off x="7937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Hole 4"/>
          <p:cNvSpPr/>
          <p:nvPr/>
        </p:nvSpPr>
        <p:spPr>
          <a:xfrm>
            <a:off x="2349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ile 4 مِ" descr="مِ"/>
          <p:cNvSpPr/>
          <p:nvPr/>
        </p:nvSpPr>
        <p:spPr>
          <a:xfrm>
            <a:off x="2635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مِ</a:t>
            </a:r>
          </a:p>
        </p:txBody>
      </p:sp>
      <p:sp>
        <p:nvSpPr>
          <p:cNvPr id="14" name="Hole 5"/>
          <p:cNvSpPr/>
          <p:nvPr/>
        </p:nvSpPr>
        <p:spPr>
          <a:xfrm>
            <a:off x="5143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ile 5 طِ" descr="طِ"/>
          <p:cNvSpPr/>
          <p:nvPr/>
        </p:nvSpPr>
        <p:spPr>
          <a:xfrm>
            <a:off x="5429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طِ</a:t>
            </a:r>
          </a:p>
        </p:txBody>
      </p:sp>
      <p:sp>
        <p:nvSpPr>
          <p:cNvPr id="16" name="Hole 6"/>
          <p:cNvSpPr/>
          <p:nvPr/>
        </p:nvSpPr>
        <p:spPr>
          <a:xfrm>
            <a:off x="7937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ile 6 يِ" descr="يِ"/>
          <p:cNvSpPr/>
          <p:nvPr/>
        </p:nvSpPr>
        <p:spPr>
          <a:xfrm>
            <a:off x="8223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يِ</a:t>
            </a:r>
          </a:p>
        </p:txBody>
      </p:sp>
      <p:sp>
        <p:nvSpPr>
          <p:cNvPr id="18" name="Great job!" descr="Great job!"/>
          <p:cNvSpPr/>
          <p:nvPr/>
        </p:nvSpPr>
        <p:spPr>
          <a:xfrm>
            <a:off x="9080500" y="1016000"/>
            <a:ext cx="3048000" cy="1460500"/>
          </a:xfrm>
          <a:prstGeom prst="cloudCallout">
            <a:avLst/>
          </a:prstGeom>
          <a:solidFill>
            <a:srgbClr val="FFFFFF"/>
          </a:solidFill>
          <a:ln w="50800">
            <a:solidFill>
              <a:srgbClr val="2FB57A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2500" b="1" lang="en-US">
                <a:solidFill>
                  <a:srgbClr val="2FB57A"/>
                </a:solidFill>
                <a:latin typeface="Arial"/>
                <a:cs typeface="Arial"/>
              </a:rPr>
              <a:t>Great job!</a:t>
            </a:r>
          </a:p>
        </p:txBody>
      </p:sp>
      <p:sp>
        <p:nvSpPr>
          <p:cNvPr id="19" name="Next button">
            <a:hlinkClick action="ppaction://hlinksldjump" r:id="rId3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Next arrow">
            <a:hlinkClick action="ppaction://hlinksldjump" r:id="rId3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1" name="sound anchor" descr="sound anchor (invisible)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700" y="12700"/>
            <a:ext cx="25400" cy="25400"/>
          </a:xfrm>
          <a:prstGeom prst="rect">
            <a:avLst/>
          </a:prstGeom>
        </p:spPr>
      </p:pic>
    </p:spTree>
  </p:cSld>
  <p:clrMapOvr>
    <a:masterClrMapping/>
  </p:clrMapOvr>
  <p:transition advClick="0">
    <p:sndAc>
      <p:stSnd>
        <p:snd r:embed="rId4" name="bonk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9" dur="970" fill="hold" repeatCount="indefinite" autoRev="1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2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1" dur="1210" fill="hold" repeatCount="indefinite" autoRev="1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4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3" dur="1330" fill="hold" repeatCount="indefinite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6" presetID="0" presetClass="path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5" dur="1450" fill="hold" repeatCount="indefinite" autoRev="1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1" presetID="53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8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0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100000">
                                        <p:cTn id="2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6" name="cheer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Open a gift and read it!"/>
          <p:cNvSpPr/>
          <p:nvPr/>
        </p:nvSpPr>
        <p:spPr>
          <a:xfrm>
            <a:off x="2730500" y="190500"/>
            <a:ext cx="673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300" b="1" lang="en-US">
                <a:solidFill>
                  <a:srgbClr val="2E2640"/>
                </a:solidFill>
                <a:latin typeface="Arial"/>
                <a:cs typeface="Arial"/>
              </a:rPr>
              <a:t>Open a gift and read it!</a:t>
            </a:r>
          </a:p>
        </p:txBody>
      </p:sp>
      <p:pic>
        <p:nvPicPr>
          <p:cNvPr id="5" name="Gift box 1" descr="Gift box 1">
            <a:hlinkClick action="ppaction://hlinksldjump" r:id="rId11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2500" y="2317750"/>
            <a:ext cx="2286000" cy="1333500"/>
          </a:xfrm>
          <a:prstGeom prst="rect">
            <a:avLst/>
          </a:prstGeom>
        </p:spPr>
      </p:pic>
      <p:pic>
        <p:nvPicPr>
          <p:cNvPr id="6" name="Gift lid 1" descr="Gift lid 1">
            <a:hlinkClick action="ppaction://hlinksldjump" r:id="rId11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7250" y="1682750"/>
            <a:ext cx="2476500" cy="1238250"/>
          </a:xfrm>
          <a:prstGeom prst="rect">
            <a:avLst/>
          </a:prstGeom>
        </p:spPr>
      </p:pic>
      <p:pic>
        <p:nvPicPr>
          <p:cNvPr id="7" name="Gift box 2" descr="Gift box 2">
            <a:hlinkClick action="ppaction://hlinksldjump" r:id="rId12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19500" y="2317750"/>
            <a:ext cx="2286000" cy="1333500"/>
          </a:xfrm>
          <a:prstGeom prst="rect">
            <a:avLst/>
          </a:prstGeom>
        </p:spPr>
      </p:pic>
      <p:pic>
        <p:nvPicPr>
          <p:cNvPr id="8" name="Gift lid 2" descr="Gift lid 2">
            <a:hlinkClick action="ppaction://hlinksldjump" r:id="rId12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24250" y="1682750"/>
            <a:ext cx="2476500" cy="1238250"/>
          </a:xfrm>
          <a:prstGeom prst="rect">
            <a:avLst/>
          </a:prstGeom>
        </p:spPr>
      </p:pic>
      <p:pic>
        <p:nvPicPr>
          <p:cNvPr id="9" name="Gift box 3" descr="Gift box 3">
            <a:hlinkClick action="ppaction://hlinksldjump" r:id="rId13"/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86500" y="2317750"/>
            <a:ext cx="2286000" cy="1333500"/>
          </a:xfrm>
          <a:prstGeom prst="rect">
            <a:avLst/>
          </a:prstGeom>
        </p:spPr>
      </p:pic>
      <p:pic>
        <p:nvPicPr>
          <p:cNvPr id="10" name="Gift lid 3" descr="Gift lid 3">
            <a:hlinkClick action="ppaction://hlinksldjump" r:id="rId13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91250" y="1682750"/>
            <a:ext cx="2476500" cy="1238250"/>
          </a:xfrm>
          <a:prstGeom prst="rect">
            <a:avLst/>
          </a:prstGeom>
        </p:spPr>
      </p:pic>
      <p:pic>
        <p:nvPicPr>
          <p:cNvPr id="11" name="Gift box 4" descr="Gift box 4">
            <a:hlinkClick action="ppaction://hlinksldjump" r:id="rId14"/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953500" y="2317750"/>
            <a:ext cx="2286000" cy="1333500"/>
          </a:xfrm>
          <a:prstGeom prst="rect">
            <a:avLst/>
          </a:prstGeom>
        </p:spPr>
      </p:pic>
      <p:pic>
        <p:nvPicPr>
          <p:cNvPr id="12" name="Gift lid 4" descr="Gift lid 4">
            <a:hlinkClick action="ppaction://hlinksldjump" r:id="rId14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858250" y="1682750"/>
            <a:ext cx="2476500" cy="1238250"/>
          </a:xfrm>
          <a:prstGeom prst="rect">
            <a:avLst/>
          </a:prstGeom>
        </p:spPr>
      </p:pic>
      <p:pic>
        <p:nvPicPr>
          <p:cNvPr id="13" name="Gift box 5" descr="Gift box 5">
            <a:hlinkClick action="ppaction://hlinksldjump" r:id="rId15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2500" y="4730750"/>
            <a:ext cx="2286000" cy="1333500"/>
          </a:xfrm>
          <a:prstGeom prst="rect">
            <a:avLst/>
          </a:prstGeom>
        </p:spPr>
      </p:pic>
      <p:pic>
        <p:nvPicPr>
          <p:cNvPr id="14" name="Gift lid 5" descr="Gift lid 5">
            <a:hlinkClick action="ppaction://hlinksldjump" r:id="rId1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7250" y="4095750"/>
            <a:ext cx="2476500" cy="1238250"/>
          </a:xfrm>
          <a:prstGeom prst="rect">
            <a:avLst/>
          </a:prstGeom>
        </p:spPr>
      </p:pic>
      <p:pic>
        <p:nvPicPr>
          <p:cNvPr id="15" name="Gift box 6" descr="Gift box 6">
            <a:hlinkClick action="ppaction://hlinksldjump" r:id="rId16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19500" y="4730750"/>
            <a:ext cx="2286000" cy="1333500"/>
          </a:xfrm>
          <a:prstGeom prst="rect">
            <a:avLst/>
          </a:prstGeom>
        </p:spPr>
      </p:pic>
      <p:pic>
        <p:nvPicPr>
          <p:cNvPr id="16" name="Gift lid 6" descr="Gift lid 6">
            <a:hlinkClick action="ppaction://hlinksldjump" r:id="rId16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24250" y="4095750"/>
            <a:ext cx="2476500" cy="1238250"/>
          </a:xfrm>
          <a:prstGeom prst="rect">
            <a:avLst/>
          </a:prstGeom>
        </p:spPr>
      </p:pic>
      <p:pic>
        <p:nvPicPr>
          <p:cNvPr id="17" name="Gift box 7" descr="Gift box 7">
            <a:hlinkClick action="ppaction://hlinksldjump" r:id="rId17"/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86500" y="4730750"/>
            <a:ext cx="2286000" cy="1333500"/>
          </a:xfrm>
          <a:prstGeom prst="rect">
            <a:avLst/>
          </a:prstGeom>
        </p:spPr>
      </p:pic>
      <p:pic>
        <p:nvPicPr>
          <p:cNvPr id="18" name="Gift lid 7" descr="Gift lid 7">
            <a:hlinkClick action="ppaction://hlinksldjump" r:id="rId17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91250" y="4095750"/>
            <a:ext cx="2476500" cy="1238250"/>
          </a:xfrm>
          <a:prstGeom prst="rect">
            <a:avLst/>
          </a:prstGeom>
        </p:spPr>
      </p:pic>
      <p:pic>
        <p:nvPicPr>
          <p:cNvPr id="19" name="Gift box 8" descr="Gift box 8">
            <a:hlinkClick action="ppaction://hlinksldjump" r:id="rId18"/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953500" y="4730750"/>
            <a:ext cx="2286000" cy="1333500"/>
          </a:xfrm>
          <a:prstGeom prst="rect">
            <a:avLst/>
          </a:prstGeom>
        </p:spPr>
      </p:pic>
      <p:pic>
        <p:nvPicPr>
          <p:cNvPr id="20" name="Gift lid 8" descr="Gift lid 8">
            <a:hlinkClick action="ppaction://hlinksldjump" r:id="rId18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858250" y="4095750"/>
            <a:ext cx="2476500" cy="1238250"/>
          </a:xfrm>
          <a:prstGeom prst="rect">
            <a:avLst/>
          </a:prstGeom>
        </p:spPr>
      </p:pic>
      <p:sp>
        <p:nvSpPr>
          <p:cNvPr id="21" name="Next button">
            <a:hlinkClick action="ppaction://hlinksldjump" r:id="rId19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Next arrow">
            <a:hlinkClick action="ppaction://hlinksldjump" r:id="rId19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 spd="med">
    <p:fade/>
  </p:transition>
</p:sld>
</file>

<file path=ppt/slides/slide192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Read it!"/>
          <p:cNvSpPr/>
          <p:nvPr/>
        </p:nvSpPr>
        <p:spPr>
          <a:xfrm>
            <a:off x="2730500" y="190500"/>
            <a:ext cx="673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600" b="1" lang="en-US">
                <a:solidFill>
                  <a:srgbClr val="2E2640"/>
                </a:solidFill>
                <a:latin typeface="Arial"/>
                <a:cs typeface="Arial"/>
              </a:rPr>
              <a:t>Read it!</a:t>
            </a:r>
          </a:p>
        </p:txBody>
      </p:sp>
      <p:pic>
        <p:nvPicPr>
          <p:cNvPr id="5" name="Open gift box" descr="Open gift box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1500" y="4445000"/>
            <a:ext cx="3429000" cy="2000250"/>
          </a:xfrm>
          <a:prstGeom prst="rect">
            <a:avLst/>
          </a:prstGeom>
        </p:spPr>
      </p:pic>
      <p:pic>
        <p:nvPicPr>
          <p:cNvPr id="6" name="Gift lid" descr="Gift lid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500000">
            <a:off x="7937500" y="4064000"/>
            <a:ext cx="2476500" cy="1238250"/>
          </a:xfrm>
          <a:prstGeom prst="rect">
            <a:avLst/>
          </a:prstGeom>
        </p:spPr>
      </p:pic>
      <p:sp>
        <p:nvSpPr>
          <p:cNvPr id="7" name="Card رِ" descr="رِ"/>
          <p:cNvSpPr/>
          <p:nvPr/>
        </p:nvSpPr>
        <p:spPr>
          <a:xfrm>
            <a:off x="3556000" y="1397000"/>
            <a:ext cx="5080000" cy="27940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B8A1FF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15000" b="1" lang="ar-SA">
                <a:solidFill>
                  <a:srgbClr val="2E2640"/>
                </a:solidFill>
                <a:latin typeface="Arial"/>
                <a:cs typeface="Arial"/>
              </a:rPr>
              <a:t>رِ</a:t>
            </a:r>
          </a:p>
        </p:txBody>
      </p:sp>
      <p:sp>
        <p:nvSpPr>
          <p:cNvPr id="8" name="Back to the gifts" descr="◀  Back to the gifts">
            <a:hlinkClick action="ppaction://hlinksldjump" r:id="rId5"/>
          </p:cNvPr>
          <p:cNvSpPr/>
          <p:nvPr/>
        </p:nvSpPr>
        <p:spPr>
          <a:xfrm>
            <a:off x="381000" y="5715000"/>
            <a:ext cx="2667000" cy="762000"/>
          </a:xfrm>
          <a:prstGeom prst="roundRect">
            <a:avLst>
              <a:gd name="adj" fmla="val 30000"/>
            </a:avLst>
          </a:prstGeom>
          <a:solidFill>
            <a:srgbClr val="8A6CF0"/>
          </a:solidFill>
          <a:ln w="635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1500" b="1" lang="en-US">
                <a:solidFill>
                  <a:srgbClr val="FFFFFF"/>
                </a:solidFill>
                <a:latin typeface="Arial"/>
                <a:cs typeface="Arial"/>
              </a:rPr>
              <a:t>◀  Back to the gifts</a:t>
            </a:r>
          </a:p>
        </p:txBody>
      </p:sp>
      <p:sp>
        <p:nvSpPr>
          <p:cNvPr id="9" name="Next button">
            <a:hlinkClick action="ppaction://hlinksldjump" r:id="rId6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Next arrow">
            <a:hlinkClick action="ppaction://hlinksldjump" r:id="rId6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7" name="tad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53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3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Read it!"/>
          <p:cNvSpPr/>
          <p:nvPr/>
        </p:nvSpPr>
        <p:spPr>
          <a:xfrm>
            <a:off x="2730500" y="190500"/>
            <a:ext cx="673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600" b="1" lang="en-US">
                <a:solidFill>
                  <a:srgbClr val="2E2640"/>
                </a:solidFill>
                <a:latin typeface="Arial"/>
                <a:cs typeface="Arial"/>
              </a:rPr>
              <a:t>Read it!</a:t>
            </a:r>
          </a:p>
        </p:txBody>
      </p:sp>
      <p:pic>
        <p:nvPicPr>
          <p:cNvPr id="5" name="Open gift box" descr="Open gift box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1500" y="4445000"/>
            <a:ext cx="3429000" cy="2000250"/>
          </a:xfrm>
          <a:prstGeom prst="rect">
            <a:avLst/>
          </a:prstGeom>
        </p:spPr>
      </p:pic>
      <p:pic>
        <p:nvPicPr>
          <p:cNvPr id="6" name="Gift lid" descr="Gift lid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500000">
            <a:off x="7937500" y="4064000"/>
            <a:ext cx="2476500" cy="1238250"/>
          </a:xfrm>
          <a:prstGeom prst="rect">
            <a:avLst/>
          </a:prstGeom>
        </p:spPr>
      </p:pic>
      <p:sp>
        <p:nvSpPr>
          <p:cNvPr id="7" name="Card خِذِ" descr="خِذِ"/>
          <p:cNvSpPr/>
          <p:nvPr/>
        </p:nvSpPr>
        <p:spPr>
          <a:xfrm>
            <a:off x="3556000" y="1397000"/>
            <a:ext cx="5080000" cy="27940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B8A1FF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15000" b="1" lang="ar-SA">
                <a:solidFill>
                  <a:srgbClr val="2E2640"/>
                </a:solidFill>
                <a:latin typeface="Arial"/>
                <a:cs typeface="Arial"/>
              </a:rPr>
              <a:t>خِذِ</a:t>
            </a:r>
          </a:p>
        </p:txBody>
      </p:sp>
      <p:sp>
        <p:nvSpPr>
          <p:cNvPr id="8" name="Back to the gifts" descr="◀  Back to the gifts">
            <a:hlinkClick action="ppaction://hlinksldjump" r:id="rId5"/>
          </p:cNvPr>
          <p:cNvSpPr/>
          <p:nvPr/>
        </p:nvSpPr>
        <p:spPr>
          <a:xfrm>
            <a:off x="381000" y="5715000"/>
            <a:ext cx="2667000" cy="762000"/>
          </a:xfrm>
          <a:prstGeom prst="roundRect">
            <a:avLst>
              <a:gd name="adj" fmla="val 30000"/>
            </a:avLst>
          </a:prstGeom>
          <a:solidFill>
            <a:srgbClr val="8A6CF0"/>
          </a:solidFill>
          <a:ln w="635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1500" b="1" lang="en-US">
                <a:solidFill>
                  <a:srgbClr val="FFFFFF"/>
                </a:solidFill>
                <a:latin typeface="Arial"/>
                <a:cs typeface="Arial"/>
              </a:rPr>
              <a:t>◀  Back to the gifts</a:t>
            </a:r>
          </a:p>
        </p:txBody>
      </p:sp>
      <p:sp>
        <p:nvSpPr>
          <p:cNvPr id="9" name="Next button">
            <a:hlinkClick action="ppaction://hlinksldjump" r:id="rId6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Next arrow">
            <a:hlinkClick action="ppaction://hlinksldjump" r:id="rId6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7" name="tad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53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4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Read it!"/>
          <p:cNvSpPr/>
          <p:nvPr/>
        </p:nvSpPr>
        <p:spPr>
          <a:xfrm>
            <a:off x="2730500" y="190500"/>
            <a:ext cx="673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600" b="1" lang="en-US">
                <a:solidFill>
                  <a:srgbClr val="2E2640"/>
                </a:solidFill>
                <a:latin typeface="Arial"/>
                <a:cs typeface="Arial"/>
              </a:rPr>
              <a:t>Read it!</a:t>
            </a:r>
          </a:p>
        </p:txBody>
      </p:sp>
      <p:pic>
        <p:nvPicPr>
          <p:cNvPr id="5" name="Open gift box" descr="Open gift box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1500" y="4445000"/>
            <a:ext cx="3429000" cy="2000250"/>
          </a:xfrm>
          <a:prstGeom prst="rect">
            <a:avLst/>
          </a:prstGeom>
        </p:spPr>
      </p:pic>
      <p:pic>
        <p:nvPicPr>
          <p:cNvPr id="6" name="Gift lid" descr="Gift lid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500000">
            <a:off x="7937500" y="4064000"/>
            <a:ext cx="2476500" cy="1238250"/>
          </a:xfrm>
          <a:prstGeom prst="rect">
            <a:avLst/>
          </a:prstGeom>
        </p:spPr>
      </p:pic>
      <p:sp>
        <p:nvSpPr>
          <p:cNvPr id="7" name="Card خِ" descr="خِ"/>
          <p:cNvSpPr/>
          <p:nvPr/>
        </p:nvSpPr>
        <p:spPr>
          <a:xfrm>
            <a:off x="3556000" y="1397000"/>
            <a:ext cx="5080000" cy="27940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B8A1FF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15000" b="1" lang="ar-SA">
                <a:solidFill>
                  <a:srgbClr val="2E2640"/>
                </a:solidFill>
                <a:latin typeface="Arial"/>
                <a:cs typeface="Arial"/>
              </a:rPr>
              <a:t>خِ</a:t>
            </a:r>
          </a:p>
        </p:txBody>
      </p:sp>
      <p:sp>
        <p:nvSpPr>
          <p:cNvPr id="8" name="Back to the gifts" descr="◀  Back to the gifts">
            <a:hlinkClick action="ppaction://hlinksldjump" r:id="rId5"/>
          </p:cNvPr>
          <p:cNvSpPr/>
          <p:nvPr/>
        </p:nvSpPr>
        <p:spPr>
          <a:xfrm>
            <a:off x="381000" y="5715000"/>
            <a:ext cx="2667000" cy="762000"/>
          </a:xfrm>
          <a:prstGeom prst="roundRect">
            <a:avLst>
              <a:gd name="adj" fmla="val 30000"/>
            </a:avLst>
          </a:prstGeom>
          <a:solidFill>
            <a:srgbClr val="8A6CF0"/>
          </a:solidFill>
          <a:ln w="635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1500" b="1" lang="en-US">
                <a:solidFill>
                  <a:srgbClr val="FFFFFF"/>
                </a:solidFill>
                <a:latin typeface="Arial"/>
                <a:cs typeface="Arial"/>
              </a:rPr>
              <a:t>◀  Back to the gifts</a:t>
            </a:r>
          </a:p>
        </p:txBody>
      </p:sp>
      <p:sp>
        <p:nvSpPr>
          <p:cNvPr id="9" name="Next button">
            <a:hlinkClick action="ppaction://hlinksldjump" r:id="rId6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Next arrow">
            <a:hlinkClick action="ppaction://hlinksldjump" r:id="rId6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7" name="tad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53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5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Read it!"/>
          <p:cNvSpPr/>
          <p:nvPr/>
        </p:nvSpPr>
        <p:spPr>
          <a:xfrm>
            <a:off x="2730500" y="190500"/>
            <a:ext cx="673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600" b="1" lang="en-US">
                <a:solidFill>
                  <a:srgbClr val="2E2640"/>
                </a:solidFill>
                <a:latin typeface="Arial"/>
                <a:cs typeface="Arial"/>
              </a:rPr>
              <a:t>Read it!</a:t>
            </a:r>
          </a:p>
        </p:txBody>
      </p:sp>
      <p:pic>
        <p:nvPicPr>
          <p:cNvPr id="5" name="Open gift box" descr="Open gift box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1500" y="4445000"/>
            <a:ext cx="3429000" cy="2000250"/>
          </a:xfrm>
          <a:prstGeom prst="rect">
            <a:avLst/>
          </a:prstGeom>
        </p:spPr>
      </p:pic>
      <p:pic>
        <p:nvPicPr>
          <p:cNvPr id="6" name="Gift lid" descr="Gift lid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500000">
            <a:off x="7937500" y="4064000"/>
            <a:ext cx="2476500" cy="1238250"/>
          </a:xfrm>
          <a:prstGeom prst="rect">
            <a:avLst/>
          </a:prstGeom>
        </p:spPr>
      </p:pic>
      <p:sp>
        <p:nvSpPr>
          <p:cNvPr id="7" name="Card دِ" descr="دِ"/>
          <p:cNvSpPr/>
          <p:nvPr/>
        </p:nvSpPr>
        <p:spPr>
          <a:xfrm>
            <a:off x="3556000" y="1397000"/>
            <a:ext cx="5080000" cy="27940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B8A1FF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15000" b="1" lang="ar-SA">
                <a:solidFill>
                  <a:srgbClr val="2E2640"/>
                </a:solidFill>
                <a:latin typeface="Arial"/>
                <a:cs typeface="Arial"/>
              </a:rPr>
              <a:t>دِ</a:t>
            </a:r>
          </a:p>
        </p:txBody>
      </p:sp>
      <p:sp>
        <p:nvSpPr>
          <p:cNvPr id="8" name="Back to the gifts" descr="◀  Back to the gifts">
            <a:hlinkClick action="ppaction://hlinksldjump" r:id="rId5"/>
          </p:cNvPr>
          <p:cNvSpPr/>
          <p:nvPr/>
        </p:nvSpPr>
        <p:spPr>
          <a:xfrm>
            <a:off x="381000" y="5715000"/>
            <a:ext cx="2667000" cy="762000"/>
          </a:xfrm>
          <a:prstGeom prst="roundRect">
            <a:avLst>
              <a:gd name="adj" fmla="val 30000"/>
            </a:avLst>
          </a:prstGeom>
          <a:solidFill>
            <a:srgbClr val="8A6CF0"/>
          </a:solidFill>
          <a:ln w="635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1500" b="1" lang="en-US">
                <a:solidFill>
                  <a:srgbClr val="FFFFFF"/>
                </a:solidFill>
                <a:latin typeface="Arial"/>
                <a:cs typeface="Arial"/>
              </a:rPr>
              <a:t>◀  Back to the gifts</a:t>
            </a:r>
          </a:p>
        </p:txBody>
      </p:sp>
      <p:sp>
        <p:nvSpPr>
          <p:cNvPr id="9" name="Next button">
            <a:hlinkClick action="ppaction://hlinksldjump" r:id="rId6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Next arrow">
            <a:hlinkClick action="ppaction://hlinksldjump" r:id="rId6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7" name="tad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53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6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Read it!"/>
          <p:cNvSpPr/>
          <p:nvPr/>
        </p:nvSpPr>
        <p:spPr>
          <a:xfrm>
            <a:off x="2730500" y="190500"/>
            <a:ext cx="673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600" b="1" lang="en-US">
                <a:solidFill>
                  <a:srgbClr val="2E2640"/>
                </a:solidFill>
                <a:latin typeface="Arial"/>
                <a:cs typeface="Arial"/>
              </a:rPr>
              <a:t>Read it!</a:t>
            </a:r>
          </a:p>
        </p:txBody>
      </p:sp>
      <p:pic>
        <p:nvPicPr>
          <p:cNvPr id="5" name="Open gift box" descr="Open gift box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1500" y="4445000"/>
            <a:ext cx="3429000" cy="2000250"/>
          </a:xfrm>
          <a:prstGeom prst="rect">
            <a:avLst/>
          </a:prstGeom>
        </p:spPr>
      </p:pic>
      <p:pic>
        <p:nvPicPr>
          <p:cNvPr id="6" name="Gift lid" descr="Gift lid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500000">
            <a:off x="7937500" y="4064000"/>
            <a:ext cx="2476500" cy="1238250"/>
          </a:xfrm>
          <a:prstGeom prst="rect">
            <a:avLst/>
          </a:prstGeom>
        </p:spPr>
      </p:pic>
      <p:sp>
        <p:nvSpPr>
          <p:cNvPr id="7" name="Card رِشِ" descr="رِشِ"/>
          <p:cNvSpPr/>
          <p:nvPr/>
        </p:nvSpPr>
        <p:spPr>
          <a:xfrm>
            <a:off x="3556000" y="1397000"/>
            <a:ext cx="5080000" cy="27940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B8A1FF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15000" b="1" lang="ar-SA">
                <a:solidFill>
                  <a:srgbClr val="2E2640"/>
                </a:solidFill>
                <a:latin typeface="Arial"/>
                <a:cs typeface="Arial"/>
              </a:rPr>
              <a:t>رِشِ</a:t>
            </a:r>
          </a:p>
        </p:txBody>
      </p:sp>
      <p:sp>
        <p:nvSpPr>
          <p:cNvPr id="8" name="Back to the gifts" descr="◀  Back to the gifts">
            <a:hlinkClick action="ppaction://hlinksldjump" r:id="rId5"/>
          </p:cNvPr>
          <p:cNvSpPr/>
          <p:nvPr/>
        </p:nvSpPr>
        <p:spPr>
          <a:xfrm>
            <a:off x="381000" y="5715000"/>
            <a:ext cx="2667000" cy="762000"/>
          </a:xfrm>
          <a:prstGeom prst="roundRect">
            <a:avLst>
              <a:gd name="adj" fmla="val 30000"/>
            </a:avLst>
          </a:prstGeom>
          <a:solidFill>
            <a:srgbClr val="8A6CF0"/>
          </a:solidFill>
          <a:ln w="635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1500" b="1" lang="en-US">
                <a:solidFill>
                  <a:srgbClr val="FFFFFF"/>
                </a:solidFill>
                <a:latin typeface="Arial"/>
                <a:cs typeface="Arial"/>
              </a:rPr>
              <a:t>◀  Back to the gifts</a:t>
            </a:r>
          </a:p>
        </p:txBody>
      </p:sp>
      <p:sp>
        <p:nvSpPr>
          <p:cNvPr id="9" name="Next button">
            <a:hlinkClick action="ppaction://hlinksldjump" r:id="rId6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Next arrow">
            <a:hlinkClick action="ppaction://hlinksldjump" r:id="rId6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7" name="tad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53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7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Read it!"/>
          <p:cNvSpPr/>
          <p:nvPr/>
        </p:nvSpPr>
        <p:spPr>
          <a:xfrm>
            <a:off x="2730500" y="190500"/>
            <a:ext cx="673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600" b="1" lang="en-US">
                <a:solidFill>
                  <a:srgbClr val="2E2640"/>
                </a:solidFill>
                <a:latin typeface="Arial"/>
                <a:cs typeface="Arial"/>
              </a:rPr>
              <a:t>Read it!</a:t>
            </a:r>
          </a:p>
        </p:txBody>
      </p:sp>
      <p:pic>
        <p:nvPicPr>
          <p:cNvPr id="5" name="Open gift box" descr="Open gift box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1500" y="4445000"/>
            <a:ext cx="3429000" cy="2000250"/>
          </a:xfrm>
          <a:prstGeom prst="rect">
            <a:avLst/>
          </a:prstGeom>
        </p:spPr>
      </p:pic>
      <p:pic>
        <p:nvPicPr>
          <p:cNvPr id="6" name="Gift lid" descr="Gift lid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500000">
            <a:off x="7937500" y="4064000"/>
            <a:ext cx="2476500" cy="1238250"/>
          </a:xfrm>
          <a:prstGeom prst="rect">
            <a:avLst/>
          </a:prstGeom>
        </p:spPr>
      </p:pic>
      <p:sp>
        <p:nvSpPr>
          <p:cNvPr id="7" name="Card ذِثِ" descr="ذِثِ"/>
          <p:cNvSpPr/>
          <p:nvPr/>
        </p:nvSpPr>
        <p:spPr>
          <a:xfrm>
            <a:off x="3556000" y="1397000"/>
            <a:ext cx="5080000" cy="27940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B8A1FF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15000" b="1" lang="ar-SA">
                <a:solidFill>
                  <a:srgbClr val="2E2640"/>
                </a:solidFill>
                <a:latin typeface="Arial"/>
                <a:cs typeface="Arial"/>
              </a:rPr>
              <a:t>ذِثِ</a:t>
            </a:r>
          </a:p>
        </p:txBody>
      </p:sp>
      <p:sp>
        <p:nvSpPr>
          <p:cNvPr id="8" name="Back to the gifts" descr="◀  Back to the gifts">
            <a:hlinkClick action="ppaction://hlinksldjump" r:id="rId5"/>
          </p:cNvPr>
          <p:cNvSpPr/>
          <p:nvPr/>
        </p:nvSpPr>
        <p:spPr>
          <a:xfrm>
            <a:off x="381000" y="5715000"/>
            <a:ext cx="2667000" cy="762000"/>
          </a:xfrm>
          <a:prstGeom prst="roundRect">
            <a:avLst>
              <a:gd name="adj" fmla="val 30000"/>
            </a:avLst>
          </a:prstGeom>
          <a:solidFill>
            <a:srgbClr val="8A6CF0"/>
          </a:solidFill>
          <a:ln w="635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1500" b="1" lang="en-US">
                <a:solidFill>
                  <a:srgbClr val="FFFFFF"/>
                </a:solidFill>
                <a:latin typeface="Arial"/>
                <a:cs typeface="Arial"/>
              </a:rPr>
              <a:t>◀  Back to the gifts</a:t>
            </a:r>
          </a:p>
        </p:txBody>
      </p:sp>
      <p:sp>
        <p:nvSpPr>
          <p:cNvPr id="9" name="Next button">
            <a:hlinkClick action="ppaction://hlinksldjump" r:id="rId6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Next arrow">
            <a:hlinkClick action="ppaction://hlinksldjump" r:id="rId6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7" name="tad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53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8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Read it!"/>
          <p:cNvSpPr/>
          <p:nvPr/>
        </p:nvSpPr>
        <p:spPr>
          <a:xfrm>
            <a:off x="2730500" y="190500"/>
            <a:ext cx="673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600" b="1" lang="en-US">
                <a:solidFill>
                  <a:srgbClr val="2E2640"/>
                </a:solidFill>
                <a:latin typeface="Arial"/>
                <a:cs typeface="Arial"/>
              </a:rPr>
              <a:t>Read it!</a:t>
            </a:r>
          </a:p>
        </p:txBody>
      </p:sp>
      <p:pic>
        <p:nvPicPr>
          <p:cNvPr id="5" name="Open gift box" descr="Open gift box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1500" y="4445000"/>
            <a:ext cx="3429000" cy="2000250"/>
          </a:xfrm>
          <a:prstGeom prst="rect">
            <a:avLst/>
          </a:prstGeom>
        </p:spPr>
      </p:pic>
      <p:pic>
        <p:nvPicPr>
          <p:cNvPr id="6" name="Gift lid" descr="Gift lid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500000">
            <a:off x="7937500" y="4064000"/>
            <a:ext cx="2476500" cy="1238250"/>
          </a:xfrm>
          <a:prstGeom prst="rect">
            <a:avLst/>
          </a:prstGeom>
        </p:spPr>
      </p:pic>
      <p:sp>
        <p:nvSpPr>
          <p:cNvPr id="7" name="Card دِظِ" descr="دِظِ"/>
          <p:cNvSpPr/>
          <p:nvPr/>
        </p:nvSpPr>
        <p:spPr>
          <a:xfrm>
            <a:off x="3556000" y="1397000"/>
            <a:ext cx="5080000" cy="27940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B8A1FF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15000" b="1" lang="ar-SA">
                <a:solidFill>
                  <a:srgbClr val="2E2640"/>
                </a:solidFill>
                <a:latin typeface="Arial"/>
                <a:cs typeface="Arial"/>
              </a:rPr>
              <a:t>دِظِ</a:t>
            </a:r>
          </a:p>
        </p:txBody>
      </p:sp>
      <p:sp>
        <p:nvSpPr>
          <p:cNvPr id="8" name="Back to the gifts" descr="◀  Back to the gifts">
            <a:hlinkClick action="ppaction://hlinksldjump" r:id="rId5"/>
          </p:cNvPr>
          <p:cNvSpPr/>
          <p:nvPr/>
        </p:nvSpPr>
        <p:spPr>
          <a:xfrm>
            <a:off x="381000" y="5715000"/>
            <a:ext cx="2667000" cy="762000"/>
          </a:xfrm>
          <a:prstGeom prst="roundRect">
            <a:avLst>
              <a:gd name="adj" fmla="val 30000"/>
            </a:avLst>
          </a:prstGeom>
          <a:solidFill>
            <a:srgbClr val="8A6CF0"/>
          </a:solidFill>
          <a:ln w="635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1500" b="1" lang="en-US">
                <a:solidFill>
                  <a:srgbClr val="FFFFFF"/>
                </a:solidFill>
                <a:latin typeface="Arial"/>
                <a:cs typeface="Arial"/>
              </a:rPr>
              <a:t>◀  Back to the gifts</a:t>
            </a:r>
          </a:p>
        </p:txBody>
      </p:sp>
      <p:sp>
        <p:nvSpPr>
          <p:cNvPr id="9" name="Next button">
            <a:hlinkClick action="ppaction://hlinksldjump" r:id="rId6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Next arrow">
            <a:hlinkClick action="ppaction://hlinksldjump" r:id="rId6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7" name="tad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53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9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Read it!"/>
          <p:cNvSpPr/>
          <p:nvPr/>
        </p:nvSpPr>
        <p:spPr>
          <a:xfrm>
            <a:off x="2730500" y="190500"/>
            <a:ext cx="673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600" b="1" lang="en-US">
                <a:solidFill>
                  <a:srgbClr val="2E2640"/>
                </a:solidFill>
                <a:latin typeface="Arial"/>
                <a:cs typeface="Arial"/>
              </a:rPr>
              <a:t>Read it!</a:t>
            </a:r>
          </a:p>
        </p:txBody>
      </p:sp>
      <p:pic>
        <p:nvPicPr>
          <p:cNvPr id="5" name="Open gift box" descr="Open gift box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1500" y="4445000"/>
            <a:ext cx="3429000" cy="2000250"/>
          </a:xfrm>
          <a:prstGeom prst="rect">
            <a:avLst/>
          </a:prstGeom>
        </p:spPr>
      </p:pic>
      <p:pic>
        <p:nvPicPr>
          <p:cNvPr id="6" name="Gift lid" descr="Gift lid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500000">
            <a:off x="7937500" y="4064000"/>
            <a:ext cx="2476500" cy="1238250"/>
          </a:xfrm>
          <a:prstGeom prst="rect">
            <a:avLst/>
          </a:prstGeom>
        </p:spPr>
      </p:pic>
      <p:sp>
        <p:nvSpPr>
          <p:cNvPr id="7" name="Card ذِ" descr="ذِ"/>
          <p:cNvSpPr/>
          <p:nvPr/>
        </p:nvSpPr>
        <p:spPr>
          <a:xfrm>
            <a:off x="3556000" y="1397000"/>
            <a:ext cx="5080000" cy="27940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B8A1FF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15000" b="1" lang="ar-SA">
                <a:solidFill>
                  <a:srgbClr val="2E2640"/>
                </a:solidFill>
                <a:latin typeface="Arial"/>
                <a:cs typeface="Arial"/>
              </a:rPr>
              <a:t>ذِ</a:t>
            </a:r>
          </a:p>
        </p:txBody>
      </p:sp>
      <p:sp>
        <p:nvSpPr>
          <p:cNvPr id="8" name="Back to the gifts" descr="◀  Back to the gifts">
            <a:hlinkClick action="ppaction://hlinksldjump" r:id="rId5"/>
          </p:cNvPr>
          <p:cNvSpPr/>
          <p:nvPr/>
        </p:nvSpPr>
        <p:spPr>
          <a:xfrm>
            <a:off x="381000" y="5715000"/>
            <a:ext cx="2667000" cy="762000"/>
          </a:xfrm>
          <a:prstGeom prst="roundRect">
            <a:avLst>
              <a:gd name="adj" fmla="val 30000"/>
            </a:avLst>
          </a:prstGeom>
          <a:solidFill>
            <a:srgbClr val="8A6CF0"/>
          </a:solidFill>
          <a:ln w="635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1500" b="1" lang="en-US">
                <a:solidFill>
                  <a:srgbClr val="FFFFFF"/>
                </a:solidFill>
                <a:latin typeface="Arial"/>
                <a:cs typeface="Arial"/>
              </a:rPr>
              <a:t>◀  Back to the gifts</a:t>
            </a:r>
          </a:p>
        </p:txBody>
      </p:sp>
      <p:sp>
        <p:nvSpPr>
          <p:cNvPr id="9" name="Next button">
            <a:hlinkClick action="ppaction://hlinksldjump" r:id="rId6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Next arrow">
            <a:hlinkClick action="ppaction://hlinksldjump" r:id="rId6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7" name="tad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53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286000" y="190500"/>
            <a:ext cx="7620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Build the word, then tap GO!"/>
          <p:cNvSpPr/>
          <p:nvPr/>
        </p:nvSpPr>
        <p:spPr>
          <a:xfrm>
            <a:off x="2413000" y="190500"/>
            <a:ext cx="52705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200" b="1" lang="en-US">
                <a:solidFill>
                  <a:srgbClr val="2E2640"/>
                </a:solidFill>
                <a:latin typeface="Arial"/>
                <a:cs typeface="Arial"/>
              </a:rPr>
              <a:t>Build the word, then tap GO!</a:t>
            </a:r>
          </a:p>
        </p:txBody>
      </p:sp>
      <p:sp>
        <p:nvSpPr>
          <p:cNvPr id="5" name="Find شَرِبَ" descr="شَرِبَ"/>
          <p:cNvSpPr/>
          <p:nvPr/>
        </p:nvSpPr>
        <p:spPr>
          <a:xfrm>
            <a:off x="7683500" y="228600"/>
            <a:ext cx="20955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شَرِبَ</a:t>
            </a:r>
          </a:p>
        </p:txBody>
      </p:sp>
      <p:pic>
        <p:nvPicPr>
          <p:cNvPr id="6" name="Engine" descr="Engin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000" y="3937000"/>
            <a:ext cx="2667000" cy="1911350"/>
          </a:xfrm>
          <a:prstGeom prst="rect">
            <a:avLst/>
          </a:prstGeom>
        </p:spPr>
      </p:pic>
      <p:pic>
        <p:nvPicPr>
          <p:cNvPr id="7" name="Wagon 1" descr="Wagon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75000" y="4381500"/>
            <a:ext cx="1778000" cy="1543050"/>
          </a:xfrm>
          <a:prstGeom prst="rect">
            <a:avLst/>
          </a:prstGeom>
        </p:spPr>
      </p:pic>
      <p:pic>
        <p:nvPicPr>
          <p:cNvPr id="8" name="Wagon 2" descr="Wagon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16500" y="4381500"/>
            <a:ext cx="1778000" cy="1543050"/>
          </a:xfrm>
          <a:prstGeom prst="rect">
            <a:avLst/>
          </a:prstGeom>
        </p:spPr>
      </p:pic>
      <p:pic>
        <p:nvPicPr>
          <p:cNvPr id="9" name="Wagon 3" descr="Wagon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0" y="4381500"/>
            <a:ext cx="1778000" cy="1543050"/>
          </a:xfrm>
          <a:prstGeom prst="rect">
            <a:avLst/>
          </a:prstGeom>
        </p:spPr>
      </p:pic>
      <p:sp>
        <p:nvSpPr>
          <p:cNvPr id="10" name="Card بَ" descr="بَ">
            <a:hlinkClick action="ppaction://hlinksldjump" r:id="rId5"/>
          </p:cNvPr>
          <p:cNvSpPr/>
          <p:nvPr/>
        </p:nvSpPr>
        <p:spPr>
          <a:xfrm>
            <a:off x="3302000" y="1778000"/>
            <a:ext cx="1206500" cy="12065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FFB347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6200" b="1" lang="ar-SA">
                <a:solidFill>
                  <a:srgbClr val="2E2640"/>
                </a:solidFill>
                <a:latin typeface="Arial"/>
                <a:cs typeface="Arial"/>
              </a:rPr>
              <a:t>بَ</a:t>
            </a:r>
          </a:p>
        </p:txBody>
      </p:sp>
      <p:sp>
        <p:nvSpPr>
          <p:cNvPr id="11" name="Card رِ" descr="رِ">
            <a:hlinkClick action="ppaction://hlinksldjump" r:id="rId5"/>
          </p:cNvPr>
          <p:cNvSpPr/>
          <p:nvPr/>
        </p:nvSpPr>
        <p:spPr>
          <a:xfrm>
            <a:off x="4953000" y="1778000"/>
            <a:ext cx="1206500" cy="12065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FFB347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6200" b="1" lang="ar-SA">
                <a:solidFill>
                  <a:srgbClr val="2E2640"/>
                </a:solidFill>
                <a:latin typeface="Arial"/>
                <a:cs typeface="Arial"/>
              </a:rPr>
              <a:t>رِ</a:t>
            </a:r>
          </a:p>
        </p:txBody>
      </p:sp>
      <p:sp>
        <p:nvSpPr>
          <p:cNvPr id="12" name="Card شَ" descr="شَ">
            <a:hlinkClick action="ppaction://hlinksldjump" r:id="rId6"/>
          </p:cNvPr>
          <p:cNvSpPr/>
          <p:nvPr/>
        </p:nvSpPr>
        <p:spPr>
          <a:xfrm>
            <a:off x="6604000" y="1778000"/>
            <a:ext cx="1206500" cy="12065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FFB347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6200" b="1" lang="ar-SA">
                <a:solidFill>
                  <a:srgbClr val="2E2640"/>
                </a:solidFill>
                <a:latin typeface="Arial"/>
                <a:cs typeface="Arial"/>
              </a:rPr>
              <a:t>شَ</a:t>
            </a:r>
          </a:p>
        </p:txBody>
      </p:sp>
      <p:sp>
        <p:nvSpPr>
          <p:cNvPr id="13" name="Next button">
            <a:hlinkClick action="ppaction://hlinksldjump" r:id="rId7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Next arrow">
            <a:hlinkClick action="ppaction://hlinksldjump" r:id="rId7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 spd="med">
    <p:fade/>
  </p:transition>
</p:sld>
</file>

<file path=ppt/slides/slide201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286000" y="190500"/>
            <a:ext cx="7620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Build the word, then tap GO!"/>
          <p:cNvSpPr/>
          <p:nvPr/>
        </p:nvSpPr>
        <p:spPr>
          <a:xfrm>
            <a:off x="2413000" y="190500"/>
            <a:ext cx="52705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200" b="1" lang="en-US">
                <a:solidFill>
                  <a:srgbClr val="2E2640"/>
                </a:solidFill>
                <a:latin typeface="Arial"/>
                <a:cs typeface="Arial"/>
              </a:rPr>
              <a:t>Build the word, then tap GO!</a:t>
            </a:r>
          </a:p>
        </p:txBody>
      </p:sp>
      <p:sp>
        <p:nvSpPr>
          <p:cNvPr id="5" name="Find شَرِبَ" descr="شَرِبَ"/>
          <p:cNvSpPr/>
          <p:nvPr/>
        </p:nvSpPr>
        <p:spPr>
          <a:xfrm>
            <a:off x="7683500" y="228600"/>
            <a:ext cx="20955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شَرِبَ</a:t>
            </a:r>
          </a:p>
        </p:txBody>
      </p:sp>
      <p:pic>
        <p:nvPicPr>
          <p:cNvPr id="6" name="Engine" descr="Engin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000" y="3937000"/>
            <a:ext cx="2667000" cy="1911350"/>
          </a:xfrm>
          <a:prstGeom prst="rect">
            <a:avLst/>
          </a:prstGeom>
        </p:spPr>
      </p:pic>
      <p:pic>
        <p:nvPicPr>
          <p:cNvPr id="7" name="Wagon 1" descr="Wagon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75000" y="4381500"/>
            <a:ext cx="1778000" cy="1543050"/>
          </a:xfrm>
          <a:prstGeom prst="rect">
            <a:avLst/>
          </a:prstGeom>
        </p:spPr>
      </p:pic>
      <p:pic>
        <p:nvPicPr>
          <p:cNvPr id="8" name="Wagon 2" descr="Wagon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16500" y="4381500"/>
            <a:ext cx="1778000" cy="1543050"/>
          </a:xfrm>
          <a:prstGeom prst="rect">
            <a:avLst/>
          </a:prstGeom>
        </p:spPr>
      </p:pic>
      <p:pic>
        <p:nvPicPr>
          <p:cNvPr id="9" name="Wagon 3" descr="Wagon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0" y="4381500"/>
            <a:ext cx="1778000" cy="1543050"/>
          </a:xfrm>
          <a:prstGeom prst="rect">
            <a:avLst/>
          </a:prstGeom>
        </p:spPr>
      </p:pic>
      <p:sp>
        <p:nvSpPr>
          <p:cNvPr id="10" name="Wagon letter 1" descr="شَ"/>
          <p:cNvSpPr/>
          <p:nvPr/>
        </p:nvSpPr>
        <p:spPr>
          <a:xfrm>
            <a:off x="7099300" y="4737100"/>
            <a:ext cx="1295400" cy="6604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3800" b="1" lang="ar-SA">
                <a:solidFill>
                  <a:srgbClr val="2E2640"/>
                </a:solidFill>
                <a:latin typeface="Arial"/>
                <a:cs typeface="Arial"/>
              </a:rPr>
              <a:t>شَ</a:t>
            </a:r>
          </a:p>
        </p:txBody>
      </p:sp>
      <p:sp>
        <p:nvSpPr>
          <p:cNvPr id="11" name="Card بَ" descr="بَ">
            <a:hlinkClick action="ppaction://hlinksldjump" r:id="rId5"/>
          </p:cNvPr>
          <p:cNvSpPr/>
          <p:nvPr/>
        </p:nvSpPr>
        <p:spPr>
          <a:xfrm>
            <a:off x="3302000" y="1778000"/>
            <a:ext cx="1206500" cy="12065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FFB347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6200" b="1" lang="ar-SA">
                <a:solidFill>
                  <a:srgbClr val="2E2640"/>
                </a:solidFill>
                <a:latin typeface="Arial"/>
                <a:cs typeface="Arial"/>
              </a:rPr>
              <a:t>بَ</a:t>
            </a:r>
          </a:p>
        </p:txBody>
      </p:sp>
      <p:sp>
        <p:nvSpPr>
          <p:cNvPr id="12" name="Card رِ" descr="رِ">
            <a:hlinkClick action="ppaction://hlinksldjump" r:id="rId6"/>
          </p:cNvPr>
          <p:cNvSpPr/>
          <p:nvPr/>
        </p:nvSpPr>
        <p:spPr>
          <a:xfrm>
            <a:off x="4953000" y="1778000"/>
            <a:ext cx="1206500" cy="12065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FFB347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6200" b="1" lang="ar-SA">
                <a:solidFill>
                  <a:srgbClr val="2E2640"/>
                </a:solidFill>
                <a:latin typeface="Arial"/>
                <a:cs typeface="Arial"/>
              </a:rPr>
              <a:t>رِ</a:t>
            </a:r>
          </a:p>
        </p:txBody>
      </p:sp>
      <p:sp>
        <p:nvSpPr>
          <p:cNvPr id="13" name="Next button">
            <a:hlinkClick action="ppaction://hlinksldjump" r:id="rId7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Next arrow">
            <a:hlinkClick action="ppaction://hlinksldjump" r:id="rId7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8" name="ding.wav"/>
      </p:stSnd>
    </p:sndAc>
  </p:transition>
</p:sld>
</file>

<file path=ppt/slides/slide202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286000" y="190500"/>
            <a:ext cx="7620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Build the word, then tap GO!"/>
          <p:cNvSpPr/>
          <p:nvPr/>
        </p:nvSpPr>
        <p:spPr>
          <a:xfrm>
            <a:off x="2413000" y="190500"/>
            <a:ext cx="52705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200" b="1" lang="en-US">
                <a:solidFill>
                  <a:srgbClr val="2E2640"/>
                </a:solidFill>
                <a:latin typeface="Arial"/>
                <a:cs typeface="Arial"/>
              </a:rPr>
              <a:t>Build the word, then tap GO!</a:t>
            </a:r>
          </a:p>
        </p:txBody>
      </p:sp>
      <p:sp>
        <p:nvSpPr>
          <p:cNvPr id="5" name="Find شَرِبَ" descr="شَرِبَ"/>
          <p:cNvSpPr/>
          <p:nvPr/>
        </p:nvSpPr>
        <p:spPr>
          <a:xfrm>
            <a:off x="7683500" y="228600"/>
            <a:ext cx="20955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شَرِبَ</a:t>
            </a:r>
          </a:p>
        </p:txBody>
      </p:sp>
      <p:pic>
        <p:nvPicPr>
          <p:cNvPr id="6" name="Engine" descr="Engin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000" y="3937000"/>
            <a:ext cx="2667000" cy="1911350"/>
          </a:xfrm>
          <a:prstGeom prst="rect">
            <a:avLst/>
          </a:prstGeom>
        </p:spPr>
      </p:pic>
      <p:pic>
        <p:nvPicPr>
          <p:cNvPr id="7" name="Wagon 1" descr="Wagon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75000" y="4381500"/>
            <a:ext cx="1778000" cy="1543050"/>
          </a:xfrm>
          <a:prstGeom prst="rect">
            <a:avLst/>
          </a:prstGeom>
        </p:spPr>
      </p:pic>
      <p:pic>
        <p:nvPicPr>
          <p:cNvPr id="8" name="Wagon 2" descr="Wagon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16500" y="4381500"/>
            <a:ext cx="1778000" cy="1543050"/>
          </a:xfrm>
          <a:prstGeom prst="rect">
            <a:avLst/>
          </a:prstGeom>
        </p:spPr>
      </p:pic>
      <p:pic>
        <p:nvPicPr>
          <p:cNvPr id="9" name="Wagon 3" descr="Wagon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0" y="4381500"/>
            <a:ext cx="1778000" cy="1543050"/>
          </a:xfrm>
          <a:prstGeom prst="rect">
            <a:avLst/>
          </a:prstGeom>
        </p:spPr>
      </p:pic>
      <p:sp>
        <p:nvSpPr>
          <p:cNvPr id="10" name="Wagon letter 1" descr="شَ"/>
          <p:cNvSpPr/>
          <p:nvPr/>
        </p:nvSpPr>
        <p:spPr>
          <a:xfrm>
            <a:off x="7099300" y="4737100"/>
            <a:ext cx="1295400" cy="6604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3800" b="1" lang="ar-SA">
                <a:solidFill>
                  <a:srgbClr val="2E2640"/>
                </a:solidFill>
                <a:latin typeface="Arial"/>
                <a:cs typeface="Arial"/>
              </a:rPr>
              <a:t>شَ</a:t>
            </a:r>
          </a:p>
        </p:txBody>
      </p:sp>
      <p:sp>
        <p:nvSpPr>
          <p:cNvPr id="11" name="Wagon letter 2" descr="رِ"/>
          <p:cNvSpPr/>
          <p:nvPr/>
        </p:nvSpPr>
        <p:spPr>
          <a:xfrm>
            <a:off x="5257800" y="4737100"/>
            <a:ext cx="1295400" cy="6604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3800" b="1" lang="ar-SA">
                <a:solidFill>
                  <a:srgbClr val="2E2640"/>
                </a:solidFill>
                <a:latin typeface="Arial"/>
                <a:cs typeface="Arial"/>
              </a:rPr>
              <a:t>رِ</a:t>
            </a:r>
          </a:p>
        </p:txBody>
      </p:sp>
      <p:sp>
        <p:nvSpPr>
          <p:cNvPr id="12" name="Card بَ" descr="بَ">
            <a:hlinkClick action="ppaction://hlinksldjump" r:id="rId5"/>
          </p:cNvPr>
          <p:cNvSpPr/>
          <p:nvPr/>
        </p:nvSpPr>
        <p:spPr>
          <a:xfrm>
            <a:off x="3302000" y="1778000"/>
            <a:ext cx="1206500" cy="12065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FFB347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6200" b="1" lang="ar-SA">
                <a:solidFill>
                  <a:srgbClr val="2E2640"/>
                </a:solidFill>
                <a:latin typeface="Arial"/>
                <a:cs typeface="Arial"/>
              </a:rPr>
              <a:t>بَ</a:t>
            </a:r>
          </a:p>
        </p:txBody>
      </p:sp>
      <p:sp>
        <p:nvSpPr>
          <p:cNvPr id="13" name="Next button">
            <a:hlinkClick action="ppaction://hlinksldjump" r:id="rId6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Next arrow">
            <a:hlinkClick action="ppaction://hlinksldjump" r:id="rId6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7" name="ding.wav"/>
      </p:stSnd>
    </p:sndAc>
  </p:transition>
</p:sld>
</file>

<file path=ppt/slides/slide203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286000" y="190500"/>
            <a:ext cx="7620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Build the word, then tap GO!"/>
          <p:cNvSpPr/>
          <p:nvPr/>
        </p:nvSpPr>
        <p:spPr>
          <a:xfrm>
            <a:off x="2413000" y="190500"/>
            <a:ext cx="52705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200" b="1" lang="en-US">
                <a:solidFill>
                  <a:srgbClr val="2E2640"/>
                </a:solidFill>
                <a:latin typeface="Arial"/>
                <a:cs typeface="Arial"/>
              </a:rPr>
              <a:t>Build the word, then tap GO!</a:t>
            </a:r>
          </a:p>
        </p:txBody>
      </p:sp>
      <p:sp>
        <p:nvSpPr>
          <p:cNvPr id="5" name="Find شَرِبَ" descr="شَرِبَ"/>
          <p:cNvSpPr/>
          <p:nvPr/>
        </p:nvSpPr>
        <p:spPr>
          <a:xfrm>
            <a:off x="7683500" y="228600"/>
            <a:ext cx="20955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شَرِبَ</a:t>
            </a:r>
          </a:p>
        </p:txBody>
      </p:sp>
      <p:pic>
        <p:nvPicPr>
          <p:cNvPr id="6" name="Engine" descr="Engin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000" y="3937000"/>
            <a:ext cx="2667000" cy="1911350"/>
          </a:xfrm>
          <a:prstGeom prst="rect">
            <a:avLst/>
          </a:prstGeom>
        </p:spPr>
      </p:pic>
      <p:pic>
        <p:nvPicPr>
          <p:cNvPr id="7" name="Wagon 1" descr="Wagon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75000" y="4381500"/>
            <a:ext cx="1778000" cy="1543050"/>
          </a:xfrm>
          <a:prstGeom prst="rect">
            <a:avLst/>
          </a:prstGeom>
        </p:spPr>
      </p:pic>
      <p:pic>
        <p:nvPicPr>
          <p:cNvPr id="8" name="Wagon 2" descr="Wagon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16500" y="4381500"/>
            <a:ext cx="1778000" cy="1543050"/>
          </a:xfrm>
          <a:prstGeom prst="rect">
            <a:avLst/>
          </a:prstGeom>
        </p:spPr>
      </p:pic>
      <p:pic>
        <p:nvPicPr>
          <p:cNvPr id="9" name="Wagon 3" descr="Wagon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0" y="4381500"/>
            <a:ext cx="1778000" cy="1543050"/>
          </a:xfrm>
          <a:prstGeom prst="rect">
            <a:avLst/>
          </a:prstGeom>
        </p:spPr>
      </p:pic>
      <p:sp>
        <p:nvSpPr>
          <p:cNvPr id="10" name="Wagon letter 1" descr="شَ"/>
          <p:cNvSpPr/>
          <p:nvPr/>
        </p:nvSpPr>
        <p:spPr>
          <a:xfrm>
            <a:off x="7099300" y="4737100"/>
            <a:ext cx="1295400" cy="6604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3800" b="1" lang="ar-SA">
                <a:solidFill>
                  <a:srgbClr val="2E2640"/>
                </a:solidFill>
                <a:latin typeface="Arial"/>
                <a:cs typeface="Arial"/>
              </a:rPr>
              <a:t>شَ</a:t>
            </a:r>
          </a:p>
        </p:txBody>
      </p:sp>
      <p:sp>
        <p:nvSpPr>
          <p:cNvPr id="11" name="Wagon letter 2" descr="رِ"/>
          <p:cNvSpPr/>
          <p:nvPr/>
        </p:nvSpPr>
        <p:spPr>
          <a:xfrm>
            <a:off x="5257800" y="4737100"/>
            <a:ext cx="1295400" cy="6604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3800" b="1" lang="ar-SA">
                <a:solidFill>
                  <a:srgbClr val="2E2640"/>
                </a:solidFill>
                <a:latin typeface="Arial"/>
                <a:cs typeface="Arial"/>
              </a:rPr>
              <a:t>رِ</a:t>
            </a:r>
          </a:p>
        </p:txBody>
      </p:sp>
      <p:sp>
        <p:nvSpPr>
          <p:cNvPr id="12" name="Wagon letter 3" descr="بَ"/>
          <p:cNvSpPr/>
          <p:nvPr/>
        </p:nvSpPr>
        <p:spPr>
          <a:xfrm>
            <a:off x="3416300" y="4737100"/>
            <a:ext cx="1295400" cy="6604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3800" b="1" lang="ar-SA">
                <a:solidFill>
                  <a:srgbClr val="2E2640"/>
                </a:solidFill>
                <a:latin typeface="Arial"/>
                <a:cs typeface="Arial"/>
              </a:rPr>
              <a:t>بَ</a:t>
            </a:r>
          </a:p>
        </p:txBody>
      </p:sp>
      <p:sp>
        <p:nvSpPr>
          <p:cNvPr id="13" name="GO button" descr="GO!">
            <a:hlinkClick action="ppaction://hlinksldjump" r:id="rId5"/>
          </p:cNvPr>
          <p:cNvSpPr/>
          <p:nvPr/>
        </p:nvSpPr>
        <p:spPr>
          <a:xfrm>
            <a:off x="9271000" y="1905000"/>
            <a:ext cx="1460500" cy="889000"/>
          </a:xfrm>
          <a:prstGeom prst="roundRect">
            <a:avLst>
              <a:gd name="adj" fmla="val 30000"/>
            </a:avLst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4800" b="1" lang="en-US">
                <a:solidFill>
                  <a:srgbClr val="FFFFFF"/>
                </a:solidFill>
                <a:latin typeface="Arial"/>
                <a:cs typeface="Arial"/>
              </a:rPr>
              <a:t>GO!</a:t>
            </a:r>
          </a:p>
        </p:txBody>
      </p:sp>
      <p:sp>
        <p:nvSpPr>
          <p:cNvPr id="14" name="Next button">
            <a:hlinkClick action="ppaction://hlinksldjump" r:id="rId6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Next arrow">
            <a:hlinkClick action="ppaction://hlinksldjump" r:id="rId6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7" name="ding.wav"/>
      </p:stSnd>
    </p:sndAc>
  </p:transition>
</p:sld>
</file>

<file path=ppt/slides/slide204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286000" y="190500"/>
            <a:ext cx="7620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Build the word, then tap GO!"/>
          <p:cNvSpPr/>
          <p:nvPr/>
        </p:nvSpPr>
        <p:spPr>
          <a:xfrm>
            <a:off x="2413000" y="190500"/>
            <a:ext cx="52705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200" b="1" lang="en-US">
                <a:solidFill>
                  <a:srgbClr val="2E2640"/>
                </a:solidFill>
                <a:latin typeface="Arial"/>
                <a:cs typeface="Arial"/>
              </a:rPr>
              <a:t>Build the word, then tap GO!</a:t>
            </a:r>
          </a:p>
        </p:txBody>
      </p:sp>
      <p:sp>
        <p:nvSpPr>
          <p:cNvPr id="5" name="Find شَرِبَ" descr="شَرِبَ"/>
          <p:cNvSpPr/>
          <p:nvPr/>
        </p:nvSpPr>
        <p:spPr>
          <a:xfrm>
            <a:off x="7683500" y="228600"/>
            <a:ext cx="20955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شَرِبَ</a:t>
            </a:r>
          </a:p>
        </p:txBody>
      </p:sp>
      <p:pic>
        <p:nvPicPr>
          <p:cNvPr id="6" name="Engine" descr="Engin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000" y="3937000"/>
            <a:ext cx="2667000" cy="1911350"/>
          </a:xfrm>
          <a:prstGeom prst="rect">
            <a:avLst/>
          </a:prstGeom>
        </p:spPr>
      </p:pic>
      <p:pic>
        <p:nvPicPr>
          <p:cNvPr id="7" name="Wagon 1" descr="Wagon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75000" y="4381500"/>
            <a:ext cx="1778000" cy="1543050"/>
          </a:xfrm>
          <a:prstGeom prst="rect">
            <a:avLst/>
          </a:prstGeom>
        </p:spPr>
      </p:pic>
      <p:pic>
        <p:nvPicPr>
          <p:cNvPr id="8" name="Wagon 2" descr="Wagon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16500" y="4381500"/>
            <a:ext cx="1778000" cy="1543050"/>
          </a:xfrm>
          <a:prstGeom prst="rect">
            <a:avLst/>
          </a:prstGeom>
        </p:spPr>
      </p:pic>
      <p:pic>
        <p:nvPicPr>
          <p:cNvPr id="9" name="Wagon 3" descr="Wagon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0" y="4381500"/>
            <a:ext cx="1778000" cy="1543050"/>
          </a:xfrm>
          <a:prstGeom prst="rect">
            <a:avLst/>
          </a:prstGeom>
        </p:spPr>
      </p:pic>
      <p:sp>
        <p:nvSpPr>
          <p:cNvPr id="10" name="Card بَ" descr="بَ">
            <a:hlinkClick action="ppaction://hlinksldjump" r:id="rId5"/>
          </p:cNvPr>
          <p:cNvSpPr/>
          <p:nvPr/>
        </p:nvSpPr>
        <p:spPr>
          <a:xfrm>
            <a:off x="3302000" y="1778000"/>
            <a:ext cx="1206500" cy="12065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FFB347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6200" b="1" lang="ar-SA">
                <a:solidFill>
                  <a:srgbClr val="2E2640"/>
                </a:solidFill>
                <a:latin typeface="Arial"/>
                <a:cs typeface="Arial"/>
              </a:rPr>
              <a:t>بَ</a:t>
            </a:r>
          </a:p>
        </p:txBody>
      </p:sp>
      <p:sp>
        <p:nvSpPr>
          <p:cNvPr id="11" name="Card رِ" descr="رِ">
            <a:hlinkClick action="ppaction://hlinksldjump" r:id="rId5"/>
          </p:cNvPr>
          <p:cNvSpPr/>
          <p:nvPr/>
        </p:nvSpPr>
        <p:spPr>
          <a:xfrm>
            <a:off x="4953000" y="1778000"/>
            <a:ext cx="1206500" cy="12065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FFB347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6200" b="1" lang="ar-SA">
                <a:solidFill>
                  <a:srgbClr val="2E2640"/>
                </a:solidFill>
                <a:latin typeface="Arial"/>
                <a:cs typeface="Arial"/>
              </a:rPr>
              <a:t>رِ</a:t>
            </a:r>
          </a:p>
        </p:txBody>
      </p:sp>
      <p:sp>
        <p:nvSpPr>
          <p:cNvPr id="12" name="Card شَ" descr="شَ">
            <a:hlinkClick action="ppaction://hlinksldjump" r:id="rId6"/>
          </p:cNvPr>
          <p:cNvSpPr/>
          <p:nvPr/>
        </p:nvSpPr>
        <p:spPr>
          <a:xfrm>
            <a:off x="6604000" y="1778000"/>
            <a:ext cx="1206500" cy="12065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FFB347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6200" b="1" lang="ar-SA">
                <a:solidFill>
                  <a:srgbClr val="2E2640"/>
                </a:solidFill>
                <a:latin typeface="Arial"/>
                <a:cs typeface="Arial"/>
              </a:rPr>
              <a:t>شَ</a:t>
            </a:r>
          </a:p>
        </p:txBody>
      </p:sp>
      <p:sp>
        <p:nvSpPr>
          <p:cNvPr id="13" name="Try again!" descr="Try again!"/>
          <p:cNvSpPr/>
          <p:nvPr/>
        </p:nvSpPr>
        <p:spPr>
          <a:xfrm>
            <a:off x="8255000" y="2667000"/>
            <a:ext cx="3048000" cy="1460500"/>
          </a:xfrm>
          <a:prstGeom prst="cloudCallout">
            <a:avLst/>
          </a:prstGeom>
          <a:solidFill>
            <a:srgbClr val="FFFFFF"/>
          </a:solidFill>
          <a:ln w="50800">
            <a:solidFill>
              <a:srgbClr val="E5536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2500" b="1" lang="en-US">
                <a:solidFill>
                  <a:srgbClr val="E5536F"/>
                </a:solidFill>
                <a:latin typeface="Arial"/>
                <a:cs typeface="Arial"/>
              </a:rPr>
              <a:t>Try again!</a:t>
            </a:r>
          </a:p>
        </p:txBody>
      </p:sp>
      <p:sp>
        <p:nvSpPr>
          <p:cNvPr id="14" name="Next button">
            <a:hlinkClick action="ppaction://hlinksldjump" r:id="rId7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Next arrow">
            <a:hlinkClick action="ppaction://hlinksldjump" r:id="rId7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8" name="boing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53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5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286000" y="190500"/>
            <a:ext cx="7620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Build the word, then tap GO!"/>
          <p:cNvSpPr/>
          <p:nvPr/>
        </p:nvSpPr>
        <p:spPr>
          <a:xfrm>
            <a:off x="2413000" y="190500"/>
            <a:ext cx="52705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200" b="1" lang="en-US">
                <a:solidFill>
                  <a:srgbClr val="2E2640"/>
                </a:solidFill>
                <a:latin typeface="Arial"/>
                <a:cs typeface="Arial"/>
              </a:rPr>
              <a:t>Build the word, then tap GO!</a:t>
            </a:r>
          </a:p>
        </p:txBody>
      </p:sp>
      <p:sp>
        <p:nvSpPr>
          <p:cNvPr id="5" name="Find شَرِبَ" descr="شَرِبَ"/>
          <p:cNvSpPr/>
          <p:nvPr/>
        </p:nvSpPr>
        <p:spPr>
          <a:xfrm>
            <a:off x="7683500" y="228600"/>
            <a:ext cx="20955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شَرِبَ</a:t>
            </a:r>
          </a:p>
        </p:txBody>
      </p:sp>
      <p:pic>
        <p:nvPicPr>
          <p:cNvPr id="6" name="Engine" descr="Engin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000" y="3937000"/>
            <a:ext cx="2667000" cy="1911350"/>
          </a:xfrm>
          <a:prstGeom prst="rect">
            <a:avLst/>
          </a:prstGeom>
        </p:spPr>
      </p:pic>
      <p:pic>
        <p:nvPicPr>
          <p:cNvPr id="7" name="Wagon 1" descr="Wagon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75000" y="4381500"/>
            <a:ext cx="1778000" cy="1543050"/>
          </a:xfrm>
          <a:prstGeom prst="rect">
            <a:avLst/>
          </a:prstGeom>
        </p:spPr>
      </p:pic>
      <p:pic>
        <p:nvPicPr>
          <p:cNvPr id="8" name="Wagon 2" descr="Wagon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16500" y="4381500"/>
            <a:ext cx="1778000" cy="1543050"/>
          </a:xfrm>
          <a:prstGeom prst="rect">
            <a:avLst/>
          </a:prstGeom>
        </p:spPr>
      </p:pic>
      <p:pic>
        <p:nvPicPr>
          <p:cNvPr id="9" name="Wagon 3" descr="Wagon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0" y="4381500"/>
            <a:ext cx="1778000" cy="1543050"/>
          </a:xfrm>
          <a:prstGeom prst="rect">
            <a:avLst/>
          </a:prstGeom>
        </p:spPr>
      </p:pic>
      <p:sp>
        <p:nvSpPr>
          <p:cNvPr id="10" name="Wagon letter 1" descr="شَ"/>
          <p:cNvSpPr/>
          <p:nvPr/>
        </p:nvSpPr>
        <p:spPr>
          <a:xfrm>
            <a:off x="7099300" y="4737100"/>
            <a:ext cx="1295400" cy="6604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3800" b="1" lang="ar-SA">
                <a:solidFill>
                  <a:srgbClr val="2E2640"/>
                </a:solidFill>
                <a:latin typeface="Arial"/>
                <a:cs typeface="Arial"/>
              </a:rPr>
              <a:t>شَ</a:t>
            </a:r>
          </a:p>
        </p:txBody>
      </p:sp>
      <p:sp>
        <p:nvSpPr>
          <p:cNvPr id="11" name="Card بَ" descr="بَ">
            <a:hlinkClick action="ppaction://hlinksldjump" r:id="rId5"/>
          </p:cNvPr>
          <p:cNvSpPr/>
          <p:nvPr/>
        </p:nvSpPr>
        <p:spPr>
          <a:xfrm>
            <a:off x="3302000" y="1778000"/>
            <a:ext cx="1206500" cy="12065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FFB347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6200" b="1" lang="ar-SA">
                <a:solidFill>
                  <a:srgbClr val="2E2640"/>
                </a:solidFill>
                <a:latin typeface="Arial"/>
                <a:cs typeface="Arial"/>
              </a:rPr>
              <a:t>بَ</a:t>
            </a:r>
          </a:p>
        </p:txBody>
      </p:sp>
      <p:sp>
        <p:nvSpPr>
          <p:cNvPr id="12" name="Card رِ" descr="رِ">
            <a:hlinkClick action="ppaction://hlinksldjump" r:id="rId6"/>
          </p:cNvPr>
          <p:cNvSpPr/>
          <p:nvPr/>
        </p:nvSpPr>
        <p:spPr>
          <a:xfrm>
            <a:off x="4953000" y="1778000"/>
            <a:ext cx="1206500" cy="12065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FFB347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6200" b="1" lang="ar-SA">
                <a:solidFill>
                  <a:srgbClr val="2E2640"/>
                </a:solidFill>
                <a:latin typeface="Arial"/>
                <a:cs typeface="Arial"/>
              </a:rPr>
              <a:t>رِ</a:t>
            </a:r>
          </a:p>
        </p:txBody>
      </p:sp>
      <p:sp>
        <p:nvSpPr>
          <p:cNvPr id="13" name="Try again!" descr="Try again!"/>
          <p:cNvSpPr/>
          <p:nvPr/>
        </p:nvSpPr>
        <p:spPr>
          <a:xfrm>
            <a:off x="8255000" y="2667000"/>
            <a:ext cx="3048000" cy="1460500"/>
          </a:xfrm>
          <a:prstGeom prst="cloudCallout">
            <a:avLst/>
          </a:prstGeom>
          <a:solidFill>
            <a:srgbClr val="FFFFFF"/>
          </a:solidFill>
          <a:ln w="50800">
            <a:solidFill>
              <a:srgbClr val="E5536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2500" b="1" lang="en-US">
                <a:solidFill>
                  <a:srgbClr val="E5536F"/>
                </a:solidFill>
                <a:latin typeface="Arial"/>
                <a:cs typeface="Arial"/>
              </a:rPr>
              <a:t>Try again!</a:t>
            </a:r>
          </a:p>
        </p:txBody>
      </p:sp>
      <p:sp>
        <p:nvSpPr>
          <p:cNvPr id="14" name="Next button">
            <a:hlinkClick action="ppaction://hlinksldjump" r:id="rId7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Next arrow">
            <a:hlinkClick action="ppaction://hlinksldjump" r:id="rId7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8" name="boing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53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6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286000" y="190500"/>
            <a:ext cx="7620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Build the word, then tap GO!"/>
          <p:cNvSpPr/>
          <p:nvPr/>
        </p:nvSpPr>
        <p:spPr>
          <a:xfrm>
            <a:off x="2413000" y="190500"/>
            <a:ext cx="52705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200" b="1" lang="en-US">
                <a:solidFill>
                  <a:srgbClr val="2E2640"/>
                </a:solidFill>
                <a:latin typeface="Arial"/>
                <a:cs typeface="Arial"/>
              </a:rPr>
              <a:t>Build the word, then tap GO!</a:t>
            </a:r>
          </a:p>
        </p:txBody>
      </p:sp>
      <p:sp>
        <p:nvSpPr>
          <p:cNvPr id="5" name="Find شَرِبَ" descr="شَرِبَ"/>
          <p:cNvSpPr/>
          <p:nvPr/>
        </p:nvSpPr>
        <p:spPr>
          <a:xfrm>
            <a:off x="7683500" y="228600"/>
            <a:ext cx="20955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شَرِبَ</a:t>
            </a:r>
          </a:p>
        </p:txBody>
      </p:sp>
      <p:pic>
        <p:nvPicPr>
          <p:cNvPr id="6" name="Engine" descr="Engin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000" y="3937000"/>
            <a:ext cx="2667000" cy="1911350"/>
          </a:xfrm>
          <a:prstGeom prst="rect">
            <a:avLst/>
          </a:prstGeom>
        </p:spPr>
      </p:pic>
      <p:pic>
        <p:nvPicPr>
          <p:cNvPr id="7" name="Wagon 1" descr="Wagon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75000" y="4381500"/>
            <a:ext cx="1778000" cy="1543050"/>
          </a:xfrm>
          <a:prstGeom prst="rect">
            <a:avLst/>
          </a:prstGeom>
        </p:spPr>
      </p:pic>
      <p:pic>
        <p:nvPicPr>
          <p:cNvPr id="8" name="Wagon 2" descr="Wagon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16500" y="4381500"/>
            <a:ext cx="1778000" cy="1543050"/>
          </a:xfrm>
          <a:prstGeom prst="rect">
            <a:avLst/>
          </a:prstGeom>
        </p:spPr>
      </p:pic>
      <p:pic>
        <p:nvPicPr>
          <p:cNvPr id="9" name="Wagon 3" descr="Wagon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0" y="4381500"/>
            <a:ext cx="1778000" cy="1543050"/>
          </a:xfrm>
          <a:prstGeom prst="rect">
            <a:avLst/>
          </a:prstGeom>
        </p:spPr>
      </p:pic>
      <p:sp>
        <p:nvSpPr>
          <p:cNvPr id="10" name="Wagon letter 1" descr="شَ"/>
          <p:cNvSpPr/>
          <p:nvPr/>
        </p:nvSpPr>
        <p:spPr>
          <a:xfrm>
            <a:off x="7099300" y="4737100"/>
            <a:ext cx="1295400" cy="6604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3800" b="1" lang="ar-SA">
                <a:solidFill>
                  <a:srgbClr val="2E2640"/>
                </a:solidFill>
                <a:latin typeface="Arial"/>
                <a:cs typeface="Arial"/>
              </a:rPr>
              <a:t>شَ</a:t>
            </a:r>
          </a:p>
        </p:txBody>
      </p:sp>
      <p:sp>
        <p:nvSpPr>
          <p:cNvPr id="11" name="Wagon letter 2" descr="رِ"/>
          <p:cNvSpPr/>
          <p:nvPr/>
        </p:nvSpPr>
        <p:spPr>
          <a:xfrm>
            <a:off x="5257800" y="4737100"/>
            <a:ext cx="1295400" cy="6604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3800" b="1" lang="ar-SA">
                <a:solidFill>
                  <a:srgbClr val="2E2640"/>
                </a:solidFill>
                <a:latin typeface="Arial"/>
                <a:cs typeface="Arial"/>
              </a:rPr>
              <a:t>رِ</a:t>
            </a:r>
          </a:p>
        </p:txBody>
      </p:sp>
      <p:sp>
        <p:nvSpPr>
          <p:cNvPr id="12" name="Wagon letter 3" descr="بَ"/>
          <p:cNvSpPr/>
          <p:nvPr/>
        </p:nvSpPr>
        <p:spPr>
          <a:xfrm>
            <a:off x="3416300" y="4737100"/>
            <a:ext cx="1295400" cy="6604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3800" b="1" lang="ar-SA">
                <a:solidFill>
                  <a:srgbClr val="2E2640"/>
                </a:solidFill>
                <a:latin typeface="Arial"/>
                <a:cs typeface="Arial"/>
              </a:rPr>
              <a:t>بَ</a:t>
            </a:r>
          </a:p>
        </p:txBody>
      </p:sp>
      <p:sp>
        <p:nvSpPr>
          <p:cNvPr id="13" name="Word" descr="شَرِبَ"/>
          <p:cNvSpPr/>
          <p:nvPr/>
        </p:nvSpPr>
        <p:spPr>
          <a:xfrm>
            <a:off x="2921000" y="1905000"/>
            <a:ext cx="6350000" cy="2095500"/>
          </a:xfrm>
          <a:prstGeom prst="roundRect">
            <a:avLst>
              <a:gd name="adj" fmla="val 20000"/>
            </a:avLst>
          </a:prstGeom>
          <a:solidFill>
            <a:srgbClr val="FFFFFF">
              <a:alpha val="94000"/>
            </a:srgbClr>
          </a:solidFill>
          <a:ln w="76200">
            <a:solidFill>
              <a:srgbClr val="FFB347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11000" b="1" lang="ar-SA">
                <a:solidFill>
                  <a:srgbClr val="2E2640"/>
                </a:solidFill>
                <a:latin typeface="Arial"/>
                <a:cs typeface="Arial"/>
              </a:rPr>
              <a:t>شَرِبَ</a:t>
            </a:r>
          </a:p>
        </p:txBody>
      </p:sp>
      <p:sp>
        <p:nvSpPr>
          <p:cNvPr id="14" name="Next button">
            <a:hlinkClick action="ppaction://hlinksldjump" r:id="rId5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Next arrow">
            <a:hlinkClick action="ppaction://hlinksldjump" r:id="rId5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6" name="sound anchor" descr="sound anchor (invisible)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700" y="12700"/>
            <a:ext cx="25400" cy="25400"/>
          </a:xfrm>
          <a:prstGeom prst="rect">
            <a:avLst/>
          </a:prstGeom>
        </p:spPr>
      </p:pic>
    </p:spTree>
  </p:cSld>
  <p:clrMapOvr>
    <a:masterClrMapping/>
  </p:clrMapOvr>
  <p:transition advClick="0">
    <p:sndAc>
      <p:stSnd>
        <p:snd r:embed="rId6" name="whist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6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-1.2500 0.0000 E" pathEditMode="relative" ptsTypes="AA">
                                      <p:cBhvr>
                                        <p:cTn id="4" dur="26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-1.2500 0.0000 E" pathEditMode="relative" ptsTypes="AA">
                                      <p:cBhvr>
                                        <p:cTn id="6" dur="26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-1.2500 0.0000 E" pathEditMode="relative" ptsTypes="AA">
                                      <p:cBhvr>
                                        <p:cTn id="8" dur="26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-1.2500 0.0000 E" pathEditMode="relative" ptsTypes="AA">
                                      <p:cBhvr>
                                        <p:cTn id="10" dur="26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-1.2500 0.0000 E" pathEditMode="relative" ptsTypes="AA">
                                      <p:cBhvr>
                                        <p:cTn id="12" dur="26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-1.2500 0.0000 E" pathEditMode="relative" ptsTypes="AA">
                                      <p:cBhvr>
                                        <p:cTn id="14" dur="26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7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-1.2500 0.0000 E" pathEditMode="relative" ptsTypes="AA">
                                      <p:cBhvr>
                                        <p:cTn id="16" dur="26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2" presetID="53" presetClass="entr" presetSubtype="0" fill="hold" nodeType="withEffect">
                                  <p:stCondLst>
                                    <p:cond delay="29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29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100000">
                                        <p:cTn id="2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8" name="cheer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Pop every balloon with"/>
          <p:cNvSpPr/>
          <p:nvPr/>
        </p:nvSpPr>
        <p:spPr>
          <a:xfrm>
            <a:off x="2730500" y="190500"/>
            <a:ext cx="546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900" b="1" lang="en-US">
                <a:solidFill>
                  <a:srgbClr val="2E2640"/>
                </a:solidFill>
                <a:latin typeface="Arial"/>
                <a:cs typeface="Arial"/>
              </a:rPr>
              <a:t>Pop every balloon with</a:t>
            </a:r>
          </a:p>
        </p:txBody>
      </p:sp>
      <p:sp>
        <p:nvSpPr>
          <p:cNvPr id="5" name="Find زِ" descr="زِ"/>
          <p:cNvSpPr/>
          <p:nvPr/>
        </p:nvSpPr>
        <p:spPr>
          <a:xfrm>
            <a:off x="81915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زِ</a:t>
            </a:r>
          </a:p>
        </p:txBody>
      </p:sp>
      <p:sp>
        <p:nvSpPr>
          <p:cNvPr id="6" name="Star place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Balloon 1" descr="Balloon 1">
            <a:hlinkClick action="ppaction://hlinksldjump" r:id="rId5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5500" y="1905000"/>
            <a:ext cx="1651000" cy="2857500"/>
          </a:xfrm>
          <a:prstGeom prst="rect">
            <a:avLst/>
          </a:prstGeom>
        </p:spPr>
      </p:pic>
      <p:sp>
        <p:nvSpPr>
          <p:cNvPr id="9" name="Balloon letter 1 زِ" descr="زِ">
            <a:hlinkClick action="ppaction://hlinksldjump" r:id="rId5"/>
          </p:cNvPr>
          <p:cNvSpPr/>
          <p:nvPr/>
        </p:nvSpPr>
        <p:spPr>
          <a:xfrm>
            <a:off x="952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زِ</a:t>
            </a:r>
          </a:p>
        </p:txBody>
      </p:sp>
      <p:pic>
        <p:nvPicPr>
          <p:cNvPr id="10" name="Balloon 2" descr="Balloon 2">
            <a:hlinkClick action="ppaction://hlinksldjump" r:id="rId6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48000" y="2286000"/>
            <a:ext cx="1651000" cy="2857500"/>
          </a:xfrm>
          <a:prstGeom prst="rect">
            <a:avLst/>
          </a:prstGeom>
        </p:spPr>
      </p:pic>
      <p:sp>
        <p:nvSpPr>
          <p:cNvPr id="11" name="Balloon letter 2 عِ" descr="عِ">
            <a:hlinkClick action="ppaction://hlinksldjump" r:id="rId6"/>
          </p:cNvPr>
          <p:cNvSpPr/>
          <p:nvPr/>
        </p:nvSpPr>
        <p:spPr>
          <a:xfrm>
            <a:off x="3175000" y="2520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عِ</a:t>
            </a:r>
          </a:p>
        </p:txBody>
      </p:sp>
      <p:pic>
        <p:nvPicPr>
          <p:cNvPr id="12" name="Balloon 3" descr="Balloon 3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70500" y="1905000"/>
            <a:ext cx="1651000" cy="2857500"/>
          </a:xfrm>
          <a:prstGeom prst="rect">
            <a:avLst/>
          </a:prstGeom>
        </p:spPr>
      </p:pic>
      <p:sp>
        <p:nvSpPr>
          <p:cNvPr id="13" name="Balloon letter 3 زِ" descr="زِ">
            <a:hlinkClick action="ppaction://hlinksldjump" r:id="rId7"/>
          </p:cNvPr>
          <p:cNvSpPr/>
          <p:nvPr/>
        </p:nvSpPr>
        <p:spPr>
          <a:xfrm>
            <a:off x="5397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زِ</a:t>
            </a:r>
          </a:p>
        </p:txBody>
      </p:sp>
      <p:pic>
        <p:nvPicPr>
          <p:cNvPr id="14" name="Balloon 4" descr="Balloon 4">
            <a:hlinkClick action="ppaction://hlinksldjump" r:id="rId6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3000" y="2286000"/>
            <a:ext cx="1651000" cy="2857500"/>
          </a:xfrm>
          <a:prstGeom prst="rect">
            <a:avLst/>
          </a:prstGeom>
        </p:spPr>
      </p:pic>
      <p:sp>
        <p:nvSpPr>
          <p:cNvPr id="15" name="Balloon letter 4 كِ" descr="كِ">
            <a:hlinkClick action="ppaction://hlinksldjump" r:id="rId6"/>
          </p:cNvPr>
          <p:cNvSpPr/>
          <p:nvPr/>
        </p:nvSpPr>
        <p:spPr>
          <a:xfrm>
            <a:off x="7620000" y="2520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كِ</a:t>
            </a:r>
          </a:p>
        </p:txBody>
      </p:sp>
      <p:pic>
        <p:nvPicPr>
          <p:cNvPr id="16" name="Balloon 5" descr="Balloon 5">
            <a:hlinkClick action="ppaction://hlinksldjump" r:id="rId6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15500" y="1905000"/>
            <a:ext cx="1651000" cy="2857500"/>
          </a:xfrm>
          <a:prstGeom prst="rect">
            <a:avLst/>
          </a:prstGeom>
        </p:spPr>
      </p:pic>
      <p:sp>
        <p:nvSpPr>
          <p:cNvPr id="17" name="Balloon letter 5 فِ" descr="فِ">
            <a:hlinkClick action="ppaction://hlinksldjump" r:id="rId6"/>
          </p:cNvPr>
          <p:cNvSpPr/>
          <p:nvPr/>
        </p:nvSpPr>
        <p:spPr>
          <a:xfrm>
            <a:off x="9842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فِ</a:t>
            </a:r>
          </a:p>
        </p:txBody>
      </p:sp>
      <p:sp>
        <p:nvSpPr>
          <p:cNvPr id="18" name="Next button">
            <a:hlinkClick action="ppaction://hlinksldjump" r:id="rId8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Next arrow">
            <a:hlinkClick action="ppaction://hlinksldjump" r:id="rId8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4" dur="1500" fill="hold" repeatCount="indefinite" autoRev="1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6" dur="150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8" dur="1670" fill="hold" repeatCount="indefinite" autoRev="1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0" dur="1670" fill="hold" repeatCount="indefinite" autoRev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2" dur="184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4" dur="1840" fill="hold" repeatCount="indefinite" autoRev="1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7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6" dur="2010" fill="hold" repeatCount="indefinite" autoRev="1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9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8" dur="2010" fill="hold" repeatCount="indefinite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1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20" dur="2180" fill="hold" repeatCount="indefinite" autoRev="1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3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22" dur="2180" fill="hold" repeatCount="indefinite" autoRev="1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8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Pop every balloon with"/>
          <p:cNvSpPr/>
          <p:nvPr/>
        </p:nvSpPr>
        <p:spPr>
          <a:xfrm>
            <a:off x="2730500" y="190500"/>
            <a:ext cx="546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900" b="1" lang="en-US">
                <a:solidFill>
                  <a:srgbClr val="2E2640"/>
                </a:solidFill>
                <a:latin typeface="Arial"/>
                <a:cs typeface="Arial"/>
              </a:rPr>
              <a:t>Pop every balloon with</a:t>
            </a:r>
          </a:p>
        </p:txBody>
      </p:sp>
      <p:sp>
        <p:nvSpPr>
          <p:cNvPr id="5" name="Find زِ" descr="زِ"/>
          <p:cNvSpPr/>
          <p:nvPr/>
        </p:nvSpPr>
        <p:spPr>
          <a:xfrm>
            <a:off x="81915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زِ</a:t>
            </a:r>
          </a:p>
        </p:txBody>
      </p:sp>
      <p:sp>
        <p:nvSpPr>
          <p:cNvPr id="6" name="Star place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Balloon 1" descr="Balloon 1">
            <a:hlinkClick action="ppaction://hlinksldjump" r:id="rId5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5500" y="1905000"/>
            <a:ext cx="1651000" cy="2857500"/>
          </a:xfrm>
          <a:prstGeom prst="rect">
            <a:avLst/>
          </a:prstGeom>
        </p:spPr>
      </p:pic>
      <p:sp>
        <p:nvSpPr>
          <p:cNvPr id="9" name="Balloon letter 1 زِ" descr="زِ">
            <a:hlinkClick action="ppaction://hlinksldjump" r:id="rId5"/>
          </p:cNvPr>
          <p:cNvSpPr/>
          <p:nvPr/>
        </p:nvSpPr>
        <p:spPr>
          <a:xfrm>
            <a:off x="952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زِ</a:t>
            </a:r>
          </a:p>
        </p:txBody>
      </p:sp>
      <p:pic>
        <p:nvPicPr>
          <p:cNvPr id="10" name="Balloon 2" descr="Balloon 2">
            <a:hlinkClick action="ppaction://hlinksldjump" r:id="rId6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48000" y="2286000"/>
            <a:ext cx="1651000" cy="2857500"/>
          </a:xfrm>
          <a:prstGeom prst="rect">
            <a:avLst/>
          </a:prstGeom>
        </p:spPr>
      </p:pic>
      <p:sp>
        <p:nvSpPr>
          <p:cNvPr id="11" name="Balloon letter 2 عِ" descr="عِ">
            <a:hlinkClick action="ppaction://hlinksldjump" r:id="rId6"/>
          </p:cNvPr>
          <p:cNvSpPr/>
          <p:nvPr/>
        </p:nvSpPr>
        <p:spPr>
          <a:xfrm>
            <a:off x="3175000" y="2520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عِ</a:t>
            </a:r>
          </a:p>
        </p:txBody>
      </p:sp>
      <p:pic>
        <p:nvPicPr>
          <p:cNvPr id="12" name="Balloon 3" descr="Balloon 3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70500" y="1905000"/>
            <a:ext cx="1651000" cy="2857500"/>
          </a:xfrm>
          <a:prstGeom prst="rect">
            <a:avLst/>
          </a:prstGeom>
        </p:spPr>
      </p:pic>
      <p:sp>
        <p:nvSpPr>
          <p:cNvPr id="13" name="Balloon letter 3 زِ" descr="زِ">
            <a:hlinkClick action="ppaction://hlinksldjump" r:id="rId7"/>
          </p:cNvPr>
          <p:cNvSpPr/>
          <p:nvPr/>
        </p:nvSpPr>
        <p:spPr>
          <a:xfrm>
            <a:off x="5397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زِ</a:t>
            </a:r>
          </a:p>
        </p:txBody>
      </p:sp>
      <p:pic>
        <p:nvPicPr>
          <p:cNvPr id="14" name="Balloon 4" descr="Balloon 4">
            <a:hlinkClick action="ppaction://hlinksldjump" r:id="rId6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3000" y="2286000"/>
            <a:ext cx="1651000" cy="2857500"/>
          </a:xfrm>
          <a:prstGeom prst="rect">
            <a:avLst/>
          </a:prstGeom>
        </p:spPr>
      </p:pic>
      <p:sp>
        <p:nvSpPr>
          <p:cNvPr id="15" name="Balloon letter 4 كِ" descr="كِ">
            <a:hlinkClick action="ppaction://hlinksldjump" r:id="rId6"/>
          </p:cNvPr>
          <p:cNvSpPr/>
          <p:nvPr/>
        </p:nvSpPr>
        <p:spPr>
          <a:xfrm>
            <a:off x="7620000" y="2520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كِ</a:t>
            </a:r>
          </a:p>
        </p:txBody>
      </p:sp>
      <p:pic>
        <p:nvPicPr>
          <p:cNvPr id="16" name="Balloon 5" descr="Balloon 5">
            <a:hlinkClick action="ppaction://hlinksldjump" r:id="rId6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15500" y="1905000"/>
            <a:ext cx="1651000" cy="2857500"/>
          </a:xfrm>
          <a:prstGeom prst="rect">
            <a:avLst/>
          </a:prstGeom>
        </p:spPr>
      </p:pic>
      <p:sp>
        <p:nvSpPr>
          <p:cNvPr id="17" name="Balloon letter 5 فِ" descr="فِ">
            <a:hlinkClick action="ppaction://hlinksldjump" r:id="rId6"/>
          </p:cNvPr>
          <p:cNvSpPr/>
          <p:nvPr/>
        </p:nvSpPr>
        <p:spPr>
          <a:xfrm>
            <a:off x="9842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فِ</a:t>
            </a:r>
          </a:p>
        </p:txBody>
      </p:sp>
      <p:sp>
        <p:nvSpPr>
          <p:cNvPr id="18" name="Try again!" descr="Try again!"/>
          <p:cNvSpPr/>
          <p:nvPr/>
        </p:nvSpPr>
        <p:spPr>
          <a:xfrm>
            <a:off x="7937500" y="5270500"/>
            <a:ext cx="3048000" cy="1460500"/>
          </a:xfrm>
          <a:prstGeom prst="cloudCallout">
            <a:avLst/>
          </a:prstGeom>
          <a:solidFill>
            <a:srgbClr val="FFFFFF"/>
          </a:solidFill>
          <a:ln w="50800">
            <a:solidFill>
              <a:srgbClr val="E5536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2500" b="1" lang="en-US">
                <a:solidFill>
                  <a:srgbClr val="E5536F"/>
                </a:solidFill>
                <a:latin typeface="Arial"/>
                <a:cs typeface="Arial"/>
              </a:rPr>
              <a:t>Try again!</a:t>
            </a:r>
          </a:p>
        </p:txBody>
      </p:sp>
      <p:sp>
        <p:nvSpPr>
          <p:cNvPr id="19" name="Next button">
            <a:hlinkClick action="ppaction://hlinksldjump" r:id="rId8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Next arrow">
            <a:hlinkClick action="ppaction://hlinksldjump" r:id="rId8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9" name="boing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4" dur="1500" fill="hold" repeatCount="indefinite" autoRev="1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6" dur="150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8" dur="1670" fill="hold" repeatCount="indefinite" autoRev="1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0" dur="1670" fill="hold" repeatCount="indefinite" autoRev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2" dur="184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4" dur="1840" fill="hold" repeatCount="indefinite" autoRev="1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7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6" dur="2010" fill="hold" repeatCount="indefinite" autoRev="1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9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8" dur="2010" fill="hold" repeatCount="indefinite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1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20" dur="2180" fill="hold" repeatCount="indefinite" autoRev="1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3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22" dur="2180" fill="hold" repeatCount="indefinite" autoRev="1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8" presetID="53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9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Pop every balloon with"/>
          <p:cNvSpPr/>
          <p:nvPr/>
        </p:nvSpPr>
        <p:spPr>
          <a:xfrm>
            <a:off x="2730500" y="190500"/>
            <a:ext cx="546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900" b="1" lang="en-US">
                <a:solidFill>
                  <a:srgbClr val="2E2640"/>
                </a:solidFill>
                <a:latin typeface="Arial"/>
                <a:cs typeface="Arial"/>
              </a:rPr>
              <a:t>Pop every balloon with</a:t>
            </a:r>
          </a:p>
        </p:txBody>
      </p:sp>
      <p:sp>
        <p:nvSpPr>
          <p:cNvPr id="5" name="Find زِ" descr="زِ"/>
          <p:cNvSpPr/>
          <p:nvPr/>
        </p:nvSpPr>
        <p:spPr>
          <a:xfrm>
            <a:off x="81915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زِ</a:t>
            </a:r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Balloon 2" descr="Balloon 2">
            <a:hlinkClick action="ppaction://hlinksldjump" r:id="rId5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48000" y="2286000"/>
            <a:ext cx="1651000" cy="2857500"/>
          </a:xfrm>
          <a:prstGeom prst="rect">
            <a:avLst/>
          </a:prstGeom>
        </p:spPr>
      </p:pic>
      <p:sp>
        <p:nvSpPr>
          <p:cNvPr id="9" name="Balloon letter 2 عِ" descr="عِ">
            <a:hlinkClick action="ppaction://hlinksldjump" r:id="rId5"/>
          </p:cNvPr>
          <p:cNvSpPr/>
          <p:nvPr/>
        </p:nvSpPr>
        <p:spPr>
          <a:xfrm>
            <a:off x="3175000" y="2520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عِ</a:t>
            </a:r>
          </a:p>
        </p:txBody>
      </p:sp>
      <p:pic>
        <p:nvPicPr>
          <p:cNvPr id="10" name="Balloon 3" descr="Balloon 3">
            <a:hlinkClick action="ppaction://hlinksldjump" r:id="rId6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70500" y="1905000"/>
            <a:ext cx="1651000" cy="2857500"/>
          </a:xfrm>
          <a:prstGeom prst="rect">
            <a:avLst/>
          </a:prstGeom>
        </p:spPr>
      </p:pic>
      <p:sp>
        <p:nvSpPr>
          <p:cNvPr id="11" name="Balloon letter 3 زِ" descr="زِ">
            <a:hlinkClick action="ppaction://hlinksldjump" r:id="rId6"/>
          </p:cNvPr>
          <p:cNvSpPr/>
          <p:nvPr/>
        </p:nvSpPr>
        <p:spPr>
          <a:xfrm>
            <a:off x="5397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زِ</a:t>
            </a:r>
          </a:p>
        </p:txBody>
      </p:sp>
      <p:pic>
        <p:nvPicPr>
          <p:cNvPr id="12" name="Balloon 4" descr="Balloon 4">
            <a:hlinkClick action="ppaction://hlinksldjump" r:id="rId5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3000" y="2286000"/>
            <a:ext cx="1651000" cy="2857500"/>
          </a:xfrm>
          <a:prstGeom prst="rect">
            <a:avLst/>
          </a:prstGeom>
        </p:spPr>
      </p:pic>
      <p:sp>
        <p:nvSpPr>
          <p:cNvPr id="13" name="Balloon letter 4 كِ" descr="كِ">
            <a:hlinkClick action="ppaction://hlinksldjump" r:id="rId5"/>
          </p:cNvPr>
          <p:cNvSpPr/>
          <p:nvPr/>
        </p:nvSpPr>
        <p:spPr>
          <a:xfrm>
            <a:off x="7620000" y="2520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كِ</a:t>
            </a:r>
          </a:p>
        </p:txBody>
      </p:sp>
      <p:pic>
        <p:nvPicPr>
          <p:cNvPr id="14" name="Balloon 5" descr="Balloon 5">
            <a:hlinkClick action="ppaction://hlinksldjump"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15500" y="1905000"/>
            <a:ext cx="1651000" cy="2857500"/>
          </a:xfrm>
          <a:prstGeom prst="rect">
            <a:avLst/>
          </a:prstGeom>
        </p:spPr>
      </p:pic>
      <p:sp>
        <p:nvSpPr>
          <p:cNvPr id="15" name="Balloon letter 5 فِ" descr="فِ">
            <a:hlinkClick action="ppaction://hlinksldjump" r:id="rId5"/>
          </p:cNvPr>
          <p:cNvSpPr/>
          <p:nvPr/>
        </p:nvSpPr>
        <p:spPr>
          <a:xfrm>
            <a:off x="9842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فِ</a:t>
            </a:r>
          </a:p>
        </p:txBody>
      </p:sp>
      <p:sp>
        <p:nvSpPr>
          <p:cNvPr id="16" name="Next button">
            <a:hlinkClick action="ppaction://hlinksldjump" r:id="rId7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Next arrow">
            <a:hlinkClick action="ppaction://hlinksldjump" r:id="rId7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8" name="po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9" dur="1670" fill="hold" repeatCount="indefinite" autoRev="1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2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1" dur="167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4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3" dur="1840" fill="hold" repeatCount="indefinite" autoRev="1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6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5" dur="1840" fill="hold" repeatCount="indefinite" autoRev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8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7" dur="201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0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9" dur="2010" fill="hold" repeatCount="indefinite" autoRev="1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2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21" dur="2180" fill="hold" repeatCount="indefinite" autoRev="1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4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23" dur="2180" fill="hold" repeatCount="indefinite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0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Pop every balloon with"/>
          <p:cNvSpPr/>
          <p:nvPr/>
        </p:nvSpPr>
        <p:spPr>
          <a:xfrm>
            <a:off x="2730500" y="190500"/>
            <a:ext cx="546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900" b="1" lang="en-US">
                <a:solidFill>
                  <a:srgbClr val="2E2640"/>
                </a:solidFill>
                <a:latin typeface="Arial"/>
                <a:cs typeface="Arial"/>
              </a:rPr>
              <a:t>Pop every balloon with</a:t>
            </a:r>
          </a:p>
        </p:txBody>
      </p:sp>
      <p:sp>
        <p:nvSpPr>
          <p:cNvPr id="5" name="Find زِ" descr="زِ"/>
          <p:cNvSpPr/>
          <p:nvPr/>
        </p:nvSpPr>
        <p:spPr>
          <a:xfrm>
            <a:off x="81915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زِ</a:t>
            </a:r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Balloon 2" descr="Balloon 2">
            <a:hlinkClick action="ppaction://hlinksldjump" r:id="rId5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48000" y="2286000"/>
            <a:ext cx="1651000" cy="2857500"/>
          </a:xfrm>
          <a:prstGeom prst="rect">
            <a:avLst/>
          </a:prstGeom>
        </p:spPr>
      </p:pic>
      <p:sp>
        <p:nvSpPr>
          <p:cNvPr id="9" name="Balloon letter 2 عِ" descr="عِ">
            <a:hlinkClick action="ppaction://hlinksldjump" r:id="rId5"/>
          </p:cNvPr>
          <p:cNvSpPr/>
          <p:nvPr/>
        </p:nvSpPr>
        <p:spPr>
          <a:xfrm>
            <a:off x="3175000" y="2520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عِ</a:t>
            </a:r>
          </a:p>
        </p:txBody>
      </p:sp>
      <p:pic>
        <p:nvPicPr>
          <p:cNvPr id="10" name="Balloon 3" descr="Balloon 3">
            <a:hlinkClick action="ppaction://hlinksldjump" r:id="rId6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70500" y="1905000"/>
            <a:ext cx="1651000" cy="2857500"/>
          </a:xfrm>
          <a:prstGeom prst="rect">
            <a:avLst/>
          </a:prstGeom>
        </p:spPr>
      </p:pic>
      <p:sp>
        <p:nvSpPr>
          <p:cNvPr id="11" name="Balloon letter 3 زِ" descr="زِ">
            <a:hlinkClick action="ppaction://hlinksldjump" r:id="rId6"/>
          </p:cNvPr>
          <p:cNvSpPr/>
          <p:nvPr/>
        </p:nvSpPr>
        <p:spPr>
          <a:xfrm>
            <a:off x="5397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زِ</a:t>
            </a:r>
          </a:p>
        </p:txBody>
      </p:sp>
      <p:pic>
        <p:nvPicPr>
          <p:cNvPr id="12" name="Balloon 4" descr="Balloon 4">
            <a:hlinkClick action="ppaction://hlinksldjump" r:id="rId5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3000" y="2286000"/>
            <a:ext cx="1651000" cy="2857500"/>
          </a:xfrm>
          <a:prstGeom prst="rect">
            <a:avLst/>
          </a:prstGeom>
        </p:spPr>
      </p:pic>
      <p:sp>
        <p:nvSpPr>
          <p:cNvPr id="13" name="Balloon letter 4 كِ" descr="كِ">
            <a:hlinkClick action="ppaction://hlinksldjump" r:id="rId5"/>
          </p:cNvPr>
          <p:cNvSpPr/>
          <p:nvPr/>
        </p:nvSpPr>
        <p:spPr>
          <a:xfrm>
            <a:off x="7620000" y="2520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كِ</a:t>
            </a:r>
          </a:p>
        </p:txBody>
      </p:sp>
      <p:pic>
        <p:nvPicPr>
          <p:cNvPr id="14" name="Balloon 5" descr="Balloon 5">
            <a:hlinkClick action="ppaction://hlinksldjump"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15500" y="1905000"/>
            <a:ext cx="1651000" cy="2857500"/>
          </a:xfrm>
          <a:prstGeom prst="rect">
            <a:avLst/>
          </a:prstGeom>
        </p:spPr>
      </p:pic>
      <p:sp>
        <p:nvSpPr>
          <p:cNvPr id="15" name="Balloon letter 5 فِ" descr="فِ">
            <a:hlinkClick action="ppaction://hlinksldjump" r:id="rId5"/>
          </p:cNvPr>
          <p:cNvSpPr/>
          <p:nvPr/>
        </p:nvSpPr>
        <p:spPr>
          <a:xfrm>
            <a:off x="9842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فِ</a:t>
            </a:r>
          </a:p>
        </p:txBody>
      </p:sp>
      <p:sp>
        <p:nvSpPr>
          <p:cNvPr id="16" name="Try again!" descr="Try again!"/>
          <p:cNvSpPr/>
          <p:nvPr/>
        </p:nvSpPr>
        <p:spPr>
          <a:xfrm>
            <a:off x="7937500" y="5270500"/>
            <a:ext cx="3048000" cy="1460500"/>
          </a:xfrm>
          <a:prstGeom prst="cloudCallout">
            <a:avLst/>
          </a:prstGeom>
          <a:solidFill>
            <a:srgbClr val="FFFFFF"/>
          </a:solidFill>
          <a:ln w="50800">
            <a:solidFill>
              <a:srgbClr val="E5536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2500" b="1" lang="en-US">
                <a:solidFill>
                  <a:srgbClr val="E5536F"/>
                </a:solidFill>
                <a:latin typeface="Arial"/>
                <a:cs typeface="Arial"/>
              </a:rPr>
              <a:t>Try again!</a:t>
            </a:r>
          </a:p>
        </p:txBody>
      </p:sp>
      <p:sp>
        <p:nvSpPr>
          <p:cNvPr id="17" name="Next button">
            <a:hlinkClick action="ppaction://hlinksldjump" r:id="rId7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Next arrow">
            <a:hlinkClick action="ppaction://hlinksldjump" r:id="rId7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8" name="boing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4" dur="1670" fill="hold" repeatCount="indefinite" autoRev="1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6" dur="167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8" dur="1840" fill="hold" repeatCount="indefinite" autoRev="1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0" dur="1840" fill="hold" repeatCount="indefinite" autoRev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2" dur="201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4" dur="2010" fill="hold" repeatCount="indefinite" autoRev="1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7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6" dur="2180" fill="hold" repeatCount="indefinite" autoRev="1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9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8" dur="2180" fill="hold" repeatCount="indefinite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4" presetID="53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1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Pop every balloon with"/>
          <p:cNvSpPr/>
          <p:nvPr/>
        </p:nvSpPr>
        <p:spPr>
          <a:xfrm>
            <a:off x="2730500" y="190500"/>
            <a:ext cx="546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900" b="1" lang="en-US">
                <a:solidFill>
                  <a:srgbClr val="2E2640"/>
                </a:solidFill>
                <a:latin typeface="Arial"/>
                <a:cs typeface="Arial"/>
              </a:rPr>
              <a:t>Pop every balloon with</a:t>
            </a:r>
          </a:p>
        </p:txBody>
      </p:sp>
      <p:sp>
        <p:nvSpPr>
          <p:cNvPr id="5" name="Find زِ" descr="زِ"/>
          <p:cNvSpPr/>
          <p:nvPr/>
        </p:nvSpPr>
        <p:spPr>
          <a:xfrm>
            <a:off x="81915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زِ</a:t>
            </a:r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Balloon 1" descr="Balloon 1">
            <a:hlinkClick action="ppaction://hlinksldjump" r:id="rId5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5500" y="1905000"/>
            <a:ext cx="1651000" cy="2857500"/>
          </a:xfrm>
          <a:prstGeom prst="rect">
            <a:avLst/>
          </a:prstGeom>
        </p:spPr>
      </p:pic>
      <p:sp>
        <p:nvSpPr>
          <p:cNvPr id="9" name="Balloon letter 1 زِ" descr="زِ">
            <a:hlinkClick action="ppaction://hlinksldjump" r:id="rId5"/>
          </p:cNvPr>
          <p:cNvSpPr/>
          <p:nvPr/>
        </p:nvSpPr>
        <p:spPr>
          <a:xfrm>
            <a:off x="952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زِ</a:t>
            </a:r>
          </a:p>
        </p:txBody>
      </p:sp>
      <p:pic>
        <p:nvPicPr>
          <p:cNvPr id="10" name="Balloon 2" descr="Balloon 2">
            <a:hlinkClick action="ppaction://hlinksldjump" r:id="rId6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48000" y="2286000"/>
            <a:ext cx="1651000" cy="2857500"/>
          </a:xfrm>
          <a:prstGeom prst="rect">
            <a:avLst/>
          </a:prstGeom>
        </p:spPr>
      </p:pic>
      <p:sp>
        <p:nvSpPr>
          <p:cNvPr id="11" name="Balloon letter 2 عِ" descr="عِ">
            <a:hlinkClick action="ppaction://hlinksldjump" r:id="rId6"/>
          </p:cNvPr>
          <p:cNvSpPr/>
          <p:nvPr/>
        </p:nvSpPr>
        <p:spPr>
          <a:xfrm>
            <a:off x="3175000" y="2520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عِ</a:t>
            </a:r>
          </a:p>
        </p:txBody>
      </p:sp>
      <p:pic>
        <p:nvPicPr>
          <p:cNvPr id="12" name="Balloon 4" descr="Balloon 4">
            <a:hlinkClick action="ppaction://hlinksldjump" r:id="rId6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3000" y="2286000"/>
            <a:ext cx="1651000" cy="2857500"/>
          </a:xfrm>
          <a:prstGeom prst="rect">
            <a:avLst/>
          </a:prstGeom>
        </p:spPr>
      </p:pic>
      <p:sp>
        <p:nvSpPr>
          <p:cNvPr id="13" name="Balloon letter 4 كِ" descr="كِ">
            <a:hlinkClick action="ppaction://hlinksldjump" r:id="rId6"/>
          </p:cNvPr>
          <p:cNvSpPr/>
          <p:nvPr/>
        </p:nvSpPr>
        <p:spPr>
          <a:xfrm>
            <a:off x="7620000" y="2520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كِ</a:t>
            </a:r>
          </a:p>
        </p:txBody>
      </p:sp>
      <p:pic>
        <p:nvPicPr>
          <p:cNvPr id="14" name="Balloon 5" descr="Balloon 5">
            <a:hlinkClick action="ppaction://hlinksldjump" r:id="rId6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15500" y="1905000"/>
            <a:ext cx="1651000" cy="2857500"/>
          </a:xfrm>
          <a:prstGeom prst="rect">
            <a:avLst/>
          </a:prstGeom>
        </p:spPr>
      </p:pic>
      <p:sp>
        <p:nvSpPr>
          <p:cNvPr id="15" name="Balloon letter 5 فِ" descr="فِ">
            <a:hlinkClick action="ppaction://hlinksldjump" r:id="rId6"/>
          </p:cNvPr>
          <p:cNvSpPr/>
          <p:nvPr/>
        </p:nvSpPr>
        <p:spPr>
          <a:xfrm>
            <a:off x="9842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فِ</a:t>
            </a:r>
          </a:p>
        </p:txBody>
      </p:sp>
      <p:sp>
        <p:nvSpPr>
          <p:cNvPr id="16" name="Next button">
            <a:hlinkClick action="ppaction://hlinksldjump" r:id="rId7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Next arrow">
            <a:hlinkClick action="ppaction://hlinksldjump" r:id="rId7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8" name="po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9" dur="1500" fill="hold" repeatCount="indefinite" autoRev="1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2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1" dur="150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4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3" dur="1670" fill="hold" repeatCount="indefinite" autoRev="1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6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5" dur="1670" fill="hold" repeatCount="indefinite" autoRev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8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7" dur="201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0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9" dur="2010" fill="hold" repeatCount="indefinite" autoRev="1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2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21" dur="2180" fill="hold" repeatCount="indefinite" autoRev="1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4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23" dur="2180" fill="hold" repeatCount="indefinite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2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Pop every balloon with"/>
          <p:cNvSpPr/>
          <p:nvPr/>
        </p:nvSpPr>
        <p:spPr>
          <a:xfrm>
            <a:off x="2730500" y="190500"/>
            <a:ext cx="546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900" b="1" lang="en-US">
                <a:solidFill>
                  <a:srgbClr val="2E2640"/>
                </a:solidFill>
                <a:latin typeface="Arial"/>
                <a:cs typeface="Arial"/>
              </a:rPr>
              <a:t>Pop every balloon with</a:t>
            </a:r>
          </a:p>
        </p:txBody>
      </p:sp>
      <p:sp>
        <p:nvSpPr>
          <p:cNvPr id="5" name="Find زِ" descr="زِ"/>
          <p:cNvSpPr/>
          <p:nvPr/>
        </p:nvSpPr>
        <p:spPr>
          <a:xfrm>
            <a:off x="81915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زِ</a:t>
            </a:r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Balloon 1" descr="Balloon 1">
            <a:hlinkClick action="ppaction://hlinksldjump" r:id="rId5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5500" y="1905000"/>
            <a:ext cx="1651000" cy="2857500"/>
          </a:xfrm>
          <a:prstGeom prst="rect">
            <a:avLst/>
          </a:prstGeom>
        </p:spPr>
      </p:pic>
      <p:sp>
        <p:nvSpPr>
          <p:cNvPr id="9" name="Balloon letter 1 زِ" descr="زِ">
            <a:hlinkClick action="ppaction://hlinksldjump" r:id="rId5"/>
          </p:cNvPr>
          <p:cNvSpPr/>
          <p:nvPr/>
        </p:nvSpPr>
        <p:spPr>
          <a:xfrm>
            <a:off x="952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زِ</a:t>
            </a:r>
          </a:p>
        </p:txBody>
      </p:sp>
      <p:pic>
        <p:nvPicPr>
          <p:cNvPr id="10" name="Balloon 2" descr="Balloon 2">
            <a:hlinkClick action="ppaction://hlinksldjump" r:id="rId6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48000" y="2286000"/>
            <a:ext cx="1651000" cy="2857500"/>
          </a:xfrm>
          <a:prstGeom prst="rect">
            <a:avLst/>
          </a:prstGeom>
        </p:spPr>
      </p:pic>
      <p:sp>
        <p:nvSpPr>
          <p:cNvPr id="11" name="Balloon letter 2 عِ" descr="عِ">
            <a:hlinkClick action="ppaction://hlinksldjump" r:id="rId6"/>
          </p:cNvPr>
          <p:cNvSpPr/>
          <p:nvPr/>
        </p:nvSpPr>
        <p:spPr>
          <a:xfrm>
            <a:off x="3175000" y="2520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عِ</a:t>
            </a:r>
          </a:p>
        </p:txBody>
      </p:sp>
      <p:pic>
        <p:nvPicPr>
          <p:cNvPr id="12" name="Balloon 4" descr="Balloon 4">
            <a:hlinkClick action="ppaction://hlinksldjump" r:id="rId6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3000" y="2286000"/>
            <a:ext cx="1651000" cy="2857500"/>
          </a:xfrm>
          <a:prstGeom prst="rect">
            <a:avLst/>
          </a:prstGeom>
        </p:spPr>
      </p:pic>
      <p:sp>
        <p:nvSpPr>
          <p:cNvPr id="13" name="Balloon letter 4 كِ" descr="كِ">
            <a:hlinkClick action="ppaction://hlinksldjump" r:id="rId6"/>
          </p:cNvPr>
          <p:cNvSpPr/>
          <p:nvPr/>
        </p:nvSpPr>
        <p:spPr>
          <a:xfrm>
            <a:off x="7620000" y="2520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كِ</a:t>
            </a:r>
          </a:p>
        </p:txBody>
      </p:sp>
      <p:pic>
        <p:nvPicPr>
          <p:cNvPr id="14" name="Balloon 5" descr="Balloon 5">
            <a:hlinkClick action="ppaction://hlinksldjump" r:id="rId6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15500" y="1905000"/>
            <a:ext cx="1651000" cy="2857500"/>
          </a:xfrm>
          <a:prstGeom prst="rect">
            <a:avLst/>
          </a:prstGeom>
        </p:spPr>
      </p:pic>
      <p:sp>
        <p:nvSpPr>
          <p:cNvPr id="15" name="Balloon letter 5 فِ" descr="فِ">
            <a:hlinkClick action="ppaction://hlinksldjump" r:id="rId6"/>
          </p:cNvPr>
          <p:cNvSpPr/>
          <p:nvPr/>
        </p:nvSpPr>
        <p:spPr>
          <a:xfrm>
            <a:off x="9842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فِ</a:t>
            </a:r>
          </a:p>
        </p:txBody>
      </p:sp>
      <p:sp>
        <p:nvSpPr>
          <p:cNvPr id="16" name="Try again!" descr="Try again!"/>
          <p:cNvSpPr/>
          <p:nvPr/>
        </p:nvSpPr>
        <p:spPr>
          <a:xfrm>
            <a:off x="7937500" y="5270500"/>
            <a:ext cx="3048000" cy="1460500"/>
          </a:xfrm>
          <a:prstGeom prst="cloudCallout">
            <a:avLst/>
          </a:prstGeom>
          <a:solidFill>
            <a:srgbClr val="FFFFFF"/>
          </a:solidFill>
          <a:ln w="50800">
            <a:solidFill>
              <a:srgbClr val="E5536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2500" b="1" lang="en-US">
                <a:solidFill>
                  <a:srgbClr val="E5536F"/>
                </a:solidFill>
                <a:latin typeface="Arial"/>
                <a:cs typeface="Arial"/>
              </a:rPr>
              <a:t>Try again!</a:t>
            </a:r>
          </a:p>
        </p:txBody>
      </p:sp>
      <p:sp>
        <p:nvSpPr>
          <p:cNvPr id="17" name="Next button">
            <a:hlinkClick action="ppaction://hlinksldjump" r:id="rId7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Next arrow">
            <a:hlinkClick action="ppaction://hlinksldjump" r:id="rId7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8" name="boing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4" dur="1500" fill="hold" repeatCount="indefinite" autoRev="1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6" dur="150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8" dur="1670" fill="hold" repeatCount="indefinite" autoRev="1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0" dur="1670" fill="hold" repeatCount="indefinite" autoRev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2" dur="201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4" dur="2010" fill="hold" repeatCount="indefinite" autoRev="1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7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6" dur="2180" fill="hold" repeatCount="indefinite" autoRev="1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9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8" dur="2180" fill="hold" repeatCount="indefinite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4" presetID="53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3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Pop every balloon with"/>
          <p:cNvSpPr/>
          <p:nvPr/>
        </p:nvSpPr>
        <p:spPr>
          <a:xfrm>
            <a:off x="2730500" y="190500"/>
            <a:ext cx="546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900" b="1" lang="en-US">
                <a:solidFill>
                  <a:srgbClr val="2E2640"/>
                </a:solidFill>
                <a:latin typeface="Arial"/>
                <a:cs typeface="Arial"/>
              </a:rPr>
              <a:t>Pop every balloon with</a:t>
            </a:r>
          </a:p>
        </p:txBody>
      </p:sp>
      <p:sp>
        <p:nvSpPr>
          <p:cNvPr id="5" name="Find زِ" descr="زِ"/>
          <p:cNvSpPr/>
          <p:nvPr/>
        </p:nvSpPr>
        <p:spPr>
          <a:xfrm>
            <a:off x="81915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زِ</a:t>
            </a:r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Balloon 2" descr="Balloon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48000" y="2286000"/>
            <a:ext cx="1651000" cy="2857500"/>
          </a:xfrm>
          <a:prstGeom prst="rect">
            <a:avLst/>
          </a:prstGeom>
        </p:spPr>
      </p:pic>
      <p:sp>
        <p:nvSpPr>
          <p:cNvPr id="9" name="Balloon letter 2 عِ" descr="عِ"/>
          <p:cNvSpPr/>
          <p:nvPr/>
        </p:nvSpPr>
        <p:spPr>
          <a:xfrm>
            <a:off x="3175000" y="2520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عِ</a:t>
            </a:r>
          </a:p>
        </p:txBody>
      </p:sp>
      <p:pic>
        <p:nvPicPr>
          <p:cNvPr id="10" name="Balloon 4" descr="Balloon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3000" y="2286000"/>
            <a:ext cx="1651000" cy="2857500"/>
          </a:xfrm>
          <a:prstGeom prst="rect">
            <a:avLst/>
          </a:prstGeom>
        </p:spPr>
      </p:pic>
      <p:sp>
        <p:nvSpPr>
          <p:cNvPr id="11" name="Balloon letter 4 كِ" descr="كِ"/>
          <p:cNvSpPr/>
          <p:nvPr/>
        </p:nvSpPr>
        <p:spPr>
          <a:xfrm>
            <a:off x="7620000" y="2520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كِ</a:t>
            </a:r>
          </a:p>
        </p:txBody>
      </p:sp>
      <p:pic>
        <p:nvPicPr>
          <p:cNvPr id="12" name="Balloon 5" descr="Balloon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15500" y="1905000"/>
            <a:ext cx="1651000" cy="2857500"/>
          </a:xfrm>
          <a:prstGeom prst="rect">
            <a:avLst/>
          </a:prstGeom>
        </p:spPr>
      </p:pic>
      <p:sp>
        <p:nvSpPr>
          <p:cNvPr id="13" name="Balloon letter 5 فِ" descr="فِ"/>
          <p:cNvSpPr/>
          <p:nvPr/>
        </p:nvSpPr>
        <p:spPr>
          <a:xfrm>
            <a:off x="9842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فِ</a:t>
            </a:r>
          </a:p>
        </p:txBody>
      </p:sp>
      <p:sp>
        <p:nvSpPr>
          <p:cNvPr id="14" name="Great job!" descr="Great job!"/>
          <p:cNvSpPr/>
          <p:nvPr/>
        </p:nvSpPr>
        <p:spPr>
          <a:xfrm>
            <a:off x="7937500" y="5270500"/>
            <a:ext cx="3048000" cy="1460500"/>
          </a:xfrm>
          <a:prstGeom prst="cloudCallout">
            <a:avLst/>
          </a:prstGeom>
          <a:solidFill>
            <a:srgbClr val="FFFFFF"/>
          </a:solidFill>
          <a:ln w="50800">
            <a:solidFill>
              <a:srgbClr val="2FB57A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2500" b="1" lang="en-US">
                <a:solidFill>
                  <a:srgbClr val="2FB57A"/>
                </a:solidFill>
                <a:latin typeface="Arial"/>
                <a:cs typeface="Arial"/>
              </a:rPr>
              <a:t>Great job!</a:t>
            </a:r>
          </a:p>
        </p:txBody>
      </p:sp>
      <p:sp>
        <p:nvSpPr>
          <p:cNvPr id="15" name="Next button">
            <a:hlinkClick action="ppaction://hlinksldjump" r:id="rId5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Next arrow">
            <a:hlinkClick action="ppaction://hlinksldjump" r:id="rId5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7" name="sound anchor" descr="sound anchor (invisible)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700" y="12700"/>
            <a:ext cx="25400" cy="25400"/>
          </a:xfrm>
          <a:prstGeom prst="rect">
            <a:avLst/>
          </a:prstGeom>
        </p:spPr>
      </p:pic>
    </p:spTree>
  </p:cSld>
  <p:clrMapOvr>
    <a:masterClrMapping/>
  </p:clrMapOvr>
  <p:transition advClick="0">
    <p:sndAc>
      <p:stSnd>
        <p:snd r:embed="rId6" name="po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9" dur="1670" fill="hold" repeatCount="indefinite" autoRev="1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2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1" dur="167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4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3" dur="2010" fill="hold" repeatCount="indefinite" autoRev="1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6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5" dur="2010" fill="hold" repeatCount="indefinite" autoRev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8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7" dur="218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0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9" dur="2180" fill="hold" repeatCount="indefinite" autoRev="1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5" presetID="53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2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100000">
                                        <p:cTn id="2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8" name="cheer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921000" y="190500"/>
            <a:ext cx="6350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Feed me"/>
          <p:cNvSpPr/>
          <p:nvPr/>
        </p:nvSpPr>
        <p:spPr>
          <a:xfrm>
            <a:off x="3048000" y="190500"/>
            <a:ext cx="4826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600" b="1" lang="en-US">
                <a:solidFill>
                  <a:srgbClr val="2E2640"/>
                </a:solidFill>
                <a:latin typeface="Arial"/>
                <a:cs typeface="Arial"/>
              </a:rPr>
              <a:t>Feed me</a:t>
            </a:r>
          </a:p>
        </p:txBody>
      </p:sp>
      <p:sp>
        <p:nvSpPr>
          <p:cNvPr id="5" name="Find زِ" descr="زِ"/>
          <p:cNvSpPr/>
          <p:nvPr/>
        </p:nvSpPr>
        <p:spPr>
          <a:xfrm>
            <a:off x="78740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زِ</a:t>
            </a:r>
          </a:p>
        </p:txBody>
      </p:sp>
      <p:pic>
        <p:nvPicPr>
          <p:cNvPr id="6" name="Monster" descr="Monste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2095500"/>
            <a:ext cx="3810000" cy="3810000"/>
          </a:xfrm>
          <a:prstGeom prst="rect">
            <a:avLst/>
          </a:prstGeom>
        </p:spPr>
      </p:pic>
      <p:pic>
        <p:nvPicPr>
          <p:cNvPr id="7" name="Food 1" descr="Food 1">
            <a:hlinkClick action="ppaction://hlinksldjump" r:id="rId6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5000" y="1778000"/>
            <a:ext cx="1905000" cy="1905000"/>
          </a:xfrm>
          <a:prstGeom prst="rect">
            <a:avLst/>
          </a:prstGeom>
        </p:spPr>
      </p:pic>
      <p:sp>
        <p:nvSpPr>
          <p:cNvPr id="8" name="Food letter 1 فِ" descr="فِ">
            <a:hlinkClick action="ppaction://hlinksldjump" r:id="rId6"/>
          </p:cNvPr>
          <p:cNvSpPr/>
          <p:nvPr/>
        </p:nvSpPr>
        <p:spPr>
          <a:xfrm>
            <a:off x="7429500" y="2317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فِ</a:t>
            </a:r>
          </a:p>
        </p:txBody>
      </p:sp>
      <p:pic>
        <p:nvPicPr>
          <p:cNvPr id="9" name="Food 2" descr="Food 2">
            <a:hlinkClick action="ppaction://hlinksldjump" r:id="rId6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25000" y="1778000"/>
            <a:ext cx="1905000" cy="1905000"/>
          </a:xfrm>
          <a:prstGeom prst="rect">
            <a:avLst/>
          </a:prstGeom>
        </p:spPr>
      </p:pic>
      <p:sp>
        <p:nvSpPr>
          <p:cNvPr id="10" name="Food letter 2 ثِ" descr="ثِ">
            <a:hlinkClick action="ppaction://hlinksldjump" r:id="rId6"/>
          </p:cNvPr>
          <p:cNvSpPr/>
          <p:nvPr/>
        </p:nvSpPr>
        <p:spPr>
          <a:xfrm>
            <a:off x="9969500" y="2317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ثِ</a:t>
            </a:r>
          </a:p>
        </p:txBody>
      </p:sp>
      <p:pic>
        <p:nvPicPr>
          <p:cNvPr id="11" name="Food 3" descr="Food 3">
            <a:hlinkClick action="ppaction://hlinksldjump" r:id="rId6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85000" y="4064000"/>
            <a:ext cx="1905000" cy="1905000"/>
          </a:xfrm>
          <a:prstGeom prst="rect">
            <a:avLst/>
          </a:prstGeom>
        </p:spPr>
      </p:pic>
      <p:sp>
        <p:nvSpPr>
          <p:cNvPr id="12" name="Food letter 3 صِ" descr="صِ">
            <a:hlinkClick action="ppaction://hlinksldjump" r:id="rId6"/>
          </p:cNvPr>
          <p:cNvSpPr/>
          <p:nvPr/>
        </p:nvSpPr>
        <p:spPr>
          <a:xfrm>
            <a:off x="7429500" y="4603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صِ</a:t>
            </a:r>
          </a:p>
        </p:txBody>
      </p:sp>
      <p:pic>
        <p:nvPicPr>
          <p:cNvPr id="13" name="Food 4" descr="Food 4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25000" y="4064000"/>
            <a:ext cx="1905000" cy="1905000"/>
          </a:xfrm>
          <a:prstGeom prst="rect">
            <a:avLst/>
          </a:prstGeom>
        </p:spPr>
      </p:pic>
      <p:sp>
        <p:nvSpPr>
          <p:cNvPr id="14" name="Food letter 4 زِ" descr="زِ">
            <a:hlinkClick action="ppaction://hlinksldjump" r:id="rId7"/>
          </p:cNvPr>
          <p:cNvSpPr/>
          <p:nvPr/>
        </p:nvSpPr>
        <p:spPr>
          <a:xfrm>
            <a:off x="9969500" y="4603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زِ</a:t>
            </a:r>
          </a:p>
        </p:txBody>
      </p:sp>
      <p:sp>
        <p:nvSpPr>
          <p:cNvPr id="15" name="Next button">
            <a:hlinkClick action="ppaction://hlinksldjump" r:id="rId8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Next arrow">
            <a:hlinkClick action="ppaction://hlinksldjump" r:id="rId8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 spd="med">
    <p:fade/>
  </p:transition>
</p:sld>
</file>

<file path=ppt/slides/slide215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921000" y="190500"/>
            <a:ext cx="6350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Feed me"/>
          <p:cNvSpPr/>
          <p:nvPr/>
        </p:nvSpPr>
        <p:spPr>
          <a:xfrm>
            <a:off x="3048000" y="190500"/>
            <a:ext cx="4826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600" b="1" lang="en-US">
                <a:solidFill>
                  <a:srgbClr val="2E2640"/>
                </a:solidFill>
                <a:latin typeface="Arial"/>
                <a:cs typeface="Arial"/>
              </a:rPr>
              <a:t>Feed me</a:t>
            </a:r>
          </a:p>
        </p:txBody>
      </p:sp>
      <p:sp>
        <p:nvSpPr>
          <p:cNvPr id="5" name="Find زِ" descr="زِ"/>
          <p:cNvSpPr/>
          <p:nvPr/>
        </p:nvSpPr>
        <p:spPr>
          <a:xfrm>
            <a:off x="78740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زِ</a:t>
            </a:r>
          </a:p>
        </p:txBody>
      </p:sp>
      <p:pic>
        <p:nvPicPr>
          <p:cNvPr id="6" name="Monster" descr="Monste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2095500"/>
            <a:ext cx="3810000" cy="3810000"/>
          </a:xfrm>
          <a:prstGeom prst="rect">
            <a:avLst/>
          </a:prstGeom>
        </p:spPr>
      </p:pic>
      <p:pic>
        <p:nvPicPr>
          <p:cNvPr id="7" name="Food 1" descr="Food 1">
            <a:hlinkClick action="ppaction://hlinksldjump" r:id="rId6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5000" y="1778000"/>
            <a:ext cx="1905000" cy="1905000"/>
          </a:xfrm>
          <a:prstGeom prst="rect">
            <a:avLst/>
          </a:prstGeom>
        </p:spPr>
      </p:pic>
      <p:sp>
        <p:nvSpPr>
          <p:cNvPr id="8" name="Food letter 1 فِ" descr="فِ">
            <a:hlinkClick action="ppaction://hlinksldjump" r:id="rId6"/>
          </p:cNvPr>
          <p:cNvSpPr/>
          <p:nvPr/>
        </p:nvSpPr>
        <p:spPr>
          <a:xfrm>
            <a:off x="7429500" y="2317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فِ</a:t>
            </a:r>
          </a:p>
        </p:txBody>
      </p:sp>
      <p:pic>
        <p:nvPicPr>
          <p:cNvPr id="9" name="Food 2" descr="Food 2">
            <a:hlinkClick action="ppaction://hlinksldjump" r:id="rId6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25000" y="1778000"/>
            <a:ext cx="1905000" cy="1905000"/>
          </a:xfrm>
          <a:prstGeom prst="rect">
            <a:avLst/>
          </a:prstGeom>
        </p:spPr>
      </p:pic>
      <p:sp>
        <p:nvSpPr>
          <p:cNvPr id="10" name="Food letter 2 ثِ" descr="ثِ">
            <a:hlinkClick action="ppaction://hlinksldjump" r:id="rId6"/>
          </p:cNvPr>
          <p:cNvSpPr/>
          <p:nvPr/>
        </p:nvSpPr>
        <p:spPr>
          <a:xfrm>
            <a:off x="9969500" y="2317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ثِ</a:t>
            </a:r>
          </a:p>
        </p:txBody>
      </p:sp>
      <p:pic>
        <p:nvPicPr>
          <p:cNvPr id="11" name="Food 3" descr="Food 3">
            <a:hlinkClick action="ppaction://hlinksldjump" r:id="rId6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85000" y="4064000"/>
            <a:ext cx="1905000" cy="1905000"/>
          </a:xfrm>
          <a:prstGeom prst="rect">
            <a:avLst/>
          </a:prstGeom>
        </p:spPr>
      </p:pic>
      <p:sp>
        <p:nvSpPr>
          <p:cNvPr id="12" name="Food letter 3 صِ" descr="صِ">
            <a:hlinkClick action="ppaction://hlinksldjump" r:id="rId6"/>
          </p:cNvPr>
          <p:cNvSpPr/>
          <p:nvPr/>
        </p:nvSpPr>
        <p:spPr>
          <a:xfrm>
            <a:off x="7429500" y="4603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صِ</a:t>
            </a:r>
          </a:p>
        </p:txBody>
      </p:sp>
      <p:pic>
        <p:nvPicPr>
          <p:cNvPr id="13" name="Food 4" descr="Food 4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25000" y="4064000"/>
            <a:ext cx="1905000" cy="1905000"/>
          </a:xfrm>
          <a:prstGeom prst="rect">
            <a:avLst/>
          </a:prstGeom>
        </p:spPr>
      </p:pic>
      <p:sp>
        <p:nvSpPr>
          <p:cNvPr id="14" name="Food letter 4 زِ" descr="زِ">
            <a:hlinkClick action="ppaction://hlinksldjump" r:id="rId7"/>
          </p:cNvPr>
          <p:cNvSpPr/>
          <p:nvPr/>
        </p:nvSpPr>
        <p:spPr>
          <a:xfrm>
            <a:off x="9969500" y="4603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زِ</a:t>
            </a:r>
          </a:p>
        </p:txBody>
      </p:sp>
      <p:sp>
        <p:nvSpPr>
          <p:cNvPr id="15" name="No, thanks!" descr="No, thanks!"/>
          <p:cNvSpPr/>
          <p:nvPr/>
        </p:nvSpPr>
        <p:spPr>
          <a:xfrm>
            <a:off x="3302000" y="1079500"/>
            <a:ext cx="3302000" cy="1524000"/>
          </a:xfrm>
          <a:prstGeom prst="cloudCallout">
            <a:avLst/>
          </a:prstGeom>
          <a:solidFill>
            <a:srgbClr val="FFFFFF"/>
          </a:solidFill>
          <a:ln w="50800">
            <a:solidFill>
              <a:srgbClr val="E5536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2500" b="1" lang="en-US">
                <a:solidFill>
                  <a:srgbClr val="E5536F"/>
                </a:solidFill>
                <a:latin typeface="Arial"/>
                <a:cs typeface="Arial"/>
              </a:rPr>
              <a:t>No, thanks!</a:t>
            </a:r>
          </a:p>
        </p:txBody>
      </p:sp>
      <p:sp>
        <p:nvSpPr>
          <p:cNvPr id="16" name="Next button">
            <a:hlinkClick action="ppaction://hlinksldjump" r:id="rId8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Next arrow">
            <a:hlinkClick action="ppaction://hlinksldjump" r:id="rId8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9" name="boing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53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" dur="4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4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6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921000" y="190500"/>
            <a:ext cx="6350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Feed me"/>
          <p:cNvSpPr/>
          <p:nvPr/>
        </p:nvSpPr>
        <p:spPr>
          <a:xfrm>
            <a:off x="3048000" y="190500"/>
            <a:ext cx="4826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600" b="1" lang="en-US">
                <a:solidFill>
                  <a:srgbClr val="2E2640"/>
                </a:solidFill>
                <a:latin typeface="Arial"/>
                <a:cs typeface="Arial"/>
              </a:rPr>
              <a:t>Feed me</a:t>
            </a:r>
          </a:p>
        </p:txBody>
      </p:sp>
      <p:sp>
        <p:nvSpPr>
          <p:cNvPr id="5" name="Find زِ" descr="زِ"/>
          <p:cNvSpPr/>
          <p:nvPr/>
        </p:nvSpPr>
        <p:spPr>
          <a:xfrm>
            <a:off x="78740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زِ</a:t>
            </a:r>
          </a:p>
        </p:txBody>
      </p:sp>
      <p:pic>
        <p:nvPicPr>
          <p:cNvPr id="6" name="Monster" descr="Monste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2095500"/>
            <a:ext cx="3810000" cy="3810000"/>
          </a:xfrm>
          <a:prstGeom prst="rect">
            <a:avLst/>
          </a:prstGeom>
        </p:spPr>
      </p:pic>
      <p:pic>
        <p:nvPicPr>
          <p:cNvPr id="7" name="Food 1" descr="Food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5000" y="1778000"/>
            <a:ext cx="1905000" cy="1905000"/>
          </a:xfrm>
          <a:prstGeom prst="rect">
            <a:avLst/>
          </a:prstGeom>
        </p:spPr>
      </p:pic>
      <p:sp>
        <p:nvSpPr>
          <p:cNvPr id="8" name="Food letter 1 فِ" descr="فِ"/>
          <p:cNvSpPr/>
          <p:nvPr/>
        </p:nvSpPr>
        <p:spPr>
          <a:xfrm>
            <a:off x="7429500" y="2317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فِ</a:t>
            </a:r>
          </a:p>
        </p:txBody>
      </p:sp>
      <p:pic>
        <p:nvPicPr>
          <p:cNvPr id="9" name="Food 2" descr="Food 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25000" y="1778000"/>
            <a:ext cx="1905000" cy="1905000"/>
          </a:xfrm>
          <a:prstGeom prst="rect">
            <a:avLst/>
          </a:prstGeom>
        </p:spPr>
      </p:pic>
      <p:sp>
        <p:nvSpPr>
          <p:cNvPr id="10" name="Food letter 2 ثِ" descr="ثِ"/>
          <p:cNvSpPr/>
          <p:nvPr/>
        </p:nvSpPr>
        <p:spPr>
          <a:xfrm>
            <a:off x="9969500" y="2317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ثِ</a:t>
            </a:r>
          </a:p>
        </p:txBody>
      </p:sp>
      <p:pic>
        <p:nvPicPr>
          <p:cNvPr id="11" name="Food 3" descr="Food 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85000" y="4064000"/>
            <a:ext cx="1905000" cy="1905000"/>
          </a:xfrm>
          <a:prstGeom prst="rect">
            <a:avLst/>
          </a:prstGeom>
        </p:spPr>
      </p:pic>
      <p:sp>
        <p:nvSpPr>
          <p:cNvPr id="12" name="Food letter 3 صِ" descr="صِ"/>
          <p:cNvSpPr/>
          <p:nvPr/>
        </p:nvSpPr>
        <p:spPr>
          <a:xfrm>
            <a:off x="7429500" y="4603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صِ</a:t>
            </a:r>
          </a:p>
        </p:txBody>
      </p:sp>
      <p:sp>
        <p:nvSpPr>
          <p:cNvPr id="13" name="Yummy!" descr="Yummy!"/>
          <p:cNvSpPr/>
          <p:nvPr/>
        </p:nvSpPr>
        <p:spPr>
          <a:xfrm>
            <a:off x="3302000" y="1079500"/>
            <a:ext cx="3302000" cy="1524000"/>
          </a:xfrm>
          <a:prstGeom prst="cloudCallout">
            <a:avLst/>
          </a:prstGeom>
          <a:solidFill>
            <a:srgbClr val="FFFFFF"/>
          </a:solidFill>
          <a:ln w="50800">
            <a:solidFill>
              <a:srgbClr val="E5536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3200" b="1" lang="en-US">
                <a:solidFill>
                  <a:srgbClr val="E5536F"/>
                </a:solidFill>
                <a:latin typeface="Arial"/>
                <a:cs typeface="Arial"/>
              </a:rPr>
              <a:t>Yummy!</a:t>
            </a:r>
          </a:p>
        </p:txBody>
      </p:sp>
      <p:sp>
        <p:nvSpPr>
          <p:cNvPr id="14" name="Next button">
            <a:hlinkClick action="ppaction://hlinksldjump" r:id="rId6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Next arrow">
            <a:hlinkClick action="ppaction://hlinksldjump" r:id="rId6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6" name="sound anchor" descr="sound anchor (invisible)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2700" y="12700"/>
            <a:ext cx="25400" cy="25400"/>
          </a:xfrm>
          <a:prstGeom prst="rect">
            <a:avLst/>
          </a:prstGeom>
        </p:spPr>
      </p:pic>
    </p:spTree>
  </p:cSld>
  <p:clrMapOvr>
    <a:masterClrMapping/>
  </p:clrMapOvr>
  <p:transition advClick="0">
    <p:sndAc>
      <p:stSnd>
        <p:snd r:embed="rId7" name="munc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2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53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100000">
                                        <p:cTn id="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9" name="cheer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Catch every fish with"/>
          <p:cNvSpPr/>
          <p:nvPr/>
        </p:nvSpPr>
        <p:spPr>
          <a:xfrm>
            <a:off x="2730500" y="190500"/>
            <a:ext cx="546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000" b="1" lang="en-US">
                <a:solidFill>
                  <a:srgbClr val="2E2640"/>
                </a:solidFill>
                <a:latin typeface="Arial"/>
                <a:cs typeface="Arial"/>
              </a:rPr>
              <a:t>Catch every fish with</a:t>
            </a:r>
          </a:p>
        </p:txBody>
      </p:sp>
      <p:sp>
        <p:nvSpPr>
          <p:cNvPr id="5" name="Find سِ" descr="سِ"/>
          <p:cNvSpPr/>
          <p:nvPr/>
        </p:nvSpPr>
        <p:spPr>
          <a:xfrm>
            <a:off x="81915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سِ</a:t>
            </a:r>
          </a:p>
        </p:txBody>
      </p:sp>
      <p:sp>
        <p:nvSpPr>
          <p:cNvPr id="6" name="Star place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Fish 1" descr="Fish 1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0" y="1651000"/>
            <a:ext cx="2286000" cy="1416050"/>
          </a:xfrm>
          <a:prstGeom prst="rect">
            <a:avLst/>
          </a:prstGeom>
        </p:spPr>
      </p:pic>
      <p:sp>
        <p:nvSpPr>
          <p:cNvPr id="9" name="Fish letter 1 كِ" descr="كِ">
            <a:hlinkClick action="ppaction://hlinksldjump" r:id="rId7"/>
          </p:cNvPr>
          <p:cNvSpPr/>
          <p:nvPr/>
        </p:nvSpPr>
        <p:spPr>
          <a:xfrm>
            <a:off x="1682750" y="1885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كِ</a:t>
            </a:r>
          </a:p>
        </p:txBody>
      </p:sp>
      <p:pic>
        <p:nvPicPr>
          <p:cNvPr id="10" name="Fish 2" descr="Fish 2">
            <a:hlinkClick action="ppaction://hlinksldjump" r:id="rId8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67500" y="1905000"/>
            <a:ext cx="2286000" cy="1416050"/>
          </a:xfrm>
          <a:prstGeom prst="rect">
            <a:avLst/>
          </a:prstGeom>
        </p:spPr>
      </p:pic>
      <p:sp>
        <p:nvSpPr>
          <p:cNvPr id="11" name="Fish letter 2 سِ" descr="سِ">
            <a:hlinkClick action="ppaction://hlinksldjump" r:id="rId8"/>
          </p:cNvPr>
          <p:cNvSpPr/>
          <p:nvPr/>
        </p:nvSpPr>
        <p:spPr>
          <a:xfrm>
            <a:off x="7207250" y="2139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سِ</a:t>
            </a:r>
          </a:p>
        </p:txBody>
      </p:sp>
      <p:pic>
        <p:nvPicPr>
          <p:cNvPr id="12" name="Fish 3" descr="Fish 3">
            <a:hlinkClick action="ppaction://hlinksldjump" r:id="rId9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56000" y="3302000"/>
            <a:ext cx="2286000" cy="1416050"/>
          </a:xfrm>
          <a:prstGeom prst="rect">
            <a:avLst/>
          </a:prstGeom>
        </p:spPr>
      </p:pic>
      <p:sp>
        <p:nvSpPr>
          <p:cNvPr id="13" name="Fish letter 3 سِ" descr="سِ">
            <a:hlinkClick action="ppaction://hlinksldjump" r:id="rId9"/>
          </p:cNvPr>
          <p:cNvSpPr/>
          <p:nvPr/>
        </p:nvSpPr>
        <p:spPr>
          <a:xfrm>
            <a:off x="4095750" y="3536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سِ</a:t>
            </a:r>
          </a:p>
        </p:txBody>
      </p:sp>
      <p:pic>
        <p:nvPicPr>
          <p:cNvPr id="14" name="Fish 4" descr="Fish 4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72500" y="3810000"/>
            <a:ext cx="2286000" cy="1416050"/>
          </a:xfrm>
          <a:prstGeom prst="rect">
            <a:avLst/>
          </a:prstGeom>
        </p:spPr>
      </p:pic>
      <p:sp>
        <p:nvSpPr>
          <p:cNvPr id="15" name="Fish letter 4 لِ" descr="لِ">
            <a:hlinkClick action="ppaction://hlinksldjump" r:id="rId7"/>
          </p:cNvPr>
          <p:cNvSpPr/>
          <p:nvPr/>
        </p:nvSpPr>
        <p:spPr>
          <a:xfrm>
            <a:off x="9112250" y="4044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لِ</a:t>
            </a:r>
          </a:p>
        </p:txBody>
      </p:sp>
      <p:pic>
        <p:nvPicPr>
          <p:cNvPr id="16" name="Fish 5" descr="Fish 5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87500" y="4826000"/>
            <a:ext cx="2286000" cy="1416050"/>
          </a:xfrm>
          <a:prstGeom prst="rect">
            <a:avLst/>
          </a:prstGeom>
        </p:spPr>
      </p:pic>
      <p:sp>
        <p:nvSpPr>
          <p:cNvPr id="17" name="Fish letter 5 نِ" descr="نِ">
            <a:hlinkClick action="ppaction://hlinksldjump" r:id="rId7"/>
          </p:cNvPr>
          <p:cNvSpPr/>
          <p:nvPr/>
        </p:nvSpPr>
        <p:spPr>
          <a:xfrm>
            <a:off x="2127250" y="5060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نِ</a:t>
            </a:r>
          </a:p>
        </p:txBody>
      </p:sp>
      <p:sp>
        <p:nvSpPr>
          <p:cNvPr id="18" name="Next button">
            <a:hlinkClick action="ppaction://hlinksldjump" r:id="rId10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Next arrow">
            <a:hlinkClick action="ppaction://hlinksldjump" r:id="rId10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4" dur="2600" fill="hold" repeatCount="indefinite" autoRev="1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6" dur="260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8" dur="2900" fill="hold" repeatCount="indefinite" autoRev="1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10" dur="2900" fill="hold" repeatCount="indefinite" autoRev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12" dur="320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14" dur="3200" fill="hold" repeatCount="indefinite" autoRev="1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7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16" dur="3500" fill="hold" repeatCount="indefinite" autoRev="1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9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18" dur="3500" fill="hold" repeatCount="indefinite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1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20" dur="3800" fill="hold" repeatCount="indefinite" autoRev="1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3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22" dur="3800" fill="hold" repeatCount="indefinite" autoRev="1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8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Catch every fish with"/>
          <p:cNvSpPr/>
          <p:nvPr/>
        </p:nvSpPr>
        <p:spPr>
          <a:xfrm>
            <a:off x="2730500" y="190500"/>
            <a:ext cx="546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000" b="1" lang="en-US">
                <a:solidFill>
                  <a:srgbClr val="2E2640"/>
                </a:solidFill>
                <a:latin typeface="Arial"/>
                <a:cs typeface="Arial"/>
              </a:rPr>
              <a:t>Catch every fish with</a:t>
            </a:r>
          </a:p>
        </p:txBody>
      </p:sp>
      <p:sp>
        <p:nvSpPr>
          <p:cNvPr id="5" name="Find سِ" descr="سِ"/>
          <p:cNvSpPr/>
          <p:nvPr/>
        </p:nvSpPr>
        <p:spPr>
          <a:xfrm>
            <a:off x="81915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سِ</a:t>
            </a:r>
          </a:p>
        </p:txBody>
      </p:sp>
      <p:sp>
        <p:nvSpPr>
          <p:cNvPr id="6" name="Star place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Fish 1" descr="Fish 1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0" y="1651000"/>
            <a:ext cx="2286000" cy="1416050"/>
          </a:xfrm>
          <a:prstGeom prst="rect">
            <a:avLst/>
          </a:prstGeom>
        </p:spPr>
      </p:pic>
      <p:sp>
        <p:nvSpPr>
          <p:cNvPr id="9" name="Fish letter 1 كِ" descr="كِ">
            <a:hlinkClick action="ppaction://hlinksldjump" r:id="rId7"/>
          </p:cNvPr>
          <p:cNvSpPr/>
          <p:nvPr/>
        </p:nvSpPr>
        <p:spPr>
          <a:xfrm>
            <a:off x="1682750" y="1885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كِ</a:t>
            </a:r>
          </a:p>
        </p:txBody>
      </p:sp>
      <p:pic>
        <p:nvPicPr>
          <p:cNvPr id="10" name="Fish 2" descr="Fish 2">
            <a:hlinkClick action="ppaction://hlinksldjump" r:id="rId8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67500" y="1905000"/>
            <a:ext cx="2286000" cy="1416050"/>
          </a:xfrm>
          <a:prstGeom prst="rect">
            <a:avLst/>
          </a:prstGeom>
        </p:spPr>
      </p:pic>
      <p:sp>
        <p:nvSpPr>
          <p:cNvPr id="11" name="Fish letter 2 سِ" descr="سِ">
            <a:hlinkClick action="ppaction://hlinksldjump" r:id="rId8"/>
          </p:cNvPr>
          <p:cNvSpPr/>
          <p:nvPr/>
        </p:nvSpPr>
        <p:spPr>
          <a:xfrm>
            <a:off x="7207250" y="2139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سِ</a:t>
            </a:r>
          </a:p>
        </p:txBody>
      </p:sp>
      <p:pic>
        <p:nvPicPr>
          <p:cNvPr id="12" name="Fish 3" descr="Fish 3">
            <a:hlinkClick action="ppaction://hlinksldjump" r:id="rId9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56000" y="3302000"/>
            <a:ext cx="2286000" cy="1416050"/>
          </a:xfrm>
          <a:prstGeom prst="rect">
            <a:avLst/>
          </a:prstGeom>
        </p:spPr>
      </p:pic>
      <p:sp>
        <p:nvSpPr>
          <p:cNvPr id="13" name="Fish letter 3 سِ" descr="سِ">
            <a:hlinkClick action="ppaction://hlinksldjump" r:id="rId9"/>
          </p:cNvPr>
          <p:cNvSpPr/>
          <p:nvPr/>
        </p:nvSpPr>
        <p:spPr>
          <a:xfrm>
            <a:off x="4095750" y="3536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سِ</a:t>
            </a:r>
          </a:p>
        </p:txBody>
      </p:sp>
      <p:pic>
        <p:nvPicPr>
          <p:cNvPr id="14" name="Fish 4" descr="Fish 4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72500" y="3810000"/>
            <a:ext cx="2286000" cy="1416050"/>
          </a:xfrm>
          <a:prstGeom prst="rect">
            <a:avLst/>
          </a:prstGeom>
        </p:spPr>
      </p:pic>
      <p:sp>
        <p:nvSpPr>
          <p:cNvPr id="15" name="Fish letter 4 لِ" descr="لِ">
            <a:hlinkClick action="ppaction://hlinksldjump" r:id="rId7"/>
          </p:cNvPr>
          <p:cNvSpPr/>
          <p:nvPr/>
        </p:nvSpPr>
        <p:spPr>
          <a:xfrm>
            <a:off x="9112250" y="4044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لِ</a:t>
            </a:r>
          </a:p>
        </p:txBody>
      </p:sp>
      <p:pic>
        <p:nvPicPr>
          <p:cNvPr id="16" name="Fish 5" descr="Fish 5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87500" y="4826000"/>
            <a:ext cx="2286000" cy="1416050"/>
          </a:xfrm>
          <a:prstGeom prst="rect">
            <a:avLst/>
          </a:prstGeom>
        </p:spPr>
      </p:pic>
      <p:sp>
        <p:nvSpPr>
          <p:cNvPr id="17" name="Fish letter 5 نِ" descr="نِ">
            <a:hlinkClick action="ppaction://hlinksldjump" r:id="rId7"/>
          </p:cNvPr>
          <p:cNvSpPr/>
          <p:nvPr/>
        </p:nvSpPr>
        <p:spPr>
          <a:xfrm>
            <a:off x="2127250" y="5060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نِ</a:t>
            </a:r>
          </a:p>
        </p:txBody>
      </p:sp>
      <p:sp>
        <p:nvSpPr>
          <p:cNvPr id="18" name="Try again!" descr="Try again!"/>
          <p:cNvSpPr/>
          <p:nvPr/>
        </p:nvSpPr>
        <p:spPr>
          <a:xfrm>
            <a:off x="7937500" y="5270500"/>
            <a:ext cx="3048000" cy="1460500"/>
          </a:xfrm>
          <a:prstGeom prst="cloudCallout">
            <a:avLst/>
          </a:prstGeom>
          <a:solidFill>
            <a:srgbClr val="FFFFFF"/>
          </a:solidFill>
          <a:ln w="50800">
            <a:solidFill>
              <a:srgbClr val="E5536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2500" b="1" lang="en-US">
                <a:solidFill>
                  <a:srgbClr val="E5536F"/>
                </a:solidFill>
                <a:latin typeface="Arial"/>
                <a:cs typeface="Arial"/>
              </a:rPr>
              <a:t>Try again!</a:t>
            </a:r>
          </a:p>
        </p:txBody>
      </p:sp>
      <p:sp>
        <p:nvSpPr>
          <p:cNvPr id="19" name="Next button">
            <a:hlinkClick action="ppaction://hlinksldjump" r:id="rId10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Next arrow">
            <a:hlinkClick action="ppaction://hlinksldjump" r:id="rId10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11" name="boing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4" dur="2600" fill="hold" repeatCount="indefinite" autoRev="1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6" dur="260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8" dur="2900" fill="hold" repeatCount="indefinite" autoRev="1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10" dur="2900" fill="hold" repeatCount="indefinite" autoRev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12" dur="320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14" dur="3200" fill="hold" repeatCount="indefinite" autoRev="1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7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16" dur="3500" fill="hold" repeatCount="indefinite" autoRev="1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9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18" dur="3500" fill="hold" repeatCount="indefinite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1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20" dur="3800" fill="hold" repeatCount="indefinite" autoRev="1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3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22" dur="3800" fill="hold" repeatCount="indefinite" autoRev="1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8" presetID="53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9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Catch every fish with"/>
          <p:cNvSpPr/>
          <p:nvPr/>
        </p:nvSpPr>
        <p:spPr>
          <a:xfrm>
            <a:off x="2730500" y="190500"/>
            <a:ext cx="546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000" b="1" lang="en-US">
                <a:solidFill>
                  <a:srgbClr val="2E2640"/>
                </a:solidFill>
                <a:latin typeface="Arial"/>
                <a:cs typeface="Arial"/>
              </a:rPr>
              <a:t>Catch every fish with</a:t>
            </a:r>
          </a:p>
        </p:txBody>
      </p:sp>
      <p:sp>
        <p:nvSpPr>
          <p:cNvPr id="5" name="Find سِ" descr="سِ"/>
          <p:cNvSpPr/>
          <p:nvPr/>
        </p:nvSpPr>
        <p:spPr>
          <a:xfrm>
            <a:off x="81915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سِ</a:t>
            </a:r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Fish 1" descr="Fish 1">
            <a:hlinkClick action="ppaction://hlinksldjump" r:id="rId6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0" y="1651000"/>
            <a:ext cx="2286000" cy="1416050"/>
          </a:xfrm>
          <a:prstGeom prst="rect">
            <a:avLst/>
          </a:prstGeom>
        </p:spPr>
      </p:pic>
      <p:sp>
        <p:nvSpPr>
          <p:cNvPr id="9" name="Fish letter 1 كِ" descr="كِ">
            <a:hlinkClick action="ppaction://hlinksldjump" r:id="rId6"/>
          </p:cNvPr>
          <p:cNvSpPr/>
          <p:nvPr/>
        </p:nvSpPr>
        <p:spPr>
          <a:xfrm>
            <a:off x="1682750" y="1885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كِ</a:t>
            </a:r>
          </a:p>
        </p:txBody>
      </p:sp>
      <p:pic>
        <p:nvPicPr>
          <p:cNvPr id="10" name="Fish 3" descr="Fish 3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56000" y="3302000"/>
            <a:ext cx="2286000" cy="1416050"/>
          </a:xfrm>
          <a:prstGeom prst="rect">
            <a:avLst/>
          </a:prstGeom>
        </p:spPr>
      </p:pic>
      <p:sp>
        <p:nvSpPr>
          <p:cNvPr id="11" name="Fish letter 3 سِ" descr="سِ">
            <a:hlinkClick action="ppaction://hlinksldjump" r:id="rId7"/>
          </p:cNvPr>
          <p:cNvSpPr/>
          <p:nvPr/>
        </p:nvSpPr>
        <p:spPr>
          <a:xfrm>
            <a:off x="4095750" y="3536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سِ</a:t>
            </a:r>
          </a:p>
        </p:txBody>
      </p:sp>
      <p:pic>
        <p:nvPicPr>
          <p:cNvPr id="12" name="Fish 4" descr="Fish 4">
            <a:hlinkClick action="ppaction://hlinksldjump" r:id="rId6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72500" y="3810000"/>
            <a:ext cx="2286000" cy="1416050"/>
          </a:xfrm>
          <a:prstGeom prst="rect">
            <a:avLst/>
          </a:prstGeom>
        </p:spPr>
      </p:pic>
      <p:sp>
        <p:nvSpPr>
          <p:cNvPr id="13" name="Fish letter 4 لِ" descr="لِ">
            <a:hlinkClick action="ppaction://hlinksldjump" r:id="rId6"/>
          </p:cNvPr>
          <p:cNvSpPr/>
          <p:nvPr/>
        </p:nvSpPr>
        <p:spPr>
          <a:xfrm>
            <a:off x="9112250" y="4044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لِ</a:t>
            </a:r>
          </a:p>
        </p:txBody>
      </p:sp>
      <p:pic>
        <p:nvPicPr>
          <p:cNvPr id="14" name="Fish 5" descr="Fish 5">
            <a:hlinkClick action="ppaction://hlinksldjump" r:id="rId6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87500" y="4826000"/>
            <a:ext cx="2286000" cy="1416050"/>
          </a:xfrm>
          <a:prstGeom prst="rect">
            <a:avLst/>
          </a:prstGeom>
        </p:spPr>
      </p:pic>
      <p:sp>
        <p:nvSpPr>
          <p:cNvPr id="15" name="Fish letter 5 نِ" descr="نِ">
            <a:hlinkClick action="ppaction://hlinksldjump" r:id="rId6"/>
          </p:cNvPr>
          <p:cNvSpPr/>
          <p:nvPr/>
        </p:nvSpPr>
        <p:spPr>
          <a:xfrm>
            <a:off x="2127250" y="5060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نِ</a:t>
            </a:r>
          </a:p>
        </p:txBody>
      </p:sp>
      <p:sp>
        <p:nvSpPr>
          <p:cNvPr id="16" name="Next button">
            <a:hlinkClick action="ppaction://hlinksldjump" r:id="rId8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Next arrow">
            <a:hlinkClick action="ppaction://hlinksldjump" r:id="rId8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9" name="spla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9" dur="2600" fill="hold" repeatCount="indefinite" autoRev="1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2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11" dur="260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4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13" dur="3200" fill="hold" repeatCount="indefinite" autoRev="1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6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15" dur="3200" fill="hold" repeatCount="indefinite" autoRev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8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17" dur="350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0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19" dur="3500" fill="hold" repeatCount="indefinite" autoRev="1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2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21" dur="3800" fill="hold" repeatCount="indefinite" autoRev="1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4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23" dur="3800" fill="hold" repeatCount="indefinite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0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Catch every fish with"/>
          <p:cNvSpPr/>
          <p:nvPr/>
        </p:nvSpPr>
        <p:spPr>
          <a:xfrm>
            <a:off x="2730500" y="190500"/>
            <a:ext cx="546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000" b="1" lang="en-US">
                <a:solidFill>
                  <a:srgbClr val="2E2640"/>
                </a:solidFill>
                <a:latin typeface="Arial"/>
                <a:cs typeface="Arial"/>
              </a:rPr>
              <a:t>Catch every fish with</a:t>
            </a:r>
          </a:p>
        </p:txBody>
      </p:sp>
      <p:sp>
        <p:nvSpPr>
          <p:cNvPr id="5" name="Find سِ" descr="سِ"/>
          <p:cNvSpPr/>
          <p:nvPr/>
        </p:nvSpPr>
        <p:spPr>
          <a:xfrm>
            <a:off x="81915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سِ</a:t>
            </a:r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Fish 1" descr="Fish 1">
            <a:hlinkClick action="ppaction://hlinksldjump" r:id="rId6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0" y="1651000"/>
            <a:ext cx="2286000" cy="1416050"/>
          </a:xfrm>
          <a:prstGeom prst="rect">
            <a:avLst/>
          </a:prstGeom>
        </p:spPr>
      </p:pic>
      <p:sp>
        <p:nvSpPr>
          <p:cNvPr id="9" name="Fish letter 1 كِ" descr="كِ">
            <a:hlinkClick action="ppaction://hlinksldjump" r:id="rId6"/>
          </p:cNvPr>
          <p:cNvSpPr/>
          <p:nvPr/>
        </p:nvSpPr>
        <p:spPr>
          <a:xfrm>
            <a:off x="1682750" y="1885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كِ</a:t>
            </a:r>
          </a:p>
        </p:txBody>
      </p:sp>
      <p:pic>
        <p:nvPicPr>
          <p:cNvPr id="10" name="Fish 3" descr="Fish 3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56000" y="3302000"/>
            <a:ext cx="2286000" cy="1416050"/>
          </a:xfrm>
          <a:prstGeom prst="rect">
            <a:avLst/>
          </a:prstGeom>
        </p:spPr>
      </p:pic>
      <p:sp>
        <p:nvSpPr>
          <p:cNvPr id="11" name="Fish letter 3 سِ" descr="سِ">
            <a:hlinkClick action="ppaction://hlinksldjump" r:id="rId7"/>
          </p:cNvPr>
          <p:cNvSpPr/>
          <p:nvPr/>
        </p:nvSpPr>
        <p:spPr>
          <a:xfrm>
            <a:off x="4095750" y="3536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سِ</a:t>
            </a:r>
          </a:p>
        </p:txBody>
      </p:sp>
      <p:pic>
        <p:nvPicPr>
          <p:cNvPr id="12" name="Fish 4" descr="Fish 4">
            <a:hlinkClick action="ppaction://hlinksldjump" r:id="rId6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72500" y="3810000"/>
            <a:ext cx="2286000" cy="1416050"/>
          </a:xfrm>
          <a:prstGeom prst="rect">
            <a:avLst/>
          </a:prstGeom>
        </p:spPr>
      </p:pic>
      <p:sp>
        <p:nvSpPr>
          <p:cNvPr id="13" name="Fish letter 4 لِ" descr="لِ">
            <a:hlinkClick action="ppaction://hlinksldjump" r:id="rId6"/>
          </p:cNvPr>
          <p:cNvSpPr/>
          <p:nvPr/>
        </p:nvSpPr>
        <p:spPr>
          <a:xfrm>
            <a:off x="9112250" y="4044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لِ</a:t>
            </a:r>
          </a:p>
        </p:txBody>
      </p:sp>
      <p:pic>
        <p:nvPicPr>
          <p:cNvPr id="14" name="Fish 5" descr="Fish 5">
            <a:hlinkClick action="ppaction://hlinksldjump" r:id="rId6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87500" y="4826000"/>
            <a:ext cx="2286000" cy="1416050"/>
          </a:xfrm>
          <a:prstGeom prst="rect">
            <a:avLst/>
          </a:prstGeom>
        </p:spPr>
      </p:pic>
      <p:sp>
        <p:nvSpPr>
          <p:cNvPr id="15" name="Fish letter 5 نِ" descr="نِ">
            <a:hlinkClick action="ppaction://hlinksldjump" r:id="rId6"/>
          </p:cNvPr>
          <p:cNvSpPr/>
          <p:nvPr/>
        </p:nvSpPr>
        <p:spPr>
          <a:xfrm>
            <a:off x="2127250" y="5060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نِ</a:t>
            </a:r>
          </a:p>
        </p:txBody>
      </p:sp>
      <p:sp>
        <p:nvSpPr>
          <p:cNvPr id="16" name="Try again!" descr="Try again!"/>
          <p:cNvSpPr/>
          <p:nvPr/>
        </p:nvSpPr>
        <p:spPr>
          <a:xfrm>
            <a:off x="7937500" y="5270500"/>
            <a:ext cx="3048000" cy="1460500"/>
          </a:xfrm>
          <a:prstGeom prst="cloudCallout">
            <a:avLst/>
          </a:prstGeom>
          <a:solidFill>
            <a:srgbClr val="FFFFFF"/>
          </a:solidFill>
          <a:ln w="50800">
            <a:solidFill>
              <a:srgbClr val="E5536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2500" b="1" lang="en-US">
                <a:solidFill>
                  <a:srgbClr val="E5536F"/>
                </a:solidFill>
                <a:latin typeface="Arial"/>
                <a:cs typeface="Arial"/>
              </a:rPr>
              <a:t>Try again!</a:t>
            </a:r>
          </a:p>
        </p:txBody>
      </p:sp>
      <p:sp>
        <p:nvSpPr>
          <p:cNvPr id="17" name="Next button">
            <a:hlinkClick action="ppaction://hlinksldjump" r:id="rId8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Next arrow">
            <a:hlinkClick action="ppaction://hlinksldjump" r:id="rId8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9" name="boing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4" dur="2600" fill="hold" repeatCount="indefinite" autoRev="1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6" dur="260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8" dur="3200" fill="hold" repeatCount="indefinite" autoRev="1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10" dur="3200" fill="hold" repeatCount="indefinite" autoRev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12" dur="350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14" dur="3500" fill="hold" repeatCount="indefinite" autoRev="1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7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16" dur="3800" fill="hold" repeatCount="indefinite" autoRev="1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9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18" dur="3800" fill="hold" repeatCount="indefinite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4" presetID="53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1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Catch every fish with"/>
          <p:cNvSpPr/>
          <p:nvPr/>
        </p:nvSpPr>
        <p:spPr>
          <a:xfrm>
            <a:off x="2730500" y="190500"/>
            <a:ext cx="546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000" b="1" lang="en-US">
                <a:solidFill>
                  <a:srgbClr val="2E2640"/>
                </a:solidFill>
                <a:latin typeface="Arial"/>
                <a:cs typeface="Arial"/>
              </a:rPr>
              <a:t>Catch every fish with</a:t>
            </a:r>
          </a:p>
        </p:txBody>
      </p:sp>
      <p:sp>
        <p:nvSpPr>
          <p:cNvPr id="5" name="Find سِ" descr="سِ"/>
          <p:cNvSpPr/>
          <p:nvPr/>
        </p:nvSpPr>
        <p:spPr>
          <a:xfrm>
            <a:off x="81915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سِ</a:t>
            </a:r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Fish 1" descr="Fish 1">
            <a:hlinkClick action="ppaction://hlinksldjump" r:id="rId6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0" y="1651000"/>
            <a:ext cx="2286000" cy="1416050"/>
          </a:xfrm>
          <a:prstGeom prst="rect">
            <a:avLst/>
          </a:prstGeom>
        </p:spPr>
      </p:pic>
      <p:sp>
        <p:nvSpPr>
          <p:cNvPr id="9" name="Fish letter 1 كِ" descr="كِ">
            <a:hlinkClick action="ppaction://hlinksldjump" r:id="rId6"/>
          </p:cNvPr>
          <p:cNvSpPr/>
          <p:nvPr/>
        </p:nvSpPr>
        <p:spPr>
          <a:xfrm>
            <a:off x="1682750" y="1885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كِ</a:t>
            </a:r>
          </a:p>
        </p:txBody>
      </p:sp>
      <p:pic>
        <p:nvPicPr>
          <p:cNvPr id="10" name="Fish 2" descr="Fish 2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67500" y="1905000"/>
            <a:ext cx="2286000" cy="1416050"/>
          </a:xfrm>
          <a:prstGeom prst="rect">
            <a:avLst/>
          </a:prstGeom>
        </p:spPr>
      </p:pic>
      <p:sp>
        <p:nvSpPr>
          <p:cNvPr id="11" name="Fish letter 2 سِ" descr="سِ">
            <a:hlinkClick action="ppaction://hlinksldjump" r:id="rId7"/>
          </p:cNvPr>
          <p:cNvSpPr/>
          <p:nvPr/>
        </p:nvSpPr>
        <p:spPr>
          <a:xfrm>
            <a:off x="7207250" y="2139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سِ</a:t>
            </a:r>
          </a:p>
        </p:txBody>
      </p:sp>
      <p:pic>
        <p:nvPicPr>
          <p:cNvPr id="12" name="Fish 4" descr="Fish 4">
            <a:hlinkClick action="ppaction://hlinksldjump" r:id="rId6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72500" y="3810000"/>
            <a:ext cx="2286000" cy="1416050"/>
          </a:xfrm>
          <a:prstGeom prst="rect">
            <a:avLst/>
          </a:prstGeom>
        </p:spPr>
      </p:pic>
      <p:sp>
        <p:nvSpPr>
          <p:cNvPr id="13" name="Fish letter 4 لِ" descr="لِ">
            <a:hlinkClick action="ppaction://hlinksldjump" r:id="rId6"/>
          </p:cNvPr>
          <p:cNvSpPr/>
          <p:nvPr/>
        </p:nvSpPr>
        <p:spPr>
          <a:xfrm>
            <a:off x="9112250" y="4044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لِ</a:t>
            </a:r>
          </a:p>
        </p:txBody>
      </p:sp>
      <p:pic>
        <p:nvPicPr>
          <p:cNvPr id="14" name="Fish 5" descr="Fish 5">
            <a:hlinkClick action="ppaction://hlinksldjump" r:id="rId6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87500" y="4826000"/>
            <a:ext cx="2286000" cy="1416050"/>
          </a:xfrm>
          <a:prstGeom prst="rect">
            <a:avLst/>
          </a:prstGeom>
        </p:spPr>
      </p:pic>
      <p:sp>
        <p:nvSpPr>
          <p:cNvPr id="15" name="Fish letter 5 نِ" descr="نِ">
            <a:hlinkClick action="ppaction://hlinksldjump" r:id="rId6"/>
          </p:cNvPr>
          <p:cNvSpPr/>
          <p:nvPr/>
        </p:nvSpPr>
        <p:spPr>
          <a:xfrm>
            <a:off x="2127250" y="5060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نِ</a:t>
            </a:r>
          </a:p>
        </p:txBody>
      </p:sp>
      <p:sp>
        <p:nvSpPr>
          <p:cNvPr id="16" name="Next button">
            <a:hlinkClick action="ppaction://hlinksldjump" r:id="rId8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Next arrow">
            <a:hlinkClick action="ppaction://hlinksldjump" r:id="rId8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9" name="spla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9" dur="2600" fill="hold" repeatCount="indefinite" autoRev="1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2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11" dur="260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4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13" dur="2900" fill="hold" repeatCount="indefinite" autoRev="1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6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15" dur="2900" fill="hold" repeatCount="indefinite" autoRev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8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17" dur="350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0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19" dur="3500" fill="hold" repeatCount="indefinite" autoRev="1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2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21" dur="3800" fill="hold" repeatCount="indefinite" autoRev="1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4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23" dur="3800" fill="hold" repeatCount="indefinite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2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Catch every fish with"/>
          <p:cNvSpPr/>
          <p:nvPr/>
        </p:nvSpPr>
        <p:spPr>
          <a:xfrm>
            <a:off x="2730500" y="190500"/>
            <a:ext cx="546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000" b="1" lang="en-US">
                <a:solidFill>
                  <a:srgbClr val="2E2640"/>
                </a:solidFill>
                <a:latin typeface="Arial"/>
                <a:cs typeface="Arial"/>
              </a:rPr>
              <a:t>Catch every fish with</a:t>
            </a:r>
          </a:p>
        </p:txBody>
      </p:sp>
      <p:sp>
        <p:nvSpPr>
          <p:cNvPr id="5" name="Find سِ" descr="سِ"/>
          <p:cNvSpPr/>
          <p:nvPr/>
        </p:nvSpPr>
        <p:spPr>
          <a:xfrm>
            <a:off x="81915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سِ</a:t>
            </a:r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Fish 1" descr="Fish 1">
            <a:hlinkClick action="ppaction://hlinksldjump" r:id="rId6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0" y="1651000"/>
            <a:ext cx="2286000" cy="1416050"/>
          </a:xfrm>
          <a:prstGeom prst="rect">
            <a:avLst/>
          </a:prstGeom>
        </p:spPr>
      </p:pic>
      <p:sp>
        <p:nvSpPr>
          <p:cNvPr id="9" name="Fish letter 1 كِ" descr="كِ">
            <a:hlinkClick action="ppaction://hlinksldjump" r:id="rId6"/>
          </p:cNvPr>
          <p:cNvSpPr/>
          <p:nvPr/>
        </p:nvSpPr>
        <p:spPr>
          <a:xfrm>
            <a:off x="1682750" y="1885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كِ</a:t>
            </a:r>
          </a:p>
        </p:txBody>
      </p:sp>
      <p:pic>
        <p:nvPicPr>
          <p:cNvPr id="10" name="Fish 2" descr="Fish 2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67500" y="1905000"/>
            <a:ext cx="2286000" cy="1416050"/>
          </a:xfrm>
          <a:prstGeom prst="rect">
            <a:avLst/>
          </a:prstGeom>
        </p:spPr>
      </p:pic>
      <p:sp>
        <p:nvSpPr>
          <p:cNvPr id="11" name="Fish letter 2 سِ" descr="سِ">
            <a:hlinkClick action="ppaction://hlinksldjump" r:id="rId7"/>
          </p:cNvPr>
          <p:cNvSpPr/>
          <p:nvPr/>
        </p:nvSpPr>
        <p:spPr>
          <a:xfrm>
            <a:off x="7207250" y="2139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سِ</a:t>
            </a:r>
          </a:p>
        </p:txBody>
      </p:sp>
      <p:pic>
        <p:nvPicPr>
          <p:cNvPr id="12" name="Fish 4" descr="Fish 4">
            <a:hlinkClick action="ppaction://hlinksldjump" r:id="rId6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72500" y="3810000"/>
            <a:ext cx="2286000" cy="1416050"/>
          </a:xfrm>
          <a:prstGeom prst="rect">
            <a:avLst/>
          </a:prstGeom>
        </p:spPr>
      </p:pic>
      <p:sp>
        <p:nvSpPr>
          <p:cNvPr id="13" name="Fish letter 4 لِ" descr="لِ">
            <a:hlinkClick action="ppaction://hlinksldjump" r:id="rId6"/>
          </p:cNvPr>
          <p:cNvSpPr/>
          <p:nvPr/>
        </p:nvSpPr>
        <p:spPr>
          <a:xfrm>
            <a:off x="9112250" y="4044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لِ</a:t>
            </a:r>
          </a:p>
        </p:txBody>
      </p:sp>
      <p:pic>
        <p:nvPicPr>
          <p:cNvPr id="14" name="Fish 5" descr="Fish 5">
            <a:hlinkClick action="ppaction://hlinksldjump" r:id="rId6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87500" y="4826000"/>
            <a:ext cx="2286000" cy="1416050"/>
          </a:xfrm>
          <a:prstGeom prst="rect">
            <a:avLst/>
          </a:prstGeom>
        </p:spPr>
      </p:pic>
      <p:sp>
        <p:nvSpPr>
          <p:cNvPr id="15" name="Fish letter 5 نِ" descr="نِ">
            <a:hlinkClick action="ppaction://hlinksldjump" r:id="rId6"/>
          </p:cNvPr>
          <p:cNvSpPr/>
          <p:nvPr/>
        </p:nvSpPr>
        <p:spPr>
          <a:xfrm>
            <a:off x="2127250" y="5060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نِ</a:t>
            </a:r>
          </a:p>
        </p:txBody>
      </p:sp>
      <p:sp>
        <p:nvSpPr>
          <p:cNvPr id="16" name="Try again!" descr="Try again!"/>
          <p:cNvSpPr/>
          <p:nvPr/>
        </p:nvSpPr>
        <p:spPr>
          <a:xfrm>
            <a:off x="7937500" y="5270500"/>
            <a:ext cx="3048000" cy="1460500"/>
          </a:xfrm>
          <a:prstGeom prst="cloudCallout">
            <a:avLst/>
          </a:prstGeom>
          <a:solidFill>
            <a:srgbClr val="FFFFFF"/>
          </a:solidFill>
          <a:ln w="50800">
            <a:solidFill>
              <a:srgbClr val="E5536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2500" b="1" lang="en-US">
                <a:solidFill>
                  <a:srgbClr val="E5536F"/>
                </a:solidFill>
                <a:latin typeface="Arial"/>
                <a:cs typeface="Arial"/>
              </a:rPr>
              <a:t>Try again!</a:t>
            </a:r>
          </a:p>
        </p:txBody>
      </p:sp>
      <p:sp>
        <p:nvSpPr>
          <p:cNvPr id="17" name="Next button">
            <a:hlinkClick action="ppaction://hlinksldjump" r:id="rId8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Next arrow">
            <a:hlinkClick action="ppaction://hlinksldjump" r:id="rId8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9" name="boing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4" dur="2600" fill="hold" repeatCount="indefinite" autoRev="1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6" dur="260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8" dur="2900" fill="hold" repeatCount="indefinite" autoRev="1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10" dur="2900" fill="hold" repeatCount="indefinite" autoRev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12" dur="350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14" dur="3500" fill="hold" repeatCount="indefinite" autoRev="1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7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16" dur="3800" fill="hold" repeatCount="indefinite" autoRev="1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9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18" dur="3800" fill="hold" repeatCount="indefinite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4" presetID="53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3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Catch every fish with"/>
          <p:cNvSpPr/>
          <p:nvPr/>
        </p:nvSpPr>
        <p:spPr>
          <a:xfrm>
            <a:off x="2730500" y="190500"/>
            <a:ext cx="546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000" b="1" lang="en-US">
                <a:solidFill>
                  <a:srgbClr val="2E2640"/>
                </a:solidFill>
                <a:latin typeface="Arial"/>
                <a:cs typeface="Arial"/>
              </a:rPr>
              <a:t>Catch every fish with</a:t>
            </a:r>
          </a:p>
        </p:txBody>
      </p:sp>
      <p:sp>
        <p:nvSpPr>
          <p:cNvPr id="5" name="Find سِ" descr="سِ"/>
          <p:cNvSpPr/>
          <p:nvPr/>
        </p:nvSpPr>
        <p:spPr>
          <a:xfrm>
            <a:off x="81915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سِ</a:t>
            </a:r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Fish 1" descr="Fish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0" y="1651000"/>
            <a:ext cx="2286000" cy="1416050"/>
          </a:xfrm>
          <a:prstGeom prst="rect">
            <a:avLst/>
          </a:prstGeom>
        </p:spPr>
      </p:pic>
      <p:sp>
        <p:nvSpPr>
          <p:cNvPr id="9" name="Fish letter 1 كِ" descr="كِ"/>
          <p:cNvSpPr/>
          <p:nvPr/>
        </p:nvSpPr>
        <p:spPr>
          <a:xfrm>
            <a:off x="1682750" y="1885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كِ</a:t>
            </a:r>
          </a:p>
        </p:txBody>
      </p:sp>
      <p:pic>
        <p:nvPicPr>
          <p:cNvPr id="10" name="Fish 4" descr="Fish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72500" y="3810000"/>
            <a:ext cx="2286000" cy="1416050"/>
          </a:xfrm>
          <a:prstGeom prst="rect">
            <a:avLst/>
          </a:prstGeom>
        </p:spPr>
      </p:pic>
      <p:sp>
        <p:nvSpPr>
          <p:cNvPr id="11" name="Fish letter 4 لِ" descr="لِ"/>
          <p:cNvSpPr/>
          <p:nvPr/>
        </p:nvSpPr>
        <p:spPr>
          <a:xfrm>
            <a:off x="9112250" y="4044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لِ</a:t>
            </a:r>
          </a:p>
        </p:txBody>
      </p:sp>
      <p:pic>
        <p:nvPicPr>
          <p:cNvPr id="12" name="Fish 5" descr="Fish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87500" y="4826000"/>
            <a:ext cx="2286000" cy="1416050"/>
          </a:xfrm>
          <a:prstGeom prst="rect">
            <a:avLst/>
          </a:prstGeom>
        </p:spPr>
      </p:pic>
      <p:sp>
        <p:nvSpPr>
          <p:cNvPr id="13" name="Fish letter 5 نِ" descr="نِ"/>
          <p:cNvSpPr/>
          <p:nvPr/>
        </p:nvSpPr>
        <p:spPr>
          <a:xfrm>
            <a:off x="2127250" y="5060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نِ</a:t>
            </a:r>
          </a:p>
        </p:txBody>
      </p:sp>
      <p:sp>
        <p:nvSpPr>
          <p:cNvPr id="14" name="Great job!" descr="Great job!"/>
          <p:cNvSpPr/>
          <p:nvPr/>
        </p:nvSpPr>
        <p:spPr>
          <a:xfrm>
            <a:off x="7937500" y="5270500"/>
            <a:ext cx="3048000" cy="1460500"/>
          </a:xfrm>
          <a:prstGeom prst="cloudCallout">
            <a:avLst/>
          </a:prstGeom>
          <a:solidFill>
            <a:srgbClr val="FFFFFF"/>
          </a:solidFill>
          <a:ln w="50800">
            <a:solidFill>
              <a:srgbClr val="2FB57A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2500" b="1" lang="en-US">
                <a:solidFill>
                  <a:srgbClr val="2FB57A"/>
                </a:solidFill>
                <a:latin typeface="Arial"/>
                <a:cs typeface="Arial"/>
              </a:rPr>
              <a:t>Great job!</a:t>
            </a:r>
          </a:p>
        </p:txBody>
      </p:sp>
      <p:sp>
        <p:nvSpPr>
          <p:cNvPr id="15" name="Next button">
            <a:hlinkClick action="ppaction://hlinksldjump" r:id="rId5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Next arrow">
            <a:hlinkClick action="ppaction://hlinksldjump" r:id="rId5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7" name="sound anchor" descr="sound anchor (invisible)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700" y="12700"/>
            <a:ext cx="25400" cy="25400"/>
          </a:xfrm>
          <a:prstGeom prst="rect">
            <a:avLst/>
          </a:prstGeom>
        </p:spPr>
      </p:pic>
    </p:spTree>
  </p:cSld>
  <p:clrMapOvr>
    <a:masterClrMapping/>
  </p:clrMapOvr>
  <p:transition advClick="0">
    <p:sndAc>
      <p:stSnd>
        <p:snd r:embed="rId6" name="spla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9" dur="2600" fill="hold" repeatCount="indefinite" autoRev="1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2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11" dur="260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4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13" dur="3500" fill="hold" repeatCount="indefinite" autoRev="1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6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15" dur="3500" fill="hold" repeatCount="indefinite" autoRev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8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17" dur="380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0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19" dur="3800" fill="hold" repeatCount="indefinite" autoRev="1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5" presetID="53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2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100000">
                                        <p:cTn id="2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8" name="cheer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Tap every letter with"/>
          <p:cNvSpPr/>
          <p:nvPr/>
        </p:nvSpPr>
        <p:spPr>
          <a:xfrm>
            <a:off x="2730500" y="190500"/>
            <a:ext cx="546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000" b="1" lang="en-US">
                <a:solidFill>
                  <a:srgbClr val="2E2640"/>
                </a:solidFill>
                <a:latin typeface="Arial"/>
                <a:cs typeface="Arial"/>
              </a:rPr>
              <a:t>Tap every letter with</a:t>
            </a:r>
          </a:p>
        </p:txBody>
      </p:sp>
      <p:sp>
        <p:nvSpPr>
          <p:cNvPr id="5" name="Find سِ" descr="سِ"/>
          <p:cNvSpPr/>
          <p:nvPr/>
        </p:nvSpPr>
        <p:spPr>
          <a:xfrm>
            <a:off x="81915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سِ</a:t>
            </a:r>
          </a:p>
        </p:txBody>
      </p:sp>
      <p:sp>
        <p:nvSpPr>
          <p:cNvPr id="6" name="Star place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Hole 1"/>
          <p:cNvSpPr/>
          <p:nvPr/>
        </p:nvSpPr>
        <p:spPr>
          <a:xfrm>
            <a:off x="2349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ile 1 خِ" descr="خِ">
            <a:hlinkClick action="ppaction://hlinksldjump" r:id="rId3"/>
          </p:cNvPr>
          <p:cNvSpPr/>
          <p:nvPr/>
        </p:nvSpPr>
        <p:spPr>
          <a:xfrm>
            <a:off x="2635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خِ</a:t>
            </a:r>
          </a:p>
        </p:txBody>
      </p:sp>
      <p:sp>
        <p:nvSpPr>
          <p:cNvPr id="10" name="Hole 2"/>
          <p:cNvSpPr/>
          <p:nvPr/>
        </p:nvSpPr>
        <p:spPr>
          <a:xfrm>
            <a:off x="5143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ile 2 ضِ" descr="ضِ">
            <a:hlinkClick action="ppaction://hlinksldjump" r:id="rId3"/>
          </p:cNvPr>
          <p:cNvSpPr/>
          <p:nvPr/>
        </p:nvSpPr>
        <p:spPr>
          <a:xfrm>
            <a:off x="5429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ضِ</a:t>
            </a:r>
          </a:p>
        </p:txBody>
      </p:sp>
      <p:sp>
        <p:nvSpPr>
          <p:cNvPr id="12" name="Hole 3"/>
          <p:cNvSpPr/>
          <p:nvPr/>
        </p:nvSpPr>
        <p:spPr>
          <a:xfrm>
            <a:off x="7937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ile 3 رِ" descr="رِ">
            <a:hlinkClick action="ppaction://hlinksldjump" r:id="rId3"/>
          </p:cNvPr>
          <p:cNvSpPr/>
          <p:nvPr/>
        </p:nvSpPr>
        <p:spPr>
          <a:xfrm>
            <a:off x="8223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رِ</a:t>
            </a:r>
          </a:p>
        </p:txBody>
      </p:sp>
      <p:sp>
        <p:nvSpPr>
          <p:cNvPr id="14" name="Hole 4"/>
          <p:cNvSpPr/>
          <p:nvPr/>
        </p:nvSpPr>
        <p:spPr>
          <a:xfrm>
            <a:off x="2349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ile 4 حِ" descr="حِ">
            <a:hlinkClick action="ppaction://hlinksldjump" r:id="rId3"/>
          </p:cNvPr>
          <p:cNvSpPr/>
          <p:nvPr/>
        </p:nvSpPr>
        <p:spPr>
          <a:xfrm>
            <a:off x="2635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حِ</a:t>
            </a:r>
          </a:p>
        </p:txBody>
      </p:sp>
      <p:sp>
        <p:nvSpPr>
          <p:cNvPr id="16" name="Hole 5"/>
          <p:cNvSpPr/>
          <p:nvPr/>
        </p:nvSpPr>
        <p:spPr>
          <a:xfrm>
            <a:off x="5143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ile 5 سِ" descr="سِ">
            <a:hlinkClick action="ppaction://hlinksldjump" r:id="rId4"/>
          </p:cNvPr>
          <p:cNvSpPr/>
          <p:nvPr/>
        </p:nvSpPr>
        <p:spPr>
          <a:xfrm>
            <a:off x="5429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سِ</a:t>
            </a:r>
          </a:p>
        </p:txBody>
      </p:sp>
      <p:sp>
        <p:nvSpPr>
          <p:cNvPr id="18" name="Hole 6"/>
          <p:cNvSpPr/>
          <p:nvPr/>
        </p:nvSpPr>
        <p:spPr>
          <a:xfrm>
            <a:off x="7937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ile 6 سِ" descr="سِ">
            <a:hlinkClick action="ppaction://hlinksldjump" r:id="rId5"/>
          </p:cNvPr>
          <p:cNvSpPr/>
          <p:nvPr/>
        </p:nvSpPr>
        <p:spPr>
          <a:xfrm>
            <a:off x="8223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سِ</a:t>
            </a:r>
          </a:p>
        </p:txBody>
      </p:sp>
      <p:sp>
        <p:nvSpPr>
          <p:cNvPr id="20" name="Next button">
            <a:hlinkClick action="ppaction://hlinksldjump" r:id="rId6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Next arrow">
            <a:hlinkClick action="ppaction://hlinksldjump" r:id="rId6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6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4" dur="85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6" dur="970" fill="hold" repeatCount="indefinite" autoRev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8" dur="1090" fill="hold" repeatCount="indefinite" autoRev="1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0" dur="1210" fill="hold" repeatCount="indefinite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2" dur="1330" fill="hold" repeatCount="indefinite" autoRev="1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" presetID="0" presetClass="path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4" dur="1450" fill="hold" repeatCount="indefinite" autoRev="1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5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Tap every letter with"/>
          <p:cNvSpPr/>
          <p:nvPr/>
        </p:nvSpPr>
        <p:spPr>
          <a:xfrm>
            <a:off x="2730500" y="190500"/>
            <a:ext cx="546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000" b="1" lang="en-US">
                <a:solidFill>
                  <a:srgbClr val="2E2640"/>
                </a:solidFill>
                <a:latin typeface="Arial"/>
                <a:cs typeface="Arial"/>
              </a:rPr>
              <a:t>Tap every letter with</a:t>
            </a:r>
          </a:p>
        </p:txBody>
      </p:sp>
      <p:sp>
        <p:nvSpPr>
          <p:cNvPr id="5" name="Find سِ" descr="سِ"/>
          <p:cNvSpPr/>
          <p:nvPr/>
        </p:nvSpPr>
        <p:spPr>
          <a:xfrm>
            <a:off x="81915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سِ</a:t>
            </a:r>
          </a:p>
        </p:txBody>
      </p:sp>
      <p:sp>
        <p:nvSpPr>
          <p:cNvPr id="6" name="Star place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Hole 1"/>
          <p:cNvSpPr/>
          <p:nvPr/>
        </p:nvSpPr>
        <p:spPr>
          <a:xfrm>
            <a:off x="2349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ile 1 خِ" descr="خِ">
            <a:hlinkClick action="ppaction://hlinksldjump" r:id="rId3"/>
          </p:cNvPr>
          <p:cNvSpPr/>
          <p:nvPr/>
        </p:nvSpPr>
        <p:spPr>
          <a:xfrm>
            <a:off x="2635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خِ</a:t>
            </a:r>
          </a:p>
        </p:txBody>
      </p:sp>
      <p:sp>
        <p:nvSpPr>
          <p:cNvPr id="10" name="Hole 2"/>
          <p:cNvSpPr/>
          <p:nvPr/>
        </p:nvSpPr>
        <p:spPr>
          <a:xfrm>
            <a:off x="5143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ile 2 ضِ" descr="ضِ">
            <a:hlinkClick action="ppaction://hlinksldjump" r:id="rId3"/>
          </p:cNvPr>
          <p:cNvSpPr/>
          <p:nvPr/>
        </p:nvSpPr>
        <p:spPr>
          <a:xfrm>
            <a:off x="5429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ضِ</a:t>
            </a:r>
          </a:p>
        </p:txBody>
      </p:sp>
      <p:sp>
        <p:nvSpPr>
          <p:cNvPr id="12" name="Hole 3"/>
          <p:cNvSpPr/>
          <p:nvPr/>
        </p:nvSpPr>
        <p:spPr>
          <a:xfrm>
            <a:off x="7937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ile 3 رِ" descr="رِ">
            <a:hlinkClick action="ppaction://hlinksldjump" r:id="rId3"/>
          </p:cNvPr>
          <p:cNvSpPr/>
          <p:nvPr/>
        </p:nvSpPr>
        <p:spPr>
          <a:xfrm>
            <a:off x="8223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رِ</a:t>
            </a:r>
          </a:p>
        </p:txBody>
      </p:sp>
      <p:sp>
        <p:nvSpPr>
          <p:cNvPr id="14" name="Hole 4"/>
          <p:cNvSpPr/>
          <p:nvPr/>
        </p:nvSpPr>
        <p:spPr>
          <a:xfrm>
            <a:off x="2349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ile 4 حِ" descr="حِ">
            <a:hlinkClick action="ppaction://hlinksldjump" r:id="rId3"/>
          </p:cNvPr>
          <p:cNvSpPr/>
          <p:nvPr/>
        </p:nvSpPr>
        <p:spPr>
          <a:xfrm>
            <a:off x="2635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حِ</a:t>
            </a:r>
          </a:p>
        </p:txBody>
      </p:sp>
      <p:sp>
        <p:nvSpPr>
          <p:cNvPr id="16" name="Hole 5"/>
          <p:cNvSpPr/>
          <p:nvPr/>
        </p:nvSpPr>
        <p:spPr>
          <a:xfrm>
            <a:off x="5143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ile 5 سِ" descr="سِ">
            <a:hlinkClick action="ppaction://hlinksldjump" r:id="rId4"/>
          </p:cNvPr>
          <p:cNvSpPr/>
          <p:nvPr/>
        </p:nvSpPr>
        <p:spPr>
          <a:xfrm>
            <a:off x="5429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سِ</a:t>
            </a:r>
          </a:p>
        </p:txBody>
      </p:sp>
      <p:sp>
        <p:nvSpPr>
          <p:cNvPr id="18" name="Hole 6"/>
          <p:cNvSpPr/>
          <p:nvPr/>
        </p:nvSpPr>
        <p:spPr>
          <a:xfrm>
            <a:off x="7937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ile 6 سِ" descr="سِ">
            <a:hlinkClick action="ppaction://hlinksldjump" r:id="rId5"/>
          </p:cNvPr>
          <p:cNvSpPr/>
          <p:nvPr/>
        </p:nvSpPr>
        <p:spPr>
          <a:xfrm>
            <a:off x="8223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سِ</a:t>
            </a:r>
          </a:p>
        </p:txBody>
      </p:sp>
      <p:sp>
        <p:nvSpPr>
          <p:cNvPr id="20" name="Try again!" descr="Try again!"/>
          <p:cNvSpPr/>
          <p:nvPr/>
        </p:nvSpPr>
        <p:spPr>
          <a:xfrm>
            <a:off x="9080500" y="1016000"/>
            <a:ext cx="3048000" cy="1460500"/>
          </a:xfrm>
          <a:prstGeom prst="cloudCallout">
            <a:avLst/>
          </a:prstGeom>
          <a:solidFill>
            <a:srgbClr val="FFFFFF"/>
          </a:solidFill>
          <a:ln w="50800">
            <a:solidFill>
              <a:srgbClr val="E5536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2500" b="1" lang="en-US">
                <a:solidFill>
                  <a:srgbClr val="E5536F"/>
                </a:solidFill>
                <a:latin typeface="Arial"/>
                <a:cs typeface="Arial"/>
              </a:rPr>
              <a:t>Try again!</a:t>
            </a:r>
          </a:p>
        </p:txBody>
      </p:sp>
      <p:sp>
        <p:nvSpPr>
          <p:cNvPr id="21" name="Next button">
            <a:hlinkClick action="ppaction://hlinksldjump" r:id="rId6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Next arrow">
            <a:hlinkClick action="ppaction://hlinksldjump" r:id="rId6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7" name="boing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1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4" dur="85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6" dur="970" fill="hold" repeatCount="indefinite" autoRev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8" dur="1090" fill="hold" repeatCount="indefinite" autoRev="1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0" dur="1210" fill="hold" repeatCount="indefinite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2" dur="1330" fill="hold" repeatCount="indefinite" autoRev="1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" presetID="0" presetClass="path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4" dur="1450" fill="hold" repeatCount="indefinite" autoRev="1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0" presetID="53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" dur="4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4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6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Tap every letter with"/>
          <p:cNvSpPr/>
          <p:nvPr/>
        </p:nvSpPr>
        <p:spPr>
          <a:xfrm>
            <a:off x="2730500" y="190500"/>
            <a:ext cx="546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000" b="1" lang="en-US">
                <a:solidFill>
                  <a:srgbClr val="2E2640"/>
                </a:solidFill>
                <a:latin typeface="Arial"/>
                <a:cs typeface="Arial"/>
              </a:rPr>
              <a:t>Tap every letter with</a:t>
            </a:r>
          </a:p>
        </p:txBody>
      </p:sp>
      <p:sp>
        <p:nvSpPr>
          <p:cNvPr id="5" name="Find سِ" descr="سِ"/>
          <p:cNvSpPr/>
          <p:nvPr/>
        </p:nvSpPr>
        <p:spPr>
          <a:xfrm>
            <a:off x="81915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سِ</a:t>
            </a:r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Hole 1"/>
          <p:cNvSpPr/>
          <p:nvPr/>
        </p:nvSpPr>
        <p:spPr>
          <a:xfrm>
            <a:off x="2349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ile 1 خِ" descr="خِ">
            <a:hlinkClick action="ppaction://hlinksldjump" r:id="rId3"/>
          </p:cNvPr>
          <p:cNvSpPr/>
          <p:nvPr/>
        </p:nvSpPr>
        <p:spPr>
          <a:xfrm>
            <a:off x="2635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خِ</a:t>
            </a:r>
          </a:p>
        </p:txBody>
      </p:sp>
      <p:sp>
        <p:nvSpPr>
          <p:cNvPr id="10" name="Hole 2"/>
          <p:cNvSpPr/>
          <p:nvPr/>
        </p:nvSpPr>
        <p:spPr>
          <a:xfrm>
            <a:off x="5143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ile 2 ضِ" descr="ضِ">
            <a:hlinkClick action="ppaction://hlinksldjump" r:id="rId3"/>
          </p:cNvPr>
          <p:cNvSpPr/>
          <p:nvPr/>
        </p:nvSpPr>
        <p:spPr>
          <a:xfrm>
            <a:off x="5429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ضِ</a:t>
            </a:r>
          </a:p>
        </p:txBody>
      </p:sp>
      <p:sp>
        <p:nvSpPr>
          <p:cNvPr id="12" name="Hole 3"/>
          <p:cNvSpPr/>
          <p:nvPr/>
        </p:nvSpPr>
        <p:spPr>
          <a:xfrm>
            <a:off x="7937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ile 3 رِ" descr="رِ">
            <a:hlinkClick action="ppaction://hlinksldjump" r:id="rId3"/>
          </p:cNvPr>
          <p:cNvSpPr/>
          <p:nvPr/>
        </p:nvSpPr>
        <p:spPr>
          <a:xfrm>
            <a:off x="8223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رِ</a:t>
            </a:r>
          </a:p>
        </p:txBody>
      </p:sp>
      <p:sp>
        <p:nvSpPr>
          <p:cNvPr id="14" name="Hole 4"/>
          <p:cNvSpPr/>
          <p:nvPr/>
        </p:nvSpPr>
        <p:spPr>
          <a:xfrm>
            <a:off x="2349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ile 4 حِ" descr="حِ">
            <a:hlinkClick action="ppaction://hlinksldjump" r:id="rId3"/>
          </p:cNvPr>
          <p:cNvSpPr/>
          <p:nvPr/>
        </p:nvSpPr>
        <p:spPr>
          <a:xfrm>
            <a:off x="2635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حِ</a:t>
            </a:r>
          </a:p>
        </p:txBody>
      </p:sp>
      <p:sp>
        <p:nvSpPr>
          <p:cNvPr id="16" name="Hole 5"/>
          <p:cNvSpPr/>
          <p:nvPr/>
        </p:nvSpPr>
        <p:spPr>
          <a:xfrm>
            <a:off x="5143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Hole 6"/>
          <p:cNvSpPr/>
          <p:nvPr/>
        </p:nvSpPr>
        <p:spPr>
          <a:xfrm>
            <a:off x="7937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ile 6 سِ" descr="سِ">
            <a:hlinkClick action="ppaction://hlinksldjump" r:id="rId4"/>
          </p:cNvPr>
          <p:cNvSpPr/>
          <p:nvPr/>
        </p:nvSpPr>
        <p:spPr>
          <a:xfrm>
            <a:off x="8223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سِ</a:t>
            </a:r>
          </a:p>
        </p:txBody>
      </p:sp>
      <p:sp>
        <p:nvSpPr>
          <p:cNvPr id="19" name="Next button">
            <a:hlinkClick action="ppaction://hlinksldjump" r:id="rId5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Next arrow">
            <a:hlinkClick action="ppaction://hlinksldjump" r:id="rId5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6" name="bonk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9" dur="85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2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1" dur="970" fill="hold" repeatCount="indefinite" autoRev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4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3" dur="1090" fill="hold" repeatCount="indefinite" autoRev="1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6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5" dur="1210" fill="hold" repeatCount="indefinite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8" presetID="0" presetClass="path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7" dur="1450" fill="hold" repeatCount="indefinite" autoRev="1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7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Tap every letter with"/>
          <p:cNvSpPr/>
          <p:nvPr/>
        </p:nvSpPr>
        <p:spPr>
          <a:xfrm>
            <a:off x="2730500" y="190500"/>
            <a:ext cx="546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000" b="1" lang="en-US">
                <a:solidFill>
                  <a:srgbClr val="2E2640"/>
                </a:solidFill>
                <a:latin typeface="Arial"/>
                <a:cs typeface="Arial"/>
              </a:rPr>
              <a:t>Tap every letter with</a:t>
            </a:r>
          </a:p>
        </p:txBody>
      </p:sp>
      <p:sp>
        <p:nvSpPr>
          <p:cNvPr id="5" name="Find سِ" descr="سِ"/>
          <p:cNvSpPr/>
          <p:nvPr/>
        </p:nvSpPr>
        <p:spPr>
          <a:xfrm>
            <a:off x="81915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سِ</a:t>
            </a:r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Hole 1"/>
          <p:cNvSpPr/>
          <p:nvPr/>
        </p:nvSpPr>
        <p:spPr>
          <a:xfrm>
            <a:off x="2349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ile 1 خِ" descr="خِ">
            <a:hlinkClick action="ppaction://hlinksldjump" r:id="rId3"/>
          </p:cNvPr>
          <p:cNvSpPr/>
          <p:nvPr/>
        </p:nvSpPr>
        <p:spPr>
          <a:xfrm>
            <a:off x="2635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خِ</a:t>
            </a:r>
          </a:p>
        </p:txBody>
      </p:sp>
      <p:sp>
        <p:nvSpPr>
          <p:cNvPr id="10" name="Hole 2"/>
          <p:cNvSpPr/>
          <p:nvPr/>
        </p:nvSpPr>
        <p:spPr>
          <a:xfrm>
            <a:off x="5143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ile 2 ضِ" descr="ضِ">
            <a:hlinkClick action="ppaction://hlinksldjump" r:id="rId3"/>
          </p:cNvPr>
          <p:cNvSpPr/>
          <p:nvPr/>
        </p:nvSpPr>
        <p:spPr>
          <a:xfrm>
            <a:off x="5429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ضِ</a:t>
            </a:r>
          </a:p>
        </p:txBody>
      </p:sp>
      <p:sp>
        <p:nvSpPr>
          <p:cNvPr id="12" name="Hole 3"/>
          <p:cNvSpPr/>
          <p:nvPr/>
        </p:nvSpPr>
        <p:spPr>
          <a:xfrm>
            <a:off x="7937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ile 3 رِ" descr="رِ">
            <a:hlinkClick action="ppaction://hlinksldjump" r:id="rId3"/>
          </p:cNvPr>
          <p:cNvSpPr/>
          <p:nvPr/>
        </p:nvSpPr>
        <p:spPr>
          <a:xfrm>
            <a:off x="8223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رِ</a:t>
            </a:r>
          </a:p>
        </p:txBody>
      </p:sp>
      <p:sp>
        <p:nvSpPr>
          <p:cNvPr id="14" name="Hole 4"/>
          <p:cNvSpPr/>
          <p:nvPr/>
        </p:nvSpPr>
        <p:spPr>
          <a:xfrm>
            <a:off x="2349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ile 4 حِ" descr="حِ">
            <a:hlinkClick action="ppaction://hlinksldjump" r:id="rId3"/>
          </p:cNvPr>
          <p:cNvSpPr/>
          <p:nvPr/>
        </p:nvSpPr>
        <p:spPr>
          <a:xfrm>
            <a:off x="2635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حِ</a:t>
            </a:r>
          </a:p>
        </p:txBody>
      </p:sp>
      <p:sp>
        <p:nvSpPr>
          <p:cNvPr id="16" name="Hole 5"/>
          <p:cNvSpPr/>
          <p:nvPr/>
        </p:nvSpPr>
        <p:spPr>
          <a:xfrm>
            <a:off x="5143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Hole 6"/>
          <p:cNvSpPr/>
          <p:nvPr/>
        </p:nvSpPr>
        <p:spPr>
          <a:xfrm>
            <a:off x="7937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ile 6 سِ" descr="سِ">
            <a:hlinkClick action="ppaction://hlinksldjump" r:id="rId4"/>
          </p:cNvPr>
          <p:cNvSpPr/>
          <p:nvPr/>
        </p:nvSpPr>
        <p:spPr>
          <a:xfrm>
            <a:off x="8223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سِ</a:t>
            </a:r>
          </a:p>
        </p:txBody>
      </p:sp>
      <p:sp>
        <p:nvSpPr>
          <p:cNvPr id="19" name="Try again!" descr="Try again!"/>
          <p:cNvSpPr/>
          <p:nvPr/>
        </p:nvSpPr>
        <p:spPr>
          <a:xfrm>
            <a:off x="9080500" y="1016000"/>
            <a:ext cx="3048000" cy="1460500"/>
          </a:xfrm>
          <a:prstGeom prst="cloudCallout">
            <a:avLst/>
          </a:prstGeom>
          <a:solidFill>
            <a:srgbClr val="FFFFFF"/>
          </a:solidFill>
          <a:ln w="50800">
            <a:solidFill>
              <a:srgbClr val="E5536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2500" b="1" lang="en-US">
                <a:solidFill>
                  <a:srgbClr val="E5536F"/>
                </a:solidFill>
                <a:latin typeface="Arial"/>
                <a:cs typeface="Arial"/>
              </a:rPr>
              <a:t>Try again!</a:t>
            </a:r>
          </a:p>
        </p:txBody>
      </p:sp>
      <p:sp>
        <p:nvSpPr>
          <p:cNvPr id="20" name="Next button">
            <a:hlinkClick action="ppaction://hlinksldjump" r:id="rId5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Next arrow">
            <a:hlinkClick action="ppaction://hlinksldjump" r:id="rId5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6" name="boing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4" dur="85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6" dur="970" fill="hold" repeatCount="indefinite" autoRev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8" dur="1090" fill="hold" repeatCount="indefinite" autoRev="1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0" dur="1210" fill="hold" repeatCount="indefinite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2" dur="1450" fill="hold" repeatCount="indefinite" autoRev="1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8" presetID="53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4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4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8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Tap every letter with"/>
          <p:cNvSpPr/>
          <p:nvPr/>
        </p:nvSpPr>
        <p:spPr>
          <a:xfrm>
            <a:off x="2730500" y="190500"/>
            <a:ext cx="546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000" b="1" lang="en-US">
                <a:solidFill>
                  <a:srgbClr val="2E2640"/>
                </a:solidFill>
                <a:latin typeface="Arial"/>
                <a:cs typeface="Arial"/>
              </a:rPr>
              <a:t>Tap every letter with</a:t>
            </a:r>
          </a:p>
        </p:txBody>
      </p:sp>
      <p:sp>
        <p:nvSpPr>
          <p:cNvPr id="5" name="Find سِ" descr="سِ"/>
          <p:cNvSpPr/>
          <p:nvPr/>
        </p:nvSpPr>
        <p:spPr>
          <a:xfrm>
            <a:off x="81915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سِ</a:t>
            </a:r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Hole 1"/>
          <p:cNvSpPr/>
          <p:nvPr/>
        </p:nvSpPr>
        <p:spPr>
          <a:xfrm>
            <a:off x="2349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ile 1 خِ" descr="خِ">
            <a:hlinkClick action="ppaction://hlinksldjump" r:id="rId3"/>
          </p:cNvPr>
          <p:cNvSpPr/>
          <p:nvPr/>
        </p:nvSpPr>
        <p:spPr>
          <a:xfrm>
            <a:off x="2635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خِ</a:t>
            </a:r>
          </a:p>
        </p:txBody>
      </p:sp>
      <p:sp>
        <p:nvSpPr>
          <p:cNvPr id="10" name="Hole 2"/>
          <p:cNvSpPr/>
          <p:nvPr/>
        </p:nvSpPr>
        <p:spPr>
          <a:xfrm>
            <a:off x="5143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ile 2 ضِ" descr="ضِ">
            <a:hlinkClick action="ppaction://hlinksldjump" r:id="rId3"/>
          </p:cNvPr>
          <p:cNvSpPr/>
          <p:nvPr/>
        </p:nvSpPr>
        <p:spPr>
          <a:xfrm>
            <a:off x="5429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ضِ</a:t>
            </a:r>
          </a:p>
        </p:txBody>
      </p:sp>
      <p:sp>
        <p:nvSpPr>
          <p:cNvPr id="12" name="Hole 3"/>
          <p:cNvSpPr/>
          <p:nvPr/>
        </p:nvSpPr>
        <p:spPr>
          <a:xfrm>
            <a:off x="7937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ile 3 رِ" descr="رِ">
            <a:hlinkClick action="ppaction://hlinksldjump" r:id="rId3"/>
          </p:cNvPr>
          <p:cNvSpPr/>
          <p:nvPr/>
        </p:nvSpPr>
        <p:spPr>
          <a:xfrm>
            <a:off x="8223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رِ</a:t>
            </a:r>
          </a:p>
        </p:txBody>
      </p:sp>
      <p:sp>
        <p:nvSpPr>
          <p:cNvPr id="14" name="Hole 4"/>
          <p:cNvSpPr/>
          <p:nvPr/>
        </p:nvSpPr>
        <p:spPr>
          <a:xfrm>
            <a:off x="2349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ile 4 حِ" descr="حِ">
            <a:hlinkClick action="ppaction://hlinksldjump" r:id="rId3"/>
          </p:cNvPr>
          <p:cNvSpPr/>
          <p:nvPr/>
        </p:nvSpPr>
        <p:spPr>
          <a:xfrm>
            <a:off x="2635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حِ</a:t>
            </a:r>
          </a:p>
        </p:txBody>
      </p:sp>
      <p:sp>
        <p:nvSpPr>
          <p:cNvPr id="16" name="Hole 5"/>
          <p:cNvSpPr/>
          <p:nvPr/>
        </p:nvSpPr>
        <p:spPr>
          <a:xfrm>
            <a:off x="5143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ile 5 سِ" descr="سِ">
            <a:hlinkClick action="ppaction://hlinksldjump" r:id="rId4"/>
          </p:cNvPr>
          <p:cNvSpPr/>
          <p:nvPr/>
        </p:nvSpPr>
        <p:spPr>
          <a:xfrm>
            <a:off x="5429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سِ</a:t>
            </a:r>
          </a:p>
        </p:txBody>
      </p:sp>
      <p:sp>
        <p:nvSpPr>
          <p:cNvPr id="18" name="Hole 6"/>
          <p:cNvSpPr/>
          <p:nvPr/>
        </p:nvSpPr>
        <p:spPr>
          <a:xfrm>
            <a:off x="7937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Next button">
            <a:hlinkClick action="ppaction://hlinksldjump" r:id="rId5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Next arrow">
            <a:hlinkClick action="ppaction://hlinksldjump" r:id="rId5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6" name="bonk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9" dur="85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2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1" dur="970" fill="hold" repeatCount="indefinite" autoRev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4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3" dur="1090" fill="hold" repeatCount="indefinite" autoRev="1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6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5" dur="1210" fill="hold" repeatCount="indefinite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8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7" dur="1330" fill="hold" repeatCount="indefinite" autoRev="1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9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Tap every letter with"/>
          <p:cNvSpPr/>
          <p:nvPr/>
        </p:nvSpPr>
        <p:spPr>
          <a:xfrm>
            <a:off x="2730500" y="190500"/>
            <a:ext cx="546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000" b="1" lang="en-US">
                <a:solidFill>
                  <a:srgbClr val="2E2640"/>
                </a:solidFill>
                <a:latin typeface="Arial"/>
                <a:cs typeface="Arial"/>
              </a:rPr>
              <a:t>Tap every letter with</a:t>
            </a:r>
          </a:p>
        </p:txBody>
      </p:sp>
      <p:sp>
        <p:nvSpPr>
          <p:cNvPr id="5" name="Find سِ" descr="سِ"/>
          <p:cNvSpPr/>
          <p:nvPr/>
        </p:nvSpPr>
        <p:spPr>
          <a:xfrm>
            <a:off x="81915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سِ</a:t>
            </a:r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Hole 1"/>
          <p:cNvSpPr/>
          <p:nvPr/>
        </p:nvSpPr>
        <p:spPr>
          <a:xfrm>
            <a:off x="2349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ile 1 خِ" descr="خِ">
            <a:hlinkClick action="ppaction://hlinksldjump" r:id="rId3"/>
          </p:cNvPr>
          <p:cNvSpPr/>
          <p:nvPr/>
        </p:nvSpPr>
        <p:spPr>
          <a:xfrm>
            <a:off x="2635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خِ</a:t>
            </a:r>
          </a:p>
        </p:txBody>
      </p:sp>
      <p:sp>
        <p:nvSpPr>
          <p:cNvPr id="10" name="Hole 2"/>
          <p:cNvSpPr/>
          <p:nvPr/>
        </p:nvSpPr>
        <p:spPr>
          <a:xfrm>
            <a:off x="5143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ile 2 ضِ" descr="ضِ">
            <a:hlinkClick action="ppaction://hlinksldjump" r:id="rId3"/>
          </p:cNvPr>
          <p:cNvSpPr/>
          <p:nvPr/>
        </p:nvSpPr>
        <p:spPr>
          <a:xfrm>
            <a:off x="5429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ضِ</a:t>
            </a:r>
          </a:p>
        </p:txBody>
      </p:sp>
      <p:sp>
        <p:nvSpPr>
          <p:cNvPr id="12" name="Hole 3"/>
          <p:cNvSpPr/>
          <p:nvPr/>
        </p:nvSpPr>
        <p:spPr>
          <a:xfrm>
            <a:off x="7937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ile 3 رِ" descr="رِ">
            <a:hlinkClick action="ppaction://hlinksldjump" r:id="rId3"/>
          </p:cNvPr>
          <p:cNvSpPr/>
          <p:nvPr/>
        </p:nvSpPr>
        <p:spPr>
          <a:xfrm>
            <a:off x="8223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رِ</a:t>
            </a:r>
          </a:p>
        </p:txBody>
      </p:sp>
      <p:sp>
        <p:nvSpPr>
          <p:cNvPr id="14" name="Hole 4"/>
          <p:cNvSpPr/>
          <p:nvPr/>
        </p:nvSpPr>
        <p:spPr>
          <a:xfrm>
            <a:off x="2349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ile 4 حِ" descr="حِ">
            <a:hlinkClick action="ppaction://hlinksldjump" r:id="rId3"/>
          </p:cNvPr>
          <p:cNvSpPr/>
          <p:nvPr/>
        </p:nvSpPr>
        <p:spPr>
          <a:xfrm>
            <a:off x="2635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حِ</a:t>
            </a:r>
          </a:p>
        </p:txBody>
      </p:sp>
      <p:sp>
        <p:nvSpPr>
          <p:cNvPr id="16" name="Hole 5"/>
          <p:cNvSpPr/>
          <p:nvPr/>
        </p:nvSpPr>
        <p:spPr>
          <a:xfrm>
            <a:off x="5143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ile 5 سِ" descr="سِ">
            <a:hlinkClick action="ppaction://hlinksldjump" r:id="rId4"/>
          </p:cNvPr>
          <p:cNvSpPr/>
          <p:nvPr/>
        </p:nvSpPr>
        <p:spPr>
          <a:xfrm>
            <a:off x="5429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سِ</a:t>
            </a:r>
          </a:p>
        </p:txBody>
      </p:sp>
      <p:sp>
        <p:nvSpPr>
          <p:cNvPr id="18" name="Hole 6"/>
          <p:cNvSpPr/>
          <p:nvPr/>
        </p:nvSpPr>
        <p:spPr>
          <a:xfrm>
            <a:off x="7937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ry again!" descr="Try again!"/>
          <p:cNvSpPr/>
          <p:nvPr/>
        </p:nvSpPr>
        <p:spPr>
          <a:xfrm>
            <a:off x="9080500" y="1016000"/>
            <a:ext cx="3048000" cy="1460500"/>
          </a:xfrm>
          <a:prstGeom prst="cloudCallout">
            <a:avLst/>
          </a:prstGeom>
          <a:solidFill>
            <a:srgbClr val="FFFFFF"/>
          </a:solidFill>
          <a:ln w="50800">
            <a:solidFill>
              <a:srgbClr val="E5536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2500" b="1" lang="en-US">
                <a:solidFill>
                  <a:srgbClr val="E5536F"/>
                </a:solidFill>
                <a:latin typeface="Arial"/>
                <a:cs typeface="Arial"/>
              </a:rPr>
              <a:t>Try again!</a:t>
            </a:r>
          </a:p>
        </p:txBody>
      </p:sp>
      <p:sp>
        <p:nvSpPr>
          <p:cNvPr id="20" name="Next button">
            <a:hlinkClick action="ppaction://hlinksldjump" r:id="rId5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Next arrow">
            <a:hlinkClick action="ppaction://hlinksldjump" r:id="rId5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6" name="boing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4" dur="85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6" dur="970" fill="hold" repeatCount="indefinite" autoRev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8" dur="1090" fill="hold" repeatCount="indefinite" autoRev="1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0" dur="1210" fill="hold" repeatCount="indefinite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2" dur="1330" fill="hold" repeatCount="indefinite" autoRev="1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8" presetID="53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4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4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0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Tap every letter with"/>
          <p:cNvSpPr/>
          <p:nvPr/>
        </p:nvSpPr>
        <p:spPr>
          <a:xfrm>
            <a:off x="2730500" y="190500"/>
            <a:ext cx="546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000" b="1" lang="en-US">
                <a:solidFill>
                  <a:srgbClr val="2E2640"/>
                </a:solidFill>
                <a:latin typeface="Arial"/>
                <a:cs typeface="Arial"/>
              </a:rPr>
              <a:t>Tap every letter with</a:t>
            </a:r>
          </a:p>
        </p:txBody>
      </p:sp>
      <p:sp>
        <p:nvSpPr>
          <p:cNvPr id="5" name="Find سِ" descr="سِ"/>
          <p:cNvSpPr/>
          <p:nvPr/>
        </p:nvSpPr>
        <p:spPr>
          <a:xfrm>
            <a:off x="81915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سِ</a:t>
            </a:r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Hole 1"/>
          <p:cNvSpPr/>
          <p:nvPr/>
        </p:nvSpPr>
        <p:spPr>
          <a:xfrm>
            <a:off x="2349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ile 1 خِ" descr="خِ"/>
          <p:cNvSpPr/>
          <p:nvPr/>
        </p:nvSpPr>
        <p:spPr>
          <a:xfrm>
            <a:off x="2635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خِ</a:t>
            </a:r>
          </a:p>
        </p:txBody>
      </p:sp>
      <p:sp>
        <p:nvSpPr>
          <p:cNvPr id="10" name="Hole 2"/>
          <p:cNvSpPr/>
          <p:nvPr/>
        </p:nvSpPr>
        <p:spPr>
          <a:xfrm>
            <a:off x="5143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ile 2 ضِ" descr="ضِ"/>
          <p:cNvSpPr/>
          <p:nvPr/>
        </p:nvSpPr>
        <p:spPr>
          <a:xfrm>
            <a:off x="5429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ضِ</a:t>
            </a:r>
          </a:p>
        </p:txBody>
      </p:sp>
      <p:sp>
        <p:nvSpPr>
          <p:cNvPr id="12" name="Hole 3"/>
          <p:cNvSpPr/>
          <p:nvPr/>
        </p:nvSpPr>
        <p:spPr>
          <a:xfrm>
            <a:off x="7937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ile 3 رِ" descr="رِ"/>
          <p:cNvSpPr/>
          <p:nvPr/>
        </p:nvSpPr>
        <p:spPr>
          <a:xfrm>
            <a:off x="8223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رِ</a:t>
            </a:r>
          </a:p>
        </p:txBody>
      </p:sp>
      <p:sp>
        <p:nvSpPr>
          <p:cNvPr id="14" name="Hole 4"/>
          <p:cNvSpPr/>
          <p:nvPr/>
        </p:nvSpPr>
        <p:spPr>
          <a:xfrm>
            <a:off x="2349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ile 4 حِ" descr="حِ"/>
          <p:cNvSpPr/>
          <p:nvPr/>
        </p:nvSpPr>
        <p:spPr>
          <a:xfrm>
            <a:off x="2635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حِ</a:t>
            </a:r>
          </a:p>
        </p:txBody>
      </p:sp>
      <p:sp>
        <p:nvSpPr>
          <p:cNvPr id="16" name="Hole 5"/>
          <p:cNvSpPr/>
          <p:nvPr/>
        </p:nvSpPr>
        <p:spPr>
          <a:xfrm>
            <a:off x="5143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Hole 6"/>
          <p:cNvSpPr/>
          <p:nvPr/>
        </p:nvSpPr>
        <p:spPr>
          <a:xfrm>
            <a:off x="7937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Great job!" descr="Great job!"/>
          <p:cNvSpPr/>
          <p:nvPr/>
        </p:nvSpPr>
        <p:spPr>
          <a:xfrm>
            <a:off x="9080500" y="1016000"/>
            <a:ext cx="3048000" cy="1460500"/>
          </a:xfrm>
          <a:prstGeom prst="cloudCallout">
            <a:avLst/>
          </a:prstGeom>
          <a:solidFill>
            <a:srgbClr val="FFFFFF"/>
          </a:solidFill>
          <a:ln w="50800">
            <a:solidFill>
              <a:srgbClr val="2FB57A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2500" b="1" lang="en-US">
                <a:solidFill>
                  <a:srgbClr val="2FB57A"/>
                </a:solidFill>
                <a:latin typeface="Arial"/>
                <a:cs typeface="Arial"/>
              </a:rPr>
              <a:t>Great job!</a:t>
            </a:r>
          </a:p>
        </p:txBody>
      </p:sp>
      <p:sp>
        <p:nvSpPr>
          <p:cNvPr id="19" name="Next button">
            <a:hlinkClick action="ppaction://hlinksldjump" r:id="rId3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Next arrow">
            <a:hlinkClick action="ppaction://hlinksldjump" r:id="rId3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1" name="sound anchor" descr="sound anchor (invisible)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700" y="12700"/>
            <a:ext cx="25400" cy="25400"/>
          </a:xfrm>
          <a:prstGeom prst="rect">
            <a:avLst/>
          </a:prstGeom>
        </p:spPr>
      </p:pic>
    </p:spTree>
  </p:cSld>
  <p:clrMapOvr>
    <a:masterClrMapping/>
  </p:clrMapOvr>
  <p:transition advClick="0">
    <p:sndAc>
      <p:stSnd>
        <p:snd r:embed="rId4" name="bonk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9" dur="85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2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1" dur="970" fill="hold" repeatCount="indefinite" autoRev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4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3" dur="1090" fill="hold" repeatCount="indefinite" autoRev="1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6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5" dur="1210" fill="hold" repeatCount="indefinite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1" presetID="53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8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0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100000">
                                        <p:cTn id="2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6" name="cheer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Card"/>
          <p:cNvSpPr/>
          <p:nvPr/>
        </p:nvSpPr>
        <p:spPr>
          <a:xfrm>
            <a:off x="1651000" y="762000"/>
            <a:ext cx="8890000" cy="4826000"/>
          </a:xfrm>
          <a:prstGeom prst="roundRect">
            <a:avLst>
              <a:gd name="adj" fmla="val 8000"/>
            </a:avLst>
          </a:prstGeom>
          <a:solidFill>
            <a:srgbClr val="FFFFFF">
              <a:alpha val="85000"/>
            </a:srgbClr>
          </a:solidFill>
          <a:ln w="508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itle" descr="How to play: Team Race (class game)"/>
          <p:cNvSpPr/>
          <p:nvPr/>
        </p:nvSpPr>
        <p:spPr>
          <a:xfrm>
            <a:off x="1905000" y="952500"/>
            <a:ext cx="8382000" cy="889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800" b="1" lang="en-US">
                <a:solidFill>
                  <a:srgbClr val="8A6CF0"/>
                </a:solidFill>
                <a:latin typeface="Arial"/>
                <a:cs typeface="Arial"/>
              </a:rPr>
              <a:t>How to play: Team Race (class game)</a:t>
            </a:r>
          </a:p>
        </p:txBody>
      </p:sp>
      <p:sp>
        <p:nvSpPr>
          <p:cNvPr id="5" name="Line 1" descr="1.  Two teams: Red and Blue."/>
          <p:cNvSpPr/>
          <p:nvPr/>
        </p:nvSpPr>
        <p:spPr>
          <a:xfrm>
            <a:off x="1841500" y="2095500"/>
            <a:ext cx="6350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600" b="1" lang="en-US">
                <a:solidFill>
                  <a:srgbClr val="2E2640"/>
                </a:solidFill>
                <a:latin typeface="Arial"/>
                <a:cs typeface="Arial"/>
              </a:rPr>
              <a:t>1.  Two teams: Red and Blue.</a:t>
            </a:r>
          </a:p>
        </p:txBody>
      </p:sp>
      <p:sp>
        <p:nvSpPr>
          <p:cNvPr id="6" name="Line 2" descr="2.  Read, then tap your team."/>
          <p:cNvSpPr/>
          <p:nvPr/>
        </p:nvSpPr>
        <p:spPr>
          <a:xfrm>
            <a:off x="1841500" y="3048000"/>
            <a:ext cx="6350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600" b="1" lang="en-US">
                <a:solidFill>
                  <a:srgbClr val="2E2640"/>
                </a:solidFill>
                <a:latin typeface="Arial"/>
                <a:cs typeface="Arial"/>
              </a:rPr>
              <a:t>2.  Read, then tap your team.</a:t>
            </a:r>
          </a:p>
        </p:txBody>
      </p:sp>
      <p:sp>
        <p:nvSpPr>
          <p:cNvPr id="7" name="Line 3" descr="3.  First car to finish wins!"/>
          <p:cNvSpPr/>
          <p:nvPr/>
        </p:nvSpPr>
        <p:spPr>
          <a:xfrm>
            <a:off x="1841500" y="4000500"/>
            <a:ext cx="6350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600" b="1" lang="en-US">
                <a:solidFill>
                  <a:srgbClr val="2E2640"/>
                </a:solidFill>
                <a:latin typeface="Arial"/>
                <a:cs typeface="Arial"/>
              </a:rPr>
              <a:t>3.  First car to finish wins!</a:t>
            </a:r>
          </a:p>
        </p:txBody>
      </p:sp>
      <p:pic>
        <p:nvPicPr>
          <p:cNvPr id="8" name="Picture" descr="Pictur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18500" y="2413000"/>
            <a:ext cx="2032000" cy="1270000"/>
          </a:xfrm>
          <a:prstGeom prst="rect">
            <a:avLst/>
          </a:prstGeom>
        </p:spPr>
      </p:pic>
      <p:sp>
        <p:nvSpPr>
          <p:cNvPr id="9" name="Next button">
            <a:hlinkClick action="ppaction://hlinksldjump" r:id="rId4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Next arrow">
            <a:hlinkClick action="ppaction://hlinksldjump" r:id="rId4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fade/>
  </p:transition>
</p:sld>
</file>

<file path=ppt/slides/slide2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1968500" y="127000"/>
            <a:ext cx="8255000" cy="635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Team Race!  Read the word, then tap your team."/>
          <p:cNvSpPr/>
          <p:nvPr/>
        </p:nvSpPr>
        <p:spPr>
          <a:xfrm>
            <a:off x="2095500" y="127000"/>
            <a:ext cx="8001000" cy="635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000" b="1" lang="en-US">
                <a:solidFill>
                  <a:srgbClr val="2E2640"/>
                </a:solidFill>
                <a:latin typeface="Arial"/>
                <a:cs typeface="Arial"/>
              </a:rPr>
              <a:t>Team Race!  Read the word, then tap your team.</a:t>
            </a:r>
          </a:p>
        </p:txBody>
      </p:sp>
      <p:sp>
        <p:nvSpPr>
          <p:cNvPr id="5" name="Red lane"/>
          <p:cNvSpPr/>
          <p:nvPr/>
        </p:nvSpPr>
        <p:spPr>
          <a:xfrm>
            <a:off x="254000" y="3556000"/>
            <a:ext cx="11303000" cy="1270000"/>
          </a:xfrm>
          <a:prstGeom prst="roundRect">
            <a:avLst>
              <a:gd name="adj" fmla="val 20000"/>
            </a:avLst>
          </a:prstGeom>
          <a:solidFill>
            <a:srgbClr val="FFE3E8"/>
          </a:solidFill>
          <a:ln w="38100">
            <a:solidFill>
              <a:srgbClr val="D9D2E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Blue lane"/>
          <p:cNvSpPr/>
          <p:nvPr/>
        </p:nvSpPr>
        <p:spPr>
          <a:xfrm>
            <a:off x="254000" y="5080000"/>
            <a:ext cx="11303000" cy="1270000"/>
          </a:xfrm>
          <a:prstGeom prst="roundRect">
            <a:avLst>
              <a:gd name="adj" fmla="val 20000"/>
            </a:avLst>
          </a:prstGeom>
          <a:solidFill>
            <a:srgbClr val="E0F4FF"/>
          </a:solidFill>
          <a:ln w="38100">
            <a:solidFill>
              <a:srgbClr val="D9D2E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Finish"/>
          <p:cNvSpPr/>
          <p:nvPr/>
        </p:nvSpPr>
        <p:spPr>
          <a:xfrm>
            <a:off x="10731500" y="355600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Finish"/>
          <p:cNvSpPr/>
          <p:nvPr/>
        </p:nvSpPr>
        <p:spPr>
          <a:xfrm>
            <a:off x="10922000" y="355600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Finish"/>
          <p:cNvSpPr/>
          <p:nvPr/>
        </p:nvSpPr>
        <p:spPr>
          <a:xfrm>
            <a:off x="10731500" y="390525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Finish"/>
          <p:cNvSpPr/>
          <p:nvPr/>
        </p:nvSpPr>
        <p:spPr>
          <a:xfrm>
            <a:off x="10922000" y="390525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Finish"/>
          <p:cNvSpPr/>
          <p:nvPr/>
        </p:nvSpPr>
        <p:spPr>
          <a:xfrm>
            <a:off x="10731500" y="425450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Finish"/>
          <p:cNvSpPr/>
          <p:nvPr/>
        </p:nvSpPr>
        <p:spPr>
          <a:xfrm>
            <a:off x="10922000" y="425450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Finish"/>
          <p:cNvSpPr/>
          <p:nvPr/>
        </p:nvSpPr>
        <p:spPr>
          <a:xfrm>
            <a:off x="10731500" y="460375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Finish"/>
          <p:cNvSpPr/>
          <p:nvPr/>
        </p:nvSpPr>
        <p:spPr>
          <a:xfrm>
            <a:off x="10922000" y="460375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Finish"/>
          <p:cNvSpPr/>
          <p:nvPr/>
        </p:nvSpPr>
        <p:spPr>
          <a:xfrm>
            <a:off x="10731500" y="495300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Finish"/>
          <p:cNvSpPr/>
          <p:nvPr/>
        </p:nvSpPr>
        <p:spPr>
          <a:xfrm>
            <a:off x="10922000" y="495300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Finish"/>
          <p:cNvSpPr/>
          <p:nvPr/>
        </p:nvSpPr>
        <p:spPr>
          <a:xfrm>
            <a:off x="10731500" y="530225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Finish"/>
          <p:cNvSpPr/>
          <p:nvPr/>
        </p:nvSpPr>
        <p:spPr>
          <a:xfrm>
            <a:off x="10922000" y="530225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Finish"/>
          <p:cNvSpPr/>
          <p:nvPr/>
        </p:nvSpPr>
        <p:spPr>
          <a:xfrm>
            <a:off x="10731500" y="565150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Finish"/>
          <p:cNvSpPr/>
          <p:nvPr/>
        </p:nvSpPr>
        <p:spPr>
          <a:xfrm>
            <a:off x="10922000" y="565150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Finish"/>
          <p:cNvSpPr/>
          <p:nvPr/>
        </p:nvSpPr>
        <p:spPr>
          <a:xfrm>
            <a:off x="10731500" y="600075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Finish"/>
          <p:cNvSpPr/>
          <p:nvPr/>
        </p:nvSpPr>
        <p:spPr>
          <a:xfrm>
            <a:off x="10922000" y="600075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3" name="Red car" descr="Red ca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8000" y="3810000"/>
            <a:ext cx="1460500" cy="800100"/>
          </a:xfrm>
          <a:prstGeom prst="rect">
            <a:avLst/>
          </a:prstGeom>
        </p:spPr>
      </p:pic>
      <p:pic>
        <p:nvPicPr>
          <p:cNvPr id="24" name="Blue car" descr="Blue car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8000" y="5334000"/>
            <a:ext cx="1460500" cy="800100"/>
          </a:xfrm>
          <a:prstGeom prst="rect">
            <a:avLst/>
          </a:prstGeom>
        </p:spPr>
      </p:pic>
      <p:sp>
        <p:nvSpPr>
          <p:cNvPr id="25" name="Word card"/>
          <p:cNvSpPr/>
          <p:nvPr/>
        </p:nvSpPr>
        <p:spPr>
          <a:xfrm>
            <a:off x="3873500" y="952500"/>
            <a:ext cx="4445000" cy="22860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76200">
            <a:solidFill>
              <a:srgbClr val="B8A1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Word فَهِمَ" descr="فَهِمَ"/>
          <p:cNvSpPr/>
          <p:nvPr/>
        </p:nvSpPr>
        <p:spPr>
          <a:xfrm>
            <a:off x="4064000" y="1079500"/>
            <a:ext cx="4064000" cy="203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11000" b="1" lang="ar-SA">
                <a:solidFill>
                  <a:srgbClr val="2E2640"/>
                </a:solidFill>
                <a:latin typeface="Arial"/>
                <a:cs typeface="Arial"/>
              </a:rPr>
              <a:t>فَهِمَ</a:t>
            </a:r>
          </a:p>
        </p:txBody>
      </p:sp>
      <p:sp>
        <p:nvSpPr>
          <p:cNvPr id="27" name="Red point" descr="Red ✓">
            <a:hlinkClick action="ppaction://hlinksldjump" r:id="rId5"/>
          </p:cNvPr>
          <p:cNvSpPr/>
          <p:nvPr/>
        </p:nvSpPr>
        <p:spPr>
          <a:xfrm>
            <a:off x="381000" y="1143000"/>
            <a:ext cx="1905000" cy="762000"/>
          </a:xfrm>
          <a:prstGeom prst="roundRect">
            <a:avLst>
              <a:gd name="adj" fmla="val 30000"/>
            </a:avLst>
          </a:prstGeom>
          <a:solidFill>
            <a:srgbClr val="E5536F"/>
          </a:solidFill>
          <a:ln w="635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4000" b="1" lang="en-US">
                <a:solidFill>
                  <a:srgbClr val="FFFFFF"/>
                </a:solidFill>
                <a:latin typeface="Arial"/>
                <a:cs typeface="Arial"/>
              </a:rPr>
              <a:t>Red ✓</a:t>
            </a:r>
          </a:p>
        </p:txBody>
      </p:sp>
      <p:sp>
        <p:nvSpPr>
          <p:cNvPr id="28" name="Blue point" descr="Blue ✓">
            <a:hlinkClick action="ppaction://hlinksldjump" r:id="rId6"/>
          </p:cNvPr>
          <p:cNvSpPr/>
          <p:nvPr/>
        </p:nvSpPr>
        <p:spPr>
          <a:xfrm>
            <a:off x="381000" y="2095500"/>
            <a:ext cx="1905000" cy="762000"/>
          </a:xfrm>
          <a:prstGeom prst="roundRect">
            <a:avLst>
              <a:gd name="adj" fmla="val 30000"/>
            </a:avLst>
          </a:prstGeom>
          <a:solidFill>
            <a:srgbClr val="3FA7C9"/>
          </a:solidFill>
          <a:ln w="635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4000" b="1" lang="en-US">
                <a:solidFill>
                  <a:srgbClr val="FFFFFF"/>
                </a:solidFill>
                <a:latin typeface="Arial"/>
                <a:cs typeface="Arial"/>
              </a:rPr>
              <a:t>Blue ✓</a:t>
            </a:r>
          </a:p>
        </p:txBody>
      </p:sp>
      <p:sp>
        <p:nvSpPr>
          <p:cNvPr id="29" name="Next button">
            <a:hlinkClick action="ppaction://hlinksldjump" r:id="rId7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Next arrow">
            <a:hlinkClick action="ppaction://hlinksldjump" r:id="rId7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 spd="med">
    <p:fade/>
  </p:transition>
</p:sld>
</file>

<file path=ppt/slides/slide233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1968500" y="127000"/>
            <a:ext cx="8255000" cy="635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Team Race!  Read the word, then tap your team."/>
          <p:cNvSpPr/>
          <p:nvPr/>
        </p:nvSpPr>
        <p:spPr>
          <a:xfrm>
            <a:off x="2095500" y="127000"/>
            <a:ext cx="8001000" cy="635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000" b="1" lang="en-US">
                <a:solidFill>
                  <a:srgbClr val="2E2640"/>
                </a:solidFill>
                <a:latin typeface="Arial"/>
                <a:cs typeface="Arial"/>
              </a:rPr>
              <a:t>Team Race!  Read the word, then tap your team.</a:t>
            </a:r>
          </a:p>
        </p:txBody>
      </p:sp>
      <p:sp>
        <p:nvSpPr>
          <p:cNvPr id="5" name="Red lane"/>
          <p:cNvSpPr/>
          <p:nvPr/>
        </p:nvSpPr>
        <p:spPr>
          <a:xfrm>
            <a:off x="254000" y="3556000"/>
            <a:ext cx="11303000" cy="1270000"/>
          </a:xfrm>
          <a:prstGeom prst="roundRect">
            <a:avLst>
              <a:gd name="adj" fmla="val 20000"/>
            </a:avLst>
          </a:prstGeom>
          <a:solidFill>
            <a:srgbClr val="FFE3E8"/>
          </a:solidFill>
          <a:ln w="38100">
            <a:solidFill>
              <a:srgbClr val="D9D2E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Blue lane"/>
          <p:cNvSpPr/>
          <p:nvPr/>
        </p:nvSpPr>
        <p:spPr>
          <a:xfrm>
            <a:off x="254000" y="5080000"/>
            <a:ext cx="11303000" cy="1270000"/>
          </a:xfrm>
          <a:prstGeom prst="roundRect">
            <a:avLst>
              <a:gd name="adj" fmla="val 20000"/>
            </a:avLst>
          </a:prstGeom>
          <a:solidFill>
            <a:srgbClr val="E0F4FF"/>
          </a:solidFill>
          <a:ln w="38100">
            <a:solidFill>
              <a:srgbClr val="D9D2E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Finish"/>
          <p:cNvSpPr/>
          <p:nvPr/>
        </p:nvSpPr>
        <p:spPr>
          <a:xfrm>
            <a:off x="10731500" y="355600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Finish"/>
          <p:cNvSpPr/>
          <p:nvPr/>
        </p:nvSpPr>
        <p:spPr>
          <a:xfrm>
            <a:off x="10922000" y="355600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Finish"/>
          <p:cNvSpPr/>
          <p:nvPr/>
        </p:nvSpPr>
        <p:spPr>
          <a:xfrm>
            <a:off x="10731500" y="390525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Finish"/>
          <p:cNvSpPr/>
          <p:nvPr/>
        </p:nvSpPr>
        <p:spPr>
          <a:xfrm>
            <a:off x="10922000" y="390525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Finish"/>
          <p:cNvSpPr/>
          <p:nvPr/>
        </p:nvSpPr>
        <p:spPr>
          <a:xfrm>
            <a:off x="10731500" y="425450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Finish"/>
          <p:cNvSpPr/>
          <p:nvPr/>
        </p:nvSpPr>
        <p:spPr>
          <a:xfrm>
            <a:off x="10922000" y="425450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Finish"/>
          <p:cNvSpPr/>
          <p:nvPr/>
        </p:nvSpPr>
        <p:spPr>
          <a:xfrm>
            <a:off x="10731500" y="460375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Finish"/>
          <p:cNvSpPr/>
          <p:nvPr/>
        </p:nvSpPr>
        <p:spPr>
          <a:xfrm>
            <a:off x="10922000" y="460375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Finish"/>
          <p:cNvSpPr/>
          <p:nvPr/>
        </p:nvSpPr>
        <p:spPr>
          <a:xfrm>
            <a:off x="10731500" y="495300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Finish"/>
          <p:cNvSpPr/>
          <p:nvPr/>
        </p:nvSpPr>
        <p:spPr>
          <a:xfrm>
            <a:off x="10922000" y="495300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Finish"/>
          <p:cNvSpPr/>
          <p:nvPr/>
        </p:nvSpPr>
        <p:spPr>
          <a:xfrm>
            <a:off x="10731500" y="530225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Finish"/>
          <p:cNvSpPr/>
          <p:nvPr/>
        </p:nvSpPr>
        <p:spPr>
          <a:xfrm>
            <a:off x="10922000" y="530225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Finish"/>
          <p:cNvSpPr/>
          <p:nvPr/>
        </p:nvSpPr>
        <p:spPr>
          <a:xfrm>
            <a:off x="10731500" y="565150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Finish"/>
          <p:cNvSpPr/>
          <p:nvPr/>
        </p:nvSpPr>
        <p:spPr>
          <a:xfrm>
            <a:off x="10922000" y="565150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Finish"/>
          <p:cNvSpPr/>
          <p:nvPr/>
        </p:nvSpPr>
        <p:spPr>
          <a:xfrm>
            <a:off x="10731500" y="600075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Finish"/>
          <p:cNvSpPr/>
          <p:nvPr/>
        </p:nvSpPr>
        <p:spPr>
          <a:xfrm>
            <a:off x="10922000" y="600075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3" name="Red car" descr="Red ca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8000" y="3810000"/>
            <a:ext cx="1460500" cy="800100"/>
          </a:xfrm>
          <a:prstGeom prst="rect">
            <a:avLst/>
          </a:prstGeom>
        </p:spPr>
      </p:pic>
      <p:pic>
        <p:nvPicPr>
          <p:cNvPr id="24" name="Blue car" descr="Blue car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13000" y="5334000"/>
            <a:ext cx="1460500" cy="800100"/>
          </a:xfrm>
          <a:prstGeom prst="rect">
            <a:avLst/>
          </a:prstGeom>
        </p:spPr>
      </p:pic>
      <p:sp>
        <p:nvSpPr>
          <p:cNvPr id="25" name="Word card"/>
          <p:cNvSpPr/>
          <p:nvPr/>
        </p:nvSpPr>
        <p:spPr>
          <a:xfrm>
            <a:off x="3873500" y="952500"/>
            <a:ext cx="4445000" cy="22860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76200">
            <a:solidFill>
              <a:srgbClr val="B8A1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Word رَكِبَ" descr="رَكِبَ"/>
          <p:cNvSpPr/>
          <p:nvPr/>
        </p:nvSpPr>
        <p:spPr>
          <a:xfrm>
            <a:off x="4064000" y="1079500"/>
            <a:ext cx="4064000" cy="203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11000" b="1" lang="ar-SA">
                <a:solidFill>
                  <a:srgbClr val="2E2640"/>
                </a:solidFill>
                <a:latin typeface="Arial"/>
                <a:cs typeface="Arial"/>
              </a:rPr>
              <a:t>رَكِبَ</a:t>
            </a:r>
          </a:p>
        </p:txBody>
      </p:sp>
      <p:sp>
        <p:nvSpPr>
          <p:cNvPr id="27" name="Red point" descr="Red ✓">
            <a:hlinkClick action="ppaction://hlinksldjump" r:id="rId5"/>
          </p:cNvPr>
          <p:cNvSpPr/>
          <p:nvPr/>
        </p:nvSpPr>
        <p:spPr>
          <a:xfrm>
            <a:off x="381000" y="1143000"/>
            <a:ext cx="1905000" cy="762000"/>
          </a:xfrm>
          <a:prstGeom prst="roundRect">
            <a:avLst>
              <a:gd name="adj" fmla="val 30000"/>
            </a:avLst>
          </a:prstGeom>
          <a:solidFill>
            <a:srgbClr val="E5536F"/>
          </a:solidFill>
          <a:ln w="635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4000" b="1" lang="en-US">
                <a:solidFill>
                  <a:srgbClr val="FFFFFF"/>
                </a:solidFill>
                <a:latin typeface="Arial"/>
                <a:cs typeface="Arial"/>
              </a:rPr>
              <a:t>Red ✓</a:t>
            </a:r>
          </a:p>
        </p:txBody>
      </p:sp>
      <p:sp>
        <p:nvSpPr>
          <p:cNvPr id="28" name="Blue point" descr="Blue ✓">
            <a:hlinkClick action="ppaction://hlinksldjump" r:id="rId6"/>
          </p:cNvPr>
          <p:cNvSpPr/>
          <p:nvPr/>
        </p:nvSpPr>
        <p:spPr>
          <a:xfrm>
            <a:off x="381000" y="2095500"/>
            <a:ext cx="1905000" cy="762000"/>
          </a:xfrm>
          <a:prstGeom prst="roundRect">
            <a:avLst>
              <a:gd name="adj" fmla="val 30000"/>
            </a:avLst>
          </a:prstGeom>
          <a:solidFill>
            <a:srgbClr val="3FA7C9"/>
          </a:solidFill>
          <a:ln w="635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4000" b="1" lang="en-US">
                <a:solidFill>
                  <a:srgbClr val="FFFFFF"/>
                </a:solidFill>
                <a:latin typeface="Arial"/>
                <a:cs typeface="Arial"/>
              </a:rPr>
              <a:t>Blue ✓</a:t>
            </a:r>
          </a:p>
        </p:txBody>
      </p:sp>
      <p:sp>
        <p:nvSpPr>
          <p:cNvPr id="29" name="Next button">
            <a:hlinkClick action="ppaction://hlinksldjump" r:id="rId7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Next arrow">
            <a:hlinkClick action="ppaction://hlinksldjump" r:id="rId7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8" name="vroom.wav"/>
      </p:stSnd>
    </p:sndAc>
  </p:transition>
</p:sld>
</file>

<file path=ppt/slides/slide234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1968500" y="127000"/>
            <a:ext cx="8255000" cy="635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Team Race!  Read the word, then tap your team."/>
          <p:cNvSpPr/>
          <p:nvPr/>
        </p:nvSpPr>
        <p:spPr>
          <a:xfrm>
            <a:off x="2095500" y="127000"/>
            <a:ext cx="8001000" cy="635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000" b="1" lang="en-US">
                <a:solidFill>
                  <a:srgbClr val="2E2640"/>
                </a:solidFill>
                <a:latin typeface="Arial"/>
                <a:cs typeface="Arial"/>
              </a:rPr>
              <a:t>Team Race!  Read the word, then tap your team.</a:t>
            </a:r>
          </a:p>
        </p:txBody>
      </p:sp>
      <p:sp>
        <p:nvSpPr>
          <p:cNvPr id="5" name="Red lane"/>
          <p:cNvSpPr/>
          <p:nvPr/>
        </p:nvSpPr>
        <p:spPr>
          <a:xfrm>
            <a:off x="254000" y="3556000"/>
            <a:ext cx="11303000" cy="1270000"/>
          </a:xfrm>
          <a:prstGeom prst="roundRect">
            <a:avLst>
              <a:gd name="adj" fmla="val 20000"/>
            </a:avLst>
          </a:prstGeom>
          <a:solidFill>
            <a:srgbClr val="FFE3E8"/>
          </a:solidFill>
          <a:ln w="38100">
            <a:solidFill>
              <a:srgbClr val="D9D2E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Blue lane"/>
          <p:cNvSpPr/>
          <p:nvPr/>
        </p:nvSpPr>
        <p:spPr>
          <a:xfrm>
            <a:off x="254000" y="5080000"/>
            <a:ext cx="11303000" cy="1270000"/>
          </a:xfrm>
          <a:prstGeom prst="roundRect">
            <a:avLst>
              <a:gd name="adj" fmla="val 20000"/>
            </a:avLst>
          </a:prstGeom>
          <a:solidFill>
            <a:srgbClr val="E0F4FF"/>
          </a:solidFill>
          <a:ln w="38100">
            <a:solidFill>
              <a:srgbClr val="D9D2E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Finish"/>
          <p:cNvSpPr/>
          <p:nvPr/>
        </p:nvSpPr>
        <p:spPr>
          <a:xfrm>
            <a:off x="10731500" y="355600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Finish"/>
          <p:cNvSpPr/>
          <p:nvPr/>
        </p:nvSpPr>
        <p:spPr>
          <a:xfrm>
            <a:off x="10922000" y="355600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Finish"/>
          <p:cNvSpPr/>
          <p:nvPr/>
        </p:nvSpPr>
        <p:spPr>
          <a:xfrm>
            <a:off x="10731500" y="390525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Finish"/>
          <p:cNvSpPr/>
          <p:nvPr/>
        </p:nvSpPr>
        <p:spPr>
          <a:xfrm>
            <a:off x="10922000" y="390525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Finish"/>
          <p:cNvSpPr/>
          <p:nvPr/>
        </p:nvSpPr>
        <p:spPr>
          <a:xfrm>
            <a:off x="10731500" y="425450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Finish"/>
          <p:cNvSpPr/>
          <p:nvPr/>
        </p:nvSpPr>
        <p:spPr>
          <a:xfrm>
            <a:off x="10922000" y="425450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Finish"/>
          <p:cNvSpPr/>
          <p:nvPr/>
        </p:nvSpPr>
        <p:spPr>
          <a:xfrm>
            <a:off x="10731500" y="460375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Finish"/>
          <p:cNvSpPr/>
          <p:nvPr/>
        </p:nvSpPr>
        <p:spPr>
          <a:xfrm>
            <a:off x="10922000" y="460375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Finish"/>
          <p:cNvSpPr/>
          <p:nvPr/>
        </p:nvSpPr>
        <p:spPr>
          <a:xfrm>
            <a:off x="10731500" y="495300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Finish"/>
          <p:cNvSpPr/>
          <p:nvPr/>
        </p:nvSpPr>
        <p:spPr>
          <a:xfrm>
            <a:off x="10922000" y="495300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Finish"/>
          <p:cNvSpPr/>
          <p:nvPr/>
        </p:nvSpPr>
        <p:spPr>
          <a:xfrm>
            <a:off x="10731500" y="530225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Finish"/>
          <p:cNvSpPr/>
          <p:nvPr/>
        </p:nvSpPr>
        <p:spPr>
          <a:xfrm>
            <a:off x="10922000" y="530225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Finish"/>
          <p:cNvSpPr/>
          <p:nvPr/>
        </p:nvSpPr>
        <p:spPr>
          <a:xfrm>
            <a:off x="10731500" y="565150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Finish"/>
          <p:cNvSpPr/>
          <p:nvPr/>
        </p:nvSpPr>
        <p:spPr>
          <a:xfrm>
            <a:off x="10922000" y="565150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Finish"/>
          <p:cNvSpPr/>
          <p:nvPr/>
        </p:nvSpPr>
        <p:spPr>
          <a:xfrm>
            <a:off x="10731500" y="600075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Finish"/>
          <p:cNvSpPr/>
          <p:nvPr/>
        </p:nvSpPr>
        <p:spPr>
          <a:xfrm>
            <a:off x="10922000" y="600075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3" name="Red car" descr="Red ca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8000" y="3810000"/>
            <a:ext cx="1460500" cy="800100"/>
          </a:xfrm>
          <a:prstGeom prst="rect">
            <a:avLst/>
          </a:prstGeom>
        </p:spPr>
      </p:pic>
      <p:pic>
        <p:nvPicPr>
          <p:cNvPr id="24" name="Blue car" descr="Blue car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18000" y="5334000"/>
            <a:ext cx="1460500" cy="800100"/>
          </a:xfrm>
          <a:prstGeom prst="rect">
            <a:avLst/>
          </a:prstGeom>
        </p:spPr>
      </p:pic>
      <p:sp>
        <p:nvSpPr>
          <p:cNvPr id="25" name="Word card"/>
          <p:cNvSpPr/>
          <p:nvPr/>
        </p:nvSpPr>
        <p:spPr>
          <a:xfrm>
            <a:off x="3873500" y="952500"/>
            <a:ext cx="4445000" cy="22860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76200">
            <a:solidFill>
              <a:srgbClr val="B8A1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Word عَطِشَ" descr="عَطِشَ"/>
          <p:cNvSpPr/>
          <p:nvPr/>
        </p:nvSpPr>
        <p:spPr>
          <a:xfrm>
            <a:off x="4064000" y="1079500"/>
            <a:ext cx="4064000" cy="203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11000" b="1" lang="ar-SA">
                <a:solidFill>
                  <a:srgbClr val="2E2640"/>
                </a:solidFill>
                <a:latin typeface="Arial"/>
                <a:cs typeface="Arial"/>
              </a:rPr>
              <a:t>عَطِشَ</a:t>
            </a:r>
          </a:p>
        </p:txBody>
      </p:sp>
      <p:sp>
        <p:nvSpPr>
          <p:cNvPr id="27" name="Red point" descr="Red ✓">
            <a:hlinkClick action="ppaction://hlinksldjump" r:id="rId5"/>
          </p:cNvPr>
          <p:cNvSpPr/>
          <p:nvPr/>
        </p:nvSpPr>
        <p:spPr>
          <a:xfrm>
            <a:off x="381000" y="1143000"/>
            <a:ext cx="1905000" cy="762000"/>
          </a:xfrm>
          <a:prstGeom prst="roundRect">
            <a:avLst>
              <a:gd name="adj" fmla="val 30000"/>
            </a:avLst>
          </a:prstGeom>
          <a:solidFill>
            <a:srgbClr val="E5536F"/>
          </a:solidFill>
          <a:ln w="635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4000" b="1" lang="en-US">
                <a:solidFill>
                  <a:srgbClr val="FFFFFF"/>
                </a:solidFill>
                <a:latin typeface="Arial"/>
                <a:cs typeface="Arial"/>
              </a:rPr>
              <a:t>Red ✓</a:t>
            </a:r>
          </a:p>
        </p:txBody>
      </p:sp>
      <p:sp>
        <p:nvSpPr>
          <p:cNvPr id="28" name="Blue point" descr="Blue ✓">
            <a:hlinkClick action="ppaction://hlinksldjump" r:id="rId6"/>
          </p:cNvPr>
          <p:cNvSpPr/>
          <p:nvPr/>
        </p:nvSpPr>
        <p:spPr>
          <a:xfrm>
            <a:off x="381000" y="2095500"/>
            <a:ext cx="1905000" cy="762000"/>
          </a:xfrm>
          <a:prstGeom prst="roundRect">
            <a:avLst>
              <a:gd name="adj" fmla="val 30000"/>
            </a:avLst>
          </a:prstGeom>
          <a:solidFill>
            <a:srgbClr val="3FA7C9"/>
          </a:solidFill>
          <a:ln w="635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4000" b="1" lang="en-US">
                <a:solidFill>
                  <a:srgbClr val="FFFFFF"/>
                </a:solidFill>
                <a:latin typeface="Arial"/>
                <a:cs typeface="Arial"/>
              </a:rPr>
              <a:t>Blue ✓</a:t>
            </a:r>
          </a:p>
        </p:txBody>
      </p:sp>
      <p:sp>
        <p:nvSpPr>
          <p:cNvPr id="29" name="Next button">
            <a:hlinkClick action="ppaction://hlinksldjump" r:id="rId7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Next arrow">
            <a:hlinkClick action="ppaction://hlinksldjump" r:id="rId7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8" name="vroom.wav"/>
      </p:stSnd>
    </p:sndAc>
  </p:transition>
</p:sld>
</file>

<file path=ppt/slides/slide235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1968500" y="127000"/>
            <a:ext cx="8255000" cy="635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Team Race!  Read the word, then tap your team."/>
          <p:cNvSpPr/>
          <p:nvPr/>
        </p:nvSpPr>
        <p:spPr>
          <a:xfrm>
            <a:off x="2095500" y="127000"/>
            <a:ext cx="8001000" cy="635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000" b="1" lang="en-US">
                <a:solidFill>
                  <a:srgbClr val="2E2640"/>
                </a:solidFill>
                <a:latin typeface="Arial"/>
                <a:cs typeface="Arial"/>
              </a:rPr>
              <a:t>Team Race!  Read the word, then tap your team.</a:t>
            </a:r>
          </a:p>
        </p:txBody>
      </p:sp>
      <p:sp>
        <p:nvSpPr>
          <p:cNvPr id="5" name="Red lane"/>
          <p:cNvSpPr/>
          <p:nvPr/>
        </p:nvSpPr>
        <p:spPr>
          <a:xfrm>
            <a:off x="254000" y="3556000"/>
            <a:ext cx="11303000" cy="1270000"/>
          </a:xfrm>
          <a:prstGeom prst="roundRect">
            <a:avLst>
              <a:gd name="adj" fmla="val 20000"/>
            </a:avLst>
          </a:prstGeom>
          <a:solidFill>
            <a:srgbClr val="FFE3E8"/>
          </a:solidFill>
          <a:ln w="38100">
            <a:solidFill>
              <a:srgbClr val="D9D2E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Blue lane"/>
          <p:cNvSpPr/>
          <p:nvPr/>
        </p:nvSpPr>
        <p:spPr>
          <a:xfrm>
            <a:off x="254000" y="5080000"/>
            <a:ext cx="11303000" cy="1270000"/>
          </a:xfrm>
          <a:prstGeom prst="roundRect">
            <a:avLst>
              <a:gd name="adj" fmla="val 20000"/>
            </a:avLst>
          </a:prstGeom>
          <a:solidFill>
            <a:srgbClr val="E0F4FF"/>
          </a:solidFill>
          <a:ln w="38100">
            <a:solidFill>
              <a:srgbClr val="D9D2E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Finish"/>
          <p:cNvSpPr/>
          <p:nvPr/>
        </p:nvSpPr>
        <p:spPr>
          <a:xfrm>
            <a:off x="10731500" y="355600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Finish"/>
          <p:cNvSpPr/>
          <p:nvPr/>
        </p:nvSpPr>
        <p:spPr>
          <a:xfrm>
            <a:off x="10922000" y="355600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Finish"/>
          <p:cNvSpPr/>
          <p:nvPr/>
        </p:nvSpPr>
        <p:spPr>
          <a:xfrm>
            <a:off x="10731500" y="390525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Finish"/>
          <p:cNvSpPr/>
          <p:nvPr/>
        </p:nvSpPr>
        <p:spPr>
          <a:xfrm>
            <a:off x="10922000" y="390525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Finish"/>
          <p:cNvSpPr/>
          <p:nvPr/>
        </p:nvSpPr>
        <p:spPr>
          <a:xfrm>
            <a:off x="10731500" y="425450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Finish"/>
          <p:cNvSpPr/>
          <p:nvPr/>
        </p:nvSpPr>
        <p:spPr>
          <a:xfrm>
            <a:off x="10922000" y="425450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Finish"/>
          <p:cNvSpPr/>
          <p:nvPr/>
        </p:nvSpPr>
        <p:spPr>
          <a:xfrm>
            <a:off x="10731500" y="460375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Finish"/>
          <p:cNvSpPr/>
          <p:nvPr/>
        </p:nvSpPr>
        <p:spPr>
          <a:xfrm>
            <a:off x="10922000" y="460375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Finish"/>
          <p:cNvSpPr/>
          <p:nvPr/>
        </p:nvSpPr>
        <p:spPr>
          <a:xfrm>
            <a:off x="10731500" y="495300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Finish"/>
          <p:cNvSpPr/>
          <p:nvPr/>
        </p:nvSpPr>
        <p:spPr>
          <a:xfrm>
            <a:off x="10922000" y="495300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Finish"/>
          <p:cNvSpPr/>
          <p:nvPr/>
        </p:nvSpPr>
        <p:spPr>
          <a:xfrm>
            <a:off x="10731500" y="530225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Finish"/>
          <p:cNvSpPr/>
          <p:nvPr/>
        </p:nvSpPr>
        <p:spPr>
          <a:xfrm>
            <a:off x="10922000" y="530225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Finish"/>
          <p:cNvSpPr/>
          <p:nvPr/>
        </p:nvSpPr>
        <p:spPr>
          <a:xfrm>
            <a:off x="10731500" y="565150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Finish"/>
          <p:cNvSpPr/>
          <p:nvPr/>
        </p:nvSpPr>
        <p:spPr>
          <a:xfrm>
            <a:off x="10922000" y="565150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Finish"/>
          <p:cNvSpPr/>
          <p:nvPr/>
        </p:nvSpPr>
        <p:spPr>
          <a:xfrm>
            <a:off x="10731500" y="600075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Finish"/>
          <p:cNvSpPr/>
          <p:nvPr/>
        </p:nvSpPr>
        <p:spPr>
          <a:xfrm>
            <a:off x="10922000" y="600075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3" name="Red car" descr="Red ca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8000" y="3810000"/>
            <a:ext cx="1460500" cy="800100"/>
          </a:xfrm>
          <a:prstGeom prst="rect">
            <a:avLst/>
          </a:prstGeom>
        </p:spPr>
      </p:pic>
      <p:pic>
        <p:nvPicPr>
          <p:cNvPr id="24" name="Blue car" descr="Blue car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23000" y="5334000"/>
            <a:ext cx="1460500" cy="800100"/>
          </a:xfrm>
          <a:prstGeom prst="rect">
            <a:avLst/>
          </a:prstGeom>
        </p:spPr>
      </p:pic>
      <p:sp>
        <p:nvSpPr>
          <p:cNvPr id="25" name="Word card"/>
          <p:cNvSpPr/>
          <p:nvPr/>
        </p:nvSpPr>
        <p:spPr>
          <a:xfrm>
            <a:off x="3873500" y="952500"/>
            <a:ext cx="4445000" cy="22860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76200">
            <a:solidFill>
              <a:srgbClr val="B8A1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Word فَرِحَ" descr="فَرِحَ"/>
          <p:cNvSpPr/>
          <p:nvPr/>
        </p:nvSpPr>
        <p:spPr>
          <a:xfrm>
            <a:off x="4064000" y="1079500"/>
            <a:ext cx="4064000" cy="203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11000" b="1" lang="ar-SA">
                <a:solidFill>
                  <a:srgbClr val="2E2640"/>
                </a:solidFill>
                <a:latin typeface="Arial"/>
                <a:cs typeface="Arial"/>
              </a:rPr>
              <a:t>فَرِحَ</a:t>
            </a:r>
          </a:p>
        </p:txBody>
      </p:sp>
      <p:sp>
        <p:nvSpPr>
          <p:cNvPr id="27" name="Red point" descr="Red ✓">
            <a:hlinkClick action="ppaction://hlinksldjump" r:id="rId5"/>
          </p:cNvPr>
          <p:cNvSpPr/>
          <p:nvPr/>
        </p:nvSpPr>
        <p:spPr>
          <a:xfrm>
            <a:off x="381000" y="1143000"/>
            <a:ext cx="1905000" cy="762000"/>
          </a:xfrm>
          <a:prstGeom prst="roundRect">
            <a:avLst>
              <a:gd name="adj" fmla="val 30000"/>
            </a:avLst>
          </a:prstGeom>
          <a:solidFill>
            <a:srgbClr val="E5536F"/>
          </a:solidFill>
          <a:ln w="635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4000" b="1" lang="en-US">
                <a:solidFill>
                  <a:srgbClr val="FFFFFF"/>
                </a:solidFill>
                <a:latin typeface="Arial"/>
                <a:cs typeface="Arial"/>
              </a:rPr>
              <a:t>Red ✓</a:t>
            </a:r>
          </a:p>
        </p:txBody>
      </p:sp>
      <p:sp>
        <p:nvSpPr>
          <p:cNvPr id="28" name="Blue point" descr="Blue ✓">
            <a:hlinkClick action="ppaction://hlinksldjump" r:id="rId6"/>
          </p:cNvPr>
          <p:cNvSpPr/>
          <p:nvPr/>
        </p:nvSpPr>
        <p:spPr>
          <a:xfrm>
            <a:off x="381000" y="2095500"/>
            <a:ext cx="1905000" cy="762000"/>
          </a:xfrm>
          <a:prstGeom prst="roundRect">
            <a:avLst>
              <a:gd name="adj" fmla="val 30000"/>
            </a:avLst>
          </a:prstGeom>
          <a:solidFill>
            <a:srgbClr val="3FA7C9"/>
          </a:solidFill>
          <a:ln w="635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4000" b="1" lang="en-US">
                <a:solidFill>
                  <a:srgbClr val="FFFFFF"/>
                </a:solidFill>
                <a:latin typeface="Arial"/>
                <a:cs typeface="Arial"/>
              </a:rPr>
              <a:t>Blue ✓</a:t>
            </a:r>
          </a:p>
        </p:txBody>
      </p:sp>
      <p:sp>
        <p:nvSpPr>
          <p:cNvPr id="29" name="Next button">
            <a:hlinkClick action="ppaction://hlinksldjump" r:id="rId7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Next arrow">
            <a:hlinkClick action="ppaction://hlinksldjump" r:id="rId7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8" name="vroom.wav"/>
      </p:stSnd>
    </p:sndAc>
  </p:transition>
</p:sld>
</file>

<file path=ppt/slides/slide236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1968500" y="127000"/>
            <a:ext cx="8255000" cy="635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Team Race!  Read the word, then tap your team."/>
          <p:cNvSpPr/>
          <p:nvPr/>
        </p:nvSpPr>
        <p:spPr>
          <a:xfrm>
            <a:off x="2095500" y="127000"/>
            <a:ext cx="8001000" cy="635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000" b="1" lang="en-US">
                <a:solidFill>
                  <a:srgbClr val="2E2640"/>
                </a:solidFill>
                <a:latin typeface="Arial"/>
                <a:cs typeface="Arial"/>
              </a:rPr>
              <a:t>Team Race!  Read the word, then tap your team.</a:t>
            </a:r>
          </a:p>
        </p:txBody>
      </p:sp>
      <p:sp>
        <p:nvSpPr>
          <p:cNvPr id="5" name="Red lane"/>
          <p:cNvSpPr/>
          <p:nvPr/>
        </p:nvSpPr>
        <p:spPr>
          <a:xfrm>
            <a:off x="254000" y="3556000"/>
            <a:ext cx="11303000" cy="1270000"/>
          </a:xfrm>
          <a:prstGeom prst="roundRect">
            <a:avLst>
              <a:gd name="adj" fmla="val 20000"/>
            </a:avLst>
          </a:prstGeom>
          <a:solidFill>
            <a:srgbClr val="FFE3E8"/>
          </a:solidFill>
          <a:ln w="38100">
            <a:solidFill>
              <a:srgbClr val="D9D2E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Blue lane"/>
          <p:cNvSpPr/>
          <p:nvPr/>
        </p:nvSpPr>
        <p:spPr>
          <a:xfrm>
            <a:off x="254000" y="5080000"/>
            <a:ext cx="11303000" cy="1270000"/>
          </a:xfrm>
          <a:prstGeom prst="roundRect">
            <a:avLst>
              <a:gd name="adj" fmla="val 20000"/>
            </a:avLst>
          </a:prstGeom>
          <a:solidFill>
            <a:srgbClr val="E0F4FF"/>
          </a:solidFill>
          <a:ln w="38100">
            <a:solidFill>
              <a:srgbClr val="D9D2E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Finish"/>
          <p:cNvSpPr/>
          <p:nvPr/>
        </p:nvSpPr>
        <p:spPr>
          <a:xfrm>
            <a:off x="10731500" y="355600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Finish"/>
          <p:cNvSpPr/>
          <p:nvPr/>
        </p:nvSpPr>
        <p:spPr>
          <a:xfrm>
            <a:off x="10922000" y="355600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Finish"/>
          <p:cNvSpPr/>
          <p:nvPr/>
        </p:nvSpPr>
        <p:spPr>
          <a:xfrm>
            <a:off x="10731500" y="390525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Finish"/>
          <p:cNvSpPr/>
          <p:nvPr/>
        </p:nvSpPr>
        <p:spPr>
          <a:xfrm>
            <a:off x="10922000" y="390525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Finish"/>
          <p:cNvSpPr/>
          <p:nvPr/>
        </p:nvSpPr>
        <p:spPr>
          <a:xfrm>
            <a:off x="10731500" y="425450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Finish"/>
          <p:cNvSpPr/>
          <p:nvPr/>
        </p:nvSpPr>
        <p:spPr>
          <a:xfrm>
            <a:off x="10922000" y="425450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Finish"/>
          <p:cNvSpPr/>
          <p:nvPr/>
        </p:nvSpPr>
        <p:spPr>
          <a:xfrm>
            <a:off x="10731500" y="460375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Finish"/>
          <p:cNvSpPr/>
          <p:nvPr/>
        </p:nvSpPr>
        <p:spPr>
          <a:xfrm>
            <a:off x="10922000" y="460375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Finish"/>
          <p:cNvSpPr/>
          <p:nvPr/>
        </p:nvSpPr>
        <p:spPr>
          <a:xfrm>
            <a:off x="10731500" y="495300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Finish"/>
          <p:cNvSpPr/>
          <p:nvPr/>
        </p:nvSpPr>
        <p:spPr>
          <a:xfrm>
            <a:off x="10922000" y="495300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Finish"/>
          <p:cNvSpPr/>
          <p:nvPr/>
        </p:nvSpPr>
        <p:spPr>
          <a:xfrm>
            <a:off x="10731500" y="530225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Finish"/>
          <p:cNvSpPr/>
          <p:nvPr/>
        </p:nvSpPr>
        <p:spPr>
          <a:xfrm>
            <a:off x="10922000" y="530225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Finish"/>
          <p:cNvSpPr/>
          <p:nvPr/>
        </p:nvSpPr>
        <p:spPr>
          <a:xfrm>
            <a:off x="10731500" y="565150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Finish"/>
          <p:cNvSpPr/>
          <p:nvPr/>
        </p:nvSpPr>
        <p:spPr>
          <a:xfrm>
            <a:off x="10922000" y="565150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Finish"/>
          <p:cNvSpPr/>
          <p:nvPr/>
        </p:nvSpPr>
        <p:spPr>
          <a:xfrm>
            <a:off x="10731500" y="600075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Finish"/>
          <p:cNvSpPr/>
          <p:nvPr/>
        </p:nvSpPr>
        <p:spPr>
          <a:xfrm>
            <a:off x="10922000" y="600075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3" name="Red car" descr="Red ca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8000" y="3810000"/>
            <a:ext cx="1460500" cy="800100"/>
          </a:xfrm>
          <a:prstGeom prst="rect">
            <a:avLst/>
          </a:prstGeom>
        </p:spPr>
      </p:pic>
      <p:pic>
        <p:nvPicPr>
          <p:cNvPr id="24" name="Blue car" descr="Blue car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8000" y="5334000"/>
            <a:ext cx="1460500" cy="800100"/>
          </a:xfrm>
          <a:prstGeom prst="rect">
            <a:avLst/>
          </a:prstGeom>
        </p:spPr>
      </p:pic>
      <p:sp>
        <p:nvSpPr>
          <p:cNvPr id="25" name="Word card"/>
          <p:cNvSpPr/>
          <p:nvPr/>
        </p:nvSpPr>
        <p:spPr>
          <a:xfrm>
            <a:off x="3873500" y="952500"/>
            <a:ext cx="4445000" cy="22860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76200">
            <a:solidFill>
              <a:srgbClr val="B8A1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Word غَضِبَ" descr="غَضِبَ"/>
          <p:cNvSpPr/>
          <p:nvPr/>
        </p:nvSpPr>
        <p:spPr>
          <a:xfrm>
            <a:off x="4064000" y="1079500"/>
            <a:ext cx="4064000" cy="203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11000" b="1" lang="ar-SA">
                <a:solidFill>
                  <a:srgbClr val="2E2640"/>
                </a:solidFill>
                <a:latin typeface="Arial"/>
                <a:cs typeface="Arial"/>
              </a:rPr>
              <a:t>غَضِبَ</a:t>
            </a:r>
          </a:p>
        </p:txBody>
      </p:sp>
      <p:sp>
        <p:nvSpPr>
          <p:cNvPr id="27" name="Red point" descr="Red ✓">
            <a:hlinkClick action="ppaction://hlinksldjump" r:id="rId5"/>
          </p:cNvPr>
          <p:cNvSpPr/>
          <p:nvPr/>
        </p:nvSpPr>
        <p:spPr>
          <a:xfrm>
            <a:off x="381000" y="1143000"/>
            <a:ext cx="1905000" cy="762000"/>
          </a:xfrm>
          <a:prstGeom prst="roundRect">
            <a:avLst>
              <a:gd name="adj" fmla="val 30000"/>
            </a:avLst>
          </a:prstGeom>
          <a:solidFill>
            <a:srgbClr val="E5536F"/>
          </a:solidFill>
          <a:ln w="635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4000" b="1" lang="en-US">
                <a:solidFill>
                  <a:srgbClr val="FFFFFF"/>
                </a:solidFill>
                <a:latin typeface="Arial"/>
                <a:cs typeface="Arial"/>
              </a:rPr>
              <a:t>Red ✓</a:t>
            </a:r>
          </a:p>
        </p:txBody>
      </p:sp>
      <p:sp>
        <p:nvSpPr>
          <p:cNvPr id="28" name="Blue point" descr="Blue ✓">
            <a:hlinkClick action="ppaction://hlinksldjump" r:id="rId6"/>
          </p:cNvPr>
          <p:cNvSpPr/>
          <p:nvPr/>
        </p:nvSpPr>
        <p:spPr>
          <a:xfrm>
            <a:off x="381000" y="2095500"/>
            <a:ext cx="1905000" cy="762000"/>
          </a:xfrm>
          <a:prstGeom prst="roundRect">
            <a:avLst>
              <a:gd name="adj" fmla="val 30000"/>
            </a:avLst>
          </a:prstGeom>
          <a:solidFill>
            <a:srgbClr val="3FA7C9"/>
          </a:solidFill>
          <a:ln w="635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4000" b="1" lang="en-US">
                <a:solidFill>
                  <a:srgbClr val="FFFFFF"/>
                </a:solidFill>
                <a:latin typeface="Arial"/>
                <a:cs typeface="Arial"/>
              </a:rPr>
              <a:t>Blue ✓</a:t>
            </a:r>
          </a:p>
        </p:txBody>
      </p:sp>
      <p:sp>
        <p:nvSpPr>
          <p:cNvPr id="29" name="Next button">
            <a:hlinkClick action="ppaction://hlinksldjump" r:id="rId7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Next arrow">
            <a:hlinkClick action="ppaction://hlinksldjump" r:id="rId7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8" name="vroom.wav"/>
      </p:stSnd>
    </p:sndAc>
  </p:transition>
</p:sld>
</file>

<file path=ppt/slides/slide237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1968500" y="127000"/>
            <a:ext cx="8255000" cy="635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Team Race!  Read the word, then tap your team."/>
          <p:cNvSpPr/>
          <p:nvPr/>
        </p:nvSpPr>
        <p:spPr>
          <a:xfrm>
            <a:off x="2095500" y="127000"/>
            <a:ext cx="8001000" cy="635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000" b="1" lang="en-US">
                <a:solidFill>
                  <a:srgbClr val="2E2640"/>
                </a:solidFill>
                <a:latin typeface="Arial"/>
                <a:cs typeface="Arial"/>
              </a:rPr>
              <a:t>Team Race!  Read the word, then tap your team.</a:t>
            </a:r>
          </a:p>
        </p:txBody>
      </p:sp>
      <p:sp>
        <p:nvSpPr>
          <p:cNvPr id="5" name="Red lane"/>
          <p:cNvSpPr/>
          <p:nvPr/>
        </p:nvSpPr>
        <p:spPr>
          <a:xfrm>
            <a:off x="254000" y="3556000"/>
            <a:ext cx="11303000" cy="1270000"/>
          </a:xfrm>
          <a:prstGeom prst="roundRect">
            <a:avLst>
              <a:gd name="adj" fmla="val 20000"/>
            </a:avLst>
          </a:prstGeom>
          <a:solidFill>
            <a:srgbClr val="FFE3E8"/>
          </a:solidFill>
          <a:ln w="38100">
            <a:solidFill>
              <a:srgbClr val="D9D2E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Blue lane"/>
          <p:cNvSpPr/>
          <p:nvPr/>
        </p:nvSpPr>
        <p:spPr>
          <a:xfrm>
            <a:off x="254000" y="5080000"/>
            <a:ext cx="11303000" cy="1270000"/>
          </a:xfrm>
          <a:prstGeom prst="roundRect">
            <a:avLst>
              <a:gd name="adj" fmla="val 20000"/>
            </a:avLst>
          </a:prstGeom>
          <a:solidFill>
            <a:srgbClr val="E0F4FF"/>
          </a:solidFill>
          <a:ln w="38100">
            <a:solidFill>
              <a:srgbClr val="D9D2E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Finish"/>
          <p:cNvSpPr/>
          <p:nvPr/>
        </p:nvSpPr>
        <p:spPr>
          <a:xfrm>
            <a:off x="10731500" y="355600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Finish"/>
          <p:cNvSpPr/>
          <p:nvPr/>
        </p:nvSpPr>
        <p:spPr>
          <a:xfrm>
            <a:off x="10922000" y="355600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Finish"/>
          <p:cNvSpPr/>
          <p:nvPr/>
        </p:nvSpPr>
        <p:spPr>
          <a:xfrm>
            <a:off x="10731500" y="390525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Finish"/>
          <p:cNvSpPr/>
          <p:nvPr/>
        </p:nvSpPr>
        <p:spPr>
          <a:xfrm>
            <a:off x="10922000" y="390525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Finish"/>
          <p:cNvSpPr/>
          <p:nvPr/>
        </p:nvSpPr>
        <p:spPr>
          <a:xfrm>
            <a:off x="10731500" y="425450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Finish"/>
          <p:cNvSpPr/>
          <p:nvPr/>
        </p:nvSpPr>
        <p:spPr>
          <a:xfrm>
            <a:off x="10922000" y="425450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Finish"/>
          <p:cNvSpPr/>
          <p:nvPr/>
        </p:nvSpPr>
        <p:spPr>
          <a:xfrm>
            <a:off x="10731500" y="460375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Finish"/>
          <p:cNvSpPr/>
          <p:nvPr/>
        </p:nvSpPr>
        <p:spPr>
          <a:xfrm>
            <a:off x="10922000" y="460375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Finish"/>
          <p:cNvSpPr/>
          <p:nvPr/>
        </p:nvSpPr>
        <p:spPr>
          <a:xfrm>
            <a:off x="10731500" y="495300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Finish"/>
          <p:cNvSpPr/>
          <p:nvPr/>
        </p:nvSpPr>
        <p:spPr>
          <a:xfrm>
            <a:off x="10922000" y="495300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Finish"/>
          <p:cNvSpPr/>
          <p:nvPr/>
        </p:nvSpPr>
        <p:spPr>
          <a:xfrm>
            <a:off x="10731500" y="530225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Finish"/>
          <p:cNvSpPr/>
          <p:nvPr/>
        </p:nvSpPr>
        <p:spPr>
          <a:xfrm>
            <a:off x="10922000" y="530225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Finish"/>
          <p:cNvSpPr/>
          <p:nvPr/>
        </p:nvSpPr>
        <p:spPr>
          <a:xfrm>
            <a:off x="10731500" y="565150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Finish"/>
          <p:cNvSpPr/>
          <p:nvPr/>
        </p:nvSpPr>
        <p:spPr>
          <a:xfrm>
            <a:off x="10922000" y="565150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Finish"/>
          <p:cNvSpPr/>
          <p:nvPr/>
        </p:nvSpPr>
        <p:spPr>
          <a:xfrm>
            <a:off x="10731500" y="600075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Finish"/>
          <p:cNvSpPr/>
          <p:nvPr/>
        </p:nvSpPr>
        <p:spPr>
          <a:xfrm>
            <a:off x="10922000" y="600075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3" name="Red car" descr="Red ca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13000" y="3810000"/>
            <a:ext cx="1460500" cy="800100"/>
          </a:xfrm>
          <a:prstGeom prst="rect">
            <a:avLst/>
          </a:prstGeom>
        </p:spPr>
      </p:pic>
      <p:pic>
        <p:nvPicPr>
          <p:cNvPr id="24" name="Blue car" descr="Blue car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8000" y="5334000"/>
            <a:ext cx="1460500" cy="800100"/>
          </a:xfrm>
          <a:prstGeom prst="rect">
            <a:avLst/>
          </a:prstGeom>
        </p:spPr>
      </p:pic>
      <p:sp>
        <p:nvSpPr>
          <p:cNvPr id="25" name="Word card"/>
          <p:cNvSpPr/>
          <p:nvPr/>
        </p:nvSpPr>
        <p:spPr>
          <a:xfrm>
            <a:off x="3873500" y="952500"/>
            <a:ext cx="4445000" cy="22860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76200">
            <a:solidFill>
              <a:srgbClr val="B8A1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Word رَكِبَ" descr="رَكِبَ"/>
          <p:cNvSpPr/>
          <p:nvPr/>
        </p:nvSpPr>
        <p:spPr>
          <a:xfrm>
            <a:off x="4064000" y="1079500"/>
            <a:ext cx="4064000" cy="203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11000" b="1" lang="ar-SA">
                <a:solidFill>
                  <a:srgbClr val="2E2640"/>
                </a:solidFill>
                <a:latin typeface="Arial"/>
                <a:cs typeface="Arial"/>
              </a:rPr>
              <a:t>رَكِبَ</a:t>
            </a:r>
          </a:p>
        </p:txBody>
      </p:sp>
      <p:sp>
        <p:nvSpPr>
          <p:cNvPr id="27" name="Red point" descr="Red ✓">
            <a:hlinkClick action="ppaction://hlinksldjump" r:id="rId5"/>
          </p:cNvPr>
          <p:cNvSpPr/>
          <p:nvPr/>
        </p:nvSpPr>
        <p:spPr>
          <a:xfrm>
            <a:off x="381000" y="1143000"/>
            <a:ext cx="1905000" cy="762000"/>
          </a:xfrm>
          <a:prstGeom prst="roundRect">
            <a:avLst>
              <a:gd name="adj" fmla="val 30000"/>
            </a:avLst>
          </a:prstGeom>
          <a:solidFill>
            <a:srgbClr val="E5536F"/>
          </a:solidFill>
          <a:ln w="635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4000" b="1" lang="en-US">
                <a:solidFill>
                  <a:srgbClr val="FFFFFF"/>
                </a:solidFill>
                <a:latin typeface="Arial"/>
                <a:cs typeface="Arial"/>
              </a:rPr>
              <a:t>Red ✓</a:t>
            </a:r>
          </a:p>
        </p:txBody>
      </p:sp>
      <p:sp>
        <p:nvSpPr>
          <p:cNvPr id="28" name="Blue point" descr="Blue ✓">
            <a:hlinkClick action="ppaction://hlinksldjump" r:id="rId6"/>
          </p:cNvPr>
          <p:cNvSpPr/>
          <p:nvPr/>
        </p:nvSpPr>
        <p:spPr>
          <a:xfrm>
            <a:off x="381000" y="2095500"/>
            <a:ext cx="1905000" cy="762000"/>
          </a:xfrm>
          <a:prstGeom prst="roundRect">
            <a:avLst>
              <a:gd name="adj" fmla="val 30000"/>
            </a:avLst>
          </a:prstGeom>
          <a:solidFill>
            <a:srgbClr val="3FA7C9"/>
          </a:solidFill>
          <a:ln w="635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4000" b="1" lang="en-US">
                <a:solidFill>
                  <a:srgbClr val="FFFFFF"/>
                </a:solidFill>
                <a:latin typeface="Arial"/>
                <a:cs typeface="Arial"/>
              </a:rPr>
              <a:t>Blue ✓</a:t>
            </a:r>
          </a:p>
        </p:txBody>
      </p:sp>
      <p:sp>
        <p:nvSpPr>
          <p:cNvPr id="29" name="Next button">
            <a:hlinkClick action="ppaction://hlinksldjump" r:id="rId7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Next arrow">
            <a:hlinkClick action="ppaction://hlinksldjump" r:id="rId7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8" name="vroom.wav"/>
      </p:stSnd>
    </p:sndAc>
  </p:transition>
</p:sld>
</file>

<file path=ppt/slides/slide238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1968500" y="127000"/>
            <a:ext cx="8255000" cy="635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Team Race!  Read the word, then tap your team."/>
          <p:cNvSpPr/>
          <p:nvPr/>
        </p:nvSpPr>
        <p:spPr>
          <a:xfrm>
            <a:off x="2095500" y="127000"/>
            <a:ext cx="8001000" cy="635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000" b="1" lang="en-US">
                <a:solidFill>
                  <a:srgbClr val="2E2640"/>
                </a:solidFill>
                <a:latin typeface="Arial"/>
                <a:cs typeface="Arial"/>
              </a:rPr>
              <a:t>Team Race!  Read the word, then tap your team.</a:t>
            </a:r>
          </a:p>
        </p:txBody>
      </p:sp>
      <p:sp>
        <p:nvSpPr>
          <p:cNvPr id="5" name="Red lane"/>
          <p:cNvSpPr/>
          <p:nvPr/>
        </p:nvSpPr>
        <p:spPr>
          <a:xfrm>
            <a:off x="254000" y="3556000"/>
            <a:ext cx="11303000" cy="1270000"/>
          </a:xfrm>
          <a:prstGeom prst="roundRect">
            <a:avLst>
              <a:gd name="adj" fmla="val 20000"/>
            </a:avLst>
          </a:prstGeom>
          <a:solidFill>
            <a:srgbClr val="FFE3E8"/>
          </a:solidFill>
          <a:ln w="38100">
            <a:solidFill>
              <a:srgbClr val="D9D2E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Blue lane"/>
          <p:cNvSpPr/>
          <p:nvPr/>
        </p:nvSpPr>
        <p:spPr>
          <a:xfrm>
            <a:off x="254000" y="5080000"/>
            <a:ext cx="11303000" cy="1270000"/>
          </a:xfrm>
          <a:prstGeom prst="roundRect">
            <a:avLst>
              <a:gd name="adj" fmla="val 20000"/>
            </a:avLst>
          </a:prstGeom>
          <a:solidFill>
            <a:srgbClr val="E0F4FF"/>
          </a:solidFill>
          <a:ln w="38100">
            <a:solidFill>
              <a:srgbClr val="D9D2E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Finish"/>
          <p:cNvSpPr/>
          <p:nvPr/>
        </p:nvSpPr>
        <p:spPr>
          <a:xfrm>
            <a:off x="10731500" y="355600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Finish"/>
          <p:cNvSpPr/>
          <p:nvPr/>
        </p:nvSpPr>
        <p:spPr>
          <a:xfrm>
            <a:off x="10922000" y="355600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Finish"/>
          <p:cNvSpPr/>
          <p:nvPr/>
        </p:nvSpPr>
        <p:spPr>
          <a:xfrm>
            <a:off x="10731500" y="390525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Finish"/>
          <p:cNvSpPr/>
          <p:nvPr/>
        </p:nvSpPr>
        <p:spPr>
          <a:xfrm>
            <a:off x="10922000" y="390525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Finish"/>
          <p:cNvSpPr/>
          <p:nvPr/>
        </p:nvSpPr>
        <p:spPr>
          <a:xfrm>
            <a:off x="10731500" y="425450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Finish"/>
          <p:cNvSpPr/>
          <p:nvPr/>
        </p:nvSpPr>
        <p:spPr>
          <a:xfrm>
            <a:off x="10922000" y="425450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Finish"/>
          <p:cNvSpPr/>
          <p:nvPr/>
        </p:nvSpPr>
        <p:spPr>
          <a:xfrm>
            <a:off x="10731500" y="460375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Finish"/>
          <p:cNvSpPr/>
          <p:nvPr/>
        </p:nvSpPr>
        <p:spPr>
          <a:xfrm>
            <a:off x="10922000" y="460375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Finish"/>
          <p:cNvSpPr/>
          <p:nvPr/>
        </p:nvSpPr>
        <p:spPr>
          <a:xfrm>
            <a:off x="10731500" y="495300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Finish"/>
          <p:cNvSpPr/>
          <p:nvPr/>
        </p:nvSpPr>
        <p:spPr>
          <a:xfrm>
            <a:off x="10922000" y="495300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Finish"/>
          <p:cNvSpPr/>
          <p:nvPr/>
        </p:nvSpPr>
        <p:spPr>
          <a:xfrm>
            <a:off x="10731500" y="530225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Finish"/>
          <p:cNvSpPr/>
          <p:nvPr/>
        </p:nvSpPr>
        <p:spPr>
          <a:xfrm>
            <a:off x="10922000" y="530225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Finish"/>
          <p:cNvSpPr/>
          <p:nvPr/>
        </p:nvSpPr>
        <p:spPr>
          <a:xfrm>
            <a:off x="10731500" y="565150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Finish"/>
          <p:cNvSpPr/>
          <p:nvPr/>
        </p:nvSpPr>
        <p:spPr>
          <a:xfrm>
            <a:off x="10922000" y="565150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Finish"/>
          <p:cNvSpPr/>
          <p:nvPr/>
        </p:nvSpPr>
        <p:spPr>
          <a:xfrm>
            <a:off x="10731500" y="600075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Finish"/>
          <p:cNvSpPr/>
          <p:nvPr/>
        </p:nvSpPr>
        <p:spPr>
          <a:xfrm>
            <a:off x="10922000" y="600075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3" name="Red car" descr="Red ca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13000" y="3810000"/>
            <a:ext cx="1460500" cy="800100"/>
          </a:xfrm>
          <a:prstGeom prst="rect">
            <a:avLst/>
          </a:prstGeom>
        </p:spPr>
      </p:pic>
      <p:pic>
        <p:nvPicPr>
          <p:cNvPr id="24" name="Blue car" descr="Blue car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13000" y="5334000"/>
            <a:ext cx="1460500" cy="800100"/>
          </a:xfrm>
          <a:prstGeom prst="rect">
            <a:avLst/>
          </a:prstGeom>
        </p:spPr>
      </p:pic>
      <p:sp>
        <p:nvSpPr>
          <p:cNvPr id="25" name="Word card"/>
          <p:cNvSpPr/>
          <p:nvPr/>
        </p:nvSpPr>
        <p:spPr>
          <a:xfrm>
            <a:off x="3873500" y="952500"/>
            <a:ext cx="4445000" cy="22860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76200">
            <a:solidFill>
              <a:srgbClr val="B8A1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Word عَطِشَ" descr="عَطِشَ"/>
          <p:cNvSpPr/>
          <p:nvPr/>
        </p:nvSpPr>
        <p:spPr>
          <a:xfrm>
            <a:off x="4064000" y="1079500"/>
            <a:ext cx="4064000" cy="203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11000" b="1" lang="ar-SA">
                <a:solidFill>
                  <a:srgbClr val="2E2640"/>
                </a:solidFill>
                <a:latin typeface="Arial"/>
                <a:cs typeface="Arial"/>
              </a:rPr>
              <a:t>عَطِشَ</a:t>
            </a:r>
          </a:p>
        </p:txBody>
      </p:sp>
      <p:sp>
        <p:nvSpPr>
          <p:cNvPr id="27" name="Red point" descr="Red ✓">
            <a:hlinkClick action="ppaction://hlinksldjump" r:id="rId5"/>
          </p:cNvPr>
          <p:cNvSpPr/>
          <p:nvPr/>
        </p:nvSpPr>
        <p:spPr>
          <a:xfrm>
            <a:off x="381000" y="1143000"/>
            <a:ext cx="1905000" cy="762000"/>
          </a:xfrm>
          <a:prstGeom prst="roundRect">
            <a:avLst>
              <a:gd name="adj" fmla="val 30000"/>
            </a:avLst>
          </a:prstGeom>
          <a:solidFill>
            <a:srgbClr val="E5536F"/>
          </a:solidFill>
          <a:ln w="635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4000" b="1" lang="en-US">
                <a:solidFill>
                  <a:srgbClr val="FFFFFF"/>
                </a:solidFill>
                <a:latin typeface="Arial"/>
                <a:cs typeface="Arial"/>
              </a:rPr>
              <a:t>Red ✓</a:t>
            </a:r>
          </a:p>
        </p:txBody>
      </p:sp>
      <p:sp>
        <p:nvSpPr>
          <p:cNvPr id="28" name="Blue point" descr="Blue ✓">
            <a:hlinkClick action="ppaction://hlinksldjump" r:id="rId6"/>
          </p:cNvPr>
          <p:cNvSpPr/>
          <p:nvPr/>
        </p:nvSpPr>
        <p:spPr>
          <a:xfrm>
            <a:off x="381000" y="2095500"/>
            <a:ext cx="1905000" cy="762000"/>
          </a:xfrm>
          <a:prstGeom prst="roundRect">
            <a:avLst>
              <a:gd name="adj" fmla="val 30000"/>
            </a:avLst>
          </a:prstGeom>
          <a:solidFill>
            <a:srgbClr val="3FA7C9"/>
          </a:solidFill>
          <a:ln w="635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4000" b="1" lang="en-US">
                <a:solidFill>
                  <a:srgbClr val="FFFFFF"/>
                </a:solidFill>
                <a:latin typeface="Arial"/>
                <a:cs typeface="Arial"/>
              </a:rPr>
              <a:t>Blue ✓</a:t>
            </a:r>
          </a:p>
        </p:txBody>
      </p:sp>
      <p:sp>
        <p:nvSpPr>
          <p:cNvPr id="29" name="Next button">
            <a:hlinkClick action="ppaction://hlinksldjump" r:id="rId7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Next arrow">
            <a:hlinkClick action="ppaction://hlinksldjump" r:id="rId7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8" name="vroom.wav"/>
      </p:stSnd>
    </p:sndAc>
  </p:transition>
</p:sld>
</file>

<file path=ppt/slides/slide239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1968500" y="127000"/>
            <a:ext cx="8255000" cy="635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Team Race!  Read the word, then tap your team."/>
          <p:cNvSpPr/>
          <p:nvPr/>
        </p:nvSpPr>
        <p:spPr>
          <a:xfrm>
            <a:off x="2095500" y="127000"/>
            <a:ext cx="8001000" cy="635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000" b="1" lang="en-US">
                <a:solidFill>
                  <a:srgbClr val="2E2640"/>
                </a:solidFill>
                <a:latin typeface="Arial"/>
                <a:cs typeface="Arial"/>
              </a:rPr>
              <a:t>Team Race!  Read the word, then tap your team.</a:t>
            </a:r>
          </a:p>
        </p:txBody>
      </p:sp>
      <p:sp>
        <p:nvSpPr>
          <p:cNvPr id="5" name="Red lane"/>
          <p:cNvSpPr/>
          <p:nvPr/>
        </p:nvSpPr>
        <p:spPr>
          <a:xfrm>
            <a:off x="254000" y="3556000"/>
            <a:ext cx="11303000" cy="1270000"/>
          </a:xfrm>
          <a:prstGeom prst="roundRect">
            <a:avLst>
              <a:gd name="adj" fmla="val 20000"/>
            </a:avLst>
          </a:prstGeom>
          <a:solidFill>
            <a:srgbClr val="FFE3E8"/>
          </a:solidFill>
          <a:ln w="38100">
            <a:solidFill>
              <a:srgbClr val="D9D2E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Blue lane"/>
          <p:cNvSpPr/>
          <p:nvPr/>
        </p:nvSpPr>
        <p:spPr>
          <a:xfrm>
            <a:off x="254000" y="5080000"/>
            <a:ext cx="11303000" cy="1270000"/>
          </a:xfrm>
          <a:prstGeom prst="roundRect">
            <a:avLst>
              <a:gd name="adj" fmla="val 20000"/>
            </a:avLst>
          </a:prstGeom>
          <a:solidFill>
            <a:srgbClr val="E0F4FF"/>
          </a:solidFill>
          <a:ln w="38100">
            <a:solidFill>
              <a:srgbClr val="D9D2E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Finish"/>
          <p:cNvSpPr/>
          <p:nvPr/>
        </p:nvSpPr>
        <p:spPr>
          <a:xfrm>
            <a:off x="10731500" y="355600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Finish"/>
          <p:cNvSpPr/>
          <p:nvPr/>
        </p:nvSpPr>
        <p:spPr>
          <a:xfrm>
            <a:off x="10922000" y="355600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Finish"/>
          <p:cNvSpPr/>
          <p:nvPr/>
        </p:nvSpPr>
        <p:spPr>
          <a:xfrm>
            <a:off x="10731500" y="390525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Finish"/>
          <p:cNvSpPr/>
          <p:nvPr/>
        </p:nvSpPr>
        <p:spPr>
          <a:xfrm>
            <a:off x="10922000" y="390525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Finish"/>
          <p:cNvSpPr/>
          <p:nvPr/>
        </p:nvSpPr>
        <p:spPr>
          <a:xfrm>
            <a:off x="10731500" y="425450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Finish"/>
          <p:cNvSpPr/>
          <p:nvPr/>
        </p:nvSpPr>
        <p:spPr>
          <a:xfrm>
            <a:off x="10922000" y="425450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Finish"/>
          <p:cNvSpPr/>
          <p:nvPr/>
        </p:nvSpPr>
        <p:spPr>
          <a:xfrm>
            <a:off x="10731500" y="460375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Finish"/>
          <p:cNvSpPr/>
          <p:nvPr/>
        </p:nvSpPr>
        <p:spPr>
          <a:xfrm>
            <a:off x="10922000" y="460375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Finish"/>
          <p:cNvSpPr/>
          <p:nvPr/>
        </p:nvSpPr>
        <p:spPr>
          <a:xfrm>
            <a:off x="10731500" y="495300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Finish"/>
          <p:cNvSpPr/>
          <p:nvPr/>
        </p:nvSpPr>
        <p:spPr>
          <a:xfrm>
            <a:off x="10922000" y="495300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Finish"/>
          <p:cNvSpPr/>
          <p:nvPr/>
        </p:nvSpPr>
        <p:spPr>
          <a:xfrm>
            <a:off x="10731500" y="530225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Finish"/>
          <p:cNvSpPr/>
          <p:nvPr/>
        </p:nvSpPr>
        <p:spPr>
          <a:xfrm>
            <a:off x="10922000" y="530225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Finish"/>
          <p:cNvSpPr/>
          <p:nvPr/>
        </p:nvSpPr>
        <p:spPr>
          <a:xfrm>
            <a:off x="10731500" y="565150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Finish"/>
          <p:cNvSpPr/>
          <p:nvPr/>
        </p:nvSpPr>
        <p:spPr>
          <a:xfrm>
            <a:off x="10922000" y="565150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Finish"/>
          <p:cNvSpPr/>
          <p:nvPr/>
        </p:nvSpPr>
        <p:spPr>
          <a:xfrm>
            <a:off x="10731500" y="600075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Finish"/>
          <p:cNvSpPr/>
          <p:nvPr/>
        </p:nvSpPr>
        <p:spPr>
          <a:xfrm>
            <a:off x="10922000" y="600075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3" name="Red car" descr="Red ca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13000" y="3810000"/>
            <a:ext cx="1460500" cy="800100"/>
          </a:xfrm>
          <a:prstGeom prst="rect">
            <a:avLst/>
          </a:prstGeom>
        </p:spPr>
      </p:pic>
      <p:pic>
        <p:nvPicPr>
          <p:cNvPr id="24" name="Blue car" descr="Blue car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18000" y="5334000"/>
            <a:ext cx="1460500" cy="800100"/>
          </a:xfrm>
          <a:prstGeom prst="rect">
            <a:avLst/>
          </a:prstGeom>
        </p:spPr>
      </p:pic>
      <p:sp>
        <p:nvSpPr>
          <p:cNvPr id="25" name="Word card"/>
          <p:cNvSpPr/>
          <p:nvPr/>
        </p:nvSpPr>
        <p:spPr>
          <a:xfrm>
            <a:off x="3873500" y="952500"/>
            <a:ext cx="4445000" cy="22860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76200">
            <a:solidFill>
              <a:srgbClr val="B8A1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Word فَرِحَ" descr="فَرِحَ"/>
          <p:cNvSpPr/>
          <p:nvPr/>
        </p:nvSpPr>
        <p:spPr>
          <a:xfrm>
            <a:off x="4064000" y="1079500"/>
            <a:ext cx="4064000" cy="203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11000" b="1" lang="ar-SA">
                <a:solidFill>
                  <a:srgbClr val="2E2640"/>
                </a:solidFill>
                <a:latin typeface="Arial"/>
                <a:cs typeface="Arial"/>
              </a:rPr>
              <a:t>فَرِحَ</a:t>
            </a:r>
          </a:p>
        </p:txBody>
      </p:sp>
      <p:sp>
        <p:nvSpPr>
          <p:cNvPr id="27" name="Red point" descr="Red ✓">
            <a:hlinkClick action="ppaction://hlinksldjump" r:id="rId5"/>
          </p:cNvPr>
          <p:cNvSpPr/>
          <p:nvPr/>
        </p:nvSpPr>
        <p:spPr>
          <a:xfrm>
            <a:off x="381000" y="1143000"/>
            <a:ext cx="1905000" cy="762000"/>
          </a:xfrm>
          <a:prstGeom prst="roundRect">
            <a:avLst>
              <a:gd name="adj" fmla="val 30000"/>
            </a:avLst>
          </a:prstGeom>
          <a:solidFill>
            <a:srgbClr val="E5536F"/>
          </a:solidFill>
          <a:ln w="635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4000" b="1" lang="en-US">
                <a:solidFill>
                  <a:srgbClr val="FFFFFF"/>
                </a:solidFill>
                <a:latin typeface="Arial"/>
                <a:cs typeface="Arial"/>
              </a:rPr>
              <a:t>Red ✓</a:t>
            </a:r>
          </a:p>
        </p:txBody>
      </p:sp>
      <p:sp>
        <p:nvSpPr>
          <p:cNvPr id="28" name="Blue point" descr="Blue ✓">
            <a:hlinkClick action="ppaction://hlinksldjump" r:id="rId6"/>
          </p:cNvPr>
          <p:cNvSpPr/>
          <p:nvPr/>
        </p:nvSpPr>
        <p:spPr>
          <a:xfrm>
            <a:off x="381000" y="2095500"/>
            <a:ext cx="1905000" cy="762000"/>
          </a:xfrm>
          <a:prstGeom prst="roundRect">
            <a:avLst>
              <a:gd name="adj" fmla="val 30000"/>
            </a:avLst>
          </a:prstGeom>
          <a:solidFill>
            <a:srgbClr val="3FA7C9"/>
          </a:solidFill>
          <a:ln w="635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4000" b="1" lang="en-US">
                <a:solidFill>
                  <a:srgbClr val="FFFFFF"/>
                </a:solidFill>
                <a:latin typeface="Arial"/>
                <a:cs typeface="Arial"/>
              </a:rPr>
              <a:t>Blue ✓</a:t>
            </a:r>
          </a:p>
        </p:txBody>
      </p:sp>
      <p:sp>
        <p:nvSpPr>
          <p:cNvPr id="29" name="Next button">
            <a:hlinkClick action="ppaction://hlinksldjump" r:id="rId7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Next arrow">
            <a:hlinkClick action="ppaction://hlinksldjump" r:id="rId7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8" name="vroom.wav"/>
      </p:stSnd>
    </p:sndAc>
  </p:transition>
</p:sld>
</file>

<file path=ppt/slides/slide240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1968500" y="127000"/>
            <a:ext cx="8255000" cy="635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Team Race!  Read the word, then tap your team."/>
          <p:cNvSpPr/>
          <p:nvPr/>
        </p:nvSpPr>
        <p:spPr>
          <a:xfrm>
            <a:off x="2095500" y="127000"/>
            <a:ext cx="8001000" cy="635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000" b="1" lang="en-US">
                <a:solidFill>
                  <a:srgbClr val="2E2640"/>
                </a:solidFill>
                <a:latin typeface="Arial"/>
                <a:cs typeface="Arial"/>
              </a:rPr>
              <a:t>Team Race!  Read the word, then tap your team.</a:t>
            </a:r>
          </a:p>
        </p:txBody>
      </p:sp>
      <p:sp>
        <p:nvSpPr>
          <p:cNvPr id="5" name="Red lane"/>
          <p:cNvSpPr/>
          <p:nvPr/>
        </p:nvSpPr>
        <p:spPr>
          <a:xfrm>
            <a:off x="254000" y="3556000"/>
            <a:ext cx="11303000" cy="1270000"/>
          </a:xfrm>
          <a:prstGeom prst="roundRect">
            <a:avLst>
              <a:gd name="adj" fmla="val 20000"/>
            </a:avLst>
          </a:prstGeom>
          <a:solidFill>
            <a:srgbClr val="FFE3E8"/>
          </a:solidFill>
          <a:ln w="38100">
            <a:solidFill>
              <a:srgbClr val="D9D2E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Blue lane"/>
          <p:cNvSpPr/>
          <p:nvPr/>
        </p:nvSpPr>
        <p:spPr>
          <a:xfrm>
            <a:off x="254000" y="5080000"/>
            <a:ext cx="11303000" cy="1270000"/>
          </a:xfrm>
          <a:prstGeom prst="roundRect">
            <a:avLst>
              <a:gd name="adj" fmla="val 20000"/>
            </a:avLst>
          </a:prstGeom>
          <a:solidFill>
            <a:srgbClr val="E0F4FF"/>
          </a:solidFill>
          <a:ln w="38100">
            <a:solidFill>
              <a:srgbClr val="D9D2E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Finish"/>
          <p:cNvSpPr/>
          <p:nvPr/>
        </p:nvSpPr>
        <p:spPr>
          <a:xfrm>
            <a:off x="10731500" y="355600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Finish"/>
          <p:cNvSpPr/>
          <p:nvPr/>
        </p:nvSpPr>
        <p:spPr>
          <a:xfrm>
            <a:off x="10922000" y="355600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Finish"/>
          <p:cNvSpPr/>
          <p:nvPr/>
        </p:nvSpPr>
        <p:spPr>
          <a:xfrm>
            <a:off x="10731500" y="390525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Finish"/>
          <p:cNvSpPr/>
          <p:nvPr/>
        </p:nvSpPr>
        <p:spPr>
          <a:xfrm>
            <a:off x="10922000" y="390525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Finish"/>
          <p:cNvSpPr/>
          <p:nvPr/>
        </p:nvSpPr>
        <p:spPr>
          <a:xfrm>
            <a:off x="10731500" y="425450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Finish"/>
          <p:cNvSpPr/>
          <p:nvPr/>
        </p:nvSpPr>
        <p:spPr>
          <a:xfrm>
            <a:off x="10922000" y="425450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Finish"/>
          <p:cNvSpPr/>
          <p:nvPr/>
        </p:nvSpPr>
        <p:spPr>
          <a:xfrm>
            <a:off x="10731500" y="460375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Finish"/>
          <p:cNvSpPr/>
          <p:nvPr/>
        </p:nvSpPr>
        <p:spPr>
          <a:xfrm>
            <a:off x="10922000" y="460375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Finish"/>
          <p:cNvSpPr/>
          <p:nvPr/>
        </p:nvSpPr>
        <p:spPr>
          <a:xfrm>
            <a:off x="10731500" y="495300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Finish"/>
          <p:cNvSpPr/>
          <p:nvPr/>
        </p:nvSpPr>
        <p:spPr>
          <a:xfrm>
            <a:off x="10922000" y="495300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Finish"/>
          <p:cNvSpPr/>
          <p:nvPr/>
        </p:nvSpPr>
        <p:spPr>
          <a:xfrm>
            <a:off x="10731500" y="530225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Finish"/>
          <p:cNvSpPr/>
          <p:nvPr/>
        </p:nvSpPr>
        <p:spPr>
          <a:xfrm>
            <a:off x="10922000" y="530225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Finish"/>
          <p:cNvSpPr/>
          <p:nvPr/>
        </p:nvSpPr>
        <p:spPr>
          <a:xfrm>
            <a:off x="10731500" y="565150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Finish"/>
          <p:cNvSpPr/>
          <p:nvPr/>
        </p:nvSpPr>
        <p:spPr>
          <a:xfrm>
            <a:off x="10922000" y="565150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Finish"/>
          <p:cNvSpPr/>
          <p:nvPr/>
        </p:nvSpPr>
        <p:spPr>
          <a:xfrm>
            <a:off x="10731500" y="600075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Finish"/>
          <p:cNvSpPr/>
          <p:nvPr/>
        </p:nvSpPr>
        <p:spPr>
          <a:xfrm>
            <a:off x="10922000" y="600075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3" name="Red car" descr="Red ca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13000" y="3810000"/>
            <a:ext cx="1460500" cy="800100"/>
          </a:xfrm>
          <a:prstGeom prst="rect">
            <a:avLst/>
          </a:prstGeom>
        </p:spPr>
      </p:pic>
      <p:pic>
        <p:nvPicPr>
          <p:cNvPr id="24" name="Blue car" descr="Blue car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23000" y="5334000"/>
            <a:ext cx="1460500" cy="800100"/>
          </a:xfrm>
          <a:prstGeom prst="rect">
            <a:avLst/>
          </a:prstGeom>
        </p:spPr>
      </p:pic>
      <p:sp>
        <p:nvSpPr>
          <p:cNvPr id="25" name="Word card"/>
          <p:cNvSpPr/>
          <p:nvPr/>
        </p:nvSpPr>
        <p:spPr>
          <a:xfrm>
            <a:off x="3873500" y="952500"/>
            <a:ext cx="4445000" cy="22860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76200">
            <a:solidFill>
              <a:srgbClr val="B8A1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Word غَضِبَ" descr="غَضِبَ"/>
          <p:cNvSpPr/>
          <p:nvPr/>
        </p:nvSpPr>
        <p:spPr>
          <a:xfrm>
            <a:off x="4064000" y="1079500"/>
            <a:ext cx="4064000" cy="203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11000" b="1" lang="ar-SA">
                <a:solidFill>
                  <a:srgbClr val="2E2640"/>
                </a:solidFill>
                <a:latin typeface="Arial"/>
                <a:cs typeface="Arial"/>
              </a:rPr>
              <a:t>غَضِبَ</a:t>
            </a:r>
          </a:p>
        </p:txBody>
      </p:sp>
      <p:sp>
        <p:nvSpPr>
          <p:cNvPr id="27" name="Red point" descr="Red ✓">
            <a:hlinkClick action="ppaction://hlinksldjump" r:id="rId5"/>
          </p:cNvPr>
          <p:cNvSpPr/>
          <p:nvPr/>
        </p:nvSpPr>
        <p:spPr>
          <a:xfrm>
            <a:off x="381000" y="1143000"/>
            <a:ext cx="1905000" cy="762000"/>
          </a:xfrm>
          <a:prstGeom prst="roundRect">
            <a:avLst>
              <a:gd name="adj" fmla="val 30000"/>
            </a:avLst>
          </a:prstGeom>
          <a:solidFill>
            <a:srgbClr val="E5536F"/>
          </a:solidFill>
          <a:ln w="635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4000" b="1" lang="en-US">
                <a:solidFill>
                  <a:srgbClr val="FFFFFF"/>
                </a:solidFill>
                <a:latin typeface="Arial"/>
                <a:cs typeface="Arial"/>
              </a:rPr>
              <a:t>Red ✓</a:t>
            </a:r>
          </a:p>
        </p:txBody>
      </p:sp>
      <p:sp>
        <p:nvSpPr>
          <p:cNvPr id="28" name="Blue point" descr="Blue ✓">
            <a:hlinkClick action="ppaction://hlinksldjump" r:id="rId6"/>
          </p:cNvPr>
          <p:cNvSpPr/>
          <p:nvPr/>
        </p:nvSpPr>
        <p:spPr>
          <a:xfrm>
            <a:off x="381000" y="2095500"/>
            <a:ext cx="1905000" cy="762000"/>
          </a:xfrm>
          <a:prstGeom prst="roundRect">
            <a:avLst>
              <a:gd name="adj" fmla="val 30000"/>
            </a:avLst>
          </a:prstGeom>
          <a:solidFill>
            <a:srgbClr val="3FA7C9"/>
          </a:solidFill>
          <a:ln w="635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4000" b="1" lang="en-US">
                <a:solidFill>
                  <a:srgbClr val="FFFFFF"/>
                </a:solidFill>
                <a:latin typeface="Arial"/>
                <a:cs typeface="Arial"/>
              </a:rPr>
              <a:t>Blue ✓</a:t>
            </a:r>
          </a:p>
        </p:txBody>
      </p:sp>
      <p:sp>
        <p:nvSpPr>
          <p:cNvPr id="29" name="Next button">
            <a:hlinkClick action="ppaction://hlinksldjump" r:id="rId7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Next arrow">
            <a:hlinkClick action="ppaction://hlinksldjump" r:id="rId7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8" name="vroom.wav"/>
      </p:stSnd>
    </p:sndAc>
  </p:transition>
</p:sld>
</file>

<file path=ppt/slides/slide241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1968500" y="127000"/>
            <a:ext cx="8255000" cy="635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Team Race!  Read the word, then tap your team."/>
          <p:cNvSpPr/>
          <p:nvPr/>
        </p:nvSpPr>
        <p:spPr>
          <a:xfrm>
            <a:off x="2095500" y="127000"/>
            <a:ext cx="8001000" cy="635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000" b="1" lang="en-US">
                <a:solidFill>
                  <a:srgbClr val="2E2640"/>
                </a:solidFill>
                <a:latin typeface="Arial"/>
                <a:cs typeface="Arial"/>
              </a:rPr>
              <a:t>Team Race!  Read the word, then tap your team.</a:t>
            </a:r>
          </a:p>
        </p:txBody>
      </p:sp>
      <p:sp>
        <p:nvSpPr>
          <p:cNvPr id="5" name="Red lane"/>
          <p:cNvSpPr/>
          <p:nvPr/>
        </p:nvSpPr>
        <p:spPr>
          <a:xfrm>
            <a:off x="254000" y="3556000"/>
            <a:ext cx="11303000" cy="1270000"/>
          </a:xfrm>
          <a:prstGeom prst="roundRect">
            <a:avLst>
              <a:gd name="adj" fmla="val 20000"/>
            </a:avLst>
          </a:prstGeom>
          <a:solidFill>
            <a:srgbClr val="FFE3E8"/>
          </a:solidFill>
          <a:ln w="38100">
            <a:solidFill>
              <a:srgbClr val="D9D2E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Blue lane"/>
          <p:cNvSpPr/>
          <p:nvPr/>
        </p:nvSpPr>
        <p:spPr>
          <a:xfrm>
            <a:off x="254000" y="5080000"/>
            <a:ext cx="11303000" cy="1270000"/>
          </a:xfrm>
          <a:prstGeom prst="roundRect">
            <a:avLst>
              <a:gd name="adj" fmla="val 20000"/>
            </a:avLst>
          </a:prstGeom>
          <a:solidFill>
            <a:srgbClr val="E0F4FF"/>
          </a:solidFill>
          <a:ln w="38100">
            <a:solidFill>
              <a:srgbClr val="D9D2E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Finish"/>
          <p:cNvSpPr/>
          <p:nvPr/>
        </p:nvSpPr>
        <p:spPr>
          <a:xfrm>
            <a:off x="10731500" y="355600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Finish"/>
          <p:cNvSpPr/>
          <p:nvPr/>
        </p:nvSpPr>
        <p:spPr>
          <a:xfrm>
            <a:off x="10922000" y="355600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Finish"/>
          <p:cNvSpPr/>
          <p:nvPr/>
        </p:nvSpPr>
        <p:spPr>
          <a:xfrm>
            <a:off x="10731500" y="390525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Finish"/>
          <p:cNvSpPr/>
          <p:nvPr/>
        </p:nvSpPr>
        <p:spPr>
          <a:xfrm>
            <a:off x="10922000" y="390525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Finish"/>
          <p:cNvSpPr/>
          <p:nvPr/>
        </p:nvSpPr>
        <p:spPr>
          <a:xfrm>
            <a:off x="10731500" y="425450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Finish"/>
          <p:cNvSpPr/>
          <p:nvPr/>
        </p:nvSpPr>
        <p:spPr>
          <a:xfrm>
            <a:off x="10922000" y="425450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Finish"/>
          <p:cNvSpPr/>
          <p:nvPr/>
        </p:nvSpPr>
        <p:spPr>
          <a:xfrm>
            <a:off x="10731500" y="460375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Finish"/>
          <p:cNvSpPr/>
          <p:nvPr/>
        </p:nvSpPr>
        <p:spPr>
          <a:xfrm>
            <a:off x="10922000" y="460375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Finish"/>
          <p:cNvSpPr/>
          <p:nvPr/>
        </p:nvSpPr>
        <p:spPr>
          <a:xfrm>
            <a:off x="10731500" y="495300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Finish"/>
          <p:cNvSpPr/>
          <p:nvPr/>
        </p:nvSpPr>
        <p:spPr>
          <a:xfrm>
            <a:off x="10922000" y="495300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Finish"/>
          <p:cNvSpPr/>
          <p:nvPr/>
        </p:nvSpPr>
        <p:spPr>
          <a:xfrm>
            <a:off x="10731500" y="530225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Finish"/>
          <p:cNvSpPr/>
          <p:nvPr/>
        </p:nvSpPr>
        <p:spPr>
          <a:xfrm>
            <a:off x="10922000" y="530225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Finish"/>
          <p:cNvSpPr/>
          <p:nvPr/>
        </p:nvSpPr>
        <p:spPr>
          <a:xfrm>
            <a:off x="10731500" y="565150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Finish"/>
          <p:cNvSpPr/>
          <p:nvPr/>
        </p:nvSpPr>
        <p:spPr>
          <a:xfrm>
            <a:off x="10922000" y="565150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Finish"/>
          <p:cNvSpPr/>
          <p:nvPr/>
        </p:nvSpPr>
        <p:spPr>
          <a:xfrm>
            <a:off x="10731500" y="600075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Finish"/>
          <p:cNvSpPr/>
          <p:nvPr/>
        </p:nvSpPr>
        <p:spPr>
          <a:xfrm>
            <a:off x="10922000" y="600075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3" name="Red car" descr="Red ca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13000" y="3810000"/>
            <a:ext cx="1460500" cy="800100"/>
          </a:xfrm>
          <a:prstGeom prst="rect">
            <a:avLst/>
          </a:prstGeom>
        </p:spPr>
      </p:pic>
      <p:pic>
        <p:nvPicPr>
          <p:cNvPr id="24" name="Blue car" descr="Blue car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8000" y="5334000"/>
            <a:ext cx="1460500" cy="800100"/>
          </a:xfrm>
          <a:prstGeom prst="rect">
            <a:avLst/>
          </a:prstGeom>
        </p:spPr>
      </p:pic>
      <p:sp>
        <p:nvSpPr>
          <p:cNvPr id="25" name="Word card"/>
          <p:cNvSpPr/>
          <p:nvPr/>
        </p:nvSpPr>
        <p:spPr>
          <a:xfrm>
            <a:off x="3873500" y="952500"/>
            <a:ext cx="4445000" cy="22860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76200">
            <a:solidFill>
              <a:srgbClr val="B8A1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Word سَلِمَ" descr="سَلِمَ"/>
          <p:cNvSpPr/>
          <p:nvPr/>
        </p:nvSpPr>
        <p:spPr>
          <a:xfrm>
            <a:off x="4064000" y="1079500"/>
            <a:ext cx="4064000" cy="203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11000" b="1" lang="ar-SA">
                <a:solidFill>
                  <a:srgbClr val="2E2640"/>
                </a:solidFill>
                <a:latin typeface="Arial"/>
                <a:cs typeface="Arial"/>
              </a:rPr>
              <a:t>سَلِمَ</a:t>
            </a:r>
          </a:p>
        </p:txBody>
      </p:sp>
      <p:sp>
        <p:nvSpPr>
          <p:cNvPr id="27" name="Red point" descr="Red ✓">
            <a:hlinkClick action="ppaction://hlinksldjump" r:id="rId5"/>
          </p:cNvPr>
          <p:cNvSpPr/>
          <p:nvPr/>
        </p:nvSpPr>
        <p:spPr>
          <a:xfrm>
            <a:off x="381000" y="1143000"/>
            <a:ext cx="1905000" cy="762000"/>
          </a:xfrm>
          <a:prstGeom prst="roundRect">
            <a:avLst>
              <a:gd name="adj" fmla="val 30000"/>
            </a:avLst>
          </a:prstGeom>
          <a:solidFill>
            <a:srgbClr val="E5536F"/>
          </a:solidFill>
          <a:ln w="635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4000" b="1" lang="en-US">
                <a:solidFill>
                  <a:srgbClr val="FFFFFF"/>
                </a:solidFill>
                <a:latin typeface="Arial"/>
                <a:cs typeface="Arial"/>
              </a:rPr>
              <a:t>Red ✓</a:t>
            </a:r>
          </a:p>
        </p:txBody>
      </p:sp>
      <p:sp>
        <p:nvSpPr>
          <p:cNvPr id="28" name="Blue point" descr="Blue ✓">
            <a:hlinkClick action="ppaction://hlinksldjump" r:id="rId6"/>
          </p:cNvPr>
          <p:cNvSpPr/>
          <p:nvPr/>
        </p:nvSpPr>
        <p:spPr>
          <a:xfrm>
            <a:off x="381000" y="2095500"/>
            <a:ext cx="1905000" cy="762000"/>
          </a:xfrm>
          <a:prstGeom prst="roundRect">
            <a:avLst>
              <a:gd name="adj" fmla="val 30000"/>
            </a:avLst>
          </a:prstGeom>
          <a:solidFill>
            <a:srgbClr val="3FA7C9"/>
          </a:solidFill>
          <a:ln w="635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4000" b="1" lang="en-US">
                <a:solidFill>
                  <a:srgbClr val="FFFFFF"/>
                </a:solidFill>
                <a:latin typeface="Arial"/>
                <a:cs typeface="Arial"/>
              </a:rPr>
              <a:t>Blue ✓</a:t>
            </a:r>
          </a:p>
        </p:txBody>
      </p:sp>
      <p:sp>
        <p:nvSpPr>
          <p:cNvPr id="29" name="Next button">
            <a:hlinkClick action="ppaction://hlinksldjump" r:id="rId7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Next arrow">
            <a:hlinkClick action="ppaction://hlinksldjump" r:id="rId7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8" name="vroom.wav"/>
      </p:stSnd>
    </p:sndAc>
  </p:transition>
</p:sld>
</file>

<file path=ppt/slides/slide242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1968500" y="127000"/>
            <a:ext cx="8255000" cy="635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Team Race!  Read the word, then tap your team."/>
          <p:cNvSpPr/>
          <p:nvPr/>
        </p:nvSpPr>
        <p:spPr>
          <a:xfrm>
            <a:off x="2095500" y="127000"/>
            <a:ext cx="8001000" cy="635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000" b="1" lang="en-US">
                <a:solidFill>
                  <a:srgbClr val="2E2640"/>
                </a:solidFill>
                <a:latin typeface="Arial"/>
                <a:cs typeface="Arial"/>
              </a:rPr>
              <a:t>Team Race!  Read the word, then tap your team.</a:t>
            </a:r>
          </a:p>
        </p:txBody>
      </p:sp>
      <p:sp>
        <p:nvSpPr>
          <p:cNvPr id="5" name="Red lane"/>
          <p:cNvSpPr/>
          <p:nvPr/>
        </p:nvSpPr>
        <p:spPr>
          <a:xfrm>
            <a:off x="254000" y="3556000"/>
            <a:ext cx="11303000" cy="1270000"/>
          </a:xfrm>
          <a:prstGeom prst="roundRect">
            <a:avLst>
              <a:gd name="adj" fmla="val 20000"/>
            </a:avLst>
          </a:prstGeom>
          <a:solidFill>
            <a:srgbClr val="FFE3E8"/>
          </a:solidFill>
          <a:ln w="38100">
            <a:solidFill>
              <a:srgbClr val="D9D2E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Blue lane"/>
          <p:cNvSpPr/>
          <p:nvPr/>
        </p:nvSpPr>
        <p:spPr>
          <a:xfrm>
            <a:off x="254000" y="5080000"/>
            <a:ext cx="11303000" cy="1270000"/>
          </a:xfrm>
          <a:prstGeom prst="roundRect">
            <a:avLst>
              <a:gd name="adj" fmla="val 20000"/>
            </a:avLst>
          </a:prstGeom>
          <a:solidFill>
            <a:srgbClr val="E0F4FF"/>
          </a:solidFill>
          <a:ln w="38100">
            <a:solidFill>
              <a:srgbClr val="D9D2E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Finish"/>
          <p:cNvSpPr/>
          <p:nvPr/>
        </p:nvSpPr>
        <p:spPr>
          <a:xfrm>
            <a:off x="10731500" y="355600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Finish"/>
          <p:cNvSpPr/>
          <p:nvPr/>
        </p:nvSpPr>
        <p:spPr>
          <a:xfrm>
            <a:off x="10922000" y="355600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Finish"/>
          <p:cNvSpPr/>
          <p:nvPr/>
        </p:nvSpPr>
        <p:spPr>
          <a:xfrm>
            <a:off x="10731500" y="390525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Finish"/>
          <p:cNvSpPr/>
          <p:nvPr/>
        </p:nvSpPr>
        <p:spPr>
          <a:xfrm>
            <a:off x="10922000" y="390525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Finish"/>
          <p:cNvSpPr/>
          <p:nvPr/>
        </p:nvSpPr>
        <p:spPr>
          <a:xfrm>
            <a:off x="10731500" y="425450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Finish"/>
          <p:cNvSpPr/>
          <p:nvPr/>
        </p:nvSpPr>
        <p:spPr>
          <a:xfrm>
            <a:off x="10922000" y="425450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Finish"/>
          <p:cNvSpPr/>
          <p:nvPr/>
        </p:nvSpPr>
        <p:spPr>
          <a:xfrm>
            <a:off x="10731500" y="460375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Finish"/>
          <p:cNvSpPr/>
          <p:nvPr/>
        </p:nvSpPr>
        <p:spPr>
          <a:xfrm>
            <a:off x="10922000" y="460375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Finish"/>
          <p:cNvSpPr/>
          <p:nvPr/>
        </p:nvSpPr>
        <p:spPr>
          <a:xfrm>
            <a:off x="10731500" y="495300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Finish"/>
          <p:cNvSpPr/>
          <p:nvPr/>
        </p:nvSpPr>
        <p:spPr>
          <a:xfrm>
            <a:off x="10922000" y="495300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Finish"/>
          <p:cNvSpPr/>
          <p:nvPr/>
        </p:nvSpPr>
        <p:spPr>
          <a:xfrm>
            <a:off x="10731500" y="530225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Finish"/>
          <p:cNvSpPr/>
          <p:nvPr/>
        </p:nvSpPr>
        <p:spPr>
          <a:xfrm>
            <a:off x="10922000" y="530225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Finish"/>
          <p:cNvSpPr/>
          <p:nvPr/>
        </p:nvSpPr>
        <p:spPr>
          <a:xfrm>
            <a:off x="10731500" y="565150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Finish"/>
          <p:cNvSpPr/>
          <p:nvPr/>
        </p:nvSpPr>
        <p:spPr>
          <a:xfrm>
            <a:off x="10922000" y="565150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Finish"/>
          <p:cNvSpPr/>
          <p:nvPr/>
        </p:nvSpPr>
        <p:spPr>
          <a:xfrm>
            <a:off x="10731500" y="600075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Finish"/>
          <p:cNvSpPr/>
          <p:nvPr/>
        </p:nvSpPr>
        <p:spPr>
          <a:xfrm>
            <a:off x="10922000" y="600075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3" name="Red car" descr="Red ca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18000" y="3810000"/>
            <a:ext cx="1460500" cy="800100"/>
          </a:xfrm>
          <a:prstGeom prst="rect">
            <a:avLst/>
          </a:prstGeom>
        </p:spPr>
      </p:pic>
      <p:pic>
        <p:nvPicPr>
          <p:cNvPr id="24" name="Blue car" descr="Blue car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8000" y="5334000"/>
            <a:ext cx="1460500" cy="800100"/>
          </a:xfrm>
          <a:prstGeom prst="rect">
            <a:avLst/>
          </a:prstGeom>
        </p:spPr>
      </p:pic>
      <p:sp>
        <p:nvSpPr>
          <p:cNvPr id="25" name="Word card"/>
          <p:cNvSpPr/>
          <p:nvPr/>
        </p:nvSpPr>
        <p:spPr>
          <a:xfrm>
            <a:off x="3873500" y="952500"/>
            <a:ext cx="4445000" cy="22860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76200">
            <a:solidFill>
              <a:srgbClr val="B8A1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Word عَطِشَ" descr="عَطِشَ"/>
          <p:cNvSpPr/>
          <p:nvPr/>
        </p:nvSpPr>
        <p:spPr>
          <a:xfrm>
            <a:off x="4064000" y="1079500"/>
            <a:ext cx="4064000" cy="203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11000" b="1" lang="ar-SA">
                <a:solidFill>
                  <a:srgbClr val="2E2640"/>
                </a:solidFill>
                <a:latin typeface="Arial"/>
                <a:cs typeface="Arial"/>
              </a:rPr>
              <a:t>عَطِشَ</a:t>
            </a:r>
          </a:p>
        </p:txBody>
      </p:sp>
      <p:sp>
        <p:nvSpPr>
          <p:cNvPr id="27" name="Red point" descr="Red ✓">
            <a:hlinkClick action="ppaction://hlinksldjump" r:id="rId5"/>
          </p:cNvPr>
          <p:cNvSpPr/>
          <p:nvPr/>
        </p:nvSpPr>
        <p:spPr>
          <a:xfrm>
            <a:off x="381000" y="1143000"/>
            <a:ext cx="1905000" cy="762000"/>
          </a:xfrm>
          <a:prstGeom prst="roundRect">
            <a:avLst>
              <a:gd name="adj" fmla="val 30000"/>
            </a:avLst>
          </a:prstGeom>
          <a:solidFill>
            <a:srgbClr val="E5536F"/>
          </a:solidFill>
          <a:ln w="635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4000" b="1" lang="en-US">
                <a:solidFill>
                  <a:srgbClr val="FFFFFF"/>
                </a:solidFill>
                <a:latin typeface="Arial"/>
                <a:cs typeface="Arial"/>
              </a:rPr>
              <a:t>Red ✓</a:t>
            </a:r>
          </a:p>
        </p:txBody>
      </p:sp>
      <p:sp>
        <p:nvSpPr>
          <p:cNvPr id="28" name="Blue point" descr="Blue ✓">
            <a:hlinkClick action="ppaction://hlinksldjump" r:id="rId6"/>
          </p:cNvPr>
          <p:cNvSpPr/>
          <p:nvPr/>
        </p:nvSpPr>
        <p:spPr>
          <a:xfrm>
            <a:off x="381000" y="2095500"/>
            <a:ext cx="1905000" cy="762000"/>
          </a:xfrm>
          <a:prstGeom prst="roundRect">
            <a:avLst>
              <a:gd name="adj" fmla="val 30000"/>
            </a:avLst>
          </a:prstGeom>
          <a:solidFill>
            <a:srgbClr val="3FA7C9"/>
          </a:solidFill>
          <a:ln w="635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4000" b="1" lang="en-US">
                <a:solidFill>
                  <a:srgbClr val="FFFFFF"/>
                </a:solidFill>
                <a:latin typeface="Arial"/>
                <a:cs typeface="Arial"/>
              </a:rPr>
              <a:t>Blue ✓</a:t>
            </a:r>
          </a:p>
        </p:txBody>
      </p:sp>
      <p:sp>
        <p:nvSpPr>
          <p:cNvPr id="29" name="Next button">
            <a:hlinkClick action="ppaction://hlinksldjump" r:id="rId7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Next arrow">
            <a:hlinkClick action="ppaction://hlinksldjump" r:id="rId7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8" name="vroom.wav"/>
      </p:stSnd>
    </p:sndAc>
  </p:transition>
</p:sld>
</file>

<file path=ppt/slides/slide243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1968500" y="127000"/>
            <a:ext cx="8255000" cy="635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Team Race!  Read the word, then tap your team."/>
          <p:cNvSpPr/>
          <p:nvPr/>
        </p:nvSpPr>
        <p:spPr>
          <a:xfrm>
            <a:off x="2095500" y="127000"/>
            <a:ext cx="8001000" cy="635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000" b="1" lang="en-US">
                <a:solidFill>
                  <a:srgbClr val="2E2640"/>
                </a:solidFill>
                <a:latin typeface="Arial"/>
                <a:cs typeface="Arial"/>
              </a:rPr>
              <a:t>Team Race!  Read the word, then tap your team.</a:t>
            </a:r>
          </a:p>
        </p:txBody>
      </p:sp>
      <p:sp>
        <p:nvSpPr>
          <p:cNvPr id="5" name="Red lane"/>
          <p:cNvSpPr/>
          <p:nvPr/>
        </p:nvSpPr>
        <p:spPr>
          <a:xfrm>
            <a:off x="254000" y="3556000"/>
            <a:ext cx="11303000" cy="1270000"/>
          </a:xfrm>
          <a:prstGeom prst="roundRect">
            <a:avLst>
              <a:gd name="adj" fmla="val 20000"/>
            </a:avLst>
          </a:prstGeom>
          <a:solidFill>
            <a:srgbClr val="FFE3E8"/>
          </a:solidFill>
          <a:ln w="38100">
            <a:solidFill>
              <a:srgbClr val="D9D2E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Blue lane"/>
          <p:cNvSpPr/>
          <p:nvPr/>
        </p:nvSpPr>
        <p:spPr>
          <a:xfrm>
            <a:off x="254000" y="5080000"/>
            <a:ext cx="11303000" cy="1270000"/>
          </a:xfrm>
          <a:prstGeom prst="roundRect">
            <a:avLst>
              <a:gd name="adj" fmla="val 20000"/>
            </a:avLst>
          </a:prstGeom>
          <a:solidFill>
            <a:srgbClr val="E0F4FF"/>
          </a:solidFill>
          <a:ln w="38100">
            <a:solidFill>
              <a:srgbClr val="D9D2E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Finish"/>
          <p:cNvSpPr/>
          <p:nvPr/>
        </p:nvSpPr>
        <p:spPr>
          <a:xfrm>
            <a:off x="10731500" y="355600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Finish"/>
          <p:cNvSpPr/>
          <p:nvPr/>
        </p:nvSpPr>
        <p:spPr>
          <a:xfrm>
            <a:off x="10922000" y="355600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Finish"/>
          <p:cNvSpPr/>
          <p:nvPr/>
        </p:nvSpPr>
        <p:spPr>
          <a:xfrm>
            <a:off x="10731500" y="390525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Finish"/>
          <p:cNvSpPr/>
          <p:nvPr/>
        </p:nvSpPr>
        <p:spPr>
          <a:xfrm>
            <a:off x="10922000" y="390525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Finish"/>
          <p:cNvSpPr/>
          <p:nvPr/>
        </p:nvSpPr>
        <p:spPr>
          <a:xfrm>
            <a:off x="10731500" y="425450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Finish"/>
          <p:cNvSpPr/>
          <p:nvPr/>
        </p:nvSpPr>
        <p:spPr>
          <a:xfrm>
            <a:off x="10922000" y="425450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Finish"/>
          <p:cNvSpPr/>
          <p:nvPr/>
        </p:nvSpPr>
        <p:spPr>
          <a:xfrm>
            <a:off x="10731500" y="460375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Finish"/>
          <p:cNvSpPr/>
          <p:nvPr/>
        </p:nvSpPr>
        <p:spPr>
          <a:xfrm>
            <a:off x="10922000" y="460375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Finish"/>
          <p:cNvSpPr/>
          <p:nvPr/>
        </p:nvSpPr>
        <p:spPr>
          <a:xfrm>
            <a:off x="10731500" y="495300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Finish"/>
          <p:cNvSpPr/>
          <p:nvPr/>
        </p:nvSpPr>
        <p:spPr>
          <a:xfrm>
            <a:off x="10922000" y="495300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Finish"/>
          <p:cNvSpPr/>
          <p:nvPr/>
        </p:nvSpPr>
        <p:spPr>
          <a:xfrm>
            <a:off x="10731500" y="530225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Finish"/>
          <p:cNvSpPr/>
          <p:nvPr/>
        </p:nvSpPr>
        <p:spPr>
          <a:xfrm>
            <a:off x="10922000" y="530225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Finish"/>
          <p:cNvSpPr/>
          <p:nvPr/>
        </p:nvSpPr>
        <p:spPr>
          <a:xfrm>
            <a:off x="10731500" y="565150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Finish"/>
          <p:cNvSpPr/>
          <p:nvPr/>
        </p:nvSpPr>
        <p:spPr>
          <a:xfrm>
            <a:off x="10922000" y="565150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Finish"/>
          <p:cNvSpPr/>
          <p:nvPr/>
        </p:nvSpPr>
        <p:spPr>
          <a:xfrm>
            <a:off x="10731500" y="600075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Finish"/>
          <p:cNvSpPr/>
          <p:nvPr/>
        </p:nvSpPr>
        <p:spPr>
          <a:xfrm>
            <a:off x="10922000" y="600075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3" name="Red car" descr="Red ca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18000" y="3810000"/>
            <a:ext cx="1460500" cy="800100"/>
          </a:xfrm>
          <a:prstGeom prst="rect">
            <a:avLst/>
          </a:prstGeom>
        </p:spPr>
      </p:pic>
      <p:pic>
        <p:nvPicPr>
          <p:cNvPr id="24" name="Blue car" descr="Blue car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13000" y="5334000"/>
            <a:ext cx="1460500" cy="800100"/>
          </a:xfrm>
          <a:prstGeom prst="rect">
            <a:avLst/>
          </a:prstGeom>
        </p:spPr>
      </p:pic>
      <p:sp>
        <p:nvSpPr>
          <p:cNvPr id="25" name="Word card"/>
          <p:cNvSpPr/>
          <p:nvPr/>
        </p:nvSpPr>
        <p:spPr>
          <a:xfrm>
            <a:off x="3873500" y="952500"/>
            <a:ext cx="4445000" cy="22860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76200">
            <a:solidFill>
              <a:srgbClr val="B8A1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Word فَرِحَ" descr="فَرِحَ"/>
          <p:cNvSpPr/>
          <p:nvPr/>
        </p:nvSpPr>
        <p:spPr>
          <a:xfrm>
            <a:off x="4064000" y="1079500"/>
            <a:ext cx="4064000" cy="203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11000" b="1" lang="ar-SA">
                <a:solidFill>
                  <a:srgbClr val="2E2640"/>
                </a:solidFill>
                <a:latin typeface="Arial"/>
                <a:cs typeface="Arial"/>
              </a:rPr>
              <a:t>فَرِحَ</a:t>
            </a:r>
          </a:p>
        </p:txBody>
      </p:sp>
      <p:sp>
        <p:nvSpPr>
          <p:cNvPr id="27" name="Red point" descr="Red ✓">
            <a:hlinkClick action="ppaction://hlinksldjump" r:id="rId5"/>
          </p:cNvPr>
          <p:cNvSpPr/>
          <p:nvPr/>
        </p:nvSpPr>
        <p:spPr>
          <a:xfrm>
            <a:off x="381000" y="1143000"/>
            <a:ext cx="1905000" cy="762000"/>
          </a:xfrm>
          <a:prstGeom prst="roundRect">
            <a:avLst>
              <a:gd name="adj" fmla="val 30000"/>
            </a:avLst>
          </a:prstGeom>
          <a:solidFill>
            <a:srgbClr val="E5536F"/>
          </a:solidFill>
          <a:ln w="635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4000" b="1" lang="en-US">
                <a:solidFill>
                  <a:srgbClr val="FFFFFF"/>
                </a:solidFill>
                <a:latin typeface="Arial"/>
                <a:cs typeface="Arial"/>
              </a:rPr>
              <a:t>Red ✓</a:t>
            </a:r>
          </a:p>
        </p:txBody>
      </p:sp>
      <p:sp>
        <p:nvSpPr>
          <p:cNvPr id="28" name="Blue point" descr="Blue ✓">
            <a:hlinkClick action="ppaction://hlinksldjump" r:id="rId6"/>
          </p:cNvPr>
          <p:cNvSpPr/>
          <p:nvPr/>
        </p:nvSpPr>
        <p:spPr>
          <a:xfrm>
            <a:off x="381000" y="2095500"/>
            <a:ext cx="1905000" cy="762000"/>
          </a:xfrm>
          <a:prstGeom prst="roundRect">
            <a:avLst>
              <a:gd name="adj" fmla="val 30000"/>
            </a:avLst>
          </a:prstGeom>
          <a:solidFill>
            <a:srgbClr val="3FA7C9"/>
          </a:solidFill>
          <a:ln w="635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4000" b="1" lang="en-US">
                <a:solidFill>
                  <a:srgbClr val="FFFFFF"/>
                </a:solidFill>
                <a:latin typeface="Arial"/>
                <a:cs typeface="Arial"/>
              </a:rPr>
              <a:t>Blue ✓</a:t>
            </a:r>
          </a:p>
        </p:txBody>
      </p:sp>
      <p:sp>
        <p:nvSpPr>
          <p:cNvPr id="29" name="Next button">
            <a:hlinkClick action="ppaction://hlinksldjump" r:id="rId7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Next arrow">
            <a:hlinkClick action="ppaction://hlinksldjump" r:id="rId7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8" name="vroom.wav"/>
      </p:stSnd>
    </p:sndAc>
  </p:transition>
</p:sld>
</file>

<file path=ppt/slides/slide244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1968500" y="127000"/>
            <a:ext cx="8255000" cy="635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Team Race!  Read the word, then tap your team."/>
          <p:cNvSpPr/>
          <p:nvPr/>
        </p:nvSpPr>
        <p:spPr>
          <a:xfrm>
            <a:off x="2095500" y="127000"/>
            <a:ext cx="8001000" cy="635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000" b="1" lang="en-US">
                <a:solidFill>
                  <a:srgbClr val="2E2640"/>
                </a:solidFill>
                <a:latin typeface="Arial"/>
                <a:cs typeface="Arial"/>
              </a:rPr>
              <a:t>Team Race!  Read the word, then tap your team.</a:t>
            </a:r>
          </a:p>
        </p:txBody>
      </p:sp>
      <p:sp>
        <p:nvSpPr>
          <p:cNvPr id="5" name="Red lane"/>
          <p:cNvSpPr/>
          <p:nvPr/>
        </p:nvSpPr>
        <p:spPr>
          <a:xfrm>
            <a:off x="254000" y="3556000"/>
            <a:ext cx="11303000" cy="1270000"/>
          </a:xfrm>
          <a:prstGeom prst="roundRect">
            <a:avLst>
              <a:gd name="adj" fmla="val 20000"/>
            </a:avLst>
          </a:prstGeom>
          <a:solidFill>
            <a:srgbClr val="FFE3E8"/>
          </a:solidFill>
          <a:ln w="38100">
            <a:solidFill>
              <a:srgbClr val="D9D2E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Blue lane"/>
          <p:cNvSpPr/>
          <p:nvPr/>
        </p:nvSpPr>
        <p:spPr>
          <a:xfrm>
            <a:off x="254000" y="5080000"/>
            <a:ext cx="11303000" cy="1270000"/>
          </a:xfrm>
          <a:prstGeom prst="roundRect">
            <a:avLst>
              <a:gd name="adj" fmla="val 20000"/>
            </a:avLst>
          </a:prstGeom>
          <a:solidFill>
            <a:srgbClr val="E0F4FF"/>
          </a:solidFill>
          <a:ln w="38100">
            <a:solidFill>
              <a:srgbClr val="D9D2E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Finish"/>
          <p:cNvSpPr/>
          <p:nvPr/>
        </p:nvSpPr>
        <p:spPr>
          <a:xfrm>
            <a:off x="10731500" y="355600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Finish"/>
          <p:cNvSpPr/>
          <p:nvPr/>
        </p:nvSpPr>
        <p:spPr>
          <a:xfrm>
            <a:off x="10922000" y="355600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Finish"/>
          <p:cNvSpPr/>
          <p:nvPr/>
        </p:nvSpPr>
        <p:spPr>
          <a:xfrm>
            <a:off x="10731500" y="390525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Finish"/>
          <p:cNvSpPr/>
          <p:nvPr/>
        </p:nvSpPr>
        <p:spPr>
          <a:xfrm>
            <a:off x="10922000" y="390525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Finish"/>
          <p:cNvSpPr/>
          <p:nvPr/>
        </p:nvSpPr>
        <p:spPr>
          <a:xfrm>
            <a:off x="10731500" y="425450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Finish"/>
          <p:cNvSpPr/>
          <p:nvPr/>
        </p:nvSpPr>
        <p:spPr>
          <a:xfrm>
            <a:off x="10922000" y="425450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Finish"/>
          <p:cNvSpPr/>
          <p:nvPr/>
        </p:nvSpPr>
        <p:spPr>
          <a:xfrm>
            <a:off x="10731500" y="460375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Finish"/>
          <p:cNvSpPr/>
          <p:nvPr/>
        </p:nvSpPr>
        <p:spPr>
          <a:xfrm>
            <a:off x="10922000" y="460375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Finish"/>
          <p:cNvSpPr/>
          <p:nvPr/>
        </p:nvSpPr>
        <p:spPr>
          <a:xfrm>
            <a:off x="10731500" y="495300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Finish"/>
          <p:cNvSpPr/>
          <p:nvPr/>
        </p:nvSpPr>
        <p:spPr>
          <a:xfrm>
            <a:off x="10922000" y="495300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Finish"/>
          <p:cNvSpPr/>
          <p:nvPr/>
        </p:nvSpPr>
        <p:spPr>
          <a:xfrm>
            <a:off x="10731500" y="530225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Finish"/>
          <p:cNvSpPr/>
          <p:nvPr/>
        </p:nvSpPr>
        <p:spPr>
          <a:xfrm>
            <a:off x="10922000" y="530225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Finish"/>
          <p:cNvSpPr/>
          <p:nvPr/>
        </p:nvSpPr>
        <p:spPr>
          <a:xfrm>
            <a:off x="10731500" y="565150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Finish"/>
          <p:cNvSpPr/>
          <p:nvPr/>
        </p:nvSpPr>
        <p:spPr>
          <a:xfrm>
            <a:off x="10922000" y="565150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Finish"/>
          <p:cNvSpPr/>
          <p:nvPr/>
        </p:nvSpPr>
        <p:spPr>
          <a:xfrm>
            <a:off x="10731500" y="600075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Finish"/>
          <p:cNvSpPr/>
          <p:nvPr/>
        </p:nvSpPr>
        <p:spPr>
          <a:xfrm>
            <a:off x="10922000" y="600075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3" name="Red car" descr="Red ca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18000" y="3810000"/>
            <a:ext cx="1460500" cy="800100"/>
          </a:xfrm>
          <a:prstGeom prst="rect">
            <a:avLst/>
          </a:prstGeom>
        </p:spPr>
      </p:pic>
      <p:pic>
        <p:nvPicPr>
          <p:cNvPr id="24" name="Blue car" descr="Blue car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18000" y="5334000"/>
            <a:ext cx="1460500" cy="800100"/>
          </a:xfrm>
          <a:prstGeom prst="rect">
            <a:avLst/>
          </a:prstGeom>
        </p:spPr>
      </p:pic>
      <p:sp>
        <p:nvSpPr>
          <p:cNvPr id="25" name="Word card"/>
          <p:cNvSpPr/>
          <p:nvPr/>
        </p:nvSpPr>
        <p:spPr>
          <a:xfrm>
            <a:off x="3873500" y="952500"/>
            <a:ext cx="4445000" cy="22860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76200">
            <a:solidFill>
              <a:srgbClr val="B8A1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Word غَضِبَ" descr="غَضِبَ"/>
          <p:cNvSpPr/>
          <p:nvPr/>
        </p:nvSpPr>
        <p:spPr>
          <a:xfrm>
            <a:off x="4064000" y="1079500"/>
            <a:ext cx="4064000" cy="203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11000" b="1" lang="ar-SA">
                <a:solidFill>
                  <a:srgbClr val="2E2640"/>
                </a:solidFill>
                <a:latin typeface="Arial"/>
                <a:cs typeface="Arial"/>
              </a:rPr>
              <a:t>غَضِبَ</a:t>
            </a:r>
          </a:p>
        </p:txBody>
      </p:sp>
      <p:sp>
        <p:nvSpPr>
          <p:cNvPr id="27" name="Red point" descr="Red ✓">
            <a:hlinkClick action="ppaction://hlinksldjump" r:id="rId5"/>
          </p:cNvPr>
          <p:cNvSpPr/>
          <p:nvPr/>
        </p:nvSpPr>
        <p:spPr>
          <a:xfrm>
            <a:off x="381000" y="1143000"/>
            <a:ext cx="1905000" cy="762000"/>
          </a:xfrm>
          <a:prstGeom prst="roundRect">
            <a:avLst>
              <a:gd name="adj" fmla="val 30000"/>
            </a:avLst>
          </a:prstGeom>
          <a:solidFill>
            <a:srgbClr val="E5536F"/>
          </a:solidFill>
          <a:ln w="635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4000" b="1" lang="en-US">
                <a:solidFill>
                  <a:srgbClr val="FFFFFF"/>
                </a:solidFill>
                <a:latin typeface="Arial"/>
                <a:cs typeface="Arial"/>
              </a:rPr>
              <a:t>Red ✓</a:t>
            </a:r>
          </a:p>
        </p:txBody>
      </p:sp>
      <p:sp>
        <p:nvSpPr>
          <p:cNvPr id="28" name="Blue point" descr="Blue ✓">
            <a:hlinkClick action="ppaction://hlinksldjump" r:id="rId6"/>
          </p:cNvPr>
          <p:cNvSpPr/>
          <p:nvPr/>
        </p:nvSpPr>
        <p:spPr>
          <a:xfrm>
            <a:off x="381000" y="2095500"/>
            <a:ext cx="1905000" cy="762000"/>
          </a:xfrm>
          <a:prstGeom prst="roundRect">
            <a:avLst>
              <a:gd name="adj" fmla="val 30000"/>
            </a:avLst>
          </a:prstGeom>
          <a:solidFill>
            <a:srgbClr val="3FA7C9"/>
          </a:solidFill>
          <a:ln w="635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4000" b="1" lang="en-US">
                <a:solidFill>
                  <a:srgbClr val="FFFFFF"/>
                </a:solidFill>
                <a:latin typeface="Arial"/>
                <a:cs typeface="Arial"/>
              </a:rPr>
              <a:t>Blue ✓</a:t>
            </a:r>
          </a:p>
        </p:txBody>
      </p:sp>
      <p:sp>
        <p:nvSpPr>
          <p:cNvPr id="29" name="Next button">
            <a:hlinkClick action="ppaction://hlinksldjump" r:id="rId7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Next arrow">
            <a:hlinkClick action="ppaction://hlinksldjump" r:id="rId7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8" name="vroom.wav"/>
      </p:stSnd>
    </p:sndAc>
  </p:transition>
</p:sld>
</file>

<file path=ppt/slides/slide245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1968500" y="127000"/>
            <a:ext cx="8255000" cy="635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Team Race!  Read the word, then tap your team."/>
          <p:cNvSpPr/>
          <p:nvPr/>
        </p:nvSpPr>
        <p:spPr>
          <a:xfrm>
            <a:off x="2095500" y="127000"/>
            <a:ext cx="8001000" cy="635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000" b="1" lang="en-US">
                <a:solidFill>
                  <a:srgbClr val="2E2640"/>
                </a:solidFill>
                <a:latin typeface="Arial"/>
                <a:cs typeface="Arial"/>
              </a:rPr>
              <a:t>Team Race!  Read the word, then tap your team.</a:t>
            </a:r>
          </a:p>
        </p:txBody>
      </p:sp>
      <p:sp>
        <p:nvSpPr>
          <p:cNvPr id="5" name="Red lane"/>
          <p:cNvSpPr/>
          <p:nvPr/>
        </p:nvSpPr>
        <p:spPr>
          <a:xfrm>
            <a:off x="254000" y="3556000"/>
            <a:ext cx="11303000" cy="1270000"/>
          </a:xfrm>
          <a:prstGeom prst="roundRect">
            <a:avLst>
              <a:gd name="adj" fmla="val 20000"/>
            </a:avLst>
          </a:prstGeom>
          <a:solidFill>
            <a:srgbClr val="FFE3E8"/>
          </a:solidFill>
          <a:ln w="38100">
            <a:solidFill>
              <a:srgbClr val="D9D2E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Blue lane"/>
          <p:cNvSpPr/>
          <p:nvPr/>
        </p:nvSpPr>
        <p:spPr>
          <a:xfrm>
            <a:off x="254000" y="5080000"/>
            <a:ext cx="11303000" cy="1270000"/>
          </a:xfrm>
          <a:prstGeom prst="roundRect">
            <a:avLst>
              <a:gd name="adj" fmla="val 20000"/>
            </a:avLst>
          </a:prstGeom>
          <a:solidFill>
            <a:srgbClr val="E0F4FF"/>
          </a:solidFill>
          <a:ln w="38100">
            <a:solidFill>
              <a:srgbClr val="D9D2E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Finish"/>
          <p:cNvSpPr/>
          <p:nvPr/>
        </p:nvSpPr>
        <p:spPr>
          <a:xfrm>
            <a:off x="10731500" y="355600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Finish"/>
          <p:cNvSpPr/>
          <p:nvPr/>
        </p:nvSpPr>
        <p:spPr>
          <a:xfrm>
            <a:off x="10922000" y="355600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Finish"/>
          <p:cNvSpPr/>
          <p:nvPr/>
        </p:nvSpPr>
        <p:spPr>
          <a:xfrm>
            <a:off x="10731500" y="390525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Finish"/>
          <p:cNvSpPr/>
          <p:nvPr/>
        </p:nvSpPr>
        <p:spPr>
          <a:xfrm>
            <a:off x="10922000" y="390525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Finish"/>
          <p:cNvSpPr/>
          <p:nvPr/>
        </p:nvSpPr>
        <p:spPr>
          <a:xfrm>
            <a:off x="10731500" y="425450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Finish"/>
          <p:cNvSpPr/>
          <p:nvPr/>
        </p:nvSpPr>
        <p:spPr>
          <a:xfrm>
            <a:off x="10922000" y="425450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Finish"/>
          <p:cNvSpPr/>
          <p:nvPr/>
        </p:nvSpPr>
        <p:spPr>
          <a:xfrm>
            <a:off x="10731500" y="460375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Finish"/>
          <p:cNvSpPr/>
          <p:nvPr/>
        </p:nvSpPr>
        <p:spPr>
          <a:xfrm>
            <a:off x="10922000" y="460375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Finish"/>
          <p:cNvSpPr/>
          <p:nvPr/>
        </p:nvSpPr>
        <p:spPr>
          <a:xfrm>
            <a:off x="10731500" y="495300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Finish"/>
          <p:cNvSpPr/>
          <p:nvPr/>
        </p:nvSpPr>
        <p:spPr>
          <a:xfrm>
            <a:off x="10922000" y="495300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Finish"/>
          <p:cNvSpPr/>
          <p:nvPr/>
        </p:nvSpPr>
        <p:spPr>
          <a:xfrm>
            <a:off x="10731500" y="530225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Finish"/>
          <p:cNvSpPr/>
          <p:nvPr/>
        </p:nvSpPr>
        <p:spPr>
          <a:xfrm>
            <a:off x="10922000" y="530225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Finish"/>
          <p:cNvSpPr/>
          <p:nvPr/>
        </p:nvSpPr>
        <p:spPr>
          <a:xfrm>
            <a:off x="10731500" y="565150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Finish"/>
          <p:cNvSpPr/>
          <p:nvPr/>
        </p:nvSpPr>
        <p:spPr>
          <a:xfrm>
            <a:off x="10922000" y="565150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Finish"/>
          <p:cNvSpPr/>
          <p:nvPr/>
        </p:nvSpPr>
        <p:spPr>
          <a:xfrm>
            <a:off x="10731500" y="600075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Finish"/>
          <p:cNvSpPr/>
          <p:nvPr/>
        </p:nvSpPr>
        <p:spPr>
          <a:xfrm>
            <a:off x="10922000" y="600075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3" name="Red car" descr="Red ca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18000" y="3810000"/>
            <a:ext cx="1460500" cy="800100"/>
          </a:xfrm>
          <a:prstGeom prst="rect">
            <a:avLst/>
          </a:prstGeom>
        </p:spPr>
      </p:pic>
      <p:pic>
        <p:nvPicPr>
          <p:cNvPr id="24" name="Blue car" descr="Blue car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23000" y="5334000"/>
            <a:ext cx="1460500" cy="800100"/>
          </a:xfrm>
          <a:prstGeom prst="rect">
            <a:avLst/>
          </a:prstGeom>
        </p:spPr>
      </p:pic>
      <p:sp>
        <p:nvSpPr>
          <p:cNvPr id="25" name="Word card"/>
          <p:cNvSpPr/>
          <p:nvPr/>
        </p:nvSpPr>
        <p:spPr>
          <a:xfrm>
            <a:off x="3873500" y="952500"/>
            <a:ext cx="4445000" cy="22860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76200">
            <a:solidFill>
              <a:srgbClr val="B8A1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Word سَلِمَ" descr="سَلِمَ"/>
          <p:cNvSpPr/>
          <p:nvPr/>
        </p:nvSpPr>
        <p:spPr>
          <a:xfrm>
            <a:off x="4064000" y="1079500"/>
            <a:ext cx="4064000" cy="203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11000" b="1" lang="ar-SA">
                <a:solidFill>
                  <a:srgbClr val="2E2640"/>
                </a:solidFill>
                <a:latin typeface="Arial"/>
                <a:cs typeface="Arial"/>
              </a:rPr>
              <a:t>سَلِمَ</a:t>
            </a:r>
          </a:p>
        </p:txBody>
      </p:sp>
      <p:sp>
        <p:nvSpPr>
          <p:cNvPr id="27" name="Red point" descr="Red ✓">
            <a:hlinkClick action="ppaction://hlinksldjump" r:id="rId5"/>
          </p:cNvPr>
          <p:cNvSpPr/>
          <p:nvPr/>
        </p:nvSpPr>
        <p:spPr>
          <a:xfrm>
            <a:off x="381000" y="1143000"/>
            <a:ext cx="1905000" cy="762000"/>
          </a:xfrm>
          <a:prstGeom prst="roundRect">
            <a:avLst>
              <a:gd name="adj" fmla="val 30000"/>
            </a:avLst>
          </a:prstGeom>
          <a:solidFill>
            <a:srgbClr val="E5536F"/>
          </a:solidFill>
          <a:ln w="635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4000" b="1" lang="en-US">
                <a:solidFill>
                  <a:srgbClr val="FFFFFF"/>
                </a:solidFill>
                <a:latin typeface="Arial"/>
                <a:cs typeface="Arial"/>
              </a:rPr>
              <a:t>Red ✓</a:t>
            </a:r>
          </a:p>
        </p:txBody>
      </p:sp>
      <p:sp>
        <p:nvSpPr>
          <p:cNvPr id="28" name="Blue point" descr="Blue ✓">
            <a:hlinkClick action="ppaction://hlinksldjump" r:id="rId6"/>
          </p:cNvPr>
          <p:cNvSpPr/>
          <p:nvPr/>
        </p:nvSpPr>
        <p:spPr>
          <a:xfrm>
            <a:off x="381000" y="2095500"/>
            <a:ext cx="1905000" cy="762000"/>
          </a:xfrm>
          <a:prstGeom prst="roundRect">
            <a:avLst>
              <a:gd name="adj" fmla="val 30000"/>
            </a:avLst>
          </a:prstGeom>
          <a:solidFill>
            <a:srgbClr val="3FA7C9"/>
          </a:solidFill>
          <a:ln w="635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4000" b="1" lang="en-US">
                <a:solidFill>
                  <a:srgbClr val="FFFFFF"/>
                </a:solidFill>
                <a:latin typeface="Arial"/>
                <a:cs typeface="Arial"/>
              </a:rPr>
              <a:t>Blue ✓</a:t>
            </a:r>
          </a:p>
        </p:txBody>
      </p:sp>
      <p:sp>
        <p:nvSpPr>
          <p:cNvPr id="29" name="Next button">
            <a:hlinkClick action="ppaction://hlinksldjump" r:id="rId7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Next arrow">
            <a:hlinkClick action="ppaction://hlinksldjump" r:id="rId7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8" name="vroom.wav"/>
      </p:stSnd>
    </p:sndAc>
  </p:transition>
</p:sld>
</file>

<file path=ppt/slides/slide246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1968500" y="127000"/>
            <a:ext cx="8255000" cy="635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Team Race!  Read the word, then tap your team."/>
          <p:cNvSpPr/>
          <p:nvPr/>
        </p:nvSpPr>
        <p:spPr>
          <a:xfrm>
            <a:off x="2095500" y="127000"/>
            <a:ext cx="8001000" cy="635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000" b="1" lang="en-US">
                <a:solidFill>
                  <a:srgbClr val="2E2640"/>
                </a:solidFill>
                <a:latin typeface="Arial"/>
                <a:cs typeface="Arial"/>
              </a:rPr>
              <a:t>Team Race!  Read the word, then tap your team.</a:t>
            </a:r>
          </a:p>
        </p:txBody>
      </p:sp>
      <p:sp>
        <p:nvSpPr>
          <p:cNvPr id="5" name="Red lane"/>
          <p:cNvSpPr/>
          <p:nvPr/>
        </p:nvSpPr>
        <p:spPr>
          <a:xfrm>
            <a:off x="254000" y="3556000"/>
            <a:ext cx="11303000" cy="1270000"/>
          </a:xfrm>
          <a:prstGeom prst="roundRect">
            <a:avLst>
              <a:gd name="adj" fmla="val 20000"/>
            </a:avLst>
          </a:prstGeom>
          <a:solidFill>
            <a:srgbClr val="FFE3E8"/>
          </a:solidFill>
          <a:ln w="38100">
            <a:solidFill>
              <a:srgbClr val="D9D2E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Blue lane"/>
          <p:cNvSpPr/>
          <p:nvPr/>
        </p:nvSpPr>
        <p:spPr>
          <a:xfrm>
            <a:off x="254000" y="5080000"/>
            <a:ext cx="11303000" cy="1270000"/>
          </a:xfrm>
          <a:prstGeom prst="roundRect">
            <a:avLst>
              <a:gd name="adj" fmla="val 20000"/>
            </a:avLst>
          </a:prstGeom>
          <a:solidFill>
            <a:srgbClr val="E0F4FF"/>
          </a:solidFill>
          <a:ln w="38100">
            <a:solidFill>
              <a:srgbClr val="D9D2E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Finish"/>
          <p:cNvSpPr/>
          <p:nvPr/>
        </p:nvSpPr>
        <p:spPr>
          <a:xfrm>
            <a:off x="10731500" y="355600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Finish"/>
          <p:cNvSpPr/>
          <p:nvPr/>
        </p:nvSpPr>
        <p:spPr>
          <a:xfrm>
            <a:off x="10922000" y="355600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Finish"/>
          <p:cNvSpPr/>
          <p:nvPr/>
        </p:nvSpPr>
        <p:spPr>
          <a:xfrm>
            <a:off x="10731500" y="390525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Finish"/>
          <p:cNvSpPr/>
          <p:nvPr/>
        </p:nvSpPr>
        <p:spPr>
          <a:xfrm>
            <a:off x="10922000" y="390525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Finish"/>
          <p:cNvSpPr/>
          <p:nvPr/>
        </p:nvSpPr>
        <p:spPr>
          <a:xfrm>
            <a:off x="10731500" y="425450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Finish"/>
          <p:cNvSpPr/>
          <p:nvPr/>
        </p:nvSpPr>
        <p:spPr>
          <a:xfrm>
            <a:off x="10922000" y="425450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Finish"/>
          <p:cNvSpPr/>
          <p:nvPr/>
        </p:nvSpPr>
        <p:spPr>
          <a:xfrm>
            <a:off x="10731500" y="460375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Finish"/>
          <p:cNvSpPr/>
          <p:nvPr/>
        </p:nvSpPr>
        <p:spPr>
          <a:xfrm>
            <a:off x="10922000" y="460375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Finish"/>
          <p:cNvSpPr/>
          <p:nvPr/>
        </p:nvSpPr>
        <p:spPr>
          <a:xfrm>
            <a:off x="10731500" y="495300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Finish"/>
          <p:cNvSpPr/>
          <p:nvPr/>
        </p:nvSpPr>
        <p:spPr>
          <a:xfrm>
            <a:off x="10922000" y="495300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Finish"/>
          <p:cNvSpPr/>
          <p:nvPr/>
        </p:nvSpPr>
        <p:spPr>
          <a:xfrm>
            <a:off x="10731500" y="530225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Finish"/>
          <p:cNvSpPr/>
          <p:nvPr/>
        </p:nvSpPr>
        <p:spPr>
          <a:xfrm>
            <a:off x="10922000" y="530225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Finish"/>
          <p:cNvSpPr/>
          <p:nvPr/>
        </p:nvSpPr>
        <p:spPr>
          <a:xfrm>
            <a:off x="10731500" y="565150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Finish"/>
          <p:cNvSpPr/>
          <p:nvPr/>
        </p:nvSpPr>
        <p:spPr>
          <a:xfrm>
            <a:off x="10922000" y="565150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Finish"/>
          <p:cNvSpPr/>
          <p:nvPr/>
        </p:nvSpPr>
        <p:spPr>
          <a:xfrm>
            <a:off x="10731500" y="600075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Finish"/>
          <p:cNvSpPr/>
          <p:nvPr/>
        </p:nvSpPr>
        <p:spPr>
          <a:xfrm>
            <a:off x="10922000" y="600075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3" name="Red car" descr="Red ca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18000" y="3810000"/>
            <a:ext cx="1460500" cy="800100"/>
          </a:xfrm>
          <a:prstGeom prst="rect">
            <a:avLst/>
          </a:prstGeom>
        </p:spPr>
      </p:pic>
      <p:pic>
        <p:nvPicPr>
          <p:cNvPr id="24" name="Blue car" descr="Blue car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8000" y="5334000"/>
            <a:ext cx="1460500" cy="800100"/>
          </a:xfrm>
          <a:prstGeom prst="rect">
            <a:avLst/>
          </a:prstGeom>
        </p:spPr>
      </p:pic>
      <p:sp>
        <p:nvSpPr>
          <p:cNvPr id="25" name="Word card"/>
          <p:cNvSpPr/>
          <p:nvPr/>
        </p:nvSpPr>
        <p:spPr>
          <a:xfrm>
            <a:off x="3873500" y="952500"/>
            <a:ext cx="4445000" cy="22860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76200">
            <a:solidFill>
              <a:srgbClr val="B8A1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Word قَبِلَ" descr="قَبِلَ"/>
          <p:cNvSpPr/>
          <p:nvPr/>
        </p:nvSpPr>
        <p:spPr>
          <a:xfrm>
            <a:off x="4064000" y="1079500"/>
            <a:ext cx="4064000" cy="203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11000" b="1" lang="ar-SA">
                <a:solidFill>
                  <a:srgbClr val="2E2640"/>
                </a:solidFill>
                <a:latin typeface="Arial"/>
                <a:cs typeface="Arial"/>
              </a:rPr>
              <a:t>قَبِلَ</a:t>
            </a:r>
          </a:p>
        </p:txBody>
      </p:sp>
      <p:sp>
        <p:nvSpPr>
          <p:cNvPr id="27" name="Red point" descr="Red ✓">
            <a:hlinkClick action="ppaction://hlinksldjump" r:id="rId5"/>
          </p:cNvPr>
          <p:cNvSpPr/>
          <p:nvPr/>
        </p:nvSpPr>
        <p:spPr>
          <a:xfrm>
            <a:off x="381000" y="1143000"/>
            <a:ext cx="1905000" cy="762000"/>
          </a:xfrm>
          <a:prstGeom prst="roundRect">
            <a:avLst>
              <a:gd name="adj" fmla="val 30000"/>
            </a:avLst>
          </a:prstGeom>
          <a:solidFill>
            <a:srgbClr val="E5536F"/>
          </a:solidFill>
          <a:ln w="635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4000" b="1" lang="en-US">
                <a:solidFill>
                  <a:srgbClr val="FFFFFF"/>
                </a:solidFill>
                <a:latin typeface="Arial"/>
                <a:cs typeface="Arial"/>
              </a:rPr>
              <a:t>Red ✓</a:t>
            </a:r>
          </a:p>
        </p:txBody>
      </p:sp>
      <p:sp>
        <p:nvSpPr>
          <p:cNvPr id="28" name="Blue point" descr="Blue ✓">
            <a:hlinkClick action="ppaction://hlinksldjump" r:id="rId6"/>
          </p:cNvPr>
          <p:cNvSpPr/>
          <p:nvPr/>
        </p:nvSpPr>
        <p:spPr>
          <a:xfrm>
            <a:off x="381000" y="2095500"/>
            <a:ext cx="1905000" cy="762000"/>
          </a:xfrm>
          <a:prstGeom prst="roundRect">
            <a:avLst>
              <a:gd name="adj" fmla="val 30000"/>
            </a:avLst>
          </a:prstGeom>
          <a:solidFill>
            <a:srgbClr val="3FA7C9"/>
          </a:solidFill>
          <a:ln w="635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4000" b="1" lang="en-US">
                <a:solidFill>
                  <a:srgbClr val="FFFFFF"/>
                </a:solidFill>
                <a:latin typeface="Arial"/>
                <a:cs typeface="Arial"/>
              </a:rPr>
              <a:t>Blue ✓</a:t>
            </a:r>
          </a:p>
        </p:txBody>
      </p:sp>
      <p:sp>
        <p:nvSpPr>
          <p:cNvPr id="29" name="Next button">
            <a:hlinkClick action="ppaction://hlinksldjump" r:id="rId7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Next arrow">
            <a:hlinkClick action="ppaction://hlinksldjump" r:id="rId7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8" name="vroom.wav"/>
      </p:stSnd>
    </p:sndAc>
  </p:transition>
</p:sld>
</file>

<file path=ppt/slides/slide247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1968500" y="127000"/>
            <a:ext cx="8255000" cy="635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Team Race!  Read the word, then tap your team."/>
          <p:cNvSpPr/>
          <p:nvPr/>
        </p:nvSpPr>
        <p:spPr>
          <a:xfrm>
            <a:off x="2095500" y="127000"/>
            <a:ext cx="8001000" cy="635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000" b="1" lang="en-US">
                <a:solidFill>
                  <a:srgbClr val="2E2640"/>
                </a:solidFill>
                <a:latin typeface="Arial"/>
                <a:cs typeface="Arial"/>
              </a:rPr>
              <a:t>Team Race!  Read the word, then tap your team.</a:t>
            </a:r>
          </a:p>
        </p:txBody>
      </p:sp>
      <p:sp>
        <p:nvSpPr>
          <p:cNvPr id="5" name="Red lane"/>
          <p:cNvSpPr/>
          <p:nvPr/>
        </p:nvSpPr>
        <p:spPr>
          <a:xfrm>
            <a:off x="254000" y="3556000"/>
            <a:ext cx="11303000" cy="1270000"/>
          </a:xfrm>
          <a:prstGeom prst="roundRect">
            <a:avLst>
              <a:gd name="adj" fmla="val 20000"/>
            </a:avLst>
          </a:prstGeom>
          <a:solidFill>
            <a:srgbClr val="FFE3E8"/>
          </a:solidFill>
          <a:ln w="38100">
            <a:solidFill>
              <a:srgbClr val="D9D2E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Blue lane"/>
          <p:cNvSpPr/>
          <p:nvPr/>
        </p:nvSpPr>
        <p:spPr>
          <a:xfrm>
            <a:off x="254000" y="5080000"/>
            <a:ext cx="11303000" cy="1270000"/>
          </a:xfrm>
          <a:prstGeom prst="roundRect">
            <a:avLst>
              <a:gd name="adj" fmla="val 20000"/>
            </a:avLst>
          </a:prstGeom>
          <a:solidFill>
            <a:srgbClr val="E0F4FF"/>
          </a:solidFill>
          <a:ln w="38100">
            <a:solidFill>
              <a:srgbClr val="D9D2E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Finish"/>
          <p:cNvSpPr/>
          <p:nvPr/>
        </p:nvSpPr>
        <p:spPr>
          <a:xfrm>
            <a:off x="10731500" y="355600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Finish"/>
          <p:cNvSpPr/>
          <p:nvPr/>
        </p:nvSpPr>
        <p:spPr>
          <a:xfrm>
            <a:off x="10922000" y="355600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Finish"/>
          <p:cNvSpPr/>
          <p:nvPr/>
        </p:nvSpPr>
        <p:spPr>
          <a:xfrm>
            <a:off x="10731500" y="390525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Finish"/>
          <p:cNvSpPr/>
          <p:nvPr/>
        </p:nvSpPr>
        <p:spPr>
          <a:xfrm>
            <a:off x="10922000" y="390525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Finish"/>
          <p:cNvSpPr/>
          <p:nvPr/>
        </p:nvSpPr>
        <p:spPr>
          <a:xfrm>
            <a:off x="10731500" y="425450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Finish"/>
          <p:cNvSpPr/>
          <p:nvPr/>
        </p:nvSpPr>
        <p:spPr>
          <a:xfrm>
            <a:off x="10922000" y="425450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Finish"/>
          <p:cNvSpPr/>
          <p:nvPr/>
        </p:nvSpPr>
        <p:spPr>
          <a:xfrm>
            <a:off x="10731500" y="460375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Finish"/>
          <p:cNvSpPr/>
          <p:nvPr/>
        </p:nvSpPr>
        <p:spPr>
          <a:xfrm>
            <a:off x="10922000" y="460375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Finish"/>
          <p:cNvSpPr/>
          <p:nvPr/>
        </p:nvSpPr>
        <p:spPr>
          <a:xfrm>
            <a:off x="10731500" y="495300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Finish"/>
          <p:cNvSpPr/>
          <p:nvPr/>
        </p:nvSpPr>
        <p:spPr>
          <a:xfrm>
            <a:off x="10922000" y="495300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Finish"/>
          <p:cNvSpPr/>
          <p:nvPr/>
        </p:nvSpPr>
        <p:spPr>
          <a:xfrm>
            <a:off x="10731500" y="530225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Finish"/>
          <p:cNvSpPr/>
          <p:nvPr/>
        </p:nvSpPr>
        <p:spPr>
          <a:xfrm>
            <a:off x="10922000" y="530225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Finish"/>
          <p:cNvSpPr/>
          <p:nvPr/>
        </p:nvSpPr>
        <p:spPr>
          <a:xfrm>
            <a:off x="10731500" y="565150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Finish"/>
          <p:cNvSpPr/>
          <p:nvPr/>
        </p:nvSpPr>
        <p:spPr>
          <a:xfrm>
            <a:off x="10922000" y="565150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Finish"/>
          <p:cNvSpPr/>
          <p:nvPr/>
        </p:nvSpPr>
        <p:spPr>
          <a:xfrm>
            <a:off x="10731500" y="600075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Finish"/>
          <p:cNvSpPr/>
          <p:nvPr/>
        </p:nvSpPr>
        <p:spPr>
          <a:xfrm>
            <a:off x="10922000" y="600075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3" name="Red car" descr="Red ca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23000" y="3810000"/>
            <a:ext cx="1460500" cy="800100"/>
          </a:xfrm>
          <a:prstGeom prst="rect">
            <a:avLst/>
          </a:prstGeom>
        </p:spPr>
      </p:pic>
      <p:pic>
        <p:nvPicPr>
          <p:cNvPr id="24" name="Blue car" descr="Blue car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8000" y="5334000"/>
            <a:ext cx="1460500" cy="800100"/>
          </a:xfrm>
          <a:prstGeom prst="rect">
            <a:avLst/>
          </a:prstGeom>
        </p:spPr>
      </p:pic>
      <p:sp>
        <p:nvSpPr>
          <p:cNvPr id="25" name="Word card"/>
          <p:cNvSpPr/>
          <p:nvPr/>
        </p:nvSpPr>
        <p:spPr>
          <a:xfrm>
            <a:off x="3873500" y="952500"/>
            <a:ext cx="4445000" cy="22860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76200">
            <a:solidFill>
              <a:srgbClr val="B8A1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Word فَرِحَ" descr="فَرِحَ"/>
          <p:cNvSpPr/>
          <p:nvPr/>
        </p:nvSpPr>
        <p:spPr>
          <a:xfrm>
            <a:off x="4064000" y="1079500"/>
            <a:ext cx="4064000" cy="203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11000" b="1" lang="ar-SA">
                <a:solidFill>
                  <a:srgbClr val="2E2640"/>
                </a:solidFill>
                <a:latin typeface="Arial"/>
                <a:cs typeface="Arial"/>
              </a:rPr>
              <a:t>فَرِحَ</a:t>
            </a:r>
          </a:p>
        </p:txBody>
      </p:sp>
      <p:sp>
        <p:nvSpPr>
          <p:cNvPr id="27" name="Red point" descr="Red ✓">
            <a:hlinkClick action="ppaction://hlinksldjump" r:id="rId5"/>
          </p:cNvPr>
          <p:cNvSpPr/>
          <p:nvPr/>
        </p:nvSpPr>
        <p:spPr>
          <a:xfrm>
            <a:off x="381000" y="1143000"/>
            <a:ext cx="1905000" cy="762000"/>
          </a:xfrm>
          <a:prstGeom prst="roundRect">
            <a:avLst>
              <a:gd name="adj" fmla="val 30000"/>
            </a:avLst>
          </a:prstGeom>
          <a:solidFill>
            <a:srgbClr val="E5536F"/>
          </a:solidFill>
          <a:ln w="635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4000" b="1" lang="en-US">
                <a:solidFill>
                  <a:srgbClr val="FFFFFF"/>
                </a:solidFill>
                <a:latin typeface="Arial"/>
                <a:cs typeface="Arial"/>
              </a:rPr>
              <a:t>Red ✓</a:t>
            </a:r>
          </a:p>
        </p:txBody>
      </p:sp>
      <p:sp>
        <p:nvSpPr>
          <p:cNvPr id="28" name="Blue point" descr="Blue ✓">
            <a:hlinkClick action="ppaction://hlinksldjump" r:id="rId6"/>
          </p:cNvPr>
          <p:cNvSpPr/>
          <p:nvPr/>
        </p:nvSpPr>
        <p:spPr>
          <a:xfrm>
            <a:off x="381000" y="2095500"/>
            <a:ext cx="1905000" cy="762000"/>
          </a:xfrm>
          <a:prstGeom prst="roundRect">
            <a:avLst>
              <a:gd name="adj" fmla="val 30000"/>
            </a:avLst>
          </a:prstGeom>
          <a:solidFill>
            <a:srgbClr val="3FA7C9"/>
          </a:solidFill>
          <a:ln w="635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4000" b="1" lang="en-US">
                <a:solidFill>
                  <a:srgbClr val="FFFFFF"/>
                </a:solidFill>
                <a:latin typeface="Arial"/>
                <a:cs typeface="Arial"/>
              </a:rPr>
              <a:t>Blue ✓</a:t>
            </a:r>
          </a:p>
        </p:txBody>
      </p:sp>
      <p:sp>
        <p:nvSpPr>
          <p:cNvPr id="29" name="Next button">
            <a:hlinkClick action="ppaction://hlinksldjump" r:id="rId7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Next arrow">
            <a:hlinkClick action="ppaction://hlinksldjump" r:id="rId7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8" name="vroom.wav"/>
      </p:stSnd>
    </p:sndAc>
  </p:transition>
</p:sld>
</file>

<file path=ppt/slides/slide248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1968500" y="127000"/>
            <a:ext cx="8255000" cy="635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Team Race!  Read the word, then tap your team."/>
          <p:cNvSpPr/>
          <p:nvPr/>
        </p:nvSpPr>
        <p:spPr>
          <a:xfrm>
            <a:off x="2095500" y="127000"/>
            <a:ext cx="8001000" cy="635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000" b="1" lang="en-US">
                <a:solidFill>
                  <a:srgbClr val="2E2640"/>
                </a:solidFill>
                <a:latin typeface="Arial"/>
                <a:cs typeface="Arial"/>
              </a:rPr>
              <a:t>Team Race!  Read the word, then tap your team.</a:t>
            </a:r>
          </a:p>
        </p:txBody>
      </p:sp>
      <p:sp>
        <p:nvSpPr>
          <p:cNvPr id="5" name="Red lane"/>
          <p:cNvSpPr/>
          <p:nvPr/>
        </p:nvSpPr>
        <p:spPr>
          <a:xfrm>
            <a:off x="254000" y="3556000"/>
            <a:ext cx="11303000" cy="1270000"/>
          </a:xfrm>
          <a:prstGeom prst="roundRect">
            <a:avLst>
              <a:gd name="adj" fmla="val 20000"/>
            </a:avLst>
          </a:prstGeom>
          <a:solidFill>
            <a:srgbClr val="FFE3E8"/>
          </a:solidFill>
          <a:ln w="38100">
            <a:solidFill>
              <a:srgbClr val="D9D2E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Blue lane"/>
          <p:cNvSpPr/>
          <p:nvPr/>
        </p:nvSpPr>
        <p:spPr>
          <a:xfrm>
            <a:off x="254000" y="5080000"/>
            <a:ext cx="11303000" cy="1270000"/>
          </a:xfrm>
          <a:prstGeom prst="roundRect">
            <a:avLst>
              <a:gd name="adj" fmla="val 20000"/>
            </a:avLst>
          </a:prstGeom>
          <a:solidFill>
            <a:srgbClr val="E0F4FF"/>
          </a:solidFill>
          <a:ln w="38100">
            <a:solidFill>
              <a:srgbClr val="D9D2E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Finish"/>
          <p:cNvSpPr/>
          <p:nvPr/>
        </p:nvSpPr>
        <p:spPr>
          <a:xfrm>
            <a:off x="10731500" y="355600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Finish"/>
          <p:cNvSpPr/>
          <p:nvPr/>
        </p:nvSpPr>
        <p:spPr>
          <a:xfrm>
            <a:off x="10922000" y="355600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Finish"/>
          <p:cNvSpPr/>
          <p:nvPr/>
        </p:nvSpPr>
        <p:spPr>
          <a:xfrm>
            <a:off x="10731500" y="390525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Finish"/>
          <p:cNvSpPr/>
          <p:nvPr/>
        </p:nvSpPr>
        <p:spPr>
          <a:xfrm>
            <a:off x="10922000" y="390525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Finish"/>
          <p:cNvSpPr/>
          <p:nvPr/>
        </p:nvSpPr>
        <p:spPr>
          <a:xfrm>
            <a:off x="10731500" y="425450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Finish"/>
          <p:cNvSpPr/>
          <p:nvPr/>
        </p:nvSpPr>
        <p:spPr>
          <a:xfrm>
            <a:off x="10922000" y="425450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Finish"/>
          <p:cNvSpPr/>
          <p:nvPr/>
        </p:nvSpPr>
        <p:spPr>
          <a:xfrm>
            <a:off x="10731500" y="460375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Finish"/>
          <p:cNvSpPr/>
          <p:nvPr/>
        </p:nvSpPr>
        <p:spPr>
          <a:xfrm>
            <a:off x="10922000" y="460375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Finish"/>
          <p:cNvSpPr/>
          <p:nvPr/>
        </p:nvSpPr>
        <p:spPr>
          <a:xfrm>
            <a:off x="10731500" y="495300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Finish"/>
          <p:cNvSpPr/>
          <p:nvPr/>
        </p:nvSpPr>
        <p:spPr>
          <a:xfrm>
            <a:off x="10922000" y="495300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Finish"/>
          <p:cNvSpPr/>
          <p:nvPr/>
        </p:nvSpPr>
        <p:spPr>
          <a:xfrm>
            <a:off x="10731500" y="530225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Finish"/>
          <p:cNvSpPr/>
          <p:nvPr/>
        </p:nvSpPr>
        <p:spPr>
          <a:xfrm>
            <a:off x="10922000" y="530225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Finish"/>
          <p:cNvSpPr/>
          <p:nvPr/>
        </p:nvSpPr>
        <p:spPr>
          <a:xfrm>
            <a:off x="10731500" y="565150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Finish"/>
          <p:cNvSpPr/>
          <p:nvPr/>
        </p:nvSpPr>
        <p:spPr>
          <a:xfrm>
            <a:off x="10922000" y="565150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Finish"/>
          <p:cNvSpPr/>
          <p:nvPr/>
        </p:nvSpPr>
        <p:spPr>
          <a:xfrm>
            <a:off x="10731500" y="600075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Finish"/>
          <p:cNvSpPr/>
          <p:nvPr/>
        </p:nvSpPr>
        <p:spPr>
          <a:xfrm>
            <a:off x="10922000" y="600075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3" name="Red car" descr="Red ca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23000" y="3810000"/>
            <a:ext cx="1460500" cy="800100"/>
          </a:xfrm>
          <a:prstGeom prst="rect">
            <a:avLst/>
          </a:prstGeom>
        </p:spPr>
      </p:pic>
      <p:pic>
        <p:nvPicPr>
          <p:cNvPr id="24" name="Blue car" descr="Blue car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13000" y="5334000"/>
            <a:ext cx="1460500" cy="800100"/>
          </a:xfrm>
          <a:prstGeom prst="rect">
            <a:avLst/>
          </a:prstGeom>
        </p:spPr>
      </p:pic>
      <p:sp>
        <p:nvSpPr>
          <p:cNvPr id="25" name="Word card"/>
          <p:cNvSpPr/>
          <p:nvPr/>
        </p:nvSpPr>
        <p:spPr>
          <a:xfrm>
            <a:off x="3873500" y="952500"/>
            <a:ext cx="4445000" cy="22860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76200">
            <a:solidFill>
              <a:srgbClr val="B8A1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Word غَضِبَ" descr="غَضِبَ"/>
          <p:cNvSpPr/>
          <p:nvPr/>
        </p:nvSpPr>
        <p:spPr>
          <a:xfrm>
            <a:off x="4064000" y="1079500"/>
            <a:ext cx="4064000" cy="203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11000" b="1" lang="ar-SA">
                <a:solidFill>
                  <a:srgbClr val="2E2640"/>
                </a:solidFill>
                <a:latin typeface="Arial"/>
                <a:cs typeface="Arial"/>
              </a:rPr>
              <a:t>غَضِبَ</a:t>
            </a:r>
          </a:p>
        </p:txBody>
      </p:sp>
      <p:sp>
        <p:nvSpPr>
          <p:cNvPr id="27" name="Red point" descr="Red ✓">
            <a:hlinkClick action="ppaction://hlinksldjump" r:id="rId5"/>
          </p:cNvPr>
          <p:cNvSpPr/>
          <p:nvPr/>
        </p:nvSpPr>
        <p:spPr>
          <a:xfrm>
            <a:off x="381000" y="1143000"/>
            <a:ext cx="1905000" cy="762000"/>
          </a:xfrm>
          <a:prstGeom prst="roundRect">
            <a:avLst>
              <a:gd name="adj" fmla="val 30000"/>
            </a:avLst>
          </a:prstGeom>
          <a:solidFill>
            <a:srgbClr val="E5536F"/>
          </a:solidFill>
          <a:ln w="635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4000" b="1" lang="en-US">
                <a:solidFill>
                  <a:srgbClr val="FFFFFF"/>
                </a:solidFill>
                <a:latin typeface="Arial"/>
                <a:cs typeface="Arial"/>
              </a:rPr>
              <a:t>Red ✓</a:t>
            </a:r>
          </a:p>
        </p:txBody>
      </p:sp>
      <p:sp>
        <p:nvSpPr>
          <p:cNvPr id="28" name="Blue point" descr="Blue ✓">
            <a:hlinkClick action="ppaction://hlinksldjump" r:id="rId6"/>
          </p:cNvPr>
          <p:cNvSpPr/>
          <p:nvPr/>
        </p:nvSpPr>
        <p:spPr>
          <a:xfrm>
            <a:off x="381000" y="2095500"/>
            <a:ext cx="1905000" cy="762000"/>
          </a:xfrm>
          <a:prstGeom prst="roundRect">
            <a:avLst>
              <a:gd name="adj" fmla="val 30000"/>
            </a:avLst>
          </a:prstGeom>
          <a:solidFill>
            <a:srgbClr val="3FA7C9"/>
          </a:solidFill>
          <a:ln w="635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4000" b="1" lang="en-US">
                <a:solidFill>
                  <a:srgbClr val="FFFFFF"/>
                </a:solidFill>
                <a:latin typeface="Arial"/>
                <a:cs typeface="Arial"/>
              </a:rPr>
              <a:t>Blue ✓</a:t>
            </a:r>
          </a:p>
        </p:txBody>
      </p:sp>
      <p:sp>
        <p:nvSpPr>
          <p:cNvPr id="29" name="Next button">
            <a:hlinkClick action="ppaction://hlinksldjump" r:id="rId7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Next arrow">
            <a:hlinkClick action="ppaction://hlinksldjump" r:id="rId7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8" name="vroom.wav"/>
      </p:stSnd>
    </p:sndAc>
  </p:transition>
</p:sld>
</file>

<file path=ppt/slides/slide249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1968500" y="127000"/>
            <a:ext cx="8255000" cy="635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Team Race!  Read the word, then tap your team."/>
          <p:cNvSpPr/>
          <p:nvPr/>
        </p:nvSpPr>
        <p:spPr>
          <a:xfrm>
            <a:off x="2095500" y="127000"/>
            <a:ext cx="8001000" cy="635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000" b="1" lang="en-US">
                <a:solidFill>
                  <a:srgbClr val="2E2640"/>
                </a:solidFill>
                <a:latin typeface="Arial"/>
                <a:cs typeface="Arial"/>
              </a:rPr>
              <a:t>Team Race!  Read the word, then tap your team.</a:t>
            </a:r>
          </a:p>
        </p:txBody>
      </p:sp>
      <p:sp>
        <p:nvSpPr>
          <p:cNvPr id="5" name="Red lane"/>
          <p:cNvSpPr/>
          <p:nvPr/>
        </p:nvSpPr>
        <p:spPr>
          <a:xfrm>
            <a:off x="254000" y="3556000"/>
            <a:ext cx="11303000" cy="1270000"/>
          </a:xfrm>
          <a:prstGeom prst="roundRect">
            <a:avLst>
              <a:gd name="adj" fmla="val 20000"/>
            </a:avLst>
          </a:prstGeom>
          <a:solidFill>
            <a:srgbClr val="FFE3E8"/>
          </a:solidFill>
          <a:ln w="38100">
            <a:solidFill>
              <a:srgbClr val="D9D2E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Blue lane"/>
          <p:cNvSpPr/>
          <p:nvPr/>
        </p:nvSpPr>
        <p:spPr>
          <a:xfrm>
            <a:off x="254000" y="5080000"/>
            <a:ext cx="11303000" cy="1270000"/>
          </a:xfrm>
          <a:prstGeom prst="roundRect">
            <a:avLst>
              <a:gd name="adj" fmla="val 20000"/>
            </a:avLst>
          </a:prstGeom>
          <a:solidFill>
            <a:srgbClr val="E0F4FF"/>
          </a:solidFill>
          <a:ln w="38100">
            <a:solidFill>
              <a:srgbClr val="D9D2E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Finish"/>
          <p:cNvSpPr/>
          <p:nvPr/>
        </p:nvSpPr>
        <p:spPr>
          <a:xfrm>
            <a:off x="10731500" y="355600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Finish"/>
          <p:cNvSpPr/>
          <p:nvPr/>
        </p:nvSpPr>
        <p:spPr>
          <a:xfrm>
            <a:off x="10922000" y="355600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Finish"/>
          <p:cNvSpPr/>
          <p:nvPr/>
        </p:nvSpPr>
        <p:spPr>
          <a:xfrm>
            <a:off x="10731500" y="390525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Finish"/>
          <p:cNvSpPr/>
          <p:nvPr/>
        </p:nvSpPr>
        <p:spPr>
          <a:xfrm>
            <a:off x="10922000" y="390525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Finish"/>
          <p:cNvSpPr/>
          <p:nvPr/>
        </p:nvSpPr>
        <p:spPr>
          <a:xfrm>
            <a:off x="10731500" y="425450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Finish"/>
          <p:cNvSpPr/>
          <p:nvPr/>
        </p:nvSpPr>
        <p:spPr>
          <a:xfrm>
            <a:off x="10922000" y="425450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Finish"/>
          <p:cNvSpPr/>
          <p:nvPr/>
        </p:nvSpPr>
        <p:spPr>
          <a:xfrm>
            <a:off x="10731500" y="460375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Finish"/>
          <p:cNvSpPr/>
          <p:nvPr/>
        </p:nvSpPr>
        <p:spPr>
          <a:xfrm>
            <a:off x="10922000" y="460375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Finish"/>
          <p:cNvSpPr/>
          <p:nvPr/>
        </p:nvSpPr>
        <p:spPr>
          <a:xfrm>
            <a:off x="10731500" y="495300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Finish"/>
          <p:cNvSpPr/>
          <p:nvPr/>
        </p:nvSpPr>
        <p:spPr>
          <a:xfrm>
            <a:off x="10922000" y="495300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Finish"/>
          <p:cNvSpPr/>
          <p:nvPr/>
        </p:nvSpPr>
        <p:spPr>
          <a:xfrm>
            <a:off x="10731500" y="530225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Finish"/>
          <p:cNvSpPr/>
          <p:nvPr/>
        </p:nvSpPr>
        <p:spPr>
          <a:xfrm>
            <a:off x="10922000" y="530225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Finish"/>
          <p:cNvSpPr/>
          <p:nvPr/>
        </p:nvSpPr>
        <p:spPr>
          <a:xfrm>
            <a:off x="10731500" y="565150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Finish"/>
          <p:cNvSpPr/>
          <p:nvPr/>
        </p:nvSpPr>
        <p:spPr>
          <a:xfrm>
            <a:off x="10922000" y="565150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Finish"/>
          <p:cNvSpPr/>
          <p:nvPr/>
        </p:nvSpPr>
        <p:spPr>
          <a:xfrm>
            <a:off x="10731500" y="600075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Finish"/>
          <p:cNvSpPr/>
          <p:nvPr/>
        </p:nvSpPr>
        <p:spPr>
          <a:xfrm>
            <a:off x="10922000" y="600075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3" name="Red car" descr="Red ca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23000" y="3810000"/>
            <a:ext cx="1460500" cy="800100"/>
          </a:xfrm>
          <a:prstGeom prst="rect">
            <a:avLst/>
          </a:prstGeom>
        </p:spPr>
      </p:pic>
      <p:pic>
        <p:nvPicPr>
          <p:cNvPr id="24" name="Blue car" descr="Blue car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18000" y="5334000"/>
            <a:ext cx="1460500" cy="800100"/>
          </a:xfrm>
          <a:prstGeom prst="rect">
            <a:avLst/>
          </a:prstGeom>
        </p:spPr>
      </p:pic>
      <p:sp>
        <p:nvSpPr>
          <p:cNvPr id="25" name="Word card"/>
          <p:cNvSpPr/>
          <p:nvPr/>
        </p:nvSpPr>
        <p:spPr>
          <a:xfrm>
            <a:off x="3873500" y="952500"/>
            <a:ext cx="4445000" cy="22860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76200">
            <a:solidFill>
              <a:srgbClr val="B8A1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Word سَلِمَ" descr="سَلِمَ"/>
          <p:cNvSpPr/>
          <p:nvPr/>
        </p:nvSpPr>
        <p:spPr>
          <a:xfrm>
            <a:off x="4064000" y="1079500"/>
            <a:ext cx="4064000" cy="203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11000" b="1" lang="ar-SA">
                <a:solidFill>
                  <a:srgbClr val="2E2640"/>
                </a:solidFill>
                <a:latin typeface="Arial"/>
                <a:cs typeface="Arial"/>
              </a:rPr>
              <a:t>سَلِمَ</a:t>
            </a:r>
          </a:p>
        </p:txBody>
      </p:sp>
      <p:sp>
        <p:nvSpPr>
          <p:cNvPr id="27" name="Red point" descr="Red ✓">
            <a:hlinkClick action="ppaction://hlinksldjump" r:id="rId5"/>
          </p:cNvPr>
          <p:cNvSpPr/>
          <p:nvPr/>
        </p:nvSpPr>
        <p:spPr>
          <a:xfrm>
            <a:off x="381000" y="1143000"/>
            <a:ext cx="1905000" cy="762000"/>
          </a:xfrm>
          <a:prstGeom prst="roundRect">
            <a:avLst>
              <a:gd name="adj" fmla="val 30000"/>
            </a:avLst>
          </a:prstGeom>
          <a:solidFill>
            <a:srgbClr val="E5536F"/>
          </a:solidFill>
          <a:ln w="635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4000" b="1" lang="en-US">
                <a:solidFill>
                  <a:srgbClr val="FFFFFF"/>
                </a:solidFill>
                <a:latin typeface="Arial"/>
                <a:cs typeface="Arial"/>
              </a:rPr>
              <a:t>Red ✓</a:t>
            </a:r>
          </a:p>
        </p:txBody>
      </p:sp>
      <p:sp>
        <p:nvSpPr>
          <p:cNvPr id="28" name="Blue point" descr="Blue ✓">
            <a:hlinkClick action="ppaction://hlinksldjump" r:id="rId6"/>
          </p:cNvPr>
          <p:cNvSpPr/>
          <p:nvPr/>
        </p:nvSpPr>
        <p:spPr>
          <a:xfrm>
            <a:off x="381000" y="2095500"/>
            <a:ext cx="1905000" cy="762000"/>
          </a:xfrm>
          <a:prstGeom prst="roundRect">
            <a:avLst>
              <a:gd name="adj" fmla="val 30000"/>
            </a:avLst>
          </a:prstGeom>
          <a:solidFill>
            <a:srgbClr val="3FA7C9"/>
          </a:solidFill>
          <a:ln w="635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4000" b="1" lang="en-US">
                <a:solidFill>
                  <a:srgbClr val="FFFFFF"/>
                </a:solidFill>
                <a:latin typeface="Arial"/>
                <a:cs typeface="Arial"/>
              </a:rPr>
              <a:t>Blue ✓</a:t>
            </a:r>
          </a:p>
        </p:txBody>
      </p:sp>
      <p:sp>
        <p:nvSpPr>
          <p:cNvPr id="29" name="Next button">
            <a:hlinkClick action="ppaction://hlinksldjump" r:id="rId7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Next arrow">
            <a:hlinkClick action="ppaction://hlinksldjump" r:id="rId7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8" name="vroom.wav"/>
      </p:stSnd>
    </p:sndAc>
  </p:transition>
</p:sld>
</file>

<file path=ppt/slides/slide250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1968500" y="127000"/>
            <a:ext cx="8255000" cy="635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Team Race!  Read the word, then tap your team."/>
          <p:cNvSpPr/>
          <p:nvPr/>
        </p:nvSpPr>
        <p:spPr>
          <a:xfrm>
            <a:off x="2095500" y="127000"/>
            <a:ext cx="8001000" cy="635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000" b="1" lang="en-US">
                <a:solidFill>
                  <a:srgbClr val="2E2640"/>
                </a:solidFill>
                <a:latin typeface="Arial"/>
                <a:cs typeface="Arial"/>
              </a:rPr>
              <a:t>Team Race!  Read the word, then tap your team.</a:t>
            </a:r>
          </a:p>
        </p:txBody>
      </p:sp>
      <p:sp>
        <p:nvSpPr>
          <p:cNvPr id="5" name="Red lane"/>
          <p:cNvSpPr/>
          <p:nvPr/>
        </p:nvSpPr>
        <p:spPr>
          <a:xfrm>
            <a:off x="254000" y="3556000"/>
            <a:ext cx="11303000" cy="1270000"/>
          </a:xfrm>
          <a:prstGeom prst="roundRect">
            <a:avLst>
              <a:gd name="adj" fmla="val 20000"/>
            </a:avLst>
          </a:prstGeom>
          <a:solidFill>
            <a:srgbClr val="FFE3E8"/>
          </a:solidFill>
          <a:ln w="38100">
            <a:solidFill>
              <a:srgbClr val="D9D2E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Blue lane"/>
          <p:cNvSpPr/>
          <p:nvPr/>
        </p:nvSpPr>
        <p:spPr>
          <a:xfrm>
            <a:off x="254000" y="5080000"/>
            <a:ext cx="11303000" cy="1270000"/>
          </a:xfrm>
          <a:prstGeom prst="roundRect">
            <a:avLst>
              <a:gd name="adj" fmla="val 20000"/>
            </a:avLst>
          </a:prstGeom>
          <a:solidFill>
            <a:srgbClr val="E0F4FF"/>
          </a:solidFill>
          <a:ln w="38100">
            <a:solidFill>
              <a:srgbClr val="D9D2E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Finish"/>
          <p:cNvSpPr/>
          <p:nvPr/>
        </p:nvSpPr>
        <p:spPr>
          <a:xfrm>
            <a:off x="10731500" y="355600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Finish"/>
          <p:cNvSpPr/>
          <p:nvPr/>
        </p:nvSpPr>
        <p:spPr>
          <a:xfrm>
            <a:off x="10922000" y="355600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Finish"/>
          <p:cNvSpPr/>
          <p:nvPr/>
        </p:nvSpPr>
        <p:spPr>
          <a:xfrm>
            <a:off x="10731500" y="390525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Finish"/>
          <p:cNvSpPr/>
          <p:nvPr/>
        </p:nvSpPr>
        <p:spPr>
          <a:xfrm>
            <a:off x="10922000" y="390525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Finish"/>
          <p:cNvSpPr/>
          <p:nvPr/>
        </p:nvSpPr>
        <p:spPr>
          <a:xfrm>
            <a:off x="10731500" y="425450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Finish"/>
          <p:cNvSpPr/>
          <p:nvPr/>
        </p:nvSpPr>
        <p:spPr>
          <a:xfrm>
            <a:off x="10922000" y="425450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Finish"/>
          <p:cNvSpPr/>
          <p:nvPr/>
        </p:nvSpPr>
        <p:spPr>
          <a:xfrm>
            <a:off x="10731500" y="460375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Finish"/>
          <p:cNvSpPr/>
          <p:nvPr/>
        </p:nvSpPr>
        <p:spPr>
          <a:xfrm>
            <a:off x="10922000" y="460375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Finish"/>
          <p:cNvSpPr/>
          <p:nvPr/>
        </p:nvSpPr>
        <p:spPr>
          <a:xfrm>
            <a:off x="10731500" y="495300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Finish"/>
          <p:cNvSpPr/>
          <p:nvPr/>
        </p:nvSpPr>
        <p:spPr>
          <a:xfrm>
            <a:off x="10922000" y="495300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Finish"/>
          <p:cNvSpPr/>
          <p:nvPr/>
        </p:nvSpPr>
        <p:spPr>
          <a:xfrm>
            <a:off x="10731500" y="530225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Finish"/>
          <p:cNvSpPr/>
          <p:nvPr/>
        </p:nvSpPr>
        <p:spPr>
          <a:xfrm>
            <a:off x="10922000" y="530225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Finish"/>
          <p:cNvSpPr/>
          <p:nvPr/>
        </p:nvSpPr>
        <p:spPr>
          <a:xfrm>
            <a:off x="10731500" y="565150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Finish"/>
          <p:cNvSpPr/>
          <p:nvPr/>
        </p:nvSpPr>
        <p:spPr>
          <a:xfrm>
            <a:off x="10922000" y="565150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Finish"/>
          <p:cNvSpPr/>
          <p:nvPr/>
        </p:nvSpPr>
        <p:spPr>
          <a:xfrm>
            <a:off x="10731500" y="600075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Finish"/>
          <p:cNvSpPr/>
          <p:nvPr/>
        </p:nvSpPr>
        <p:spPr>
          <a:xfrm>
            <a:off x="10922000" y="600075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3" name="Red car" descr="Red ca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23000" y="3810000"/>
            <a:ext cx="1460500" cy="800100"/>
          </a:xfrm>
          <a:prstGeom prst="rect">
            <a:avLst/>
          </a:prstGeom>
        </p:spPr>
      </p:pic>
      <p:pic>
        <p:nvPicPr>
          <p:cNvPr id="24" name="Blue car" descr="Blue car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23000" y="5334000"/>
            <a:ext cx="1460500" cy="800100"/>
          </a:xfrm>
          <a:prstGeom prst="rect">
            <a:avLst/>
          </a:prstGeom>
        </p:spPr>
      </p:pic>
      <p:sp>
        <p:nvSpPr>
          <p:cNvPr id="25" name="Word card"/>
          <p:cNvSpPr/>
          <p:nvPr/>
        </p:nvSpPr>
        <p:spPr>
          <a:xfrm>
            <a:off x="3873500" y="952500"/>
            <a:ext cx="4445000" cy="22860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76200">
            <a:solidFill>
              <a:srgbClr val="B8A1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Word قَبِلَ" descr="قَبِلَ"/>
          <p:cNvSpPr/>
          <p:nvPr/>
        </p:nvSpPr>
        <p:spPr>
          <a:xfrm>
            <a:off x="4064000" y="1079500"/>
            <a:ext cx="4064000" cy="203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11000" b="1" lang="ar-SA">
                <a:solidFill>
                  <a:srgbClr val="2E2640"/>
                </a:solidFill>
                <a:latin typeface="Arial"/>
                <a:cs typeface="Arial"/>
              </a:rPr>
              <a:t>قَبِلَ</a:t>
            </a:r>
          </a:p>
        </p:txBody>
      </p:sp>
      <p:sp>
        <p:nvSpPr>
          <p:cNvPr id="27" name="Red point" descr="Red ✓">
            <a:hlinkClick action="ppaction://hlinksldjump" r:id="rId5"/>
          </p:cNvPr>
          <p:cNvSpPr/>
          <p:nvPr/>
        </p:nvSpPr>
        <p:spPr>
          <a:xfrm>
            <a:off x="381000" y="1143000"/>
            <a:ext cx="1905000" cy="762000"/>
          </a:xfrm>
          <a:prstGeom prst="roundRect">
            <a:avLst>
              <a:gd name="adj" fmla="val 30000"/>
            </a:avLst>
          </a:prstGeom>
          <a:solidFill>
            <a:srgbClr val="E5536F"/>
          </a:solidFill>
          <a:ln w="635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4000" b="1" lang="en-US">
                <a:solidFill>
                  <a:srgbClr val="FFFFFF"/>
                </a:solidFill>
                <a:latin typeface="Arial"/>
                <a:cs typeface="Arial"/>
              </a:rPr>
              <a:t>Red ✓</a:t>
            </a:r>
          </a:p>
        </p:txBody>
      </p:sp>
      <p:sp>
        <p:nvSpPr>
          <p:cNvPr id="28" name="Blue point" descr="Blue ✓">
            <a:hlinkClick action="ppaction://hlinksldjump" r:id="rId6"/>
          </p:cNvPr>
          <p:cNvSpPr/>
          <p:nvPr/>
        </p:nvSpPr>
        <p:spPr>
          <a:xfrm>
            <a:off x="381000" y="2095500"/>
            <a:ext cx="1905000" cy="762000"/>
          </a:xfrm>
          <a:prstGeom prst="roundRect">
            <a:avLst>
              <a:gd name="adj" fmla="val 30000"/>
            </a:avLst>
          </a:prstGeom>
          <a:solidFill>
            <a:srgbClr val="3FA7C9"/>
          </a:solidFill>
          <a:ln w="635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4000" b="1" lang="en-US">
                <a:solidFill>
                  <a:srgbClr val="FFFFFF"/>
                </a:solidFill>
                <a:latin typeface="Arial"/>
                <a:cs typeface="Arial"/>
              </a:rPr>
              <a:t>Blue ✓</a:t>
            </a:r>
          </a:p>
        </p:txBody>
      </p:sp>
      <p:sp>
        <p:nvSpPr>
          <p:cNvPr id="29" name="Next button">
            <a:hlinkClick action="ppaction://hlinksldjump" r:id="rId7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Next arrow">
            <a:hlinkClick action="ppaction://hlinksldjump" r:id="rId7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8" name="vroom.wav"/>
      </p:stSnd>
    </p:sndAc>
  </p:transition>
</p:sld>
</file>

<file path=ppt/slides/slide251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1968500" y="127000"/>
            <a:ext cx="8255000" cy="635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Team Race!  Read the word, then tap your team."/>
          <p:cNvSpPr/>
          <p:nvPr/>
        </p:nvSpPr>
        <p:spPr>
          <a:xfrm>
            <a:off x="2095500" y="127000"/>
            <a:ext cx="8001000" cy="635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000" b="1" lang="en-US">
                <a:solidFill>
                  <a:srgbClr val="2E2640"/>
                </a:solidFill>
                <a:latin typeface="Arial"/>
                <a:cs typeface="Arial"/>
              </a:rPr>
              <a:t>Team Race!  Read the word, then tap your team.</a:t>
            </a:r>
          </a:p>
        </p:txBody>
      </p:sp>
      <p:sp>
        <p:nvSpPr>
          <p:cNvPr id="5" name="Red lane"/>
          <p:cNvSpPr/>
          <p:nvPr/>
        </p:nvSpPr>
        <p:spPr>
          <a:xfrm>
            <a:off x="254000" y="3556000"/>
            <a:ext cx="11303000" cy="1270000"/>
          </a:xfrm>
          <a:prstGeom prst="roundRect">
            <a:avLst>
              <a:gd name="adj" fmla="val 20000"/>
            </a:avLst>
          </a:prstGeom>
          <a:solidFill>
            <a:srgbClr val="FFE3E8"/>
          </a:solidFill>
          <a:ln w="38100">
            <a:solidFill>
              <a:srgbClr val="D9D2E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Blue lane"/>
          <p:cNvSpPr/>
          <p:nvPr/>
        </p:nvSpPr>
        <p:spPr>
          <a:xfrm>
            <a:off x="254000" y="5080000"/>
            <a:ext cx="11303000" cy="1270000"/>
          </a:xfrm>
          <a:prstGeom prst="roundRect">
            <a:avLst>
              <a:gd name="adj" fmla="val 20000"/>
            </a:avLst>
          </a:prstGeom>
          <a:solidFill>
            <a:srgbClr val="E0F4FF"/>
          </a:solidFill>
          <a:ln w="38100">
            <a:solidFill>
              <a:srgbClr val="D9D2E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Finish"/>
          <p:cNvSpPr/>
          <p:nvPr/>
        </p:nvSpPr>
        <p:spPr>
          <a:xfrm>
            <a:off x="10731500" y="355600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Finish"/>
          <p:cNvSpPr/>
          <p:nvPr/>
        </p:nvSpPr>
        <p:spPr>
          <a:xfrm>
            <a:off x="10922000" y="355600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Finish"/>
          <p:cNvSpPr/>
          <p:nvPr/>
        </p:nvSpPr>
        <p:spPr>
          <a:xfrm>
            <a:off x="10731500" y="390525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Finish"/>
          <p:cNvSpPr/>
          <p:nvPr/>
        </p:nvSpPr>
        <p:spPr>
          <a:xfrm>
            <a:off x="10922000" y="390525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Finish"/>
          <p:cNvSpPr/>
          <p:nvPr/>
        </p:nvSpPr>
        <p:spPr>
          <a:xfrm>
            <a:off x="10731500" y="425450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Finish"/>
          <p:cNvSpPr/>
          <p:nvPr/>
        </p:nvSpPr>
        <p:spPr>
          <a:xfrm>
            <a:off x="10922000" y="425450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Finish"/>
          <p:cNvSpPr/>
          <p:nvPr/>
        </p:nvSpPr>
        <p:spPr>
          <a:xfrm>
            <a:off x="10731500" y="460375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Finish"/>
          <p:cNvSpPr/>
          <p:nvPr/>
        </p:nvSpPr>
        <p:spPr>
          <a:xfrm>
            <a:off x="10922000" y="460375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Finish"/>
          <p:cNvSpPr/>
          <p:nvPr/>
        </p:nvSpPr>
        <p:spPr>
          <a:xfrm>
            <a:off x="10731500" y="495300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Finish"/>
          <p:cNvSpPr/>
          <p:nvPr/>
        </p:nvSpPr>
        <p:spPr>
          <a:xfrm>
            <a:off x="10922000" y="495300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Finish"/>
          <p:cNvSpPr/>
          <p:nvPr/>
        </p:nvSpPr>
        <p:spPr>
          <a:xfrm>
            <a:off x="10731500" y="530225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Finish"/>
          <p:cNvSpPr/>
          <p:nvPr/>
        </p:nvSpPr>
        <p:spPr>
          <a:xfrm>
            <a:off x="10922000" y="530225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Finish"/>
          <p:cNvSpPr/>
          <p:nvPr/>
        </p:nvSpPr>
        <p:spPr>
          <a:xfrm>
            <a:off x="10731500" y="565150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Finish"/>
          <p:cNvSpPr/>
          <p:nvPr/>
        </p:nvSpPr>
        <p:spPr>
          <a:xfrm>
            <a:off x="10922000" y="565150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Finish"/>
          <p:cNvSpPr/>
          <p:nvPr/>
        </p:nvSpPr>
        <p:spPr>
          <a:xfrm>
            <a:off x="10731500" y="600075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Finish"/>
          <p:cNvSpPr/>
          <p:nvPr/>
        </p:nvSpPr>
        <p:spPr>
          <a:xfrm>
            <a:off x="10922000" y="600075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3" name="Red car" descr="Red ca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23000" y="3810000"/>
            <a:ext cx="1460500" cy="800100"/>
          </a:xfrm>
          <a:prstGeom prst="rect">
            <a:avLst/>
          </a:prstGeom>
        </p:spPr>
      </p:pic>
      <p:pic>
        <p:nvPicPr>
          <p:cNvPr id="24" name="Blue car" descr="Blue car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8000" y="5334000"/>
            <a:ext cx="1460500" cy="800100"/>
          </a:xfrm>
          <a:prstGeom prst="rect">
            <a:avLst/>
          </a:prstGeom>
        </p:spPr>
      </p:pic>
      <p:sp>
        <p:nvSpPr>
          <p:cNvPr id="25" name="Word card"/>
          <p:cNvSpPr/>
          <p:nvPr/>
        </p:nvSpPr>
        <p:spPr>
          <a:xfrm>
            <a:off x="3873500" y="952500"/>
            <a:ext cx="4445000" cy="22860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76200">
            <a:solidFill>
              <a:srgbClr val="B8A1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Word نَسِيَ" descr="نَسِيَ"/>
          <p:cNvSpPr/>
          <p:nvPr/>
        </p:nvSpPr>
        <p:spPr>
          <a:xfrm>
            <a:off x="4064000" y="1079500"/>
            <a:ext cx="4064000" cy="203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11000" b="1" lang="ar-SA">
                <a:solidFill>
                  <a:srgbClr val="2E2640"/>
                </a:solidFill>
                <a:latin typeface="Arial"/>
                <a:cs typeface="Arial"/>
              </a:rPr>
              <a:t>نَسِيَ</a:t>
            </a:r>
          </a:p>
        </p:txBody>
      </p:sp>
      <p:sp>
        <p:nvSpPr>
          <p:cNvPr id="27" name="Red point" descr="Red ✓">
            <a:hlinkClick action="ppaction://hlinksldjump" r:id="rId5"/>
          </p:cNvPr>
          <p:cNvSpPr/>
          <p:nvPr/>
        </p:nvSpPr>
        <p:spPr>
          <a:xfrm>
            <a:off x="381000" y="1143000"/>
            <a:ext cx="1905000" cy="762000"/>
          </a:xfrm>
          <a:prstGeom prst="roundRect">
            <a:avLst>
              <a:gd name="adj" fmla="val 30000"/>
            </a:avLst>
          </a:prstGeom>
          <a:solidFill>
            <a:srgbClr val="E5536F"/>
          </a:solidFill>
          <a:ln w="635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4000" b="1" lang="en-US">
                <a:solidFill>
                  <a:srgbClr val="FFFFFF"/>
                </a:solidFill>
                <a:latin typeface="Arial"/>
                <a:cs typeface="Arial"/>
              </a:rPr>
              <a:t>Red ✓</a:t>
            </a:r>
          </a:p>
        </p:txBody>
      </p:sp>
      <p:sp>
        <p:nvSpPr>
          <p:cNvPr id="28" name="Blue point" descr="Blue ✓">
            <a:hlinkClick action="ppaction://hlinksldjump" r:id="rId6"/>
          </p:cNvPr>
          <p:cNvSpPr/>
          <p:nvPr/>
        </p:nvSpPr>
        <p:spPr>
          <a:xfrm>
            <a:off x="381000" y="2095500"/>
            <a:ext cx="1905000" cy="762000"/>
          </a:xfrm>
          <a:prstGeom prst="roundRect">
            <a:avLst>
              <a:gd name="adj" fmla="val 30000"/>
            </a:avLst>
          </a:prstGeom>
          <a:solidFill>
            <a:srgbClr val="3FA7C9"/>
          </a:solidFill>
          <a:ln w="635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4000" b="1" lang="en-US">
                <a:solidFill>
                  <a:srgbClr val="FFFFFF"/>
                </a:solidFill>
                <a:latin typeface="Arial"/>
                <a:cs typeface="Arial"/>
              </a:rPr>
              <a:t>Blue ✓</a:t>
            </a:r>
          </a:p>
        </p:txBody>
      </p:sp>
      <p:sp>
        <p:nvSpPr>
          <p:cNvPr id="29" name="Next button">
            <a:hlinkClick action="ppaction://hlinksldjump" r:id="rId7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Next arrow">
            <a:hlinkClick action="ppaction://hlinksldjump" r:id="rId7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8" name="vroom.wav"/>
      </p:stSnd>
    </p:sndAc>
  </p:transition>
</p:sld>
</file>

<file path=ppt/slides/slide252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1968500" y="127000"/>
            <a:ext cx="8255000" cy="635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Team Race!  Read the word, then tap your team."/>
          <p:cNvSpPr/>
          <p:nvPr/>
        </p:nvSpPr>
        <p:spPr>
          <a:xfrm>
            <a:off x="2095500" y="127000"/>
            <a:ext cx="8001000" cy="635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000" b="1" lang="en-US">
                <a:solidFill>
                  <a:srgbClr val="2E2640"/>
                </a:solidFill>
                <a:latin typeface="Arial"/>
                <a:cs typeface="Arial"/>
              </a:rPr>
              <a:t>Team Race!  Read the word, then tap your team.</a:t>
            </a:r>
          </a:p>
        </p:txBody>
      </p:sp>
      <p:sp>
        <p:nvSpPr>
          <p:cNvPr id="5" name="Red lane"/>
          <p:cNvSpPr/>
          <p:nvPr/>
        </p:nvSpPr>
        <p:spPr>
          <a:xfrm>
            <a:off x="254000" y="3556000"/>
            <a:ext cx="11303000" cy="1270000"/>
          </a:xfrm>
          <a:prstGeom prst="roundRect">
            <a:avLst>
              <a:gd name="adj" fmla="val 20000"/>
            </a:avLst>
          </a:prstGeom>
          <a:solidFill>
            <a:srgbClr val="FFE3E8"/>
          </a:solidFill>
          <a:ln w="38100">
            <a:solidFill>
              <a:srgbClr val="D9D2E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Blue lane"/>
          <p:cNvSpPr/>
          <p:nvPr/>
        </p:nvSpPr>
        <p:spPr>
          <a:xfrm>
            <a:off x="254000" y="5080000"/>
            <a:ext cx="11303000" cy="1270000"/>
          </a:xfrm>
          <a:prstGeom prst="roundRect">
            <a:avLst>
              <a:gd name="adj" fmla="val 20000"/>
            </a:avLst>
          </a:prstGeom>
          <a:solidFill>
            <a:srgbClr val="E0F4FF"/>
          </a:solidFill>
          <a:ln w="38100">
            <a:solidFill>
              <a:srgbClr val="D9D2E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Finish"/>
          <p:cNvSpPr/>
          <p:nvPr/>
        </p:nvSpPr>
        <p:spPr>
          <a:xfrm>
            <a:off x="10731500" y="355600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Finish"/>
          <p:cNvSpPr/>
          <p:nvPr/>
        </p:nvSpPr>
        <p:spPr>
          <a:xfrm>
            <a:off x="10922000" y="355600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Finish"/>
          <p:cNvSpPr/>
          <p:nvPr/>
        </p:nvSpPr>
        <p:spPr>
          <a:xfrm>
            <a:off x="10731500" y="390525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Finish"/>
          <p:cNvSpPr/>
          <p:nvPr/>
        </p:nvSpPr>
        <p:spPr>
          <a:xfrm>
            <a:off x="10922000" y="390525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Finish"/>
          <p:cNvSpPr/>
          <p:nvPr/>
        </p:nvSpPr>
        <p:spPr>
          <a:xfrm>
            <a:off x="10731500" y="425450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Finish"/>
          <p:cNvSpPr/>
          <p:nvPr/>
        </p:nvSpPr>
        <p:spPr>
          <a:xfrm>
            <a:off x="10922000" y="425450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Finish"/>
          <p:cNvSpPr/>
          <p:nvPr/>
        </p:nvSpPr>
        <p:spPr>
          <a:xfrm>
            <a:off x="10731500" y="460375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Finish"/>
          <p:cNvSpPr/>
          <p:nvPr/>
        </p:nvSpPr>
        <p:spPr>
          <a:xfrm>
            <a:off x="10922000" y="460375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Finish"/>
          <p:cNvSpPr/>
          <p:nvPr/>
        </p:nvSpPr>
        <p:spPr>
          <a:xfrm>
            <a:off x="10731500" y="495300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Finish"/>
          <p:cNvSpPr/>
          <p:nvPr/>
        </p:nvSpPr>
        <p:spPr>
          <a:xfrm>
            <a:off x="10922000" y="495300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Finish"/>
          <p:cNvSpPr/>
          <p:nvPr/>
        </p:nvSpPr>
        <p:spPr>
          <a:xfrm>
            <a:off x="10731500" y="530225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Finish"/>
          <p:cNvSpPr/>
          <p:nvPr/>
        </p:nvSpPr>
        <p:spPr>
          <a:xfrm>
            <a:off x="10922000" y="530225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Finish"/>
          <p:cNvSpPr/>
          <p:nvPr/>
        </p:nvSpPr>
        <p:spPr>
          <a:xfrm>
            <a:off x="10731500" y="565150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Finish"/>
          <p:cNvSpPr/>
          <p:nvPr/>
        </p:nvSpPr>
        <p:spPr>
          <a:xfrm>
            <a:off x="10922000" y="565150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Finish"/>
          <p:cNvSpPr/>
          <p:nvPr/>
        </p:nvSpPr>
        <p:spPr>
          <a:xfrm>
            <a:off x="10731500" y="600075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Finish"/>
          <p:cNvSpPr/>
          <p:nvPr/>
        </p:nvSpPr>
        <p:spPr>
          <a:xfrm>
            <a:off x="10922000" y="600075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3" name="Red car" descr="Red ca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28000" y="3810000"/>
            <a:ext cx="1460500" cy="800100"/>
          </a:xfrm>
          <a:prstGeom prst="rect">
            <a:avLst/>
          </a:prstGeom>
        </p:spPr>
      </p:pic>
      <p:pic>
        <p:nvPicPr>
          <p:cNvPr id="24" name="Blue car" descr="Blue car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8000" y="5334000"/>
            <a:ext cx="1460500" cy="800100"/>
          </a:xfrm>
          <a:prstGeom prst="rect">
            <a:avLst/>
          </a:prstGeom>
        </p:spPr>
      </p:pic>
      <p:sp>
        <p:nvSpPr>
          <p:cNvPr id="25" name="Word card"/>
          <p:cNvSpPr/>
          <p:nvPr/>
        </p:nvSpPr>
        <p:spPr>
          <a:xfrm>
            <a:off x="3873500" y="952500"/>
            <a:ext cx="4445000" cy="22860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76200">
            <a:solidFill>
              <a:srgbClr val="B8A1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Word غَضِبَ" descr="غَضِبَ"/>
          <p:cNvSpPr/>
          <p:nvPr/>
        </p:nvSpPr>
        <p:spPr>
          <a:xfrm>
            <a:off x="4064000" y="1079500"/>
            <a:ext cx="4064000" cy="203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11000" b="1" lang="ar-SA">
                <a:solidFill>
                  <a:srgbClr val="2E2640"/>
                </a:solidFill>
                <a:latin typeface="Arial"/>
                <a:cs typeface="Arial"/>
              </a:rPr>
              <a:t>غَضِبَ</a:t>
            </a:r>
          </a:p>
        </p:txBody>
      </p:sp>
      <p:sp>
        <p:nvSpPr>
          <p:cNvPr id="27" name="Red point" descr="Red ✓">
            <a:hlinkClick action="ppaction://hlinksldjump" r:id="rId5"/>
          </p:cNvPr>
          <p:cNvSpPr/>
          <p:nvPr/>
        </p:nvSpPr>
        <p:spPr>
          <a:xfrm>
            <a:off x="381000" y="1143000"/>
            <a:ext cx="1905000" cy="762000"/>
          </a:xfrm>
          <a:prstGeom prst="roundRect">
            <a:avLst>
              <a:gd name="adj" fmla="val 30000"/>
            </a:avLst>
          </a:prstGeom>
          <a:solidFill>
            <a:srgbClr val="E5536F"/>
          </a:solidFill>
          <a:ln w="635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4000" b="1" lang="en-US">
                <a:solidFill>
                  <a:srgbClr val="FFFFFF"/>
                </a:solidFill>
                <a:latin typeface="Arial"/>
                <a:cs typeface="Arial"/>
              </a:rPr>
              <a:t>Red ✓</a:t>
            </a:r>
          </a:p>
        </p:txBody>
      </p:sp>
      <p:sp>
        <p:nvSpPr>
          <p:cNvPr id="28" name="Blue point" descr="Blue ✓">
            <a:hlinkClick action="ppaction://hlinksldjump" r:id="rId6"/>
          </p:cNvPr>
          <p:cNvSpPr/>
          <p:nvPr/>
        </p:nvSpPr>
        <p:spPr>
          <a:xfrm>
            <a:off x="381000" y="2095500"/>
            <a:ext cx="1905000" cy="762000"/>
          </a:xfrm>
          <a:prstGeom prst="roundRect">
            <a:avLst>
              <a:gd name="adj" fmla="val 30000"/>
            </a:avLst>
          </a:prstGeom>
          <a:solidFill>
            <a:srgbClr val="3FA7C9"/>
          </a:solidFill>
          <a:ln w="635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4000" b="1" lang="en-US">
                <a:solidFill>
                  <a:srgbClr val="FFFFFF"/>
                </a:solidFill>
                <a:latin typeface="Arial"/>
                <a:cs typeface="Arial"/>
              </a:rPr>
              <a:t>Blue ✓</a:t>
            </a:r>
          </a:p>
        </p:txBody>
      </p:sp>
      <p:sp>
        <p:nvSpPr>
          <p:cNvPr id="29" name="Next button">
            <a:hlinkClick action="ppaction://hlinksldjump" r:id="rId7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Next arrow">
            <a:hlinkClick action="ppaction://hlinksldjump" r:id="rId7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8" name="vroom.wav"/>
      </p:stSnd>
    </p:sndAc>
  </p:transition>
</p:sld>
</file>

<file path=ppt/slides/slide253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1968500" y="127000"/>
            <a:ext cx="8255000" cy="635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Team Race!  Read the word, then tap your team."/>
          <p:cNvSpPr/>
          <p:nvPr/>
        </p:nvSpPr>
        <p:spPr>
          <a:xfrm>
            <a:off x="2095500" y="127000"/>
            <a:ext cx="8001000" cy="635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000" b="1" lang="en-US">
                <a:solidFill>
                  <a:srgbClr val="2E2640"/>
                </a:solidFill>
                <a:latin typeface="Arial"/>
                <a:cs typeface="Arial"/>
              </a:rPr>
              <a:t>Team Race!  Read the word, then tap your team.</a:t>
            </a:r>
          </a:p>
        </p:txBody>
      </p:sp>
      <p:sp>
        <p:nvSpPr>
          <p:cNvPr id="5" name="Red lane"/>
          <p:cNvSpPr/>
          <p:nvPr/>
        </p:nvSpPr>
        <p:spPr>
          <a:xfrm>
            <a:off x="254000" y="3556000"/>
            <a:ext cx="11303000" cy="1270000"/>
          </a:xfrm>
          <a:prstGeom prst="roundRect">
            <a:avLst>
              <a:gd name="adj" fmla="val 20000"/>
            </a:avLst>
          </a:prstGeom>
          <a:solidFill>
            <a:srgbClr val="FFE3E8"/>
          </a:solidFill>
          <a:ln w="38100">
            <a:solidFill>
              <a:srgbClr val="D9D2E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Blue lane"/>
          <p:cNvSpPr/>
          <p:nvPr/>
        </p:nvSpPr>
        <p:spPr>
          <a:xfrm>
            <a:off x="254000" y="5080000"/>
            <a:ext cx="11303000" cy="1270000"/>
          </a:xfrm>
          <a:prstGeom prst="roundRect">
            <a:avLst>
              <a:gd name="adj" fmla="val 20000"/>
            </a:avLst>
          </a:prstGeom>
          <a:solidFill>
            <a:srgbClr val="E0F4FF"/>
          </a:solidFill>
          <a:ln w="38100">
            <a:solidFill>
              <a:srgbClr val="D9D2E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Finish"/>
          <p:cNvSpPr/>
          <p:nvPr/>
        </p:nvSpPr>
        <p:spPr>
          <a:xfrm>
            <a:off x="10731500" y="355600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Finish"/>
          <p:cNvSpPr/>
          <p:nvPr/>
        </p:nvSpPr>
        <p:spPr>
          <a:xfrm>
            <a:off x="10922000" y="355600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Finish"/>
          <p:cNvSpPr/>
          <p:nvPr/>
        </p:nvSpPr>
        <p:spPr>
          <a:xfrm>
            <a:off x="10731500" y="390525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Finish"/>
          <p:cNvSpPr/>
          <p:nvPr/>
        </p:nvSpPr>
        <p:spPr>
          <a:xfrm>
            <a:off x="10922000" y="390525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Finish"/>
          <p:cNvSpPr/>
          <p:nvPr/>
        </p:nvSpPr>
        <p:spPr>
          <a:xfrm>
            <a:off x="10731500" y="425450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Finish"/>
          <p:cNvSpPr/>
          <p:nvPr/>
        </p:nvSpPr>
        <p:spPr>
          <a:xfrm>
            <a:off x="10922000" y="425450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Finish"/>
          <p:cNvSpPr/>
          <p:nvPr/>
        </p:nvSpPr>
        <p:spPr>
          <a:xfrm>
            <a:off x="10731500" y="460375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Finish"/>
          <p:cNvSpPr/>
          <p:nvPr/>
        </p:nvSpPr>
        <p:spPr>
          <a:xfrm>
            <a:off x="10922000" y="460375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Finish"/>
          <p:cNvSpPr/>
          <p:nvPr/>
        </p:nvSpPr>
        <p:spPr>
          <a:xfrm>
            <a:off x="10731500" y="495300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Finish"/>
          <p:cNvSpPr/>
          <p:nvPr/>
        </p:nvSpPr>
        <p:spPr>
          <a:xfrm>
            <a:off x="10922000" y="495300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Finish"/>
          <p:cNvSpPr/>
          <p:nvPr/>
        </p:nvSpPr>
        <p:spPr>
          <a:xfrm>
            <a:off x="10731500" y="530225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Finish"/>
          <p:cNvSpPr/>
          <p:nvPr/>
        </p:nvSpPr>
        <p:spPr>
          <a:xfrm>
            <a:off x="10922000" y="530225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Finish"/>
          <p:cNvSpPr/>
          <p:nvPr/>
        </p:nvSpPr>
        <p:spPr>
          <a:xfrm>
            <a:off x="10731500" y="565150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Finish"/>
          <p:cNvSpPr/>
          <p:nvPr/>
        </p:nvSpPr>
        <p:spPr>
          <a:xfrm>
            <a:off x="10922000" y="565150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Finish"/>
          <p:cNvSpPr/>
          <p:nvPr/>
        </p:nvSpPr>
        <p:spPr>
          <a:xfrm>
            <a:off x="10731500" y="600075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Finish"/>
          <p:cNvSpPr/>
          <p:nvPr/>
        </p:nvSpPr>
        <p:spPr>
          <a:xfrm>
            <a:off x="10922000" y="600075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3" name="Red car" descr="Red ca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28000" y="3810000"/>
            <a:ext cx="1460500" cy="800100"/>
          </a:xfrm>
          <a:prstGeom prst="rect">
            <a:avLst/>
          </a:prstGeom>
        </p:spPr>
      </p:pic>
      <p:pic>
        <p:nvPicPr>
          <p:cNvPr id="24" name="Blue car" descr="Blue car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13000" y="5334000"/>
            <a:ext cx="1460500" cy="800100"/>
          </a:xfrm>
          <a:prstGeom prst="rect">
            <a:avLst/>
          </a:prstGeom>
        </p:spPr>
      </p:pic>
      <p:sp>
        <p:nvSpPr>
          <p:cNvPr id="25" name="Word card"/>
          <p:cNvSpPr/>
          <p:nvPr/>
        </p:nvSpPr>
        <p:spPr>
          <a:xfrm>
            <a:off x="3873500" y="952500"/>
            <a:ext cx="4445000" cy="22860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76200">
            <a:solidFill>
              <a:srgbClr val="B8A1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Word سَلِمَ" descr="سَلِمَ"/>
          <p:cNvSpPr/>
          <p:nvPr/>
        </p:nvSpPr>
        <p:spPr>
          <a:xfrm>
            <a:off x="4064000" y="1079500"/>
            <a:ext cx="4064000" cy="203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11000" b="1" lang="ar-SA">
                <a:solidFill>
                  <a:srgbClr val="2E2640"/>
                </a:solidFill>
                <a:latin typeface="Arial"/>
                <a:cs typeface="Arial"/>
              </a:rPr>
              <a:t>سَلِمَ</a:t>
            </a:r>
          </a:p>
        </p:txBody>
      </p:sp>
      <p:sp>
        <p:nvSpPr>
          <p:cNvPr id="27" name="Red point" descr="Red ✓">
            <a:hlinkClick action="ppaction://hlinksldjump" r:id="rId5"/>
          </p:cNvPr>
          <p:cNvSpPr/>
          <p:nvPr/>
        </p:nvSpPr>
        <p:spPr>
          <a:xfrm>
            <a:off x="381000" y="1143000"/>
            <a:ext cx="1905000" cy="762000"/>
          </a:xfrm>
          <a:prstGeom prst="roundRect">
            <a:avLst>
              <a:gd name="adj" fmla="val 30000"/>
            </a:avLst>
          </a:prstGeom>
          <a:solidFill>
            <a:srgbClr val="E5536F"/>
          </a:solidFill>
          <a:ln w="635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4000" b="1" lang="en-US">
                <a:solidFill>
                  <a:srgbClr val="FFFFFF"/>
                </a:solidFill>
                <a:latin typeface="Arial"/>
                <a:cs typeface="Arial"/>
              </a:rPr>
              <a:t>Red ✓</a:t>
            </a:r>
          </a:p>
        </p:txBody>
      </p:sp>
      <p:sp>
        <p:nvSpPr>
          <p:cNvPr id="28" name="Blue point" descr="Blue ✓">
            <a:hlinkClick action="ppaction://hlinksldjump" r:id="rId6"/>
          </p:cNvPr>
          <p:cNvSpPr/>
          <p:nvPr/>
        </p:nvSpPr>
        <p:spPr>
          <a:xfrm>
            <a:off x="381000" y="2095500"/>
            <a:ext cx="1905000" cy="762000"/>
          </a:xfrm>
          <a:prstGeom prst="roundRect">
            <a:avLst>
              <a:gd name="adj" fmla="val 30000"/>
            </a:avLst>
          </a:prstGeom>
          <a:solidFill>
            <a:srgbClr val="3FA7C9"/>
          </a:solidFill>
          <a:ln w="635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4000" b="1" lang="en-US">
                <a:solidFill>
                  <a:srgbClr val="FFFFFF"/>
                </a:solidFill>
                <a:latin typeface="Arial"/>
                <a:cs typeface="Arial"/>
              </a:rPr>
              <a:t>Blue ✓</a:t>
            </a:r>
          </a:p>
        </p:txBody>
      </p:sp>
      <p:sp>
        <p:nvSpPr>
          <p:cNvPr id="29" name="Next button">
            <a:hlinkClick action="ppaction://hlinksldjump" r:id="rId7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Next arrow">
            <a:hlinkClick action="ppaction://hlinksldjump" r:id="rId7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8" name="vroom.wav"/>
      </p:stSnd>
    </p:sndAc>
  </p:transition>
</p:sld>
</file>

<file path=ppt/slides/slide254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1968500" y="127000"/>
            <a:ext cx="8255000" cy="635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Team Race!  Read the word, then tap your team."/>
          <p:cNvSpPr/>
          <p:nvPr/>
        </p:nvSpPr>
        <p:spPr>
          <a:xfrm>
            <a:off x="2095500" y="127000"/>
            <a:ext cx="8001000" cy="635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000" b="1" lang="en-US">
                <a:solidFill>
                  <a:srgbClr val="2E2640"/>
                </a:solidFill>
                <a:latin typeface="Arial"/>
                <a:cs typeface="Arial"/>
              </a:rPr>
              <a:t>Team Race!  Read the word, then tap your team.</a:t>
            </a:r>
          </a:p>
        </p:txBody>
      </p:sp>
      <p:sp>
        <p:nvSpPr>
          <p:cNvPr id="5" name="Red lane"/>
          <p:cNvSpPr/>
          <p:nvPr/>
        </p:nvSpPr>
        <p:spPr>
          <a:xfrm>
            <a:off x="254000" y="3556000"/>
            <a:ext cx="11303000" cy="1270000"/>
          </a:xfrm>
          <a:prstGeom prst="roundRect">
            <a:avLst>
              <a:gd name="adj" fmla="val 20000"/>
            </a:avLst>
          </a:prstGeom>
          <a:solidFill>
            <a:srgbClr val="FFE3E8"/>
          </a:solidFill>
          <a:ln w="38100">
            <a:solidFill>
              <a:srgbClr val="D9D2E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Blue lane"/>
          <p:cNvSpPr/>
          <p:nvPr/>
        </p:nvSpPr>
        <p:spPr>
          <a:xfrm>
            <a:off x="254000" y="5080000"/>
            <a:ext cx="11303000" cy="1270000"/>
          </a:xfrm>
          <a:prstGeom prst="roundRect">
            <a:avLst>
              <a:gd name="adj" fmla="val 20000"/>
            </a:avLst>
          </a:prstGeom>
          <a:solidFill>
            <a:srgbClr val="E0F4FF"/>
          </a:solidFill>
          <a:ln w="38100">
            <a:solidFill>
              <a:srgbClr val="D9D2E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Finish"/>
          <p:cNvSpPr/>
          <p:nvPr/>
        </p:nvSpPr>
        <p:spPr>
          <a:xfrm>
            <a:off x="10731500" y="355600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Finish"/>
          <p:cNvSpPr/>
          <p:nvPr/>
        </p:nvSpPr>
        <p:spPr>
          <a:xfrm>
            <a:off x="10922000" y="355600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Finish"/>
          <p:cNvSpPr/>
          <p:nvPr/>
        </p:nvSpPr>
        <p:spPr>
          <a:xfrm>
            <a:off x="10731500" y="390525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Finish"/>
          <p:cNvSpPr/>
          <p:nvPr/>
        </p:nvSpPr>
        <p:spPr>
          <a:xfrm>
            <a:off x="10922000" y="390525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Finish"/>
          <p:cNvSpPr/>
          <p:nvPr/>
        </p:nvSpPr>
        <p:spPr>
          <a:xfrm>
            <a:off x="10731500" y="425450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Finish"/>
          <p:cNvSpPr/>
          <p:nvPr/>
        </p:nvSpPr>
        <p:spPr>
          <a:xfrm>
            <a:off x="10922000" y="425450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Finish"/>
          <p:cNvSpPr/>
          <p:nvPr/>
        </p:nvSpPr>
        <p:spPr>
          <a:xfrm>
            <a:off x="10731500" y="460375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Finish"/>
          <p:cNvSpPr/>
          <p:nvPr/>
        </p:nvSpPr>
        <p:spPr>
          <a:xfrm>
            <a:off x="10922000" y="460375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Finish"/>
          <p:cNvSpPr/>
          <p:nvPr/>
        </p:nvSpPr>
        <p:spPr>
          <a:xfrm>
            <a:off x="10731500" y="495300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Finish"/>
          <p:cNvSpPr/>
          <p:nvPr/>
        </p:nvSpPr>
        <p:spPr>
          <a:xfrm>
            <a:off x="10922000" y="495300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Finish"/>
          <p:cNvSpPr/>
          <p:nvPr/>
        </p:nvSpPr>
        <p:spPr>
          <a:xfrm>
            <a:off x="10731500" y="530225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Finish"/>
          <p:cNvSpPr/>
          <p:nvPr/>
        </p:nvSpPr>
        <p:spPr>
          <a:xfrm>
            <a:off x="10922000" y="530225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Finish"/>
          <p:cNvSpPr/>
          <p:nvPr/>
        </p:nvSpPr>
        <p:spPr>
          <a:xfrm>
            <a:off x="10731500" y="565150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Finish"/>
          <p:cNvSpPr/>
          <p:nvPr/>
        </p:nvSpPr>
        <p:spPr>
          <a:xfrm>
            <a:off x="10922000" y="565150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Finish"/>
          <p:cNvSpPr/>
          <p:nvPr/>
        </p:nvSpPr>
        <p:spPr>
          <a:xfrm>
            <a:off x="10731500" y="600075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Finish"/>
          <p:cNvSpPr/>
          <p:nvPr/>
        </p:nvSpPr>
        <p:spPr>
          <a:xfrm>
            <a:off x="10922000" y="600075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3" name="Red car" descr="Red ca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28000" y="3810000"/>
            <a:ext cx="1460500" cy="800100"/>
          </a:xfrm>
          <a:prstGeom prst="rect">
            <a:avLst/>
          </a:prstGeom>
        </p:spPr>
      </p:pic>
      <p:pic>
        <p:nvPicPr>
          <p:cNvPr id="24" name="Blue car" descr="Blue car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18000" y="5334000"/>
            <a:ext cx="1460500" cy="800100"/>
          </a:xfrm>
          <a:prstGeom prst="rect">
            <a:avLst/>
          </a:prstGeom>
        </p:spPr>
      </p:pic>
      <p:sp>
        <p:nvSpPr>
          <p:cNvPr id="25" name="Word card"/>
          <p:cNvSpPr/>
          <p:nvPr/>
        </p:nvSpPr>
        <p:spPr>
          <a:xfrm>
            <a:off x="3873500" y="952500"/>
            <a:ext cx="4445000" cy="22860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76200">
            <a:solidFill>
              <a:srgbClr val="B8A1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Word قَبِلَ" descr="قَبِلَ"/>
          <p:cNvSpPr/>
          <p:nvPr/>
        </p:nvSpPr>
        <p:spPr>
          <a:xfrm>
            <a:off x="4064000" y="1079500"/>
            <a:ext cx="4064000" cy="203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11000" b="1" lang="ar-SA">
                <a:solidFill>
                  <a:srgbClr val="2E2640"/>
                </a:solidFill>
                <a:latin typeface="Arial"/>
                <a:cs typeface="Arial"/>
              </a:rPr>
              <a:t>قَبِلَ</a:t>
            </a:r>
          </a:p>
        </p:txBody>
      </p:sp>
      <p:sp>
        <p:nvSpPr>
          <p:cNvPr id="27" name="Red point" descr="Red ✓">
            <a:hlinkClick action="ppaction://hlinksldjump" r:id="rId5"/>
          </p:cNvPr>
          <p:cNvSpPr/>
          <p:nvPr/>
        </p:nvSpPr>
        <p:spPr>
          <a:xfrm>
            <a:off x="381000" y="1143000"/>
            <a:ext cx="1905000" cy="762000"/>
          </a:xfrm>
          <a:prstGeom prst="roundRect">
            <a:avLst>
              <a:gd name="adj" fmla="val 30000"/>
            </a:avLst>
          </a:prstGeom>
          <a:solidFill>
            <a:srgbClr val="E5536F"/>
          </a:solidFill>
          <a:ln w="635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4000" b="1" lang="en-US">
                <a:solidFill>
                  <a:srgbClr val="FFFFFF"/>
                </a:solidFill>
                <a:latin typeface="Arial"/>
                <a:cs typeface="Arial"/>
              </a:rPr>
              <a:t>Red ✓</a:t>
            </a:r>
          </a:p>
        </p:txBody>
      </p:sp>
      <p:sp>
        <p:nvSpPr>
          <p:cNvPr id="28" name="Blue point" descr="Blue ✓">
            <a:hlinkClick action="ppaction://hlinksldjump" r:id="rId6"/>
          </p:cNvPr>
          <p:cNvSpPr/>
          <p:nvPr/>
        </p:nvSpPr>
        <p:spPr>
          <a:xfrm>
            <a:off x="381000" y="2095500"/>
            <a:ext cx="1905000" cy="762000"/>
          </a:xfrm>
          <a:prstGeom prst="roundRect">
            <a:avLst>
              <a:gd name="adj" fmla="val 30000"/>
            </a:avLst>
          </a:prstGeom>
          <a:solidFill>
            <a:srgbClr val="3FA7C9"/>
          </a:solidFill>
          <a:ln w="635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4000" b="1" lang="en-US">
                <a:solidFill>
                  <a:srgbClr val="FFFFFF"/>
                </a:solidFill>
                <a:latin typeface="Arial"/>
                <a:cs typeface="Arial"/>
              </a:rPr>
              <a:t>Blue ✓</a:t>
            </a:r>
          </a:p>
        </p:txBody>
      </p:sp>
      <p:sp>
        <p:nvSpPr>
          <p:cNvPr id="29" name="Next button">
            <a:hlinkClick action="ppaction://hlinksldjump" r:id="rId7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Next arrow">
            <a:hlinkClick action="ppaction://hlinksldjump" r:id="rId7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8" name="vroom.wav"/>
      </p:stSnd>
    </p:sndAc>
  </p:transition>
</p:sld>
</file>

<file path=ppt/slides/slide255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1968500" y="127000"/>
            <a:ext cx="8255000" cy="635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Team Race!  Read the word, then tap your team."/>
          <p:cNvSpPr/>
          <p:nvPr/>
        </p:nvSpPr>
        <p:spPr>
          <a:xfrm>
            <a:off x="2095500" y="127000"/>
            <a:ext cx="8001000" cy="635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000" b="1" lang="en-US">
                <a:solidFill>
                  <a:srgbClr val="2E2640"/>
                </a:solidFill>
                <a:latin typeface="Arial"/>
                <a:cs typeface="Arial"/>
              </a:rPr>
              <a:t>Team Race!  Read the word, then tap your team.</a:t>
            </a:r>
          </a:p>
        </p:txBody>
      </p:sp>
      <p:sp>
        <p:nvSpPr>
          <p:cNvPr id="5" name="Red lane"/>
          <p:cNvSpPr/>
          <p:nvPr/>
        </p:nvSpPr>
        <p:spPr>
          <a:xfrm>
            <a:off x="254000" y="3556000"/>
            <a:ext cx="11303000" cy="1270000"/>
          </a:xfrm>
          <a:prstGeom prst="roundRect">
            <a:avLst>
              <a:gd name="adj" fmla="val 20000"/>
            </a:avLst>
          </a:prstGeom>
          <a:solidFill>
            <a:srgbClr val="FFE3E8"/>
          </a:solidFill>
          <a:ln w="38100">
            <a:solidFill>
              <a:srgbClr val="D9D2E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Blue lane"/>
          <p:cNvSpPr/>
          <p:nvPr/>
        </p:nvSpPr>
        <p:spPr>
          <a:xfrm>
            <a:off x="254000" y="5080000"/>
            <a:ext cx="11303000" cy="1270000"/>
          </a:xfrm>
          <a:prstGeom prst="roundRect">
            <a:avLst>
              <a:gd name="adj" fmla="val 20000"/>
            </a:avLst>
          </a:prstGeom>
          <a:solidFill>
            <a:srgbClr val="E0F4FF"/>
          </a:solidFill>
          <a:ln w="38100">
            <a:solidFill>
              <a:srgbClr val="D9D2E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Finish"/>
          <p:cNvSpPr/>
          <p:nvPr/>
        </p:nvSpPr>
        <p:spPr>
          <a:xfrm>
            <a:off x="10731500" y="355600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Finish"/>
          <p:cNvSpPr/>
          <p:nvPr/>
        </p:nvSpPr>
        <p:spPr>
          <a:xfrm>
            <a:off x="10922000" y="355600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Finish"/>
          <p:cNvSpPr/>
          <p:nvPr/>
        </p:nvSpPr>
        <p:spPr>
          <a:xfrm>
            <a:off x="10731500" y="390525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Finish"/>
          <p:cNvSpPr/>
          <p:nvPr/>
        </p:nvSpPr>
        <p:spPr>
          <a:xfrm>
            <a:off x="10922000" y="390525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Finish"/>
          <p:cNvSpPr/>
          <p:nvPr/>
        </p:nvSpPr>
        <p:spPr>
          <a:xfrm>
            <a:off x="10731500" y="425450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Finish"/>
          <p:cNvSpPr/>
          <p:nvPr/>
        </p:nvSpPr>
        <p:spPr>
          <a:xfrm>
            <a:off x="10922000" y="425450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Finish"/>
          <p:cNvSpPr/>
          <p:nvPr/>
        </p:nvSpPr>
        <p:spPr>
          <a:xfrm>
            <a:off x="10731500" y="460375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Finish"/>
          <p:cNvSpPr/>
          <p:nvPr/>
        </p:nvSpPr>
        <p:spPr>
          <a:xfrm>
            <a:off x="10922000" y="460375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Finish"/>
          <p:cNvSpPr/>
          <p:nvPr/>
        </p:nvSpPr>
        <p:spPr>
          <a:xfrm>
            <a:off x="10731500" y="495300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Finish"/>
          <p:cNvSpPr/>
          <p:nvPr/>
        </p:nvSpPr>
        <p:spPr>
          <a:xfrm>
            <a:off x="10922000" y="495300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Finish"/>
          <p:cNvSpPr/>
          <p:nvPr/>
        </p:nvSpPr>
        <p:spPr>
          <a:xfrm>
            <a:off x="10731500" y="530225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Finish"/>
          <p:cNvSpPr/>
          <p:nvPr/>
        </p:nvSpPr>
        <p:spPr>
          <a:xfrm>
            <a:off x="10922000" y="530225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Finish"/>
          <p:cNvSpPr/>
          <p:nvPr/>
        </p:nvSpPr>
        <p:spPr>
          <a:xfrm>
            <a:off x="10731500" y="565150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Finish"/>
          <p:cNvSpPr/>
          <p:nvPr/>
        </p:nvSpPr>
        <p:spPr>
          <a:xfrm>
            <a:off x="10922000" y="565150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Finish"/>
          <p:cNvSpPr/>
          <p:nvPr/>
        </p:nvSpPr>
        <p:spPr>
          <a:xfrm>
            <a:off x="10731500" y="600075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Finish"/>
          <p:cNvSpPr/>
          <p:nvPr/>
        </p:nvSpPr>
        <p:spPr>
          <a:xfrm>
            <a:off x="10922000" y="600075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3" name="Red car" descr="Red ca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28000" y="3810000"/>
            <a:ext cx="1460500" cy="800100"/>
          </a:xfrm>
          <a:prstGeom prst="rect">
            <a:avLst/>
          </a:prstGeom>
        </p:spPr>
      </p:pic>
      <p:pic>
        <p:nvPicPr>
          <p:cNvPr id="24" name="Blue car" descr="Blue car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23000" y="5334000"/>
            <a:ext cx="1460500" cy="800100"/>
          </a:xfrm>
          <a:prstGeom prst="rect">
            <a:avLst/>
          </a:prstGeom>
        </p:spPr>
      </p:pic>
      <p:sp>
        <p:nvSpPr>
          <p:cNvPr id="25" name="Word card"/>
          <p:cNvSpPr/>
          <p:nvPr/>
        </p:nvSpPr>
        <p:spPr>
          <a:xfrm>
            <a:off x="3873500" y="952500"/>
            <a:ext cx="4445000" cy="22860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76200">
            <a:solidFill>
              <a:srgbClr val="B8A1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Word نَسِيَ" descr="نَسِيَ"/>
          <p:cNvSpPr/>
          <p:nvPr/>
        </p:nvSpPr>
        <p:spPr>
          <a:xfrm>
            <a:off x="4064000" y="1079500"/>
            <a:ext cx="4064000" cy="203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11000" b="1" lang="ar-SA">
                <a:solidFill>
                  <a:srgbClr val="2E2640"/>
                </a:solidFill>
                <a:latin typeface="Arial"/>
                <a:cs typeface="Arial"/>
              </a:rPr>
              <a:t>نَسِيَ</a:t>
            </a:r>
          </a:p>
        </p:txBody>
      </p:sp>
      <p:sp>
        <p:nvSpPr>
          <p:cNvPr id="27" name="Red point" descr="Red ✓">
            <a:hlinkClick action="ppaction://hlinksldjump" r:id="rId5"/>
          </p:cNvPr>
          <p:cNvSpPr/>
          <p:nvPr/>
        </p:nvSpPr>
        <p:spPr>
          <a:xfrm>
            <a:off x="381000" y="1143000"/>
            <a:ext cx="1905000" cy="762000"/>
          </a:xfrm>
          <a:prstGeom prst="roundRect">
            <a:avLst>
              <a:gd name="adj" fmla="val 30000"/>
            </a:avLst>
          </a:prstGeom>
          <a:solidFill>
            <a:srgbClr val="E5536F"/>
          </a:solidFill>
          <a:ln w="635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4000" b="1" lang="en-US">
                <a:solidFill>
                  <a:srgbClr val="FFFFFF"/>
                </a:solidFill>
                <a:latin typeface="Arial"/>
                <a:cs typeface="Arial"/>
              </a:rPr>
              <a:t>Red ✓</a:t>
            </a:r>
          </a:p>
        </p:txBody>
      </p:sp>
      <p:sp>
        <p:nvSpPr>
          <p:cNvPr id="28" name="Blue point" descr="Blue ✓">
            <a:hlinkClick action="ppaction://hlinksldjump" r:id="rId6"/>
          </p:cNvPr>
          <p:cNvSpPr/>
          <p:nvPr/>
        </p:nvSpPr>
        <p:spPr>
          <a:xfrm>
            <a:off x="381000" y="2095500"/>
            <a:ext cx="1905000" cy="762000"/>
          </a:xfrm>
          <a:prstGeom prst="roundRect">
            <a:avLst>
              <a:gd name="adj" fmla="val 30000"/>
            </a:avLst>
          </a:prstGeom>
          <a:solidFill>
            <a:srgbClr val="3FA7C9"/>
          </a:solidFill>
          <a:ln w="635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4000" b="1" lang="en-US">
                <a:solidFill>
                  <a:srgbClr val="FFFFFF"/>
                </a:solidFill>
                <a:latin typeface="Arial"/>
                <a:cs typeface="Arial"/>
              </a:rPr>
              <a:t>Blue ✓</a:t>
            </a:r>
          </a:p>
        </p:txBody>
      </p:sp>
      <p:sp>
        <p:nvSpPr>
          <p:cNvPr id="29" name="Next button">
            <a:hlinkClick action="ppaction://hlinksldjump" r:id="rId7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Next arrow">
            <a:hlinkClick action="ppaction://hlinksldjump" r:id="rId7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8" name="vroom.wav"/>
      </p:stSnd>
    </p:sndAc>
  </p:transition>
</p:sld>
</file>

<file path=ppt/slides/slide256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1968500" y="127000"/>
            <a:ext cx="8255000" cy="635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Team Race!  Read the word, then tap your team."/>
          <p:cNvSpPr/>
          <p:nvPr/>
        </p:nvSpPr>
        <p:spPr>
          <a:xfrm>
            <a:off x="2095500" y="127000"/>
            <a:ext cx="8001000" cy="635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000" b="1" lang="en-US">
                <a:solidFill>
                  <a:srgbClr val="2E2640"/>
                </a:solidFill>
                <a:latin typeface="Arial"/>
                <a:cs typeface="Arial"/>
              </a:rPr>
              <a:t>Team Race!  Read the word, then tap your team.</a:t>
            </a:r>
          </a:p>
        </p:txBody>
      </p:sp>
      <p:sp>
        <p:nvSpPr>
          <p:cNvPr id="5" name="Red lane"/>
          <p:cNvSpPr/>
          <p:nvPr/>
        </p:nvSpPr>
        <p:spPr>
          <a:xfrm>
            <a:off x="254000" y="3556000"/>
            <a:ext cx="11303000" cy="1270000"/>
          </a:xfrm>
          <a:prstGeom prst="roundRect">
            <a:avLst>
              <a:gd name="adj" fmla="val 20000"/>
            </a:avLst>
          </a:prstGeom>
          <a:solidFill>
            <a:srgbClr val="FFE3E8"/>
          </a:solidFill>
          <a:ln w="38100">
            <a:solidFill>
              <a:srgbClr val="D9D2E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Blue lane"/>
          <p:cNvSpPr/>
          <p:nvPr/>
        </p:nvSpPr>
        <p:spPr>
          <a:xfrm>
            <a:off x="254000" y="5080000"/>
            <a:ext cx="11303000" cy="1270000"/>
          </a:xfrm>
          <a:prstGeom prst="roundRect">
            <a:avLst>
              <a:gd name="adj" fmla="val 20000"/>
            </a:avLst>
          </a:prstGeom>
          <a:solidFill>
            <a:srgbClr val="E0F4FF"/>
          </a:solidFill>
          <a:ln w="38100">
            <a:solidFill>
              <a:srgbClr val="D9D2E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Finish"/>
          <p:cNvSpPr/>
          <p:nvPr/>
        </p:nvSpPr>
        <p:spPr>
          <a:xfrm>
            <a:off x="10731500" y="355600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Finish"/>
          <p:cNvSpPr/>
          <p:nvPr/>
        </p:nvSpPr>
        <p:spPr>
          <a:xfrm>
            <a:off x="10922000" y="355600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Finish"/>
          <p:cNvSpPr/>
          <p:nvPr/>
        </p:nvSpPr>
        <p:spPr>
          <a:xfrm>
            <a:off x="10731500" y="390525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Finish"/>
          <p:cNvSpPr/>
          <p:nvPr/>
        </p:nvSpPr>
        <p:spPr>
          <a:xfrm>
            <a:off x="10922000" y="390525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Finish"/>
          <p:cNvSpPr/>
          <p:nvPr/>
        </p:nvSpPr>
        <p:spPr>
          <a:xfrm>
            <a:off x="10731500" y="425450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Finish"/>
          <p:cNvSpPr/>
          <p:nvPr/>
        </p:nvSpPr>
        <p:spPr>
          <a:xfrm>
            <a:off x="10922000" y="425450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Finish"/>
          <p:cNvSpPr/>
          <p:nvPr/>
        </p:nvSpPr>
        <p:spPr>
          <a:xfrm>
            <a:off x="10731500" y="460375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Finish"/>
          <p:cNvSpPr/>
          <p:nvPr/>
        </p:nvSpPr>
        <p:spPr>
          <a:xfrm>
            <a:off x="10922000" y="460375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Finish"/>
          <p:cNvSpPr/>
          <p:nvPr/>
        </p:nvSpPr>
        <p:spPr>
          <a:xfrm>
            <a:off x="10731500" y="495300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Finish"/>
          <p:cNvSpPr/>
          <p:nvPr/>
        </p:nvSpPr>
        <p:spPr>
          <a:xfrm>
            <a:off x="10922000" y="495300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Finish"/>
          <p:cNvSpPr/>
          <p:nvPr/>
        </p:nvSpPr>
        <p:spPr>
          <a:xfrm>
            <a:off x="10731500" y="530225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Finish"/>
          <p:cNvSpPr/>
          <p:nvPr/>
        </p:nvSpPr>
        <p:spPr>
          <a:xfrm>
            <a:off x="10922000" y="530225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Finish"/>
          <p:cNvSpPr/>
          <p:nvPr/>
        </p:nvSpPr>
        <p:spPr>
          <a:xfrm>
            <a:off x="10731500" y="565150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Finish"/>
          <p:cNvSpPr/>
          <p:nvPr/>
        </p:nvSpPr>
        <p:spPr>
          <a:xfrm>
            <a:off x="10922000" y="565150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Finish"/>
          <p:cNvSpPr/>
          <p:nvPr/>
        </p:nvSpPr>
        <p:spPr>
          <a:xfrm>
            <a:off x="10731500" y="600075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Finish"/>
          <p:cNvSpPr/>
          <p:nvPr/>
        </p:nvSpPr>
        <p:spPr>
          <a:xfrm>
            <a:off x="10922000" y="600075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3" name="Red car" descr="Red ca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28000" y="3810000"/>
            <a:ext cx="1460500" cy="800100"/>
          </a:xfrm>
          <a:prstGeom prst="rect">
            <a:avLst/>
          </a:prstGeom>
        </p:spPr>
      </p:pic>
      <p:pic>
        <p:nvPicPr>
          <p:cNvPr id="24" name="Blue car" descr="Blue car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8000" y="5334000"/>
            <a:ext cx="1460500" cy="800100"/>
          </a:xfrm>
          <a:prstGeom prst="rect">
            <a:avLst/>
          </a:prstGeom>
        </p:spPr>
      </p:pic>
      <p:sp>
        <p:nvSpPr>
          <p:cNvPr id="25" name="Word card"/>
          <p:cNvSpPr/>
          <p:nvPr/>
        </p:nvSpPr>
        <p:spPr>
          <a:xfrm>
            <a:off x="3873500" y="952500"/>
            <a:ext cx="4445000" cy="22860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76200">
            <a:solidFill>
              <a:srgbClr val="B8A1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Word رَحِمَ" descr="رَحِمَ"/>
          <p:cNvSpPr/>
          <p:nvPr/>
        </p:nvSpPr>
        <p:spPr>
          <a:xfrm>
            <a:off x="4064000" y="1079500"/>
            <a:ext cx="4064000" cy="203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11000" b="1" lang="ar-SA">
                <a:solidFill>
                  <a:srgbClr val="2E2640"/>
                </a:solidFill>
                <a:latin typeface="Arial"/>
                <a:cs typeface="Arial"/>
              </a:rPr>
              <a:t>رَحِمَ</a:t>
            </a:r>
          </a:p>
        </p:txBody>
      </p:sp>
      <p:sp>
        <p:nvSpPr>
          <p:cNvPr id="27" name="Red point" descr="Red ✓">
            <a:hlinkClick action="ppaction://hlinksldjump" r:id="rId5"/>
          </p:cNvPr>
          <p:cNvSpPr/>
          <p:nvPr/>
        </p:nvSpPr>
        <p:spPr>
          <a:xfrm>
            <a:off x="381000" y="1143000"/>
            <a:ext cx="1905000" cy="762000"/>
          </a:xfrm>
          <a:prstGeom prst="roundRect">
            <a:avLst>
              <a:gd name="adj" fmla="val 30000"/>
            </a:avLst>
          </a:prstGeom>
          <a:solidFill>
            <a:srgbClr val="E5536F"/>
          </a:solidFill>
          <a:ln w="635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4000" b="1" lang="en-US">
                <a:solidFill>
                  <a:srgbClr val="FFFFFF"/>
                </a:solidFill>
                <a:latin typeface="Arial"/>
                <a:cs typeface="Arial"/>
              </a:rPr>
              <a:t>Red ✓</a:t>
            </a:r>
          </a:p>
        </p:txBody>
      </p:sp>
      <p:sp>
        <p:nvSpPr>
          <p:cNvPr id="28" name="Blue point" descr="Blue ✓">
            <a:hlinkClick action="ppaction://hlinksldjump" r:id="rId6"/>
          </p:cNvPr>
          <p:cNvSpPr/>
          <p:nvPr/>
        </p:nvSpPr>
        <p:spPr>
          <a:xfrm>
            <a:off x="381000" y="2095500"/>
            <a:ext cx="1905000" cy="762000"/>
          </a:xfrm>
          <a:prstGeom prst="roundRect">
            <a:avLst>
              <a:gd name="adj" fmla="val 30000"/>
            </a:avLst>
          </a:prstGeom>
          <a:solidFill>
            <a:srgbClr val="3FA7C9"/>
          </a:solidFill>
          <a:ln w="635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4000" b="1" lang="en-US">
                <a:solidFill>
                  <a:srgbClr val="FFFFFF"/>
                </a:solidFill>
                <a:latin typeface="Arial"/>
                <a:cs typeface="Arial"/>
              </a:rPr>
              <a:t>Blue ✓</a:t>
            </a:r>
          </a:p>
        </p:txBody>
      </p:sp>
      <p:sp>
        <p:nvSpPr>
          <p:cNvPr id="29" name="Next button">
            <a:hlinkClick action="ppaction://hlinksldjump" r:id="rId7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Next arrow">
            <a:hlinkClick action="ppaction://hlinksldjump" r:id="rId7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8" name="vroom.wav"/>
      </p:stSnd>
    </p:sndAc>
  </p:transition>
</p:sld>
</file>

<file path=ppt/slides/slide257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1968500" y="127000"/>
            <a:ext cx="8255000" cy="635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Team Race!  Read the word, then tap your team."/>
          <p:cNvSpPr/>
          <p:nvPr/>
        </p:nvSpPr>
        <p:spPr>
          <a:xfrm>
            <a:off x="2095500" y="127000"/>
            <a:ext cx="8001000" cy="635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000" b="1" lang="en-US">
                <a:solidFill>
                  <a:srgbClr val="2E2640"/>
                </a:solidFill>
                <a:latin typeface="Arial"/>
                <a:cs typeface="Arial"/>
              </a:rPr>
              <a:t>Team Race!  Read the word, then tap your team.</a:t>
            </a:r>
          </a:p>
        </p:txBody>
      </p:sp>
      <p:sp>
        <p:nvSpPr>
          <p:cNvPr id="5" name="Red lane"/>
          <p:cNvSpPr/>
          <p:nvPr/>
        </p:nvSpPr>
        <p:spPr>
          <a:xfrm>
            <a:off x="254000" y="3556000"/>
            <a:ext cx="11303000" cy="1270000"/>
          </a:xfrm>
          <a:prstGeom prst="roundRect">
            <a:avLst>
              <a:gd name="adj" fmla="val 20000"/>
            </a:avLst>
          </a:prstGeom>
          <a:solidFill>
            <a:srgbClr val="FFE3E8"/>
          </a:solidFill>
          <a:ln w="38100">
            <a:solidFill>
              <a:srgbClr val="D9D2E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Blue lane"/>
          <p:cNvSpPr/>
          <p:nvPr/>
        </p:nvSpPr>
        <p:spPr>
          <a:xfrm>
            <a:off x="254000" y="5080000"/>
            <a:ext cx="11303000" cy="1270000"/>
          </a:xfrm>
          <a:prstGeom prst="roundRect">
            <a:avLst>
              <a:gd name="adj" fmla="val 20000"/>
            </a:avLst>
          </a:prstGeom>
          <a:solidFill>
            <a:srgbClr val="E0F4FF"/>
          </a:solidFill>
          <a:ln w="38100">
            <a:solidFill>
              <a:srgbClr val="D9D2E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Finish"/>
          <p:cNvSpPr/>
          <p:nvPr/>
        </p:nvSpPr>
        <p:spPr>
          <a:xfrm>
            <a:off x="10731500" y="355600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Finish"/>
          <p:cNvSpPr/>
          <p:nvPr/>
        </p:nvSpPr>
        <p:spPr>
          <a:xfrm>
            <a:off x="10922000" y="355600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Finish"/>
          <p:cNvSpPr/>
          <p:nvPr/>
        </p:nvSpPr>
        <p:spPr>
          <a:xfrm>
            <a:off x="10731500" y="390525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Finish"/>
          <p:cNvSpPr/>
          <p:nvPr/>
        </p:nvSpPr>
        <p:spPr>
          <a:xfrm>
            <a:off x="10922000" y="390525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Finish"/>
          <p:cNvSpPr/>
          <p:nvPr/>
        </p:nvSpPr>
        <p:spPr>
          <a:xfrm>
            <a:off x="10731500" y="425450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Finish"/>
          <p:cNvSpPr/>
          <p:nvPr/>
        </p:nvSpPr>
        <p:spPr>
          <a:xfrm>
            <a:off x="10922000" y="425450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Finish"/>
          <p:cNvSpPr/>
          <p:nvPr/>
        </p:nvSpPr>
        <p:spPr>
          <a:xfrm>
            <a:off x="10731500" y="460375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Finish"/>
          <p:cNvSpPr/>
          <p:nvPr/>
        </p:nvSpPr>
        <p:spPr>
          <a:xfrm>
            <a:off x="10922000" y="460375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Finish"/>
          <p:cNvSpPr/>
          <p:nvPr/>
        </p:nvSpPr>
        <p:spPr>
          <a:xfrm>
            <a:off x="10731500" y="495300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Finish"/>
          <p:cNvSpPr/>
          <p:nvPr/>
        </p:nvSpPr>
        <p:spPr>
          <a:xfrm>
            <a:off x="10922000" y="495300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Finish"/>
          <p:cNvSpPr/>
          <p:nvPr/>
        </p:nvSpPr>
        <p:spPr>
          <a:xfrm>
            <a:off x="10731500" y="530225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Finish"/>
          <p:cNvSpPr/>
          <p:nvPr/>
        </p:nvSpPr>
        <p:spPr>
          <a:xfrm>
            <a:off x="10922000" y="530225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Finish"/>
          <p:cNvSpPr/>
          <p:nvPr/>
        </p:nvSpPr>
        <p:spPr>
          <a:xfrm>
            <a:off x="10731500" y="565150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Finish"/>
          <p:cNvSpPr/>
          <p:nvPr/>
        </p:nvSpPr>
        <p:spPr>
          <a:xfrm>
            <a:off x="10922000" y="565150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Finish"/>
          <p:cNvSpPr/>
          <p:nvPr/>
        </p:nvSpPr>
        <p:spPr>
          <a:xfrm>
            <a:off x="10731500" y="600075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Finish"/>
          <p:cNvSpPr/>
          <p:nvPr/>
        </p:nvSpPr>
        <p:spPr>
          <a:xfrm>
            <a:off x="10922000" y="600075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3" name="Red car" descr="Red ca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71000" y="3810000"/>
            <a:ext cx="1460500" cy="800100"/>
          </a:xfrm>
          <a:prstGeom prst="rect">
            <a:avLst/>
          </a:prstGeom>
        </p:spPr>
      </p:pic>
      <p:sp>
        <p:nvSpPr>
          <p:cNvPr id="24" name="Red wins" descr="Red team wins!"/>
          <p:cNvSpPr/>
          <p:nvPr/>
        </p:nvSpPr>
        <p:spPr>
          <a:xfrm>
            <a:off x="3556000" y="1270000"/>
            <a:ext cx="5080000" cy="1651000"/>
          </a:xfrm>
          <a:prstGeom prst="roundRect">
            <a:avLst>
              <a:gd name="adj" fmla="val 30000"/>
            </a:avLst>
          </a:prstGeom>
          <a:solidFill>
            <a:srgbClr val="E5536F"/>
          </a:solidFill>
          <a:ln w="762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4800" b="1" lang="en-US">
                <a:solidFill>
                  <a:srgbClr val="FFFFFF"/>
                </a:solidFill>
                <a:latin typeface="Arial"/>
                <a:cs typeface="Arial"/>
              </a:rPr>
              <a:t>Red team wins!</a:t>
            </a:r>
          </a:p>
        </p:txBody>
      </p:sp>
      <p:sp>
        <p:nvSpPr>
          <p:cNvPr id="25" name="Next button">
            <a:hlinkClick action="ppaction://hlinksldjump" r:id="rId4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Next arrow">
            <a:hlinkClick action="ppaction://hlinksldjump" r:id="rId4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5" name="cheer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6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" presetClass="emp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Scale>
                                      <p:cBhvr>
                                        <p:cTn id="4" dur="300" fill="hold" repeatCount="2000" autoRev="1"/>
                                        <p:tgtEl>
                                          <p:spTgt spid="24"/>
                                        </p:tgtEl>
                                      </p:cBhvr>
                                      <p:by x="110000" y="11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8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1968500" y="127000"/>
            <a:ext cx="8255000" cy="635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Team Race!  Read the word, then tap your team."/>
          <p:cNvSpPr/>
          <p:nvPr/>
        </p:nvSpPr>
        <p:spPr>
          <a:xfrm>
            <a:off x="2095500" y="127000"/>
            <a:ext cx="8001000" cy="635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000" b="1" lang="en-US">
                <a:solidFill>
                  <a:srgbClr val="2E2640"/>
                </a:solidFill>
                <a:latin typeface="Arial"/>
                <a:cs typeface="Arial"/>
              </a:rPr>
              <a:t>Team Race!  Read the word, then tap your team.</a:t>
            </a:r>
          </a:p>
        </p:txBody>
      </p:sp>
      <p:sp>
        <p:nvSpPr>
          <p:cNvPr id="5" name="Red lane"/>
          <p:cNvSpPr/>
          <p:nvPr/>
        </p:nvSpPr>
        <p:spPr>
          <a:xfrm>
            <a:off x="254000" y="3556000"/>
            <a:ext cx="11303000" cy="1270000"/>
          </a:xfrm>
          <a:prstGeom prst="roundRect">
            <a:avLst>
              <a:gd name="adj" fmla="val 20000"/>
            </a:avLst>
          </a:prstGeom>
          <a:solidFill>
            <a:srgbClr val="FFE3E8"/>
          </a:solidFill>
          <a:ln w="38100">
            <a:solidFill>
              <a:srgbClr val="D9D2E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Blue lane"/>
          <p:cNvSpPr/>
          <p:nvPr/>
        </p:nvSpPr>
        <p:spPr>
          <a:xfrm>
            <a:off x="254000" y="5080000"/>
            <a:ext cx="11303000" cy="1270000"/>
          </a:xfrm>
          <a:prstGeom prst="roundRect">
            <a:avLst>
              <a:gd name="adj" fmla="val 20000"/>
            </a:avLst>
          </a:prstGeom>
          <a:solidFill>
            <a:srgbClr val="E0F4FF"/>
          </a:solidFill>
          <a:ln w="38100">
            <a:solidFill>
              <a:srgbClr val="D9D2E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Finish"/>
          <p:cNvSpPr/>
          <p:nvPr/>
        </p:nvSpPr>
        <p:spPr>
          <a:xfrm>
            <a:off x="10731500" y="355600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Finish"/>
          <p:cNvSpPr/>
          <p:nvPr/>
        </p:nvSpPr>
        <p:spPr>
          <a:xfrm>
            <a:off x="10922000" y="355600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Finish"/>
          <p:cNvSpPr/>
          <p:nvPr/>
        </p:nvSpPr>
        <p:spPr>
          <a:xfrm>
            <a:off x="10731500" y="390525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Finish"/>
          <p:cNvSpPr/>
          <p:nvPr/>
        </p:nvSpPr>
        <p:spPr>
          <a:xfrm>
            <a:off x="10922000" y="390525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Finish"/>
          <p:cNvSpPr/>
          <p:nvPr/>
        </p:nvSpPr>
        <p:spPr>
          <a:xfrm>
            <a:off x="10731500" y="425450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Finish"/>
          <p:cNvSpPr/>
          <p:nvPr/>
        </p:nvSpPr>
        <p:spPr>
          <a:xfrm>
            <a:off x="10922000" y="425450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Finish"/>
          <p:cNvSpPr/>
          <p:nvPr/>
        </p:nvSpPr>
        <p:spPr>
          <a:xfrm>
            <a:off x="10731500" y="460375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Finish"/>
          <p:cNvSpPr/>
          <p:nvPr/>
        </p:nvSpPr>
        <p:spPr>
          <a:xfrm>
            <a:off x="10922000" y="460375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Finish"/>
          <p:cNvSpPr/>
          <p:nvPr/>
        </p:nvSpPr>
        <p:spPr>
          <a:xfrm>
            <a:off x="10731500" y="495300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Finish"/>
          <p:cNvSpPr/>
          <p:nvPr/>
        </p:nvSpPr>
        <p:spPr>
          <a:xfrm>
            <a:off x="10922000" y="495300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Finish"/>
          <p:cNvSpPr/>
          <p:nvPr/>
        </p:nvSpPr>
        <p:spPr>
          <a:xfrm>
            <a:off x="10731500" y="530225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Finish"/>
          <p:cNvSpPr/>
          <p:nvPr/>
        </p:nvSpPr>
        <p:spPr>
          <a:xfrm>
            <a:off x="10922000" y="530225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Finish"/>
          <p:cNvSpPr/>
          <p:nvPr/>
        </p:nvSpPr>
        <p:spPr>
          <a:xfrm>
            <a:off x="10731500" y="565150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Finish"/>
          <p:cNvSpPr/>
          <p:nvPr/>
        </p:nvSpPr>
        <p:spPr>
          <a:xfrm>
            <a:off x="10922000" y="565150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Finish"/>
          <p:cNvSpPr/>
          <p:nvPr/>
        </p:nvSpPr>
        <p:spPr>
          <a:xfrm>
            <a:off x="10731500" y="600075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Finish"/>
          <p:cNvSpPr/>
          <p:nvPr/>
        </p:nvSpPr>
        <p:spPr>
          <a:xfrm>
            <a:off x="10922000" y="600075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3" name="Blue car" descr="Blue ca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71000" y="5334000"/>
            <a:ext cx="1460500" cy="800100"/>
          </a:xfrm>
          <a:prstGeom prst="rect">
            <a:avLst/>
          </a:prstGeom>
        </p:spPr>
      </p:pic>
      <p:sp>
        <p:nvSpPr>
          <p:cNvPr id="24" name="Blue wins" descr="Blue team wins!"/>
          <p:cNvSpPr/>
          <p:nvPr/>
        </p:nvSpPr>
        <p:spPr>
          <a:xfrm>
            <a:off x="3556000" y="1270000"/>
            <a:ext cx="5080000" cy="1651000"/>
          </a:xfrm>
          <a:prstGeom prst="roundRect">
            <a:avLst>
              <a:gd name="adj" fmla="val 30000"/>
            </a:avLst>
          </a:prstGeom>
          <a:solidFill>
            <a:srgbClr val="3FA7C9"/>
          </a:solidFill>
          <a:ln w="762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4800" b="1" lang="en-US">
                <a:solidFill>
                  <a:srgbClr val="FFFFFF"/>
                </a:solidFill>
                <a:latin typeface="Arial"/>
                <a:cs typeface="Arial"/>
              </a:rPr>
              <a:t>Blue team wins!</a:t>
            </a:r>
          </a:p>
        </p:txBody>
      </p:sp>
      <p:sp>
        <p:nvSpPr>
          <p:cNvPr id="25" name="Next button">
            <a:hlinkClick action="ppaction://hlinksldjump" r:id="rId4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Next arrow">
            <a:hlinkClick action="ppaction://hlinksldjump" r:id="rId4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5" name="cheer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6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" presetClass="emp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Scale>
                                      <p:cBhvr>
                                        <p:cTn id="4" dur="300" fill="hold" repeatCount="2000" autoRev="1"/>
                                        <p:tgtEl>
                                          <p:spTgt spid="24"/>
                                        </p:tgtEl>
                                      </p:cBhvr>
                                      <p:by x="110000" y="11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Pop every balloon with"/>
          <p:cNvSpPr/>
          <p:nvPr/>
        </p:nvSpPr>
        <p:spPr>
          <a:xfrm>
            <a:off x="2730500" y="190500"/>
            <a:ext cx="546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900" b="1" lang="en-US">
                <a:solidFill>
                  <a:srgbClr val="2E2640"/>
                </a:solidFill>
                <a:latin typeface="Arial"/>
                <a:cs typeface="Arial"/>
              </a:rPr>
              <a:t>Pop every balloon with</a:t>
            </a:r>
          </a:p>
        </p:txBody>
      </p:sp>
      <p:sp>
        <p:nvSpPr>
          <p:cNvPr id="5" name="Find شِ" descr="شِ"/>
          <p:cNvSpPr/>
          <p:nvPr/>
        </p:nvSpPr>
        <p:spPr>
          <a:xfrm>
            <a:off x="81915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شِ</a:t>
            </a:r>
          </a:p>
        </p:txBody>
      </p:sp>
      <p:sp>
        <p:nvSpPr>
          <p:cNvPr id="6" name="Star place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Balloon 1" descr="Balloon 1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5500" y="1905000"/>
            <a:ext cx="1651000" cy="2857500"/>
          </a:xfrm>
          <a:prstGeom prst="rect">
            <a:avLst/>
          </a:prstGeom>
        </p:spPr>
      </p:pic>
      <p:sp>
        <p:nvSpPr>
          <p:cNvPr id="9" name="Balloon letter 1 قِ" descr="قِ">
            <a:hlinkClick action="ppaction://hlinksldjump" r:id="rId7"/>
          </p:cNvPr>
          <p:cNvSpPr/>
          <p:nvPr/>
        </p:nvSpPr>
        <p:spPr>
          <a:xfrm>
            <a:off x="952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قِ</a:t>
            </a:r>
          </a:p>
        </p:txBody>
      </p:sp>
      <p:pic>
        <p:nvPicPr>
          <p:cNvPr id="10" name="Balloon 2" descr="Balloon 2">
            <a:hlinkClick action="ppaction://hlinksldjump" r:id="rId8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48000" y="2286000"/>
            <a:ext cx="1651000" cy="2857500"/>
          </a:xfrm>
          <a:prstGeom prst="rect">
            <a:avLst/>
          </a:prstGeom>
        </p:spPr>
      </p:pic>
      <p:sp>
        <p:nvSpPr>
          <p:cNvPr id="11" name="Balloon letter 2 شِ" descr="شِ">
            <a:hlinkClick action="ppaction://hlinksldjump" r:id="rId8"/>
          </p:cNvPr>
          <p:cNvSpPr/>
          <p:nvPr/>
        </p:nvSpPr>
        <p:spPr>
          <a:xfrm>
            <a:off x="3175000" y="2520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شِ</a:t>
            </a:r>
          </a:p>
        </p:txBody>
      </p:sp>
      <p:pic>
        <p:nvPicPr>
          <p:cNvPr id="12" name="Balloon 3" descr="Balloon 3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70500" y="1905000"/>
            <a:ext cx="1651000" cy="2857500"/>
          </a:xfrm>
          <a:prstGeom prst="rect">
            <a:avLst/>
          </a:prstGeom>
        </p:spPr>
      </p:pic>
      <p:sp>
        <p:nvSpPr>
          <p:cNvPr id="13" name="Balloon letter 3 يِ" descr="يِ">
            <a:hlinkClick action="ppaction://hlinksldjump" r:id="rId7"/>
          </p:cNvPr>
          <p:cNvSpPr/>
          <p:nvPr/>
        </p:nvSpPr>
        <p:spPr>
          <a:xfrm>
            <a:off x="5397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يِ</a:t>
            </a:r>
          </a:p>
        </p:txBody>
      </p:sp>
      <p:pic>
        <p:nvPicPr>
          <p:cNvPr id="14" name="Balloon 4" descr="Balloon 4">
            <a:hlinkClick action="ppaction://hlinksldjump" r:id="rId9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93000" y="2286000"/>
            <a:ext cx="1651000" cy="2857500"/>
          </a:xfrm>
          <a:prstGeom prst="rect">
            <a:avLst/>
          </a:prstGeom>
        </p:spPr>
      </p:pic>
      <p:sp>
        <p:nvSpPr>
          <p:cNvPr id="15" name="Balloon letter 4 شِ" descr="شِ">
            <a:hlinkClick action="ppaction://hlinksldjump" r:id="rId9"/>
          </p:cNvPr>
          <p:cNvSpPr/>
          <p:nvPr/>
        </p:nvSpPr>
        <p:spPr>
          <a:xfrm>
            <a:off x="7620000" y="2520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شِ</a:t>
            </a:r>
          </a:p>
        </p:txBody>
      </p:sp>
      <p:pic>
        <p:nvPicPr>
          <p:cNvPr id="16" name="Balloon 5" descr="Balloon 5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715500" y="1905000"/>
            <a:ext cx="1651000" cy="2857500"/>
          </a:xfrm>
          <a:prstGeom prst="rect">
            <a:avLst/>
          </a:prstGeom>
        </p:spPr>
      </p:pic>
      <p:sp>
        <p:nvSpPr>
          <p:cNvPr id="17" name="Balloon letter 5 سِ" descr="سِ">
            <a:hlinkClick action="ppaction://hlinksldjump" r:id="rId7"/>
          </p:cNvPr>
          <p:cNvSpPr/>
          <p:nvPr/>
        </p:nvSpPr>
        <p:spPr>
          <a:xfrm>
            <a:off x="9842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سِ</a:t>
            </a:r>
          </a:p>
        </p:txBody>
      </p:sp>
      <p:sp>
        <p:nvSpPr>
          <p:cNvPr id="18" name="Next button">
            <a:hlinkClick action="ppaction://hlinksldjump" r:id="rId10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Next arrow">
            <a:hlinkClick action="ppaction://hlinksldjump" r:id="rId10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4" dur="1500" fill="hold" repeatCount="indefinite" autoRev="1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6" dur="150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8" dur="1670" fill="hold" repeatCount="indefinite" autoRev="1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0" dur="1670" fill="hold" repeatCount="indefinite" autoRev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2" dur="184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4" dur="1840" fill="hold" repeatCount="indefinite" autoRev="1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7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6" dur="2010" fill="hold" repeatCount="indefinite" autoRev="1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9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8" dur="2010" fill="hold" repeatCount="indefinite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1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20" dur="2180" fill="hold" repeatCount="indefinite" autoRev="1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3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22" dur="2180" fill="hold" repeatCount="indefinite" autoRev="1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0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Pop every balloon with"/>
          <p:cNvSpPr/>
          <p:nvPr/>
        </p:nvSpPr>
        <p:spPr>
          <a:xfrm>
            <a:off x="2730500" y="190500"/>
            <a:ext cx="546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900" b="1" lang="en-US">
                <a:solidFill>
                  <a:srgbClr val="2E2640"/>
                </a:solidFill>
                <a:latin typeface="Arial"/>
                <a:cs typeface="Arial"/>
              </a:rPr>
              <a:t>Pop every balloon with</a:t>
            </a:r>
          </a:p>
        </p:txBody>
      </p:sp>
      <p:sp>
        <p:nvSpPr>
          <p:cNvPr id="5" name="Find شِ" descr="شِ"/>
          <p:cNvSpPr/>
          <p:nvPr/>
        </p:nvSpPr>
        <p:spPr>
          <a:xfrm>
            <a:off x="81915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شِ</a:t>
            </a:r>
          </a:p>
        </p:txBody>
      </p:sp>
      <p:sp>
        <p:nvSpPr>
          <p:cNvPr id="6" name="Star place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Balloon 1" descr="Balloon 1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5500" y="1905000"/>
            <a:ext cx="1651000" cy="2857500"/>
          </a:xfrm>
          <a:prstGeom prst="rect">
            <a:avLst/>
          </a:prstGeom>
        </p:spPr>
      </p:pic>
      <p:sp>
        <p:nvSpPr>
          <p:cNvPr id="9" name="Balloon letter 1 قِ" descr="قِ">
            <a:hlinkClick action="ppaction://hlinksldjump" r:id="rId7"/>
          </p:cNvPr>
          <p:cNvSpPr/>
          <p:nvPr/>
        </p:nvSpPr>
        <p:spPr>
          <a:xfrm>
            <a:off x="952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قِ</a:t>
            </a:r>
          </a:p>
        </p:txBody>
      </p:sp>
      <p:pic>
        <p:nvPicPr>
          <p:cNvPr id="10" name="Balloon 2" descr="Balloon 2">
            <a:hlinkClick action="ppaction://hlinksldjump" r:id="rId8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48000" y="2286000"/>
            <a:ext cx="1651000" cy="2857500"/>
          </a:xfrm>
          <a:prstGeom prst="rect">
            <a:avLst/>
          </a:prstGeom>
        </p:spPr>
      </p:pic>
      <p:sp>
        <p:nvSpPr>
          <p:cNvPr id="11" name="Balloon letter 2 شِ" descr="شِ">
            <a:hlinkClick action="ppaction://hlinksldjump" r:id="rId8"/>
          </p:cNvPr>
          <p:cNvSpPr/>
          <p:nvPr/>
        </p:nvSpPr>
        <p:spPr>
          <a:xfrm>
            <a:off x="3175000" y="2520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شِ</a:t>
            </a:r>
          </a:p>
        </p:txBody>
      </p:sp>
      <p:pic>
        <p:nvPicPr>
          <p:cNvPr id="12" name="Balloon 3" descr="Balloon 3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70500" y="1905000"/>
            <a:ext cx="1651000" cy="2857500"/>
          </a:xfrm>
          <a:prstGeom prst="rect">
            <a:avLst/>
          </a:prstGeom>
        </p:spPr>
      </p:pic>
      <p:sp>
        <p:nvSpPr>
          <p:cNvPr id="13" name="Balloon letter 3 يِ" descr="يِ">
            <a:hlinkClick action="ppaction://hlinksldjump" r:id="rId7"/>
          </p:cNvPr>
          <p:cNvSpPr/>
          <p:nvPr/>
        </p:nvSpPr>
        <p:spPr>
          <a:xfrm>
            <a:off x="5397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يِ</a:t>
            </a:r>
          </a:p>
        </p:txBody>
      </p:sp>
      <p:pic>
        <p:nvPicPr>
          <p:cNvPr id="14" name="Balloon 4" descr="Balloon 4">
            <a:hlinkClick action="ppaction://hlinksldjump" r:id="rId9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93000" y="2286000"/>
            <a:ext cx="1651000" cy="2857500"/>
          </a:xfrm>
          <a:prstGeom prst="rect">
            <a:avLst/>
          </a:prstGeom>
        </p:spPr>
      </p:pic>
      <p:sp>
        <p:nvSpPr>
          <p:cNvPr id="15" name="Balloon letter 4 شِ" descr="شِ">
            <a:hlinkClick action="ppaction://hlinksldjump" r:id="rId9"/>
          </p:cNvPr>
          <p:cNvSpPr/>
          <p:nvPr/>
        </p:nvSpPr>
        <p:spPr>
          <a:xfrm>
            <a:off x="7620000" y="2520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شِ</a:t>
            </a:r>
          </a:p>
        </p:txBody>
      </p:sp>
      <p:pic>
        <p:nvPicPr>
          <p:cNvPr id="16" name="Balloon 5" descr="Balloon 5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715500" y="1905000"/>
            <a:ext cx="1651000" cy="2857500"/>
          </a:xfrm>
          <a:prstGeom prst="rect">
            <a:avLst/>
          </a:prstGeom>
        </p:spPr>
      </p:pic>
      <p:sp>
        <p:nvSpPr>
          <p:cNvPr id="17" name="Balloon letter 5 سِ" descr="سِ">
            <a:hlinkClick action="ppaction://hlinksldjump" r:id="rId7"/>
          </p:cNvPr>
          <p:cNvSpPr/>
          <p:nvPr/>
        </p:nvSpPr>
        <p:spPr>
          <a:xfrm>
            <a:off x="9842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سِ</a:t>
            </a:r>
          </a:p>
        </p:txBody>
      </p:sp>
      <p:sp>
        <p:nvSpPr>
          <p:cNvPr id="18" name="Try again!" descr="Try again!"/>
          <p:cNvSpPr/>
          <p:nvPr/>
        </p:nvSpPr>
        <p:spPr>
          <a:xfrm>
            <a:off x="7937500" y="5270500"/>
            <a:ext cx="3048000" cy="1460500"/>
          </a:xfrm>
          <a:prstGeom prst="cloudCallout">
            <a:avLst/>
          </a:prstGeom>
          <a:solidFill>
            <a:srgbClr val="FFFFFF"/>
          </a:solidFill>
          <a:ln w="50800">
            <a:solidFill>
              <a:srgbClr val="E5536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2500" b="1" lang="en-US">
                <a:solidFill>
                  <a:srgbClr val="E5536F"/>
                </a:solidFill>
                <a:latin typeface="Arial"/>
                <a:cs typeface="Arial"/>
              </a:rPr>
              <a:t>Try again!</a:t>
            </a:r>
          </a:p>
        </p:txBody>
      </p:sp>
      <p:sp>
        <p:nvSpPr>
          <p:cNvPr id="19" name="Next button">
            <a:hlinkClick action="ppaction://hlinksldjump" r:id="rId10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Next arrow">
            <a:hlinkClick action="ppaction://hlinksldjump" r:id="rId10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11" name="boing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4" dur="1500" fill="hold" repeatCount="indefinite" autoRev="1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6" dur="150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8" dur="1670" fill="hold" repeatCount="indefinite" autoRev="1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0" dur="1670" fill="hold" repeatCount="indefinite" autoRev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2" dur="184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4" dur="1840" fill="hold" repeatCount="indefinite" autoRev="1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7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6" dur="2010" fill="hold" repeatCount="indefinite" autoRev="1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9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8" dur="2010" fill="hold" repeatCount="indefinite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1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20" dur="2180" fill="hold" repeatCount="indefinite" autoRev="1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3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22" dur="2180" fill="hold" repeatCount="indefinite" autoRev="1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8" presetID="53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1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Pop every balloon with"/>
          <p:cNvSpPr/>
          <p:nvPr/>
        </p:nvSpPr>
        <p:spPr>
          <a:xfrm>
            <a:off x="2730500" y="190500"/>
            <a:ext cx="546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900" b="1" lang="en-US">
                <a:solidFill>
                  <a:srgbClr val="2E2640"/>
                </a:solidFill>
                <a:latin typeface="Arial"/>
                <a:cs typeface="Arial"/>
              </a:rPr>
              <a:t>Pop every balloon with</a:t>
            </a:r>
          </a:p>
        </p:txBody>
      </p:sp>
      <p:sp>
        <p:nvSpPr>
          <p:cNvPr id="5" name="Find شِ" descr="شِ"/>
          <p:cNvSpPr/>
          <p:nvPr/>
        </p:nvSpPr>
        <p:spPr>
          <a:xfrm>
            <a:off x="81915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شِ</a:t>
            </a:r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Balloon 1" descr="Balloon 1">
            <a:hlinkClick action="ppaction://hlinksldjump" r:id="rId6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5500" y="1905000"/>
            <a:ext cx="1651000" cy="2857500"/>
          </a:xfrm>
          <a:prstGeom prst="rect">
            <a:avLst/>
          </a:prstGeom>
        </p:spPr>
      </p:pic>
      <p:sp>
        <p:nvSpPr>
          <p:cNvPr id="9" name="Balloon letter 1 قِ" descr="قِ">
            <a:hlinkClick action="ppaction://hlinksldjump" r:id="rId6"/>
          </p:cNvPr>
          <p:cNvSpPr/>
          <p:nvPr/>
        </p:nvSpPr>
        <p:spPr>
          <a:xfrm>
            <a:off x="952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قِ</a:t>
            </a:r>
          </a:p>
        </p:txBody>
      </p:sp>
      <p:pic>
        <p:nvPicPr>
          <p:cNvPr id="10" name="Balloon 3" descr="Balloon 3">
            <a:hlinkClick action="ppaction://hlinksldjump" r:id="rId6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70500" y="1905000"/>
            <a:ext cx="1651000" cy="2857500"/>
          </a:xfrm>
          <a:prstGeom prst="rect">
            <a:avLst/>
          </a:prstGeom>
        </p:spPr>
      </p:pic>
      <p:sp>
        <p:nvSpPr>
          <p:cNvPr id="11" name="Balloon letter 3 يِ" descr="يِ">
            <a:hlinkClick action="ppaction://hlinksldjump" r:id="rId6"/>
          </p:cNvPr>
          <p:cNvSpPr/>
          <p:nvPr/>
        </p:nvSpPr>
        <p:spPr>
          <a:xfrm>
            <a:off x="5397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يِ</a:t>
            </a:r>
          </a:p>
        </p:txBody>
      </p:sp>
      <p:pic>
        <p:nvPicPr>
          <p:cNvPr id="12" name="Balloon 4" descr="Balloon 4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3000" y="2286000"/>
            <a:ext cx="1651000" cy="2857500"/>
          </a:xfrm>
          <a:prstGeom prst="rect">
            <a:avLst/>
          </a:prstGeom>
        </p:spPr>
      </p:pic>
      <p:sp>
        <p:nvSpPr>
          <p:cNvPr id="13" name="Balloon letter 4 شِ" descr="شِ">
            <a:hlinkClick action="ppaction://hlinksldjump" r:id="rId7"/>
          </p:cNvPr>
          <p:cNvSpPr/>
          <p:nvPr/>
        </p:nvSpPr>
        <p:spPr>
          <a:xfrm>
            <a:off x="7620000" y="2520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شِ</a:t>
            </a:r>
          </a:p>
        </p:txBody>
      </p:sp>
      <p:pic>
        <p:nvPicPr>
          <p:cNvPr id="14" name="Balloon 5" descr="Balloon 5">
            <a:hlinkClick action="ppaction://hlinksldjump" r:id="rId6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15500" y="1905000"/>
            <a:ext cx="1651000" cy="2857500"/>
          </a:xfrm>
          <a:prstGeom prst="rect">
            <a:avLst/>
          </a:prstGeom>
        </p:spPr>
      </p:pic>
      <p:sp>
        <p:nvSpPr>
          <p:cNvPr id="15" name="Balloon letter 5 سِ" descr="سِ">
            <a:hlinkClick action="ppaction://hlinksldjump" r:id="rId6"/>
          </p:cNvPr>
          <p:cNvSpPr/>
          <p:nvPr/>
        </p:nvSpPr>
        <p:spPr>
          <a:xfrm>
            <a:off x="9842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سِ</a:t>
            </a:r>
          </a:p>
        </p:txBody>
      </p:sp>
      <p:sp>
        <p:nvSpPr>
          <p:cNvPr id="16" name="Next button">
            <a:hlinkClick action="ppaction://hlinksldjump" r:id="rId8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Next arrow">
            <a:hlinkClick action="ppaction://hlinksldjump" r:id="rId8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9" name="po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9" dur="1500" fill="hold" repeatCount="indefinite" autoRev="1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2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1" dur="150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4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3" dur="1840" fill="hold" repeatCount="indefinite" autoRev="1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6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5" dur="1840" fill="hold" repeatCount="indefinite" autoRev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8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7" dur="201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0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9" dur="2010" fill="hold" repeatCount="indefinite" autoRev="1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2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21" dur="2180" fill="hold" repeatCount="indefinite" autoRev="1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4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23" dur="2180" fill="hold" repeatCount="indefinite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2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Pop every balloon with"/>
          <p:cNvSpPr/>
          <p:nvPr/>
        </p:nvSpPr>
        <p:spPr>
          <a:xfrm>
            <a:off x="2730500" y="190500"/>
            <a:ext cx="546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900" b="1" lang="en-US">
                <a:solidFill>
                  <a:srgbClr val="2E2640"/>
                </a:solidFill>
                <a:latin typeface="Arial"/>
                <a:cs typeface="Arial"/>
              </a:rPr>
              <a:t>Pop every balloon with</a:t>
            </a:r>
          </a:p>
        </p:txBody>
      </p:sp>
      <p:sp>
        <p:nvSpPr>
          <p:cNvPr id="5" name="Find شِ" descr="شِ"/>
          <p:cNvSpPr/>
          <p:nvPr/>
        </p:nvSpPr>
        <p:spPr>
          <a:xfrm>
            <a:off x="81915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شِ</a:t>
            </a:r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Balloon 1" descr="Balloon 1">
            <a:hlinkClick action="ppaction://hlinksldjump" r:id="rId6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5500" y="1905000"/>
            <a:ext cx="1651000" cy="2857500"/>
          </a:xfrm>
          <a:prstGeom prst="rect">
            <a:avLst/>
          </a:prstGeom>
        </p:spPr>
      </p:pic>
      <p:sp>
        <p:nvSpPr>
          <p:cNvPr id="9" name="Balloon letter 1 قِ" descr="قِ">
            <a:hlinkClick action="ppaction://hlinksldjump" r:id="rId6"/>
          </p:cNvPr>
          <p:cNvSpPr/>
          <p:nvPr/>
        </p:nvSpPr>
        <p:spPr>
          <a:xfrm>
            <a:off x="952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قِ</a:t>
            </a:r>
          </a:p>
        </p:txBody>
      </p:sp>
      <p:pic>
        <p:nvPicPr>
          <p:cNvPr id="10" name="Balloon 3" descr="Balloon 3">
            <a:hlinkClick action="ppaction://hlinksldjump" r:id="rId6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70500" y="1905000"/>
            <a:ext cx="1651000" cy="2857500"/>
          </a:xfrm>
          <a:prstGeom prst="rect">
            <a:avLst/>
          </a:prstGeom>
        </p:spPr>
      </p:pic>
      <p:sp>
        <p:nvSpPr>
          <p:cNvPr id="11" name="Balloon letter 3 يِ" descr="يِ">
            <a:hlinkClick action="ppaction://hlinksldjump" r:id="rId6"/>
          </p:cNvPr>
          <p:cNvSpPr/>
          <p:nvPr/>
        </p:nvSpPr>
        <p:spPr>
          <a:xfrm>
            <a:off x="5397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يِ</a:t>
            </a:r>
          </a:p>
        </p:txBody>
      </p:sp>
      <p:pic>
        <p:nvPicPr>
          <p:cNvPr id="12" name="Balloon 4" descr="Balloon 4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3000" y="2286000"/>
            <a:ext cx="1651000" cy="2857500"/>
          </a:xfrm>
          <a:prstGeom prst="rect">
            <a:avLst/>
          </a:prstGeom>
        </p:spPr>
      </p:pic>
      <p:sp>
        <p:nvSpPr>
          <p:cNvPr id="13" name="Balloon letter 4 شِ" descr="شِ">
            <a:hlinkClick action="ppaction://hlinksldjump" r:id="rId7"/>
          </p:cNvPr>
          <p:cNvSpPr/>
          <p:nvPr/>
        </p:nvSpPr>
        <p:spPr>
          <a:xfrm>
            <a:off x="7620000" y="2520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شِ</a:t>
            </a:r>
          </a:p>
        </p:txBody>
      </p:sp>
      <p:pic>
        <p:nvPicPr>
          <p:cNvPr id="14" name="Balloon 5" descr="Balloon 5">
            <a:hlinkClick action="ppaction://hlinksldjump" r:id="rId6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15500" y="1905000"/>
            <a:ext cx="1651000" cy="2857500"/>
          </a:xfrm>
          <a:prstGeom prst="rect">
            <a:avLst/>
          </a:prstGeom>
        </p:spPr>
      </p:pic>
      <p:sp>
        <p:nvSpPr>
          <p:cNvPr id="15" name="Balloon letter 5 سِ" descr="سِ">
            <a:hlinkClick action="ppaction://hlinksldjump" r:id="rId6"/>
          </p:cNvPr>
          <p:cNvSpPr/>
          <p:nvPr/>
        </p:nvSpPr>
        <p:spPr>
          <a:xfrm>
            <a:off x="9842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سِ</a:t>
            </a:r>
          </a:p>
        </p:txBody>
      </p:sp>
      <p:sp>
        <p:nvSpPr>
          <p:cNvPr id="16" name="Try again!" descr="Try again!"/>
          <p:cNvSpPr/>
          <p:nvPr/>
        </p:nvSpPr>
        <p:spPr>
          <a:xfrm>
            <a:off x="7937500" y="5270500"/>
            <a:ext cx="3048000" cy="1460500"/>
          </a:xfrm>
          <a:prstGeom prst="cloudCallout">
            <a:avLst/>
          </a:prstGeom>
          <a:solidFill>
            <a:srgbClr val="FFFFFF"/>
          </a:solidFill>
          <a:ln w="50800">
            <a:solidFill>
              <a:srgbClr val="E5536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2500" b="1" lang="en-US">
                <a:solidFill>
                  <a:srgbClr val="E5536F"/>
                </a:solidFill>
                <a:latin typeface="Arial"/>
                <a:cs typeface="Arial"/>
              </a:rPr>
              <a:t>Try again!</a:t>
            </a:r>
          </a:p>
        </p:txBody>
      </p:sp>
      <p:sp>
        <p:nvSpPr>
          <p:cNvPr id="17" name="Next button">
            <a:hlinkClick action="ppaction://hlinksldjump" r:id="rId8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Next arrow">
            <a:hlinkClick action="ppaction://hlinksldjump" r:id="rId8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9" name="boing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4" dur="1500" fill="hold" repeatCount="indefinite" autoRev="1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6" dur="150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8" dur="1840" fill="hold" repeatCount="indefinite" autoRev="1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0" dur="1840" fill="hold" repeatCount="indefinite" autoRev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2" dur="201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4" dur="2010" fill="hold" repeatCount="indefinite" autoRev="1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7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6" dur="2180" fill="hold" repeatCount="indefinite" autoRev="1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9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8" dur="2180" fill="hold" repeatCount="indefinite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4" presetID="53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3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Pop every balloon with"/>
          <p:cNvSpPr/>
          <p:nvPr/>
        </p:nvSpPr>
        <p:spPr>
          <a:xfrm>
            <a:off x="2730500" y="190500"/>
            <a:ext cx="546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900" b="1" lang="en-US">
                <a:solidFill>
                  <a:srgbClr val="2E2640"/>
                </a:solidFill>
                <a:latin typeface="Arial"/>
                <a:cs typeface="Arial"/>
              </a:rPr>
              <a:t>Pop every balloon with</a:t>
            </a:r>
          </a:p>
        </p:txBody>
      </p:sp>
      <p:sp>
        <p:nvSpPr>
          <p:cNvPr id="5" name="Find شِ" descr="شِ"/>
          <p:cNvSpPr/>
          <p:nvPr/>
        </p:nvSpPr>
        <p:spPr>
          <a:xfrm>
            <a:off x="81915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شِ</a:t>
            </a:r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Balloon 1" descr="Balloon 1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5500" y="1905000"/>
            <a:ext cx="1651000" cy="2857500"/>
          </a:xfrm>
          <a:prstGeom prst="rect">
            <a:avLst/>
          </a:prstGeom>
        </p:spPr>
      </p:pic>
      <p:sp>
        <p:nvSpPr>
          <p:cNvPr id="9" name="Balloon letter 1 قِ" descr="قِ">
            <a:hlinkClick action="ppaction://hlinksldjump" r:id="rId7"/>
          </p:cNvPr>
          <p:cNvSpPr/>
          <p:nvPr/>
        </p:nvSpPr>
        <p:spPr>
          <a:xfrm>
            <a:off x="952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قِ</a:t>
            </a:r>
          </a:p>
        </p:txBody>
      </p:sp>
      <p:pic>
        <p:nvPicPr>
          <p:cNvPr id="10" name="Balloon 2" descr="Balloon 2">
            <a:hlinkClick action="ppaction://hlinksldjump" r:id="rId8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48000" y="2286000"/>
            <a:ext cx="1651000" cy="2857500"/>
          </a:xfrm>
          <a:prstGeom prst="rect">
            <a:avLst/>
          </a:prstGeom>
        </p:spPr>
      </p:pic>
      <p:sp>
        <p:nvSpPr>
          <p:cNvPr id="11" name="Balloon letter 2 شِ" descr="شِ">
            <a:hlinkClick action="ppaction://hlinksldjump" r:id="rId8"/>
          </p:cNvPr>
          <p:cNvSpPr/>
          <p:nvPr/>
        </p:nvSpPr>
        <p:spPr>
          <a:xfrm>
            <a:off x="3175000" y="2520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شِ</a:t>
            </a:r>
          </a:p>
        </p:txBody>
      </p:sp>
      <p:pic>
        <p:nvPicPr>
          <p:cNvPr id="12" name="Balloon 3" descr="Balloon 3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70500" y="1905000"/>
            <a:ext cx="1651000" cy="2857500"/>
          </a:xfrm>
          <a:prstGeom prst="rect">
            <a:avLst/>
          </a:prstGeom>
        </p:spPr>
      </p:pic>
      <p:sp>
        <p:nvSpPr>
          <p:cNvPr id="13" name="Balloon letter 3 يِ" descr="يِ">
            <a:hlinkClick action="ppaction://hlinksldjump" r:id="rId7"/>
          </p:cNvPr>
          <p:cNvSpPr/>
          <p:nvPr/>
        </p:nvSpPr>
        <p:spPr>
          <a:xfrm>
            <a:off x="5397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يِ</a:t>
            </a:r>
          </a:p>
        </p:txBody>
      </p:sp>
      <p:pic>
        <p:nvPicPr>
          <p:cNvPr id="14" name="Balloon 5" descr="Balloon 5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715500" y="1905000"/>
            <a:ext cx="1651000" cy="2857500"/>
          </a:xfrm>
          <a:prstGeom prst="rect">
            <a:avLst/>
          </a:prstGeom>
        </p:spPr>
      </p:pic>
      <p:sp>
        <p:nvSpPr>
          <p:cNvPr id="15" name="Balloon letter 5 سِ" descr="سِ">
            <a:hlinkClick action="ppaction://hlinksldjump" r:id="rId7"/>
          </p:cNvPr>
          <p:cNvSpPr/>
          <p:nvPr/>
        </p:nvSpPr>
        <p:spPr>
          <a:xfrm>
            <a:off x="9842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سِ</a:t>
            </a:r>
          </a:p>
        </p:txBody>
      </p:sp>
      <p:sp>
        <p:nvSpPr>
          <p:cNvPr id="16" name="Next button">
            <a:hlinkClick action="ppaction://hlinksldjump" r:id="rId9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Next arrow">
            <a:hlinkClick action="ppaction://hlinksldjump" r:id="rId9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10" name="po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9" dur="1500" fill="hold" repeatCount="indefinite" autoRev="1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2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1" dur="150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4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3" dur="1670" fill="hold" repeatCount="indefinite" autoRev="1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6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5" dur="1670" fill="hold" repeatCount="indefinite" autoRev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8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7" dur="184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0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9" dur="1840" fill="hold" repeatCount="indefinite" autoRev="1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2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21" dur="2180" fill="hold" repeatCount="indefinite" autoRev="1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4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23" dur="2180" fill="hold" repeatCount="indefinite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4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Pop every balloon with"/>
          <p:cNvSpPr/>
          <p:nvPr/>
        </p:nvSpPr>
        <p:spPr>
          <a:xfrm>
            <a:off x="2730500" y="190500"/>
            <a:ext cx="546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900" b="1" lang="en-US">
                <a:solidFill>
                  <a:srgbClr val="2E2640"/>
                </a:solidFill>
                <a:latin typeface="Arial"/>
                <a:cs typeface="Arial"/>
              </a:rPr>
              <a:t>Pop every balloon with</a:t>
            </a:r>
          </a:p>
        </p:txBody>
      </p:sp>
      <p:sp>
        <p:nvSpPr>
          <p:cNvPr id="5" name="Find شِ" descr="شِ"/>
          <p:cNvSpPr/>
          <p:nvPr/>
        </p:nvSpPr>
        <p:spPr>
          <a:xfrm>
            <a:off x="81915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شِ</a:t>
            </a:r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Balloon 1" descr="Balloon 1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5500" y="1905000"/>
            <a:ext cx="1651000" cy="2857500"/>
          </a:xfrm>
          <a:prstGeom prst="rect">
            <a:avLst/>
          </a:prstGeom>
        </p:spPr>
      </p:pic>
      <p:sp>
        <p:nvSpPr>
          <p:cNvPr id="9" name="Balloon letter 1 قِ" descr="قِ">
            <a:hlinkClick action="ppaction://hlinksldjump" r:id="rId7"/>
          </p:cNvPr>
          <p:cNvSpPr/>
          <p:nvPr/>
        </p:nvSpPr>
        <p:spPr>
          <a:xfrm>
            <a:off x="952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قِ</a:t>
            </a:r>
          </a:p>
        </p:txBody>
      </p:sp>
      <p:pic>
        <p:nvPicPr>
          <p:cNvPr id="10" name="Balloon 2" descr="Balloon 2">
            <a:hlinkClick action="ppaction://hlinksldjump" r:id="rId8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48000" y="2286000"/>
            <a:ext cx="1651000" cy="2857500"/>
          </a:xfrm>
          <a:prstGeom prst="rect">
            <a:avLst/>
          </a:prstGeom>
        </p:spPr>
      </p:pic>
      <p:sp>
        <p:nvSpPr>
          <p:cNvPr id="11" name="Balloon letter 2 شِ" descr="شِ">
            <a:hlinkClick action="ppaction://hlinksldjump" r:id="rId8"/>
          </p:cNvPr>
          <p:cNvSpPr/>
          <p:nvPr/>
        </p:nvSpPr>
        <p:spPr>
          <a:xfrm>
            <a:off x="3175000" y="2520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شِ</a:t>
            </a:r>
          </a:p>
        </p:txBody>
      </p:sp>
      <p:pic>
        <p:nvPicPr>
          <p:cNvPr id="12" name="Balloon 3" descr="Balloon 3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70500" y="1905000"/>
            <a:ext cx="1651000" cy="2857500"/>
          </a:xfrm>
          <a:prstGeom prst="rect">
            <a:avLst/>
          </a:prstGeom>
        </p:spPr>
      </p:pic>
      <p:sp>
        <p:nvSpPr>
          <p:cNvPr id="13" name="Balloon letter 3 يِ" descr="يِ">
            <a:hlinkClick action="ppaction://hlinksldjump" r:id="rId7"/>
          </p:cNvPr>
          <p:cNvSpPr/>
          <p:nvPr/>
        </p:nvSpPr>
        <p:spPr>
          <a:xfrm>
            <a:off x="5397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يِ</a:t>
            </a:r>
          </a:p>
        </p:txBody>
      </p:sp>
      <p:pic>
        <p:nvPicPr>
          <p:cNvPr id="14" name="Balloon 5" descr="Balloon 5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715500" y="1905000"/>
            <a:ext cx="1651000" cy="2857500"/>
          </a:xfrm>
          <a:prstGeom prst="rect">
            <a:avLst/>
          </a:prstGeom>
        </p:spPr>
      </p:pic>
      <p:sp>
        <p:nvSpPr>
          <p:cNvPr id="15" name="Balloon letter 5 سِ" descr="سِ">
            <a:hlinkClick action="ppaction://hlinksldjump" r:id="rId7"/>
          </p:cNvPr>
          <p:cNvSpPr/>
          <p:nvPr/>
        </p:nvSpPr>
        <p:spPr>
          <a:xfrm>
            <a:off x="9842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سِ</a:t>
            </a:r>
          </a:p>
        </p:txBody>
      </p:sp>
      <p:sp>
        <p:nvSpPr>
          <p:cNvPr id="16" name="Try again!" descr="Try again!"/>
          <p:cNvSpPr/>
          <p:nvPr/>
        </p:nvSpPr>
        <p:spPr>
          <a:xfrm>
            <a:off x="7937500" y="5270500"/>
            <a:ext cx="3048000" cy="1460500"/>
          </a:xfrm>
          <a:prstGeom prst="cloudCallout">
            <a:avLst/>
          </a:prstGeom>
          <a:solidFill>
            <a:srgbClr val="FFFFFF"/>
          </a:solidFill>
          <a:ln w="50800">
            <a:solidFill>
              <a:srgbClr val="E5536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2500" b="1" lang="en-US">
                <a:solidFill>
                  <a:srgbClr val="E5536F"/>
                </a:solidFill>
                <a:latin typeface="Arial"/>
                <a:cs typeface="Arial"/>
              </a:rPr>
              <a:t>Try again!</a:t>
            </a:r>
          </a:p>
        </p:txBody>
      </p:sp>
      <p:sp>
        <p:nvSpPr>
          <p:cNvPr id="17" name="Next button">
            <a:hlinkClick action="ppaction://hlinksldjump" r:id="rId9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Next arrow">
            <a:hlinkClick action="ppaction://hlinksldjump" r:id="rId9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10" name="boing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4" dur="1500" fill="hold" repeatCount="indefinite" autoRev="1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6" dur="150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8" dur="1670" fill="hold" repeatCount="indefinite" autoRev="1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0" dur="1670" fill="hold" repeatCount="indefinite" autoRev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2" dur="184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4" dur="1840" fill="hold" repeatCount="indefinite" autoRev="1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7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6" dur="2180" fill="hold" repeatCount="indefinite" autoRev="1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9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8" dur="2180" fill="hold" repeatCount="indefinite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4" presetID="53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5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Pop every balloon with"/>
          <p:cNvSpPr/>
          <p:nvPr/>
        </p:nvSpPr>
        <p:spPr>
          <a:xfrm>
            <a:off x="2730500" y="190500"/>
            <a:ext cx="546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900" b="1" lang="en-US">
                <a:solidFill>
                  <a:srgbClr val="2E2640"/>
                </a:solidFill>
                <a:latin typeface="Arial"/>
                <a:cs typeface="Arial"/>
              </a:rPr>
              <a:t>Pop every balloon with</a:t>
            </a:r>
          </a:p>
        </p:txBody>
      </p:sp>
      <p:sp>
        <p:nvSpPr>
          <p:cNvPr id="5" name="Find شِ" descr="شِ"/>
          <p:cNvSpPr/>
          <p:nvPr/>
        </p:nvSpPr>
        <p:spPr>
          <a:xfrm>
            <a:off x="81915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شِ</a:t>
            </a:r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Balloon 1" descr="Balloon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5500" y="1905000"/>
            <a:ext cx="1651000" cy="2857500"/>
          </a:xfrm>
          <a:prstGeom prst="rect">
            <a:avLst/>
          </a:prstGeom>
        </p:spPr>
      </p:pic>
      <p:sp>
        <p:nvSpPr>
          <p:cNvPr id="9" name="Balloon letter 1 قِ" descr="قِ"/>
          <p:cNvSpPr/>
          <p:nvPr/>
        </p:nvSpPr>
        <p:spPr>
          <a:xfrm>
            <a:off x="952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قِ</a:t>
            </a:r>
          </a:p>
        </p:txBody>
      </p:sp>
      <p:pic>
        <p:nvPicPr>
          <p:cNvPr id="10" name="Balloon 3" descr="Balloon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70500" y="1905000"/>
            <a:ext cx="1651000" cy="2857500"/>
          </a:xfrm>
          <a:prstGeom prst="rect">
            <a:avLst/>
          </a:prstGeom>
        </p:spPr>
      </p:pic>
      <p:sp>
        <p:nvSpPr>
          <p:cNvPr id="11" name="Balloon letter 3 يِ" descr="يِ"/>
          <p:cNvSpPr/>
          <p:nvPr/>
        </p:nvSpPr>
        <p:spPr>
          <a:xfrm>
            <a:off x="5397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يِ</a:t>
            </a:r>
          </a:p>
        </p:txBody>
      </p:sp>
      <p:pic>
        <p:nvPicPr>
          <p:cNvPr id="12" name="Balloon 5" descr="Balloon 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15500" y="1905000"/>
            <a:ext cx="1651000" cy="2857500"/>
          </a:xfrm>
          <a:prstGeom prst="rect">
            <a:avLst/>
          </a:prstGeom>
        </p:spPr>
      </p:pic>
      <p:sp>
        <p:nvSpPr>
          <p:cNvPr id="13" name="Balloon letter 5 سِ" descr="سِ"/>
          <p:cNvSpPr/>
          <p:nvPr/>
        </p:nvSpPr>
        <p:spPr>
          <a:xfrm>
            <a:off x="9842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سِ</a:t>
            </a:r>
          </a:p>
        </p:txBody>
      </p:sp>
      <p:sp>
        <p:nvSpPr>
          <p:cNvPr id="14" name="Great job!" descr="Great job!"/>
          <p:cNvSpPr/>
          <p:nvPr/>
        </p:nvSpPr>
        <p:spPr>
          <a:xfrm>
            <a:off x="7937500" y="5270500"/>
            <a:ext cx="3048000" cy="1460500"/>
          </a:xfrm>
          <a:prstGeom prst="cloudCallout">
            <a:avLst/>
          </a:prstGeom>
          <a:solidFill>
            <a:srgbClr val="FFFFFF"/>
          </a:solidFill>
          <a:ln w="50800">
            <a:solidFill>
              <a:srgbClr val="2FB57A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2500" b="1" lang="en-US">
                <a:solidFill>
                  <a:srgbClr val="2FB57A"/>
                </a:solidFill>
                <a:latin typeface="Arial"/>
                <a:cs typeface="Arial"/>
              </a:rPr>
              <a:t>Great job!</a:t>
            </a:r>
          </a:p>
        </p:txBody>
      </p:sp>
      <p:sp>
        <p:nvSpPr>
          <p:cNvPr id="15" name="Next button">
            <a:hlinkClick action="ppaction://hlinksldjump" r:id="rId6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Next arrow">
            <a:hlinkClick action="ppaction://hlinksldjump" r:id="rId6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7" name="sound anchor" descr="sound anchor (invisible)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2700" y="12700"/>
            <a:ext cx="25400" cy="25400"/>
          </a:xfrm>
          <a:prstGeom prst="rect">
            <a:avLst/>
          </a:prstGeom>
        </p:spPr>
      </p:pic>
    </p:spTree>
  </p:cSld>
  <p:clrMapOvr>
    <a:masterClrMapping/>
  </p:clrMapOvr>
  <p:transition advClick="0">
    <p:sndAc>
      <p:stSnd>
        <p:snd r:embed="rId7" name="po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9" dur="1500" fill="hold" repeatCount="indefinite" autoRev="1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2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1" dur="150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4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3" dur="1840" fill="hold" repeatCount="indefinite" autoRev="1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6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5" dur="1840" fill="hold" repeatCount="indefinite" autoRev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8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7" dur="218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0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9" dur="2180" fill="hold" repeatCount="indefinite" autoRev="1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5" presetID="53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2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100000">
                                        <p:cTn id="2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9" name="cheer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921000" y="190500"/>
            <a:ext cx="6350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Feed me"/>
          <p:cNvSpPr/>
          <p:nvPr/>
        </p:nvSpPr>
        <p:spPr>
          <a:xfrm>
            <a:off x="3048000" y="190500"/>
            <a:ext cx="4826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600" b="1" lang="en-US">
                <a:solidFill>
                  <a:srgbClr val="2E2640"/>
                </a:solidFill>
                <a:latin typeface="Arial"/>
                <a:cs typeface="Arial"/>
              </a:rPr>
              <a:t>Feed me</a:t>
            </a:r>
          </a:p>
        </p:txBody>
      </p:sp>
      <p:sp>
        <p:nvSpPr>
          <p:cNvPr id="5" name="Find شِ" descr="شِ"/>
          <p:cNvSpPr/>
          <p:nvPr/>
        </p:nvSpPr>
        <p:spPr>
          <a:xfrm>
            <a:off x="78740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شِ</a:t>
            </a:r>
          </a:p>
        </p:txBody>
      </p:sp>
      <p:pic>
        <p:nvPicPr>
          <p:cNvPr id="6" name="Monster" descr="Monste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2095500"/>
            <a:ext cx="3810000" cy="3810000"/>
          </a:xfrm>
          <a:prstGeom prst="rect">
            <a:avLst/>
          </a:prstGeom>
        </p:spPr>
      </p:pic>
      <p:pic>
        <p:nvPicPr>
          <p:cNvPr id="7" name="Food 1" descr="Food 1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5000" y="1778000"/>
            <a:ext cx="1905000" cy="1905000"/>
          </a:xfrm>
          <a:prstGeom prst="rect">
            <a:avLst/>
          </a:prstGeom>
        </p:spPr>
      </p:pic>
      <p:sp>
        <p:nvSpPr>
          <p:cNvPr id="8" name="Food letter 1 يِ" descr="يِ">
            <a:hlinkClick action="ppaction://hlinksldjump" r:id="rId7"/>
          </p:cNvPr>
          <p:cNvSpPr/>
          <p:nvPr/>
        </p:nvSpPr>
        <p:spPr>
          <a:xfrm>
            <a:off x="7429500" y="2317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يِ</a:t>
            </a:r>
          </a:p>
        </p:txBody>
      </p:sp>
      <p:pic>
        <p:nvPicPr>
          <p:cNvPr id="9" name="Food 2" descr="Food 2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25000" y="1778000"/>
            <a:ext cx="1905000" cy="1905000"/>
          </a:xfrm>
          <a:prstGeom prst="rect">
            <a:avLst/>
          </a:prstGeom>
        </p:spPr>
      </p:pic>
      <p:sp>
        <p:nvSpPr>
          <p:cNvPr id="10" name="Food letter 2 لِ" descr="لِ">
            <a:hlinkClick action="ppaction://hlinksldjump" r:id="rId7"/>
          </p:cNvPr>
          <p:cNvSpPr/>
          <p:nvPr/>
        </p:nvSpPr>
        <p:spPr>
          <a:xfrm>
            <a:off x="9969500" y="2317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لِ</a:t>
            </a:r>
          </a:p>
        </p:txBody>
      </p:sp>
      <p:pic>
        <p:nvPicPr>
          <p:cNvPr id="11" name="Food 3" descr="Food 3">
            <a:hlinkClick action="ppaction://hlinksldjump" r:id="rId8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85000" y="4064000"/>
            <a:ext cx="1905000" cy="1905000"/>
          </a:xfrm>
          <a:prstGeom prst="rect">
            <a:avLst/>
          </a:prstGeom>
        </p:spPr>
      </p:pic>
      <p:sp>
        <p:nvSpPr>
          <p:cNvPr id="12" name="Food letter 3 شِ" descr="شِ">
            <a:hlinkClick action="ppaction://hlinksldjump" r:id="rId8"/>
          </p:cNvPr>
          <p:cNvSpPr/>
          <p:nvPr/>
        </p:nvSpPr>
        <p:spPr>
          <a:xfrm>
            <a:off x="7429500" y="4603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شِ</a:t>
            </a:r>
          </a:p>
        </p:txBody>
      </p:sp>
      <p:pic>
        <p:nvPicPr>
          <p:cNvPr id="13" name="Food 4" descr="Food 4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25000" y="4064000"/>
            <a:ext cx="1905000" cy="1905000"/>
          </a:xfrm>
          <a:prstGeom prst="rect">
            <a:avLst/>
          </a:prstGeom>
        </p:spPr>
      </p:pic>
      <p:sp>
        <p:nvSpPr>
          <p:cNvPr id="14" name="Food letter 4 قِ" descr="قِ">
            <a:hlinkClick action="ppaction://hlinksldjump" r:id="rId7"/>
          </p:cNvPr>
          <p:cNvSpPr/>
          <p:nvPr/>
        </p:nvSpPr>
        <p:spPr>
          <a:xfrm>
            <a:off x="9969500" y="4603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قِ</a:t>
            </a:r>
          </a:p>
        </p:txBody>
      </p:sp>
      <p:sp>
        <p:nvSpPr>
          <p:cNvPr id="15" name="Next button">
            <a:hlinkClick action="ppaction://hlinksldjump" r:id="rId9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Next arrow">
            <a:hlinkClick action="ppaction://hlinksldjump" r:id="rId9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 spd="med">
    <p:fade/>
  </p:transition>
</p:sld>
</file>

<file path=ppt/slides/slide267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921000" y="190500"/>
            <a:ext cx="6350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Feed me"/>
          <p:cNvSpPr/>
          <p:nvPr/>
        </p:nvSpPr>
        <p:spPr>
          <a:xfrm>
            <a:off x="3048000" y="190500"/>
            <a:ext cx="4826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600" b="1" lang="en-US">
                <a:solidFill>
                  <a:srgbClr val="2E2640"/>
                </a:solidFill>
                <a:latin typeface="Arial"/>
                <a:cs typeface="Arial"/>
              </a:rPr>
              <a:t>Feed me</a:t>
            </a:r>
          </a:p>
        </p:txBody>
      </p:sp>
      <p:sp>
        <p:nvSpPr>
          <p:cNvPr id="5" name="Find شِ" descr="شِ"/>
          <p:cNvSpPr/>
          <p:nvPr/>
        </p:nvSpPr>
        <p:spPr>
          <a:xfrm>
            <a:off x="78740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شِ</a:t>
            </a:r>
          </a:p>
        </p:txBody>
      </p:sp>
      <p:pic>
        <p:nvPicPr>
          <p:cNvPr id="6" name="Monster" descr="Monste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2095500"/>
            <a:ext cx="3810000" cy="3810000"/>
          </a:xfrm>
          <a:prstGeom prst="rect">
            <a:avLst/>
          </a:prstGeom>
        </p:spPr>
      </p:pic>
      <p:pic>
        <p:nvPicPr>
          <p:cNvPr id="7" name="Food 1" descr="Food 1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5000" y="1778000"/>
            <a:ext cx="1905000" cy="1905000"/>
          </a:xfrm>
          <a:prstGeom prst="rect">
            <a:avLst/>
          </a:prstGeom>
        </p:spPr>
      </p:pic>
      <p:sp>
        <p:nvSpPr>
          <p:cNvPr id="8" name="Food letter 1 يِ" descr="يِ">
            <a:hlinkClick action="ppaction://hlinksldjump" r:id="rId7"/>
          </p:cNvPr>
          <p:cNvSpPr/>
          <p:nvPr/>
        </p:nvSpPr>
        <p:spPr>
          <a:xfrm>
            <a:off x="7429500" y="2317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يِ</a:t>
            </a:r>
          </a:p>
        </p:txBody>
      </p:sp>
      <p:pic>
        <p:nvPicPr>
          <p:cNvPr id="9" name="Food 2" descr="Food 2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25000" y="1778000"/>
            <a:ext cx="1905000" cy="1905000"/>
          </a:xfrm>
          <a:prstGeom prst="rect">
            <a:avLst/>
          </a:prstGeom>
        </p:spPr>
      </p:pic>
      <p:sp>
        <p:nvSpPr>
          <p:cNvPr id="10" name="Food letter 2 لِ" descr="لِ">
            <a:hlinkClick action="ppaction://hlinksldjump" r:id="rId7"/>
          </p:cNvPr>
          <p:cNvSpPr/>
          <p:nvPr/>
        </p:nvSpPr>
        <p:spPr>
          <a:xfrm>
            <a:off x="9969500" y="2317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لِ</a:t>
            </a:r>
          </a:p>
        </p:txBody>
      </p:sp>
      <p:pic>
        <p:nvPicPr>
          <p:cNvPr id="11" name="Food 3" descr="Food 3">
            <a:hlinkClick action="ppaction://hlinksldjump" r:id="rId8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85000" y="4064000"/>
            <a:ext cx="1905000" cy="1905000"/>
          </a:xfrm>
          <a:prstGeom prst="rect">
            <a:avLst/>
          </a:prstGeom>
        </p:spPr>
      </p:pic>
      <p:sp>
        <p:nvSpPr>
          <p:cNvPr id="12" name="Food letter 3 شِ" descr="شِ">
            <a:hlinkClick action="ppaction://hlinksldjump" r:id="rId8"/>
          </p:cNvPr>
          <p:cNvSpPr/>
          <p:nvPr/>
        </p:nvSpPr>
        <p:spPr>
          <a:xfrm>
            <a:off x="7429500" y="4603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شِ</a:t>
            </a:r>
          </a:p>
        </p:txBody>
      </p:sp>
      <p:pic>
        <p:nvPicPr>
          <p:cNvPr id="13" name="Food 4" descr="Food 4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25000" y="4064000"/>
            <a:ext cx="1905000" cy="1905000"/>
          </a:xfrm>
          <a:prstGeom prst="rect">
            <a:avLst/>
          </a:prstGeom>
        </p:spPr>
      </p:pic>
      <p:sp>
        <p:nvSpPr>
          <p:cNvPr id="14" name="Food letter 4 قِ" descr="قِ">
            <a:hlinkClick action="ppaction://hlinksldjump" r:id="rId7"/>
          </p:cNvPr>
          <p:cNvSpPr/>
          <p:nvPr/>
        </p:nvSpPr>
        <p:spPr>
          <a:xfrm>
            <a:off x="9969500" y="4603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قِ</a:t>
            </a:r>
          </a:p>
        </p:txBody>
      </p:sp>
      <p:sp>
        <p:nvSpPr>
          <p:cNvPr id="15" name="No, thanks!" descr="No, thanks!"/>
          <p:cNvSpPr/>
          <p:nvPr/>
        </p:nvSpPr>
        <p:spPr>
          <a:xfrm>
            <a:off x="3302000" y="1079500"/>
            <a:ext cx="3302000" cy="1524000"/>
          </a:xfrm>
          <a:prstGeom prst="cloudCallout">
            <a:avLst/>
          </a:prstGeom>
          <a:solidFill>
            <a:srgbClr val="FFFFFF"/>
          </a:solidFill>
          <a:ln w="50800">
            <a:solidFill>
              <a:srgbClr val="E5536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2500" b="1" lang="en-US">
                <a:solidFill>
                  <a:srgbClr val="E5536F"/>
                </a:solidFill>
                <a:latin typeface="Arial"/>
                <a:cs typeface="Arial"/>
              </a:rPr>
              <a:t>No, thanks!</a:t>
            </a:r>
          </a:p>
        </p:txBody>
      </p:sp>
      <p:sp>
        <p:nvSpPr>
          <p:cNvPr id="16" name="Next button">
            <a:hlinkClick action="ppaction://hlinksldjump" r:id="rId9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Next arrow">
            <a:hlinkClick action="ppaction://hlinksldjump" r:id="rId9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10" name="boing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53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" dur="4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4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8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921000" y="190500"/>
            <a:ext cx="6350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Feed me"/>
          <p:cNvSpPr/>
          <p:nvPr/>
        </p:nvSpPr>
        <p:spPr>
          <a:xfrm>
            <a:off x="3048000" y="190500"/>
            <a:ext cx="4826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600" b="1" lang="en-US">
                <a:solidFill>
                  <a:srgbClr val="2E2640"/>
                </a:solidFill>
                <a:latin typeface="Arial"/>
                <a:cs typeface="Arial"/>
              </a:rPr>
              <a:t>Feed me</a:t>
            </a:r>
          </a:p>
        </p:txBody>
      </p:sp>
      <p:sp>
        <p:nvSpPr>
          <p:cNvPr id="5" name="Find شِ" descr="شِ"/>
          <p:cNvSpPr/>
          <p:nvPr/>
        </p:nvSpPr>
        <p:spPr>
          <a:xfrm>
            <a:off x="78740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شِ</a:t>
            </a:r>
          </a:p>
        </p:txBody>
      </p:sp>
      <p:pic>
        <p:nvPicPr>
          <p:cNvPr id="6" name="Monster" descr="Monste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2095500"/>
            <a:ext cx="3810000" cy="3810000"/>
          </a:xfrm>
          <a:prstGeom prst="rect">
            <a:avLst/>
          </a:prstGeom>
        </p:spPr>
      </p:pic>
      <p:pic>
        <p:nvPicPr>
          <p:cNvPr id="7" name="Food 1" descr="Food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5000" y="1778000"/>
            <a:ext cx="1905000" cy="1905000"/>
          </a:xfrm>
          <a:prstGeom prst="rect">
            <a:avLst/>
          </a:prstGeom>
        </p:spPr>
      </p:pic>
      <p:sp>
        <p:nvSpPr>
          <p:cNvPr id="8" name="Food letter 1 يِ" descr="يِ"/>
          <p:cNvSpPr/>
          <p:nvPr/>
        </p:nvSpPr>
        <p:spPr>
          <a:xfrm>
            <a:off x="7429500" y="2317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يِ</a:t>
            </a:r>
          </a:p>
        </p:txBody>
      </p:sp>
      <p:pic>
        <p:nvPicPr>
          <p:cNvPr id="9" name="Food 2" descr="Food 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25000" y="1778000"/>
            <a:ext cx="1905000" cy="1905000"/>
          </a:xfrm>
          <a:prstGeom prst="rect">
            <a:avLst/>
          </a:prstGeom>
        </p:spPr>
      </p:pic>
      <p:sp>
        <p:nvSpPr>
          <p:cNvPr id="10" name="Food letter 2 لِ" descr="لِ"/>
          <p:cNvSpPr/>
          <p:nvPr/>
        </p:nvSpPr>
        <p:spPr>
          <a:xfrm>
            <a:off x="9969500" y="2317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لِ</a:t>
            </a:r>
          </a:p>
        </p:txBody>
      </p:sp>
      <p:pic>
        <p:nvPicPr>
          <p:cNvPr id="11" name="Food 4" descr="Food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25000" y="4064000"/>
            <a:ext cx="1905000" cy="1905000"/>
          </a:xfrm>
          <a:prstGeom prst="rect">
            <a:avLst/>
          </a:prstGeom>
        </p:spPr>
      </p:pic>
      <p:sp>
        <p:nvSpPr>
          <p:cNvPr id="12" name="Food letter 4 قِ" descr="قِ"/>
          <p:cNvSpPr/>
          <p:nvPr/>
        </p:nvSpPr>
        <p:spPr>
          <a:xfrm>
            <a:off x="9969500" y="4603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قِ</a:t>
            </a:r>
          </a:p>
        </p:txBody>
      </p:sp>
      <p:sp>
        <p:nvSpPr>
          <p:cNvPr id="13" name="Yummy!" descr="Yummy!"/>
          <p:cNvSpPr/>
          <p:nvPr/>
        </p:nvSpPr>
        <p:spPr>
          <a:xfrm>
            <a:off x="3302000" y="1079500"/>
            <a:ext cx="3302000" cy="1524000"/>
          </a:xfrm>
          <a:prstGeom prst="cloudCallout">
            <a:avLst/>
          </a:prstGeom>
          <a:solidFill>
            <a:srgbClr val="FFFFFF"/>
          </a:solidFill>
          <a:ln w="50800">
            <a:solidFill>
              <a:srgbClr val="E5536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3200" b="1" lang="en-US">
                <a:solidFill>
                  <a:srgbClr val="E5536F"/>
                </a:solidFill>
                <a:latin typeface="Arial"/>
                <a:cs typeface="Arial"/>
              </a:rPr>
              <a:t>Yummy!</a:t>
            </a:r>
          </a:p>
        </p:txBody>
      </p:sp>
      <p:sp>
        <p:nvSpPr>
          <p:cNvPr id="14" name="Next button">
            <a:hlinkClick action="ppaction://hlinksldjump" r:id="rId6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Next arrow">
            <a:hlinkClick action="ppaction://hlinksldjump" r:id="rId6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6" name="sound anchor" descr="sound anchor (invisible)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2700" y="12700"/>
            <a:ext cx="25400" cy="25400"/>
          </a:xfrm>
          <a:prstGeom prst="rect">
            <a:avLst/>
          </a:prstGeom>
        </p:spPr>
      </p:pic>
    </p:spTree>
  </p:cSld>
  <p:clrMapOvr>
    <a:masterClrMapping/>
  </p:clrMapOvr>
  <p:transition advClick="0">
    <p:sndAc>
      <p:stSnd>
        <p:snd r:embed="rId7" name="munc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2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53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100000">
                                        <p:cTn id="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9" name="cheer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286000" y="190500"/>
            <a:ext cx="7620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Build the word, then tap GO!"/>
          <p:cNvSpPr/>
          <p:nvPr/>
        </p:nvSpPr>
        <p:spPr>
          <a:xfrm>
            <a:off x="2413000" y="190500"/>
            <a:ext cx="52705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200" b="1" lang="en-US">
                <a:solidFill>
                  <a:srgbClr val="2E2640"/>
                </a:solidFill>
                <a:latin typeface="Arial"/>
                <a:cs typeface="Arial"/>
              </a:rPr>
              <a:t>Build the word, then tap GO!</a:t>
            </a:r>
          </a:p>
        </p:txBody>
      </p:sp>
      <p:sp>
        <p:nvSpPr>
          <p:cNvPr id="5" name="Find خَشِيَ" descr="خَشِيَ"/>
          <p:cNvSpPr/>
          <p:nvPr/>
        </p:nvSpPr>
        <p:spPr>
          <a:xfrm>
            <a:off x="7683500" y="228600"/>
            <a:ext cx="20955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خَشِيَ</a:t>
            </a:r>
          </a:p>
        </p:txBody>
      </p:sp>
      <p:pic>
        <p:nvPicPr>
          <p:cNvPr id="6" name="Engine" descr="Engin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000" y="3937000"/>
            <a:ext cx="2667000" cy="1911350"/>
          </a:xfrm>
          <a:prstGeom prst="rect">
            <a:avLst/>
          </a:prstGeom>
        </p:spPr>
      </p:pic>
      <p:pic>
        <p:nvPicPr>
          <p:cNvPr id="7" name="Wagon 1" descr="Wagon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75000" y="4381500"/>
            <a:ext cx="1778000" cy="1543050"/>
          </a:xfrm>
          <a:prstGeom prst="rect">
            <a:avLst/>
          </a:prstGeom>
        </p:spPr>
      </p:pic>
      <p:pic>
        <p:nvPicPr>
          <p:cNvPr id="8" name="Wagon 2" descr="Wagon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16500" y="4381500"/>
            <a:ext cx="1778000" cy="1543050"/>
          </a:xfrm>
          <a:prstGeom prst="rect">
            <a:avLst/>
          </a:prstGeom>
        </p:spPr>
      </p:pic>
      <p:pic>
        <p:nvPicPr>
          <p:cNvPr id="9" name="Wagon 3" descr="Wagon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0" y="4381500"/>
            <a:ext cx="1778000" cy="1543050"/>
          </a:xfrm>
          <a:prstGeom prst="rect">
            <a:avLst/>
          </a:prstGeom>
        </p:spPr>
      </p:pic>
      <p:sp>
        <p:nvSpPr>
          <p:cNvPr id="10" name="Card خَ" descr="خَ">
            <a:hlinkClick action="ppaction://hlinksldjump" r:id="rId5"/>
          </p:cNvPr>
          <p:cNvSpPr/>
          <p:nvPr/>
        </p:nvSpPr>
        <p:spPr>
          <a:xfrm>
            <a:off x="3302000" y="1778000"/>
            <a:ext cx="1206500" cy="12065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FFB347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6200" b="1" lang="ar-SA">
                <a:solidFill>
                  <a:srgbClr val="2E2640"/>
                </a:solidFill>
                <a:latin typeface="Arial"/>
                <a:cs typeface="Arial"/>
              </a:rPr>
              <a:t>خَ</a:t>
            </a:r>
          </a:p>
        </p:txBody>
      </p:sp>
      <p:sp>
        <p:nvSpPr>
          <p:cNvPr id="11" name="Card شِ" descr="شِ">
            <a:hlinkClick action="ppaction://hlinksldjump" r:id="rId6"/>
          </p:cNvPr>
          <p:cNvSpPr/>
          <p:nvPr/>
        </p:nvSpPr>
        <p:spPr>
          <a:xfrm>
            <a:off x="4953000" y="1778000"/>
            <a:ext cx="1206500" cy="12065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FFB347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6200" b="1" lang="ar-SA">
                <a:solidFill>
                  <a:srgbClr val="2E2640"/>
                </a:solidFill>
                <a:latin typeface="Arial"/>
                <a:cs typeface="Arial"/>
              </a:rPr>
              <a:t>شِ</a:t>
            </a:r>
          </a:p>
        </p:txBody>
      </p:sp>
      <p:sp>
        <p:nvSpPr>
          <p:cNvPr id="12" name="Card يَ" descr="يَ">
            <a:hlinkClick action="ppaction://hlinksldjump" r:id="rId6"/>
          </p:cNvPr>
          <p:cNvSpPr/>
          <p:nvPr/>
        </p:nvSpPr>
        <p:spPr>
          <a:xfrm>
            <a:off x="6604000" y="1778000"/>
            <a:ext cx="1206500" cy="12065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FFB347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6200" b="1" lang="ar-SA">
                <a:solidFill>
                  <a:srgbClr val="2E2640"/>
                </a:solidFill>
                <a:latin typeface="Arial"/>
                <a:cs typeface="Arial"/>
              </a:rPr>
              <a:t>يَ</a:t>
            </a:r>
          </a:p>
        </p:txBody>
      </p:sp>
      <p:sp>
        <p:nvSpPr>
          <p:cNvPr id="13" name="Next button">
            <a:hlinkClick action="ppaction://hlinksldjump" r:id="rId7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Next arrow">
            <a:hlinkClick action="ppaction://hlinksldjump" r:id="rId7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 spd="med">
    <p:fade/>
  </p:transition>
</p:sld>
</file>

<file path=ppt/slides/slide270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286000" y="190500"/>
            <a:ext cx="7620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Build the word, then tap GO!"/>
          <p:cNvSpPr/>
          <p:nvPr/>
        </p:nvSpPr>
        <p:spPr>
          <a:xfrm>
            <a:off x="2413000" y="190500"/>
            <a:ext cx="52705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200" b="1" lang="en-US">
                <a:solidFill>
                  <a:srgbClr val="2E2640"/>
                </a:solidFill>
                <a:latin typeface="Arial"/>
                <a:cs typeface="Arial"/>
              </a:rPr>
              <a:t>Build the word, then tap GO!</a:t>
            </a:r>
          </a:p>
        </p:txBody>
      </p:sp>
      <p:sp>
        <p:nvSpPr>
          <p:cNvPr id="5" name="Find خَشِيَ" descr="خَشِيَ"/>
          <p:cNvSpPr/>
          <p:nvPr/>
        </p:nvSpPr>
        <p:spPr>
          <a:xfrm>
            <a:off x="7683500" y="228600"/>
            <a:ext cx="20955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خَشِيَ</a:t>
            </a:r>
          </a:p>
        </p:txBody>
      </p:sp>
      <p:pic>
        <p:nvPicPr>
          <p:cNvPr id="6" name="Engine" descr="Engin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000" y="3937000"/>
            <a:ext cx="2667000" cy="1911350"/>
          </a:xfrm>
          <a:prstGeom prst="rect">
            <a:avLst/>
          </a:prstGeom>
        </p:spPr>
      </p:pic>
      <p:pic>
        <p:nvPicPr>
          <p:cNvPr id="7" name="Wagon 1" descr="Wagon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75000" y="4381500"/>
            <a:ext cx="1778000" cy="1543050"/>
          </a:xfrm>
          <a:prstGeom prst="rect">
            <a:avLst/>
          </a:prstGeom>
        </p:spPr>
      </p:pic>
      <p:pic>
        <p:nvPicPr>
          <p:cNvPr id="8" name="Wagon 2" descr="Wagon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16500" y="4381500"/>
            <a:ext cx="1778000" cy="1543050"/>
          </a:xfrm>
          <a:prstGeom prst="rect">
            <a:avLst/>
          </a:prstGeom>
        </p:spPr>
      </p:pic>
      <p:pic>
        <p:nvPicPr>
          <p:cNvPr id="9" name="Wagon 3" descr="Wagon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0" y="4381500"/>
            <a:ext cx="1778000" cy="1543050"/>
          </a:xfrm>
          <a:prstGeom prst="rect">
            <a:avLst/>
          </a:prstGeom>
        </p:spPr>
      </p:pic>
      <p:sp>
        <p:nvSpPr>
          <p:cNvPr id="10" name="Wagon letter 1" descr="خَ"/>
          <p:cNvSpPr/>
          <p:nvPr/>
        </p:nvSpPr>
        <p:spPr>
          <a:xfrm>
            <a:off x="7099300" y="4737100"/>
            <a:ext cx="1295400" cy="6604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3800" b="1" lang="ar-SA">
                <a:solidFill>
                  <a:srgbClr val="2E2640"/>
                </a:solidFill>
                <a:latin typeface="Arial"/>
                <a:cs typeface="Arial"/>
              </a:rPr>
              <a:t>خَ</a:t>
            </a:r>
          </a:p>
        </p:txBody>
      </p:sp>
      <p:sp>
        <p:nvSpPr>
          <p:cNvPr id="11" name="Card شِ" descr="شِ">
            <a:hlinkClick action="ppaction://hlinksldjump" r:id="rId5"/>
          </p:cNvPr>
          <p:cNvSpPr/>
          <p:nvPr/>
        </p:nvSpPr>
        <p:spPr>
          <a:xfrm>
            <a:off x="4953000" y="1778000"/>
            <a:ext cx="1206500" cy="12065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FFB347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6200" b="1" lang="ar-SA">
                <a:solidFill>
                  <a:srgbClr val="2E2640"/>
                </a:solidFill>
                <a:latin typeface="Arial"/>
                <a:cs typeface="Arial"/>
              </a:rPr>
              <a:t>شِ</a:t>
            </a:r>
          </a:p>
        </p:txBody>
      </p:sp>
      <p:sp>
        <p:nvSpPr>
          <p:cNvPr id="12" name="Card يَ" descr="يَ">
            <a:hlinkClick action="ppaction://hlinksldjump" r:id="rId6"/>
          </p:cNvPr>
          <p:cNvSpPr/>
          <p:nvPr/>
        </p:nvSpPr>
        <p:spPr>
          <a:xfrm>
            <a:off x="6604000" y="1778000"/>
            <a:ext cx="1206500" cy="12065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FFB347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6200" b="1" lang="ar-SA">
                <a:solidFill>
                  <a:srgbClr val="2E2640"/>
                </a:solidFill>
                <a:latin typeface="Arial"/>
                <a:cs typeface="Arial"/>
              </a:rPr>
              <a:t>يَ</a:t>
            </a:r>
          </a:p>
        </p:txBody>
      </p:sp>
      <p:sp>
        <p:nvSpPr>
          <p:cNvPr id="13" name="Next button">
            <a:hlinkClick action="ppaction://hlinksldjump" r:id="rId7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Next arrow">
            <a:hlinkClick action="ppaction://hlinksldjump" r:id="rId7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8" name="ding.wav"/>
      </p:stSnd>
    </p:sndAc>
  </p:transition>
</p:sld>
</file>

<file path=ppt/slides/slide271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286000" y="190500"/>
            <a:ext cx="7620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Build the word, then tap GO!"/>
          <p:cNvSpPr/>
          <p:nvPr/>
        </p:nvSpPr>
        <p:spPr>
          <a:xfrm>
            <a:off x="2413000" y="190500"/>
            <a:ext cx="52705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200" b="1" lang="en-US">
                <a:solidFill>
                  <a:srgbClr val="2E2640"/>
                </a:solidFill>
                <a:latin typeface="Arial"/>
                <a:cs typeface="Arial"/>
              </a:rPr>
              <a:t>Build the word, then tap GO!</a:t>
            </a:r>
          </a:p>
        </p:txBody>
      </p:sp>
      <p:sp>
        <p:nvSpPr>
          <p:cNvPr id="5" name="Find خَشِيَ" descr="خَشِيَ"/>
          <p:cNvSpPr/>
          <p:nvPr/>
        </p:nvSpPr>
        <p:spPr>
          <a:xfrm>
            <a:off x="7683500" y="228600"/>
            <a:ext cx="20955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خَشِيَ</a:t>
            </a:r>
          </a:p>
        </p:txBody>
      </p:sp>
      <p:pic>
        <p:nvPicPr>
          <p:cNvPr id="6" name="Engine" descr="Engin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000" y="3937000"/>
            <a:ext cx="2667000" cy="1911350"/>
          </a:xfrm>
          <a:prstGeom prst="rect">
            <a:avLst/>
          </a:prstGeom>
        </p:spPr>
      </p:pic>
      <p:pic>
        <p:nvPicPr>
          <p:cNvPr id="7" name="Wagon 1" descr="Wagon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75000" y="4381500"/>
            <a:ext cx="1778000" cy="1543050"/>
          </a:xfrm>
          <a:prstGeom prst="rect">
            <a:avLst/>
          </a:prstGeom>
        </p:spPr>
      </p:pic>
      <p:pic>
        <p:nvPicPr>
          <p:cNvPr id="8" name="Wagon 2" descr="Wagon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16500" y="4381500"/>
            <a:ext cx="1778000" cy="1543050"/>
          </a:xfrm>
          <a:prstGeom prst="rect">
            <a:avLst/>
          </a:prstGeom>
        </p:spPr>
      </p:pic>
      <p:pic>
        <p:nvPicPr>
          <p:cNvPr id="9" name="Wagon 3" descr="Wagon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0" y="4381500"/>
            <a:ext cx="1778000" cy="1543050"/>
          </a:xfrm>
          <a:prstGeom prst="rect">
            <a:avLst/>
          </a:prstGeom>
        </p:spPr>
      </p:pic>
      <p:sp>
        <p:nvSpPr>
          <p:cNvPr id="10" name="Wagon letter 1" descr="خَ"/>
          <p:cNvSpPr/>
          <p:nvPr/>
        </p:nvSpPr>
        <p:spPr>
          <a:xfrm>
            <a:off x="7099300" y="4737100"/>
            <a:ext cx="1295400" cy="6604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3800" b="1" lang="ar-SA">
                <a:solidFill>
                  <a:srgbClr val="2E2640"/>
                </a:solidFill>
                <a:latin typeface="Arial"/>
                <a:cs typeface="Arial"/>
              </a:rPr>
              <a:t>خَ</a:t>
            </a:r>
          </a:p>
        </p:txBody>
      </p:sp>
      <p:sp>
        <p:nvSpPr>
          <p:cNvPr id="11" name="Wagon letter 2" descr="شِ"/>
          <p:cNvSpPr/>
          <p:nvPr/>
        </p:nvSpPr>
        <p:spPr>
          <a:xfrm>
            <a:off x="5257800" y="4737100"/>
            <a:ext cx="1295400" cy="6604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3800" b="1" lang="ar-SA">
                <a:solidFill>
                  <a:srgbClr val="2E2640"/>
                </a:solidFill>
                <a:latin typeface="Arial"/>
                <a:cs typeface="Arial"/>
              </a:rPr>
              <a:t>شِ</a:t>
            </a:r>
          </a:p>
        </p:txBody>
      </p:sp>
      <p:sp>
        <p:nvSpPr>
          <p:cNvPr id="12" name="Card يَ" descr="يَ">
            <a:hlinkClick action="ppaction://hlinksldjump" r:id="rId5"/>
          </p:cNvPr>
          <p:cNvSpPr/>
          <p:nvPr/>
        </p:nvSpPr>
        <p:spPr>
          <a:xfrm>
            <a:off x="6604000" y="1778000"/>
            <a:ext cx="1206500" cy="12065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FFB347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6200" b="1" lang="ar-SA">
                <a:solidFill>
                  <a:srgbClr val="2E2640"/>
                </a:solidFill>
                <a:latin typeface="Arial"/>
                <a:cs typeface="Arial"/>
              </a:rPr>
              <a:t>يَ</a:t>
            </a:r>
          </a:p>
        </p:txBody>
      </p:sp>
      <p:sp>
        <p:nvSpPr>
          <p:cNvPr id="13" name="Next button">
            <a:hlinkClick action="ppaction://hlinksldjump" r:id="rId6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Next arrow">
            <a:hlinkClick action="ppaction://hlinksldjump" r:id="rId6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7" name="ding.wav"/>
      </p:stSnd>
    </p:sndAc>
  </p:transition>
</p:sld>
</file>

<file path=ppt/slides/slide272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286000" y="190500"/>
            <a:ext cx="7620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Build the word, then tap GO!"/>
          <p:cNvSpPr/>
          <p:nvPr/>
        </p:nvSpPr>
        <p:spPr>
          <a:xfrm>
            <a:off x="2413000" y="190500"/>
            <a:ext cx="52705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200" b="1" lang="en-US">
                <a:solidFill>
                  <a:srgbClr val="2E2640"/>
                </a:solidFill>
                <a:latin typeface="Arial"/>
                <a:cs typeface="Arial"/>
              </a:rPr>
              <a:t>Build the word, then tap GO!</a:t>
            </a:r>
          </a:p>
        </p:txBody>
      </p:sp>
      <p:sp>
        <p:nvSpPr>
          <p:cNvPr id="5" name="Find خَشِيَ" descr="خَشِيَ"/>
          <p:cNvSpPr/>
          <p:nvPr/>
        </p:nvSpPr>
        <p:spPr>
          <a:xfrm>
            <a:off x="7683500" y="228600"/>
            <a:ext cx="20955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خَشِيَ</a:t>
            </a:r>
          </a:p>
        </p:txBody>
      </p:sp>
      <p:pic>
        <p:nvPicPr>
          <p:cNvPr id="6" name="Engine" descr="Engin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000" y="3937000"/>
            <a:ext cx="2667000" cy="1911350"/>
          </a:xfrm>
          <a:prstGeom prst="rect">
            <a:avLst/>
          </a:prstGeom>
        </p:spPr>
      </p:pic>
      <p:pic>
        <p:nvPicPr>
          <p:cNvPr id="7" name="Wagon 1" descr="Wagon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75000" y="4381500"/>
            <a:ext cx="1778000" cy="1543050"/>
          </a:xfrm>
          <a:prstGeom prst="rect">
            <a:avLst/>
          </a:prstGeom>
        </p:spPr>
      </p:pic>
      <p:pic>
        <p:nvPicPr>
          <p:cNvPr id="8" name="Wagon 2" descr="Wagon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16500" y="4381500"/>
            <a:ext cx="1778000" cy="1543050"/>
          </a:xfrm>
          <a:prstGeom prst="rect">
            <a:avLst/>
          </a:prstGeom>
        </p:spPr>
      </p:pic>
      <p:pic>
        <p:nvPicPr>
          <p:cNvPr id="9" name="Wagon 3" descr="Wagon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0" y="4381500"/>
            <a:ext cx="1778000" cy="1543050"/>
          </a:xfrm>
          <a:prstGeom prst="rect">
            <a:avLst/>
          </a:prstGeom>
        </p:spPr>
      </p:pic>
      <p:sp>
        <p:nvSpPr>
          <p:cNvPr id="10" name="Wagon letter 1" descr="خَ"/>
          <p:cNvSpPr/>
          <p:nvPr/>
        </p:nvSpPr>
        <p:spPr>
          <a:xfrm>
            <a:off x="7099300" y="4737100"/>
            <a:ext cx="1295400" cy="6604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3800" b="1" lang="ar-SA">
                <a:solidFill>
                  <a:srgbClr val="2E2640"/>
                </a:solidFill>
                <a:latin typeface="Arial"/>
                <a:cs typeface="Arial"/>
              </a:rPr>
              <a:t>خَ</a:t>
            </a:r>
          </a:p>
        </p:txBody>
      </p:sp>
      <p:sp>
        <p:nvSpPr>
          <p:cNvPr id="11" name="Wagon letter 2" descr="شِ"/>
          <p:cNvSpPr/>
          <p:nvPr/>
        </p:nvSpPr>
        <p:spPr>
          <a:xfrm>
            <a:off x="5257800" y="4737100"/>
            <a:ext cx="1295400" cy="6604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3800" b="1" lang="ar-SA">
                <a:solidFill>
                  <a:srgbClr val="2E2640"/>
                </a:solidFill>
                <a:latin typeface="Arial"/>
                <a:cs typeface="Arial"/>
              </a:rPr>
              <a:t>شِ</a:t>
            </a:r>
          </a:p>
        </p:txBody>
      </p:sp>
      <p:sp>
        <p:nvSpPr>
          <p:cNvPr id="12" name="Wagon letter 3" descr="يَ"/>
          <p:cNvSpPr/>
          <p:nvPr/>
        </p:nvSpPr>
        <p:spPr>
          <a:xfrm>
            <a:off x="3416300" y="4737100"/>
            <a:ext cx="1295400" cy="6604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3800" b="1" lang="ar-SA">
                <a:solidFill>
                  <a:srgbClr val="2E2640"/>
                </a:solidFill>
                <a:latin typeface="Arial"/>
                <a:cs typeface="Arial"/>
              </a:rPr>
              <a:t>يَ</a:t>
            </a:r>
          </a:p>
        </p:txBody>
      </p:sp>
      <p:sp>
        <p:nvSpPr>
          <p:cNvPr id="13" name="GO button" descr="GO!">
            <a:hlinkClick action="ppaction://hlinksldjump" r:id="rId5"/>
          </p:cNvPr>
          <p:cNvSpPr/>
          <p:nvPr/>
        </p:nvSpPr>
        <p:spPr>
          <a:xfrm>
            <a:off x="9271000" y="1905000"/>
            <a:ext cx="1460500" cy="889000"/>
          </a:xfrm>
          <a:prstGeom prst="roundRect">
            <a:avLst>
              <a:gd name="adj" fmla="val 30000"/>
            </a:avLst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4800" b="1" lang="en-US">
                <a:solidFill>
                  <a:srgbClr val="FFFFFF"/>
                </a:solidFill>
                <a:latin typeface="Arial"/>
                <a:cs typeface="Arial"/>
              </a:rPr>
              <a:t>GO!</a:t>
            </a:r>
          </a:p>
        </p:txBody>
      </p:sp>
      <p:sp>
        <p:nvSpPr>
          <p:cNvPr id="14" name="Next button">
            <a:hlinkClick action="ppaction://hlinksldjump" r:id="rId6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Next arrow">
            <a:hlinkClick action="ppaction://hlinksldjump" r:id="rId6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7" name="ding.wav"/>
      </p:stSnd>
    </p:sndAc>
  </p:transition>
</p:sld>
</file>

<file path=ppt/slides/slide273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286000" y="190500"/>
            <a:ext cx="7620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Build the word, then tap GO!"/>
          <p:cNvSpPr/>
          <p:nvPr/>
        </p:nvSpPr>
        <p:spPr>
          <a:xfrm>
            <a:off x="2413000" y="190500"/>
            <a:ext cx="52705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200" b="1" lang="en-US">
                <a:solidFill>
                  <a:srgbClr val="2E2640"/>
                </a:solidFill>
                <a:latin typeface="Arial"/>
                <a:cs typeface="Arial"/>
              </a:rPr>
              <a:t>Build the word, then tap GO!</a:t>
            </a:r>
          </a:p>
        </p:txBody>
      </p:sp>
      <p:sp>
        <p:nvSpPr>
          <p:cNvPr id="5" name="Find خَشِيَ" descr="خَشِيَ"/>
          <p:cNvSpPr/>
          <p:nvPr/>
        </p:nvSpPr>
        <p:spPr>
          <a:xfrm>
            <a:off x="7683500" y="228600"/>
            <a:ext cx="20955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خَشِيَ</a:t>
            </a:r>
          </a:p>
        </p:txBody>
      </p:sp>
      <p:pic>
        <p:nvPicPr>
          <p:cNvPr id="6" name="Engine" descr="Engin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000" y="3937000"/>
            <a:ext cx="2667000" cy="1911350"/>
          </a:xfrm>
          <a:prstGeom prst="rect">
            <a:avLst/>
          </a:prstGeom>
        </p:spPr>
      </p:pic>
      <p:pic>
        <p:nvPicPr>
          <p:cNvPr id="7" name="Wagon 1" descr="Wagon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75000" y="4381500"/>
            <a:ext cx="1778000" cy="1543050"/>
          </a:xfrm>
          <a:prstGeom prst="rect">
            <a:avLst/>
          </a:prstGeom>
        </p:spPr>
      </p:pic>
      <p:pic>
        <p:nvPicPr>
          <p:cNvPr id="8" name="Wagon 2" descr="Wagon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16500" y="4381500"/>
            <a:ext cx="1778000" cy="1543050"/>
          </a:xfrm>
          <a:prstGeom prst="rect">
            <a:avLst/>
          </a:prstGeom>
        </p:spPr>
      </p:pic>
      <p:pic>
        <p:nvPicPr>
          <p:cNvPr id="9" name="Wagon 3" descr="Wagon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0" y="4381500"/>
            <a:ext cx="1778000" cy="1543050"/>
          </a:xfrm>
          <a:prstGeom prst="rect">
            <a:avLst/>
          </a:prstGeom>
        </p:spPr>
      </p:pic>
      <p:sp>
        <p:nvSpPr>
          <p:cNvPr id="10" name="Card خَ" descr="خَ">
            <a:hlinkClick action="ppaction://hlinksldjump" r:id="rId5"/>
          </p:cNvPr>
          <p:cNvSpPr/>
          <p:nvPr/>
        </p:nvSpPr>
        <p:spPr>
          <a:xfrm>
            <a:off x="3302000" y="1778000"/>
            <a:ext cx="1206500" cy="12065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FFB347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6200" b="1" lang="ar-SA">
                <a:solidFill>
                  <a:srgbClr val="2E2640"/>
                </a:solidFill>
                <a:latin typeface="Arial"/>
                <a:cs typeface="Arial"/>
              </a:rPr>
              <a:t>خَ</a:t>
            </a:r>
          </a:p>
        </p:txBody>
      </p:sp>
      <p:sp>
        <p:nvSpPr>
          <p:cNvPr id="11" name="Card شِ" descr="شِ">
            <a:hlinkClick action="ppaction://hlinksldjump" r:id="rId6"/>
          </p:cNvPr>
          <p:cNvSpPr/>
          <p:nvPr/>
        </p:nvSpPr>
        <p:spPr>
          <a:xfrm>
            <a:off x="4953000" y="1778000"/>
            <a:ext cx="1206500" cy="12065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FFB347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6200" b="1" lang="ar-SA">
                <a:solidFill>
                  <a:srgbClr val="2E2640"/>
                </a:solidFill>
                <a:latin typeface="Arial"/>
                <a:cs typeface="Arial"/>
              </a:rPr>
              <a:t>شِ</a:t>
            </a:r>
          </a:p>
        </p:txBody>
      </p:sp>
      <p:sp>
        <p:nvSpPr>
          <p:cNvPr id="12" name="Card يَ" descr="يَ">
            <a:hlinkClick action="ppaction://hlinksldjump" r:id="rId6"/>
          </p:cNvPr>
          <p:cNvSpPr/>
          <p:nvPr/>
        </p:nvSpPr>
        <p:spPr>
          <a:xfrm>
            <a:off x="6604000" y="1778000"/>
            <a:ext cx="1206500" cy="12065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FFB347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6200" b="1" lang="ar-SA">
                <a:solidFill>
                  <a:srgbClr val="2E2640"/>
                </a:solidFill>
                <a:latin typeface="Arial"/>
                <a:cs typeface="Arial"/>
              </a:rPr>
              <a:t>يَ</a:t>
            </a:r>
          </a:p>
        </p:txBody>
      </p:sp>
      <p:sp>
        <p:nvSpPr>
          <p:cNvPr id="13" name="Try again!" descr="Try again!"/>
          <p:cNvSpPr/>
          <p:nvPr/>
        </p:nvSpPr>
        <p:spPr>
          <a:xfrm>
            <a:off x="8255000" y="2667000"/>
            <a:ext cx="3048000" cy="1460500"/>
          </a:xfrm>
          <a:prstGeom prst="cloudCallout">
            <a:avLst/>
          </a:prstGeom>
          <a:solidFill>
            <a:srgbClr val="FFFFFF"/>
          </a:solidFill>
          <a:ln w="50800">
            <a:solidFill>
              <a:srgbClr val="E5536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2500" b="1" lang="en-US">
                <a:solidFill>
                  <a:srgbClr val="E5536F"/>
                </a:solidFill>
                <a:latin typeface="Arial"/>
                <a:cs typeface="Arial"/>
              </a:rPr>
              <a:t>Try again!</a:t>
            </a:r>
          </a:p>
        </p:txBody>
      </p:sp>
      <p:sp>
        <p:nvSpPr>
          <p:cNvPr id="14" name="Next button">
            <a:hlinkClick action="ppaction://hlinksldjump" r:id="rId7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Next arrow">
            <a:hlinkClick action="ppaction://hlinksldjump" r:id="rId7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8" name="boing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53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4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286000" y="190500"/>
            <a:ext cx="7620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Build the word, then tap GO!"/>
          <p:cNvSpPr/>
          <p:nvPr/>
        </p:nvSpPr>
        <p:spPr>
          <a:xfrm>
            <a:off x="2413000" y="190500"/>
            <a:ext cx="52705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200" b="1" lang="en-US">
                <a:solidFill>
                  <a:srgbClr val="2E2640"/>
                </a:solidFill>
                <a:latin typeface="Arial"/>
                <a:cs typeface="Arial"/>
              </a:rPr>
              <a:t>Build the word, then tap GO!</a:t>
            </a:r>
          </a:p>
        </p:txBody>
      </p:sp>
      <p:sp>
        <p:nvSpPr>
          <p:cNvPr id="5" name="Find خَشِيَ" descr="خَشِيَ"/>
          <p:cNvSpPr/>
          <p:nvPr/>
        </p:nvSpPr>
        <p:spPr>
          <a:xfrm>
            <a:off x="7683500" y="228600"/>
            <a:ext cx="20955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خَشِيَ</a:t>
            </a:r>
          </a:p>
        </p:txBody>
      </p:sp>
      <p:pic>
        <p:nvPicPr>
          <p:cNvPr id="6" name="Engine" descr="Engin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000" y="3937000"/>
            <a:ext cx="2667000" cy="1911350"/>
          </a:xfrm>
          <a:prstGeom prst="rect">
            <a:avLst/>
          </a:prstGeom>
        </p:spPr>
      </p:pic>
      <p:pic>
        <p:nvPicPr>
          <p:cNvPr id="7" name="Wagon 1" descr="Wagon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75000" y="4381500"/>
            <a:ext cx="1778000" cy="1543050"/>
          </a:xfrm>
          <a:prstGeom prst="rect">
            <a:avLst/>
          </a:prstGeom>
        </p:spPr>
      </p:pic>
      <p:pic>
        <p:nvPicPr>
          <p:cNvPr id="8" name="Wagon 2" descr="Wagon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16500" y="4381500"/>
            <a:ext cx="1778000" cy="1543050"/>
          </a:xfrm>
          <a:prstGeom prst="rect">
            <a:avLst/>
          </a:prstGeom>
        </p:spPr>
      </p:pic>
      <p:pic>
        <p:nvPicPr>
          <p:cNvPr id="9" name="Wagon 3" descr="Wagon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0" y="4381500"/>
            <a:ext cx="1778000" cy="1543050"/>
          </a:xfrm>
          <a:prstGeom prst="rect">
            <a:avLst/>
          </a:prstGeom>
        </p:spPr>
      </p:pic>
      <p:sp>
        <p:nvSpPr>
          <p:cNvPr id="10" name="Wagon letter 1" descr="خَ"/>
          <p:cNvSpPr/>
          <p:nvPr/>
        </p:nvSpPr>
        <p:spPr>
          <a:xfrm>
            <a:off x="7099300" y="4737100"/>
            <a:ext cx="1295400" cy="6604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3800" b="1" lang="ar-SA">
                <a:solidFill>
                  <a:srgbClr val="2E2640"/>
                </a:solidFill>
                <a:latin typeface="Arial"/>
                <a:cs typeface="Arial"/>
              </a:rPr>
              <a:t>خَ</a:t>
            </a:r>
          </a:p>
        </p:txBody>
      </p:sp>
      <p:sp>
        <p:nvSpPr>
          <p:cNvPr id="11" name="Card شِ" descr="شِ">
            <a:hlinkClick action="ppaction://hlinksldjump" r:id="rId5"/>
          </p:cNvPr>
          <p:cNvSpPr/>
          <p:nvPr/>
        </p:nvSpPr>
        <p:spPr>
          <a:xfrm>
            <a:off x="4953000" y="1778000"/>
            <a:ext cx="1206500" cy="12065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FFB347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6200" b="1" lang="ar-SA">
                <a:solidFill>
                  <a:srgbClr val="2E2640"/>
                </a:solidFill>
                <a:latin typeface="Arial"/>
                <a:cs typeface="Arial"/>
              </a:rPr>
              <a:t>شِ</a:t>
            </a:r>
          </a:p>
        </p:txBody>
      </p:sp>
      <p:sp>
        <p:nvSpPr>
          <p:cNvPr id="12" name="Card يَ" descr="يَ">
            <a:hlinkClick action="ppaction://hlinksldjump" r:id="rId6"/>
          </p:cNvPr>
          <p:cNvSpPr/>
          <p:nvPr/>
        </p:nvSpPr>
        <p:spPr>
          <a:xfrm>
            <a:off x="6604000" y="1778000"/>
            <a:ext cx="1206500" cy="12065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FFB347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6200" b="1" lang="ar-SA">
                <a:solidFill>
                  <a:srgbClr val="2E2640"/>
                </a:solidFill>
                <a:latin typeface="Arial"/>
                <a:cs typeface="Arial"/>
              </a:rPr>
              <a:t>يَ</a:t>
            </a:r>
          </a:p>
        </p:txBody>
      </p:sp>
      <p:sp>
        <p:nvSpPr>
          <p:cNvPr id="13" name="Try again!" descr="Try again!"/>
          <p:cNvSpPr/>
          <p:nvPr/>
        </p:nvSpPr>
        <p:spPr>
          <a:xfrm>
            <a:off x="8255000" y="2667000"/>
            <a:ext cx="3048000" cy="1460500"/>
          </a:xfrm>
          <a:prstGeom prst="cloudCallout">
            <a:avLst/>
          </a:prstGeom>
          <a:solidFill>
            <a:srgbClr val="FFFFFF"/>
          </a:solidFill>
          <a:ln w="50800">
            <a:solidFill>
              <a:srgbClr val="E5536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2500" b="1" lang="en-US">
                <a:solidFill>
                  <a:srgbClr val="E5536F"/>
                </a:solidFill>
                <a:latin typeface="Arial"/>
                <a:cs typeface="Arial"/>
              </a:rPr>
              <a:t>Try again!</a:t>
            </a:r>
          </a:p>
        </p:txBody>
      </p:sp>
      <p:sp>
        <p:nvSpPr>
          <p:cNvPr id="14" name="Next button">
            <a:hlinkClick action="ppaction://hlinksldjump" r:id="rId7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Next arrow">
            <a:hlinkClick action="ppaction://hlinksldjump" r:id="rId7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8" name="boing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53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5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286000" y="190500"/>
            <a:ext cx="7620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Build the word, then tap GO!"/>
          <p:cNvSpPr/>
          <p:nvPr/>
        </p:nvSpPr>
        <p:spPr>
          <a:xfrm>
            <a:off x="2413000" y="190500"/>
            <a:ext cx="52705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200" b="1" lang="en-US">
                <a:solidFill>
                  <a:srgbClr val="2E2640"/>
                </a:solidFill>
                <a:latin typeface="Arial"/>
                <a:cs typeface="Arial"/>
              </a:rPr>
              <a:t>Build the word, then tap GO!</a:t>
            </a:r>
          </a:p>
        </p:txBody>
      </p:sp>
      <p:sp>
        <p:nvSpPr>
          <p:cNvPr id="5" name="Find خَشِيَ" descr="خَشِيَ"/>
          <p:cNvSpPr/>
          <p:nvPr/>
        </p:nvSpPr>
        <p:spPr>
          <a:xfrm>
            <a:off x="7683500" y="228600"/>
            <a:ext cx="20955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خَشِيَ</a:t>
            </a:r>
          </a:p>
        </p:txBody>
      </p:sp>
      <p:pic>
        <p:nvPicPr>
          <p:cNvPr id="6" name="Engine" descr="Engin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000" y="3937000"/>
            <a:ext cx="2667000" cy="1911350"/>
          </a:xfrm>
          <a:prstGeom prst="rect">
            <a:avLst/>
          </a:prstGeom>
        </p:spPr>
      </p:pic>
      <p:pic>
        <p:nvPicPr>
          <p:cNvPr id="7" name="Wagon 1" descr="Wagon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75000" y="4381500"/>
            <a:ext cx="1778000" cy="1543050"/>
          </a:xfrm>
          <a:prstGeom prst="rect">
            <a:avLst/>
          </a:prstGeom>
        </p:spPr>
      </p:pic>
      <p:pic>
        <p:nvPicPr>
          <p:cNvPr id="8" name="Wagon 2" descr="Wagon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16500" y="4381500"/>
            <a:ext cx="1778000" cy="1543050"/>
          </a:xfrm>
          <a:prstGeom prst="rect">
            <a:avLst/>
          </a:prstGeom>
        </p:spPr>
      </p:pic>
      <p:pic>
        <p:nvPicPr>
          <p:cNvPr id="9" name="Wagon 3" descr="Wagon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0" y="4381500"/>
            <a:ext cx="1778000" cy="1543050"/>
          </a:xfrm>
          <a:prstGeom prst="rect">
            <a:avLst/>
          </a:prstGeom>
        </p:spPr>
      </p:pic>
      <p:sp>
        <p:nvSpPr>
          <p:cNvPr id="10" name="Wagon letter 1" descr="خَ"/>
          <p:cNvSpPr/>
          <p:nvPr/>
        </p:nvSpPr>
        <p:spPr>
          <a:xfrm>
            <a:off x="7099300" y="4737100"/>
            <a:ext cx="1295400" cy="6604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3800" b="1" lang="ar-SA">
                <a:solidFill>
                  <a:srgbClr val="2E2640"/>
                </a:solidFill>
                <a:latin typeface="Arial"/>
                <a:cs typeface="Arial"/>
              </a:rPr>
              <a:t>خَ</a:t>
            </a:r>
          </a:p>
        </p:txBody>
      </p:sp>
      <p:sp>
        <p:nvSpPr>
          <p:cNvPr id="11" name="Wagon letter 2" descr="شِ"/>
          <p:cNvSpPr/>
          <p:nvPr/>
        </p:nvSpPr>
        <p:spPr>
          <a:xfrm>
            <a:off x="5257800" y="4737100"/>
            <a:ext cx="1295400" cy="6604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3800" b="1" lang="ar-SA">
                <a:solidFill>
                  <a:srgbClr val="2E2640"/>
                </a:solidFill>
                <a:latin typeface="Arial"/>
                <a:cs typeface="Arial"/>
              </a:rPr>
              <a:t>شِ</a:t>
            </a:r>
          </a:p>
        </p:txBody>
      </p:sp>
      <p:sp>
        <p:nvSpPr>
          <p:cNvPr id="12" name="Wagon letter 3" descr="يَ"/>
          <p:cNvSpPr/>
          <p:nvPr/>
        </p:nvSpPr>
        <p:spPr>
          <a:xfrm>
            <a:off x="3416300" y="4737100"/>
            <a:ext cx="1295400" cy="6604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3800" b="1" lang="ar-SA">
                <a:solidFill>
                  <a:srgbClr val="2E2640"/>
                </a:solidFill>
                <a:latin typeface="Arial"/>
                <a:cs typeface="Arial"/>
              </a:rPr>
              <a:t>يَ</a:t>
            </a:r>
          </a:p>
        </p:txBody>
      </p:sp>
      <p:sp>
        <p:nvSpPr>
          <p:cNvPr id="13" name="Word" descr="خَشِيَ"/>
          <p:cNvSpPr/>
          <p:nvPr/>
        </p:nvSpPr>
        <p:spPr>
          <a:xfrm>
            <a:off x="2921000" y="1905000"/>
            <a:ext cx="6350000" cy="2095500"/>
          </a:xfrm>
          <a:prstGeom prst="roundRect">
            <a:avLst>
              <a:gd name="adj" fmla="val 20000"/>
            </a:avLst>
          </a:prstGeom>
          <a:solidFill>
            <a:srgbClr val="FFFFFF">
              <a:alpha val="94000"/>
            </a:srgbClr>
          </a:solidFill>
          <a:ln w="76200">
            <a:solidFill>
              <a:srgbClr val="FFB347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11000" b="1" lang="ar-SA">
                <a:solidFill>
                  <a:srgbClr val="2E2640"/>
                </a:solidFill>
                <a:latin typeface="Arial"/>
                <a:cs typeface="Arial"/>
              </a:rPr>
              <a:t>خَشِيَ</a:t>
            </a:r>
          </a:p>
        </p:txBody>
      </p:sp>
      <p:sp>
        <p:nvSpPr>
          <p:cNvPr id="14" name="Next button">
            <a:hlinkClick action="ppaction://hlinksldjump" r:id="rId5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Next arrow">
            <a:hlinkClick action="ppaction://hlinksldjump" r:id="rId5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6" name="sound anchor" descr="sound anchor (invisible)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700" y="12700"/>
            <a:ext cx="25400" cy="25400"/>
          </a:xfrm>
          <a:prstGeom prst="rect">
            <a:avLst/>
          </a:prstGeom>
        </p:spPr>
      </p:pic>
    </p:spTree>
  </p:cSld>
  <p:clrMapOvr>
    <a:masterClrMapping/>
  </p:clrMapOvr>
  <p:transition advClick="0">
    <p:sndAc>
      <p:stSnd>
        <p:snd r:embed="rId6" name="whist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6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-1.2500 0.0000 E" pathEditMode="relative" ptsTypes="AA">
                                      <p:cBhvr>
                                        <p:cTn id="4" dur="26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-1.2500 0.0000 E" pathEditMode="relative" ptsTypes="AA">
                                      <p:cBhvr>
                                        <p:cTn id="6" dur="26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-1.2500 0.0000 E" pathEditMode="relative" ptsTypes="AA">
                                      <p:cBhvr>
                                        <p:cTn id="8" dur="26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-1.2500 0.0000 E" pathEditMode="relative" ptsTypes="AA">
                                      <p:cBhvr>
                                        <p:cTn id="10" dur="26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-1.2500 0.0000 E" pathEditMode="relative" ptsTypes="AA">
                                      <p:cBhvr>
                                        <p:cTn id="12" dur="26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-1.2500 0.0000 E" pathEditMode="relative" ptsTypes="AA">
                                      <p:cBhvr>
                                        <p:cTn id="14" dur="26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7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-1.2500 0.0000 E" pathEditMode="relative" ptsTypes="AA">
                                      <p:cBhvr>
                                        <p:cTn id="16" dur="26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2" presetID="53" presetClass="entr" presetSubtype="0" fill="hold" nodeType="withEffect">
                                  <p:stCondLst>
                                    <p:cond delay="29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29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100000">
                                        <p:cTn id="2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8" name="cheer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Catch every fish with"/>
          <p:cNvSpPr/>
          <p:nvPr/>
        </p:nvSpPr>
        <p:spPr>
          <a:xfrm>
            <a:off x="2730500" y="190500"/>
            <a:ext cx="546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000" b="1" lang="en-US">
                <a:solidFill>
                  <a:srgbClr val="2E2640"/>
                </a:solidFill>
                <a:latin typeface="Arial"/>
                <a:cs typeface="Arial"/>
              </a:rPr>
              <a:t>Catch every fish with</a:t>
            </a:r>
          </a:p>
        </p:txBody>
      </p:sp>
      <p:sp>
        <p:nvSpPr>
          <p:cNvPr id="5" name="Find صِ" descr="صِ"/>
          <p:cNvSpPr/>
          <p:nvPr/>
        </p:nvSpPr>
        <p:spPr>
          <a:xfrm>
            <a:off x="81915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صِ</a:t>
            </a:r>
          </a:p>
        </p:txBody>
      </p:sp>
      <p:sp>
        <p:nvSpPr>
          <p:cNvPr id="6" name="Star place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Fish 1" descr="Fish 1">
            <a:hlinkClick action="ppaction://hlinksldjump" r:id="rId6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0" y="1651000"/>
            <a:ext cx="2286000" cy="1416050"/>
          </a:xfrm>
          <a:prstGeom prst="rect">
            <a:avLst/>
          </a:prstGeom>
        </p:spPr>
      </p:pic>
      <p:sp>
        <p:nvSpPr>
          <p:cNvPr id="9" name="Fish letter 1 هِ" descr="هِ">
            <a:hlinkClick action="ppaction://hlinksldjump" r:id="rId6"/>
          </p:cNvPr>
          <p:cNvSpPr/>
          <p:nvPr/>
        </p:nvSpPr>
        <p:spPr>
          <a:xfrm>
            <a:off x="1682750" y="1885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هِ</a:t>
            </a:r>
          </a:p>
        </p:txBody>
      </p:sp>
      <p:pic>
        <p:nvPicPr>
          <p:cNvPr id="10" name="Fish 2" descr="Fish 2">
            <a:hlinkClick action="ppaction://hlinksldjump" r:id="rId6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67500" y="1905000"/>
            <a:ext cx="2286000" cy="1416050"/>
          </a:xfrm>
          <a:prstGeom prst="rect">
            <a:avLst/>
          </a:prstGeom>
        </p:spPr>
      </p:pic>
      <p:sp>
        <p:nvSpPr>
          <p:cNvPr id="11" name="Fish letter 2 يِ" descr="يِ">
            <a:hlinkClick action="ppaction://hlinksldjump" r:id="rId6"/>
          </p:cNvPr>
          <p:cNvSpPr/>
          <p:nvPr/>
        </p:nvSpPr>
        <p:spPr>
          <a:xfrm>
            <a:off x="7207250" y="2139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يِ</a:t>
            </a:r>
          </a:p>
        </p:txBody>
      </p:sp>
      <p:pic>
        <p:nvPicPr>
          <p:cNvPr id="12" name="Fish 3" descr="Fish 3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56000" y="3302000"/>
            <a:ext cx="2286000" cy="1416050"/>
          </a:xfrm>
          <a:prstGeom prst="rect">
            <a:avLst/>
          </a:prstGeom>
        </p:spPr>
      </p:pic>
      <p:sp>
        <p:nvSpPr>
          <p:cNvPr id="13" name="Fish letter 3 صِ" descr="صِ">
            <a:hlinkClick action="ppaction://hlinksldjump" r:id="rId7"/>
          </p:cNvPr>
          <p:cNvSpPr/>
          <p:nvPr/>
        </p:nvSpPr>
        <p:spPr>
          <a:xfrm>
            <a:off x="4095750" y="3536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صِ</a:t>
            </a:r>
          </a:p>
        </p:txBody>
      </p:sp>
      <p:pic>
        <p:nvPicPr>
          <p:cNvPr id="14" name="Fish 4" descr="Fish 4">
            <a:hlinkClick action="ppaction://hlinksldjump" r:id="rId6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72500" y="3810000"/>
            <a:ext cx="2286000" cy="1416050"/>
          </a:xfrm>
          <a:prstGeom prst="rect">
            <a:avLst/>
          </a:prstGeom>
        </p:spPr>
      </p:pic>
      <p:sp>
        <p:nvSpPr>
          <p:cNvPr id="15" name="Fish letter 4 زِ" descr="زِ">
            <a:hlinkClick action="ppaction://hlinksldjump" r:id="rId6"/>
          </p:cNvPr>
          <p:cNvSpPr/>
          <p:nvPr/>
        </p:nvSpPr>
        <p:spPr>
          <a:xfrm>
            <a:off x="9112250" y="4044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زِ</a:t>
            </a:r>
          </a:p>
        </p:txBody>
      </p:sp>
      <p:pic>
        <p:nvPicPr>
          <p:cNvPr id="16" name="Fish 5" descr="Fish 5">
            <a:hlinkClick action="ppaction://hlinksldjump" r:id="rId8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87500" y="4826000"/>
            <a:ext cx="2286000" cy="1416050"/>
          </a:xfrm>
          <a:prstGeom prst="rect">
            <a:avLst/>
          </a:prstGeom>
        </p:spPr>
      </p:pic>
      <p:sp>
        <p:nvSpPr>
          <p:cNvPr id="17" name="Fish letter 5 صِ" descr="صِ">
            <a:hlinkClick action="ppaction://hlinksldjump" r:id="rId8"/>
          </p:cNvPr>
          <p:cNvSpPr/>
          <p:nvPr/>
        </p:nvSpPr>
        <p:spPr>
          <a:xfrm>
            <a:off x="2127250" y="5060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صِ</a:t>
            </a:r>
          </a:p>
        </p:txBody>
      </p:sp>
      <p:sp>
        <p:nvSpPr>
          <p:cNvPr id="18" name="Next button">
            <a:hlinkClick action="ppaction://hlinksldjump" r:id="rId9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Next arrow">
            <a:hlinkClick action="ppaction://hlinksldjump" r:id="rId9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4" dur="2600" fill="hold" repeatCount="indefinite" autoRev="1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6" dur="260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8" dur="2900" fill="hold" repeatCount="indefinite" autoRev="1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10" dur="2900" fill="hold" repeatCount="indefinite" autoRev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12" dur="320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14" dur="3200" fill="hold" repeatCount="indefinite" autoRev="1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7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16" dur="3500" fill="hold" repeatCount="indefinite" autoRev="1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9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18" dur="3500" fill="hold" repeatCount="indefinite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1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20" dur="3800" fill="hold" repeatCount="indefinite" autoRev="1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3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22" dur="3800" fill="hold" repeatCount="indefinite" autoRev="1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7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Catch every fish with"/>
          <p:cNvSpPr/>
          <p:nvPr/>
        </p:nvSpPr>
        <p:spPr>
          <a:xfrm>
            <a:off x="2730500" y="190500"/>
            <a:ext cx="546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000" b="1" lang="en-US">
                <a:solidFill>
                  <a:srgbClr val="2E2640"/>
                </a:solidFill>
                <a:latin typeface="Arial"/>
                <a:cs typeface="Arial"/>
              </a:rPr>
              <a:t>Catch every fish with</a:t>
            </a:r>
          </a:p>
        </p:txBody>
      </p:sp>
      <p:sp>
        <p:nvSpPr>
          <p:cNvPr id="5" name="Find صِ" descr="صِ"/>
          <p:cNvSpPr/>
          <p:nvPr/>
        </p:nvSpPr>
        <p:spPr>
          <a:xfrm>
            <a:off x="81915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صِ</a:t>
            </a:r>
          </a:p>
        </p:txBody>
      </p:sp>
      <p:sp>
        <p:nvSpPr>
          <p:cNvPr id="6" name="Star place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Fish 1" descr="Fish 1">
            <a:hlinkClick action="ppaction://hlinksldjump" r:id="rId6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0" y="1651000"/>
            <a:ext cx="2286000" cy="1416050"/>
          </a:xfrm>
          <a:prstGeom prst="rect">
            <a:avLst/>
          </a:prstGeom>
        </p:spPr>
      </p:pic>
      <p:sp>
        <p:nvSpPr>
          <p:cNvPr id="9" name="Fish letter 1 هِ" descr="هِ">
            <a:hlinkClick action="ppaction://hlinksldjump" r:id="rId6"/>
          </p:cNvPr>
          <p:cNvSpPr/>
          <p:nvPr/>
        </p:nvSpPr>
        <p:spPr>
          <a:xfrm>
            <a:off x="1682750" y="1885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هِ</a:t>
            </a:r>
          </a:p>
        </p:txBody>
      </p:sp>
      <p:pic>
        <p:nvPicPr>
          <p:cNvPr id="10" name="Fish 2" descr="Fish 2">
            <a:hlinkClick action="ppaction://hlinksldjump" r:id="rId6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67500" y="1905000"/>
            <a:ext cx="2286000" cy="1416050"/>
          </a:xfrm>
          <a:prstGeom prst="rect">
            <a:avLst/>
          </a:prstGeom>
        </p:spPr>
      </p:pic>
      <p:sp>
        <p:nvSpPr>
          <p:cNvPr id="11" name="Fish letter 2 يِ" descr="يِ">
            <a:hlinkClick action="ppaction://hlinksldjump" r:id="rId6"/>
          </p:cNvPr>
          <p:cNvSpPr/>
          <p:nvPr/>
        </p:nvSpPr>
        <p:spPr>
          <a:xfrm>
            <a:off x="7207250" y="2139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يِ</a:t>
            </a:r>
          </a:p>
        </p:txBody>
      </p:sp>
      <p:pic>
        <p:nvPicPr>
          <p:cNvPr id="12" name="Fish 3" descr="Fish 3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56000" y="3302000"/>
            <a:ext cx="2286000" cy="1416050"/>
          </a:xfrm>
          <a:prstGeom prst="rect">
            <a:avLst/>
          </a:prstGeom>
        </p:spPr>
      </p:pic>
      <p:sp>
        <p:nvSpPr>
          <p:cNvPr id="13" name="Fish letter 3 صِ" descr="صِ">
            <a:hlinkClick action="ppaction://hlinksldjump" r:id="rId7"/>
          </p:cNvPr>
          <p:cNvSpPr/>
          <p:nvPr/>
        </p:nvSpPr>
        <p:spPr>
          <a:xfrm>
            <a:off x="4095750" y="3536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صِ</a:t>
            </a:r>
          </a:p>
        </p:txBody>
      </p:sp>
      <p:pic>
        <p:nvPicPr>
          <p:cNvPr id="14" name="Fish 4" descr="Fish 4">
            <a:hlinkClick action="ppaction://hlinksldjump" r:id="rId6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72500" y="3810000"/>
            <a:ext cx="2286000" cy="1416050"/>
          </a:xfrm>
          <a:prstGeom prst="rect">
            <a:avLst/>
          </a:prstGeom>
        </p:spPr>
      </p:pic>
      <p:sp>
        <p:nvSpPr>
          <p:cNvPr id="15" name="Fish letter 4 زِ" descr="زِ">
            <a:hlinkClick action="ppaction://hlinksldjump" r:id="rId6"/>
          </p:cNvPr>
          <p:cNvSpPr/>
          <p:nvPr/>
        </p:nvSpPr>
        <p:spPr>
          <a:xfrm>
            <a:off x="9112250" y="4044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زِ</a:t>
            </a:r>
          </a:p>
        </p:txBody>
      </p:sp>
      <p:pic>
        <p:nvPicPr>
          <p:cNvPr id="16" name="Fish 5" descr="Fish 5">
            <a:hlinkClick action="ppaction://hlinksldjump" r:id="rId8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87500" y="4826000"/>
            <a:ext cx="2286000" cy="1416050"/>
          </a:xfrm>
          <a:prstGeom prst="rect">
            <a:avLst/>
          </a:prstGeom>
        </p:spPr>
      </p:pic>
      <p:sp>
        <p:nvSpPr>
          <p:cNvPr id="17" name="Fish letter 5 صِ" descr="صِ">
            <a:hlinkClick action="ppaction://hlinksldjump" r:id="rId8"/>
          </p:cNvPr>
          <p:cNvSpPr/>
          <p:nvPr/>
        </p:nvSpPr>
        <p:spPr>
          <a:xfrm>
            <a:off x="2127250" y="5060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صِ</a:t>
            </a:r>
          </a:p>
        </p:txBody>
      </p:sp>
      <p:sp>
        <p:nvSpPr>
          <p:cNvPr id="18" name="Try again!" descr="Try again!"/>
          <p:cNvSpPr/>
          <p:nvPr/>
        </p:nvSpPr>
        <p:spPr>
          <a:xfrm>
            <a:off x="7937500" y="5270500"/>
            <a:ext cx="3048000" cy="1460500"/>
          </a:xfrm>
          <a:prstGeom prst="cloudCallout">
            <a:avLst/>
          </a:prstGeom>
          <a:solidFill>
            <a:srgbClr val="FFFFFF"/>
          </a:solidFill>
          <a:ln w="50800">
            <a:solidFill>
              <a:srgbClr val="E5536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2500" b="1" lang="en-US">
                <a:solidFill>
                  <a:srgbClr val="E5536F"/>
                </a:solidFill>
                <a:latin typeface="Arial"/>
                <a:cs typeface="Arial"/>
              </a:rPr>
              <a:t>Try again!</a:t>
            </a:r>
          </a:p>
        </p:txBody>
      </p:sp>
      <p:sp>
        <p:nvSpPr>
          <p:cNvPr id="19" name="Next button">
            <a:hlinkClick action="ppaction://hlinksldjump" r:id="rId9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Next arrow">
            <a:hlinkClick action="ppaction://hlinksldjump" r:id="rId9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10" name="boing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4" dur="2600" fill="hold" repeatCount="indefinite" autoRev="1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6" dur="260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8" dur="2900" fill="hold" repeatCount="indefinite" autoRev="1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10" dur="2900" fill="hold" repeatCount="indefinite" autoRev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12" dur="320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14" dur="3200" fill="hold" repeatCount="indefinite" autoRev="1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7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16" dur="3500" fill="hold" repeatCount="indefinite" autoRev="1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9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18" dur="3500" fill="hold" repeatCount="indefinite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1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20" dur="3800" fill="hold" repeatCount="indefinite" autoRev="1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3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22" dur="3800" fill="hold" repeatCount="indefinite" autoRev="1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8" presetID="53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8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Catch every fish with"/>
          <p:cNvSpPr/>
          <p:nvPr/>
        </p:nvSpPr>
        <p:spPr>
          <a:xfrm>
            <a:off x="2730500" y="190500"/>
            <a:ext cx="546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000" b="1" lang="en-US">
                <a:solidFill>
                  <a:srgbClr val="2E2640"/>
                </a:solidFill>
                <a:latin typeface="Arial"/>
                <a:cs typeface="Arial"/>
              </a:rPr>
              <a:t>Catch every fish with</a:t>
            </a:r>
          </a:p>
        </p:txBody>
      </p:sp>
      <p:sp>
        <p:nvSpPr>
          <p:cNvPr id="5" name="Find صِ" descr="صِ"/>
          <p:cNvSpPr/>
          <p:nvPr/>
        </p:nvSpPr>
        <p:spPr>
          <a:xfrm>
            <a:off x="81915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صِ</a:t>
            </a:r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Fish 1" descr="Fish 1">
            <a:hlinkClick action="ppaction://hlinksldjump" r:id="rId5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0" y="1651000"/>
            <a:ext cx="2286000" cy="1416050"/>
          </a:xfrm>
          <a:prstGeom prst="rect">
            <a:avLst/>
          </a:prstGeom>
        </p:spPr>
      </p:pic>
      <p:sp>
        <p:nvSpPr>
          <p:cNvPr id="9" name="Fish letter 1 هِ" descr="هِ">
            <a:hlinkClick action="ppaction://hlinksldjump" r:id="rId5"/>
          </p:cNvPr>
          <p:cNvSpPr/>
          <p:nvPr/>
        </p:nvSpPr>
        <p:spPr>
          <a:xfrm>
            <a:off x="1682750" y="1885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هِ</a:t>
            </a:r>
          </a:p>
        </p:txBody>
      </p:sp>
      <p:pic>
        <p:nvPicPr>
          <p:cNvPr id="10" name="Fish 2" descr="Fish 2">
            <a:hlinkClick action="ppaction://hlinksldjump"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67500" y="1905000"/>
            <a:ext cx="2286000" cy="1416050"/>
          </a:xfrm>
          <a:prstGeom prst="rect">
            <a:avLst/>
          </a:prstGeom>
        </p:spPr>
      </p:pic>
      <p:sp>
        <p:nvSpPr>
          <p:cNvPr id="11" name="Fish letter 2 يِ" descr="يِ">
            <a:hlinkClick action="ppaction://hlinksldjump" r:id="rId5"/>
          </p:cNvPr>
          <p:cNvSpPr/>
          <p:nvPr/>
        </p:nvSpPr>
        <p:spPr>
          <a:xfrm>
            <a:off x="7207250" y="2139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يِ</a:t>
            </a:r>
          </a:p>
        </p:txBody>
      </p:sp>
      <p:pic>
        <p:nvPicPr>
          <p:cNvPr id="12" name="Fish 4" descr="Fish 4">
            <a:hlinkClick action="ppaction://hlinksldjump"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72500" y="3810000"/>
            <a:ext cx="2286000" cy="1416050"/>
          </a:xfrm>
          <a:prstGeom prst="rect">
            <a:avLst/>
          </a:prstGeom>
        </p:spPr>
      </p:pic>
      <p:sp>
        <p:nvSpPr>
          <p:cNvPr id="13" name="Fish letter 4 زِ" descr="زِ">
            <a:hlinkClick action="ppaction://hlinksldjump" r:id="rId5"/>
          </p:cNvPr>
          <p:cNvSpPr/>
          <p:nvPr/>
        </p:nvSpPr>
        <p:spPr>
          <a:xfrm>
            <a:off x="9112250" y="4044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زِ</a:t>
            </a:r>
          </a:p>
        </p:txBody>
      </p:sp>
      <p:pic>
        <p:nvPicPr>
          <p:cNvPr id="14" name="Fish 5" descr="Fish 5">
            <a:hlinkClick action="ppaction://hlinksldjump" r:id="rId6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87500" y="4826000"/>
            <a:ext cx="2286000" cy="1416050"/>
          </a:xfrm>
          <a:prstGeom prst="rect">
            <a:avLst/>
          </a:prstGeom>
        </p:spPr>
      </p:pic>
      <p:sp>
        <p:nvSpPr>
          <p:cNvPr id="15" name="Fish letter 5 صِ" descr="صِ">
            <a:hlinkClick action="ppaction://hlinksldjump" r:id="rId6"/>
          </p:cNvPr>
          <p:cNvSpPr/>
          <p:nvPr/>
        </p:nvSpPr>
        <p:spPr>
          <a:xfrm>
            <a:off x="2127250" y="5060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صِ</a:t>
            </a:r>
          </a:p>
        </p:txBody>
      </p:sp>
      <p:sp>
        <p:nvSpPr>
          <p:cNvPr id="16" name="Next button">
            <a:hlinkClick action="ppaction://hlinksldjump" r:id="rId7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Next arrow">
            <a:hlinkClick action="ppaction://hlinksldjump" r:id="rId7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8" name="spla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9" dur="2600" fill="hold" repeatCount="indefinite" autoRev="1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2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11" dur="260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4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13" dur="2900" fill="hold" repeatCount="indefinite" autoRev="1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6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15" dur="2900" fill="hold" repeatCount="indefinite" autoRev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8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17" dur="350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0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19" dur="3500" fill="hold" repeatCount="indefinite" autoRev="1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2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21" dur="3800" fill="hold" repeatCount="indefinite" autoRev="1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4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23" dur="3800" fill="hold" repeatCount="indefinite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9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Catch every fish with"/>
          <p:cNvSpPr/>
          <p:nvPr/>
        </p:nvSpPr>
        <p:spPr>
          <a:xfrm>
            <a:off x="2730500" y="190500"/>
            <a:ext cx="546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000" b="1" lang="en-US">
                <a:solidFill>
                  <a:srgbClr val="2E2640"/>
                </a:solidFill>
                <a:latin typeface="Arial"/>
                <a:cs typeface="Arial"/>
              </a:rPr>
              <a:t>Catch every fish with</a:t>
            </a:r>
          </a:p>
        </p:txBody>
      </p:sp>
      <p:sp>
        <p:nvSpPr>
          <p:cNvPr id="5" name="Find صِ" descr="صِ"/>
          <p:cNvSpPr/>
          <p:nvPr/>
        </p:nvSpPr>
        <p:spPr>
          <a:xfrm>
            <a:off x="81915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صِ</a:t>
            </a:r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Fish 1" descr="Fish 1">
            <a:hlinkClick action="ppaction://hlinksldjump" r:id="rId5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0" y="1651000"/>
            <a:ext cx="2286000" cy="1416050"/>
          </a:xfrm>
          <a:prstGeom prst="rect">
            <a:avLst/>
          </a:prstGeom>
        </p:spPr>
      </p:pic>
      <p:sp>
        <p:nvSpPr>
          <p:cNvPr id="9" name="Fish letter 1 هِ" descr="هِ">
            <a:hlinkClick action="ppaction://hlinksldjump" r:id="rId5"/>
          </p:cNvPr>
          <p:cNvSpPr/>
          <p:nvPr/>
        </p:nvSpPr>
        <p:spPr>
          <a:xfrm>
            <a:off x="1682750" y="1885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هِ</a:t>
            </a:r>
          </a:p>
        </p:txBody>
      </p:sp>
      <p:pic>
        <p:nvPicPr>
          <p:cNvPr id="10" name="Fish 2" descr="Fish 2">
            <a:hlinkClick action="ppaction://hlinksldjump"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67500" y="1905000"/>
            <a:ext cx="2286000" cy="1416050"/>
          </a:xfrm>
          <a:prstGeom prst="rect">
            <a:avLst/>
          </a:prstGeom>
        </p:spPr>
      </p:pic>
      <p:sp>
        <p:nvSpPr>
          <p:cNvPr id="11" name="Fish letter 2 يِ" descr="يِ">
            <a:hlinkClick action="ppaction://hlinksldjump" r:id="rId5"/>
          </p:cNvPr>
          <p:cNvSpPr/>
          <p:nvPr/>
        </p:nvSpPr>
        <p:spPr>
          <a:xfrm>
            <a:off x="7207250" y="2139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يِ</a:t>
            </a:r>
          </a:p>
        </p:txBody>
      </p:sp>
      <p:pic>
        <p:nvPicPr>
          <p:cNvPr id="12" name="Fish 4" descr="Fish 4">
            <a:hlinkClick action="ppaction://hlinksldjump"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72500" y="3810000"/>
            <a:ext cx="2286000" cy="1416050"/>
          </a:xfrm>
          <a:prstGeom prst="rect">
            <a:avLst/>
          </a:prstGeom>
        </p:spPr>
      </p:pic>
      <p:sp>
        <p:nvSpPr>
          <p:cNvPr id="13" name="Fish letter 4 زِ" descr="زِ">
            <a:hlinkClick action="ppaction://hlinksldjump" r:id="rId5"/>
          </p:cNvPr>
          <p:cNvSpPr/>
          <p:nvPr/>
        </p:nvSpPr>
        <p:spPr>
          <a:xfrm>
            <a:off x="9112250" y="4044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زِ</a:t>
            </a:r>
          </a:p>
        </p:txBody>
      </p:sp>
      <p:pic>
        <p:nvPicPr>
          <p:cNvPr id="14" name="Fish 5" descr="Fish 5">
            <a:hlinkClick action="ppaction://hlinksldjump" r:id="rId6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87500" y="4826000"/>
            <a:ext cx="2286000" cy="1416050"/>
          </a:xfrm>
          <a:prstGeom prst="rect">
            <a:avLst/>
          </a:prstGeom>
        </p:spPr>
      </p:pic>
      <p:sp>
        <p:nvSpPr>
          <p:cNvPr id="15" name="Fish letter 5 صِ" descr="صِ">
            <a:hlinkClick action="ppaction://hlinksldjump" r:id="rId6"/>
          </p:cNvPr>
          <p:cNvSpPr/>
          <p:nvPr/>
        </p:nvSpPr>
        <p:spPr>
          <a:xfrm>
            <a:off x="2127250" y="5060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صِ</a:t>
            </a:r>
          </a:p>
        </p:txBody>
      </p:sp>
      <p:sp>
        <p:nvSpPr>
          <p:cNvPr id="16" name="Try again!" descr="Try again!"/>
          <p:cNvSpPr/>
          <p:nvPr/>
        </p:nvSpPr>
        <p:spPr>
          <a:xfrm>
            <a:off x="7937500" y="5270500"/>
            <a:ext cx="3048000" cy="1460500"/>
          </a:xfrm>
          <a:prstGeom prst="cloudCallout">
            <a:avLst/>
          </a:prstGeom>
          <a:solidFill>
            <a:srgbClr val="FFFFFF"/>
          </a:solidFill>
          <a:ln w="50800">
            <a:solidFill>
              <a:srgbClr val="E5536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2500" b="1" lang="en-US">
                <a:solidFill>
                  <a:srgbClr val="E5536F"/>
                </a:solidFill>
                <a:latin typeface="Arial"/>
                <a:cs typeface="Arial"/>
              </a:rPr>
              <a:t>Try again!</a:t>
            </a:r>
          </a:p>
        </p:txBody>
      </p:sp>
      <p:sp>
        <p:nvSpPr>
          <p:cNvPr id="17" name="Next button">
            <a:hlinkClick action="ppaction://hlinksldjump" r:id="rId7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Next arrow">
            <a:hlinkClick action="ppaction://hlinksldjump" r:id="rId7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8" name="boing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4" dur="2600" fill="hold" repeatCount="indefinite" autoRev="1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6" dur="260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8" dur="2900" fill="hold" repeatCount="indefinite" autoRev="1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10" dur="2900" fill="hold" repeatCount="indefinite" autoRev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12" dur="350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14" dur="3500" fill="hold" repeatCount="indefinite" autoRev="1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7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16" dur="3800" fill="hold" repeatCount="indefinite" autoRev="1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9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18" dur="3800" fill="hold" repeatCount="indefinite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4" presetID="53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0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Catch every fish with"/>
          <p:cNvSpPr/>
          <p:nvPr/>
        </p:nvSpPr>
        <p:spPr>
          <a:xfrm>
            <a:off x="2730500" y="190500"/>
            <a:ext cx="546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000" b="1" lang="en-US">
                <a:solidFill>
                  <a:srgbClr val="2E2640"/>
                </a:solidFill>
                <a:latin typeface="Arial"/>
                <a:cs typeface="Arial"/>
              </a:rPr>
              <a:t>Catch every fish with</a:t>
            </a:r>
          </a:p>
        </p:txBody>
      </p:sp>
      <p:sp>
        <p:nvSpPr>
          <p:cNvPr id="5" name="Find صِ" descr="صِ"/>
          <p:cNvSpPr/>
          <p:nvPr/>
        </p:nvSpPr>
        <p:spPr>
          <a:xfrm>
            <a:off x="81915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صِ</a:t>
            </a:r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Fish 1" descr="Fish 1">
            <a:hlinkClick action="ppaction://hlinksldjump" r:id="rId6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0" y="1651000"/>
            <a:ext cx="2286000" cy="1416050"/>
          </a:xfrm>
          <a:prstGeom prst="rect">
            <a:avLst/>
          </a:prstGeom>
        </p:spPr>
      </p:pic>
      <p:sp>
        <p:nvSpPr>
          <p:cNvPr id="9" name="Fish letter 1 هِ" descr="هِ">
            <a:hlinkClick action="ppaction://hlinksldjump" r:id="rId6"/>
          </p:cNvPr>
          <p:cNvSpPr/>
          <p:nvPr/>
        </p:nvSpPr>
        <p:spPr>
          <a:xfrm>
            <a:off x="1682750" y="1885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هِ</a:t>
            </a:r>
          </a:p>
        </p:txBody>
      </p:sp>
      <p:pic>
        <p:nvPicPr>
          <p:cNvPr id="10" name="Fish 2" descr="Fish 2">
            <a:hlinkClick action="ppaction://hlinksldjump" r:id="rId6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67500" y="1905000"/>
            <a:ext cx="2286000" cy="1416050"/>
          </a:xfrm>
          <a:prstGeom prst="rect">
            <a:avLst/>
          </a:prstGeom>
        </p:spPr>
      </p:pic>
      <p:sp>
        <p:nvSpPr>
          <p:cNvPr id="11" name="Fish letter 2 يِ" descr="يِ">
            <a:hlinkClick action="ppaction://hlinksldjump" r:id="rId6"/>
          </p:cNvPr>
          <p:cNvSpPr/>
          <p:nvPr/>
        </p:nvSpPr>
        <p:spPr>
          <a:xfrm>
            <a:off x="7207250" y="2139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يِ</a:t>
            </a:r>
          </a:p>
        </p:txBody>
      </p:sp>
      <p:pic>
        <p:nvPicPr>
          <p:cNvPr id="12" name="Fish 3" descr="Fish 3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56000" y="3302000"/>
            <a:ext cx="2286000" cy="1416050"/>
          </a:xfrm>
          <a:prstGeom prst="rect">
            <a:avLst/>
          </a:prstGeom>
        </p:spPr>
      </p:pic>
      <p:sp>
        <p:nvSpPr>
          <p:cNvPr id="13" name="Fish letter 3 صِ" descr="صِ">
            <a:hlinkClick action="ppaction://hlinksldjump" r:id="rId7"/>
          </p:cNvPr>
          <p:cNvSpPr/>
          <p:nvPr/>
        </p:nvSpPr>
        <p:spPr>
          <a:xfrm>
            <a:off x="4095750" y="3536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صِ</a:t>
            </a:r>
          </a:p>
        </p:txBody>
      </p:sp>
      <p:pic>
        <p:nvPicPr>
          <p:cNvPr id="14" name="Fish 4" descr="Fish 4">
            <a:hlinkClick action="ppaction://hlinksldjump" r:id="rId6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72500" y="3810000"/>
            <a:ext cx="2286000" cy="1416050"/>
          </a:xfrm>
          <a:prstGeom prst="rect">
            <a:avLst/>
          </a:prstGeom>
        </p:spPr>
      </p:pic>
      <p:sp>
        <p:nvSpPr>
          <p:cNvPr id="15" name="Fish letter 4 زِ" descr="زِ">
            <a:hlinkClick action="ppaction://hlinksldjump" r:id="rId6"/>
          </p:cNvPr>
          <p:cNvSpPr/>
          <p:nvPr/>
        </p:nvSpPr>
        <p:spPr>
          <a:xfrm>
            <a:off x="9112250" y="4044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زِ</a:t>
            </a:r>
          </a:p>
        </p:txBody>
      </p:sp>
      <p:sp>
        <p:nvSpPr>
          <p:cNvPr id="16" name="Next button">
            <a:hlinkClick action="ppaction://hlinksldjump" r:id="rId8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Next arrow">
            <a:hlinkClick action="ppaction://hlinksldjump" r:id="rId8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9" name="spla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9" dur="2600" fill="hold" repeatCount="indefinite" autoRev="1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2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11" dur="260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4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13" dur="2900" fill="hold" repeatCount="indefinite" autoRev="1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6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15" dur="2900" fill="hold" repeatCount="indefinite" autoRev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8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17" dur="320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0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19" dur="3200" fill="hold" repeatCount="indefinite" autoRev="1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2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21" dur="3500" fill="hold" repeatCount="indefinite" autoRev="1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4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23" dur="3500" fill="hold" repeatCount="indefinite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1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Catch every fish with"/>
          <p:cNvSpPr/>
          <p:nvPr/>
        </p:nvSpPr>
        <p:spPr>
          <a:xfrm>
            <a:off x="2730500" y="190500"/>
            <a:ext cx="546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000" b="1" lang="en-US">
                <a:solidFill>
                  <a:srgbClr val="2E2640"/>
                </a:solidFill>
                <a:latin typeface="Arial"/>
                <a:cs typeface="Arial"/>
              </a:rPr>
              <a:t>Catch every fish with</a:t>
            </a:r>
          </a:p>
        </p:txBody>
      </p:sp>
      <p:sp>
        <p:nvSpPr>
          <p:cNvPr id="5" name="Find صِ" descr="صِ"/>
          <p:cNvSpPr/>
          <p:nvPr/>
        </p:nvSpPr>
        <p:spPr>
          <a:xfrm>
            <a:off x="81915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صِ</a:t>
            </a:r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Fish 1" descr="Fish 1">
            <a:hlinkClick action="ppaction://hlinksldjump" r:id="rId6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0" y="1651000"/>
            <a:ext cx="2286000" cy="1416050"/>
          </a:xfrm>
          <a:prstGeom prst="rect">
            <a:avLst/>
          </a:prstGeom>
        </p:spPr>
      </p:pic>
      <p:sp>
        <p:nvSpPr>
          <p:cNvPr id="9" name="Fish letter 1 هِ" descr="هِ">
            <a:hlinkClick action="ppaction://hlinksldjump" r:id="rId6"/>
          </p:cNvPr>
          <p:cNvSpPr/>
          <p:nvPr/>
        </p:nvSpPr>
        <p:spPr>
          <a:xfrm>
            <a:off x="1682750" y="1885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هِ</a:t>
            </a:r>
          </a:p>
        </p:txBody>
      </p:sp>
      <p:pic>
        <p:nvPicPr>
          <p:cNvPr id="10" name="Fish 2" descr="Fish 2">
            <a:hlinkClick action="ppaction://hlinksldjump" r:id="rId6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67500" y="1905000"/>
            <a:ext cx="2286000" cy="1416050"/>
          </a:xfrm>
          <a:prstGeom prst="rect">
            <a:avLst/>
          </a:prstGeom>
        </p:spPr>
      </p:pic>
      <p:sp>
        <p:nvSpPr>
          <p:cNvPr id="11" name="Fish letter 2 يِ" descr="يِ">
            <a:hlinkClick action="ppaction://hlinksldjump" r:id="rId6"/>
          </p:cNvPr>
          <p:cNvSpPr/>
          <p:nvPr/>
        </p:nvSpPr>
        <p:spPr>
          <a:xfrm>
            <a:off x="7207250" y="2139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يِ</a:t>
            </a:r>
          </a:p>
        </p:txBody>
      </p:sp>
      <p:pic>
        <p:nvPicPr>
          <p:cNvPr id="12" name="Fish 3" descr="Fish 3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56000" y="3302000"/>
            <a:ext cx="2286000" cy="1416050"/>
          </a:xfrm>
          <a:prstGeom prst="rect">
            <a:avLst/>
          </a:prstGeom>
        </p:spPr>
      </p:pic>
      <p:sp>
        <p:nvSpPr>
          <p:cNvPr id="13" name="Fish letter 3 صِ" descr="صِ">
            <a:hlinkClick action="ppaction://hlinksldjump" r:id="rId7"/>
          </p:cNvPr>
          <p:cNvSpPr/>
          <p:nvPr/>
        </p:nvSpPr>
        <p:spPr>
          <a:xfrm>
            <a:off x="4095750" y="3536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صِ</a:t>
            </a:r>
          </a:p>
        </p:txBody>
      </p:sp>
      <p:pic>
        <p:nvPicPr>
          <p:cNvPr id="14" name="Fish 4" descr="Fish 4">
            <a:hlinkClick action="ppaction://hlinksldjump" r:id="rId6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72500" y="3810000"/>
            <a:ext cx="2286000" cy="1416050"/>
          </a:xfrm>
          <a:prstGeom prst="rect">
            <a:avLst/>
          </a:prstGeom>
        </p:spPr>
      </p:pic>
      <p:sp>
        <p:nvSpPr>
          <p:cNvPr id="15" name="Fish letter 4 زِ" descr="زِ">
            <a:hlinkClick action="ppaction://hlinksldjump" r:id="rId6"/>
          </p:cNvPr>
          <p:cNvSpPr/>
          <p:nvPr/>
        </p:nvSpPr>
        <p:spPr>
          <a:xfrm>
            <a:off x="9112250" y="4044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زِ</a:t>
            </a:r>
          </a:p>
        </p:txBody>
      </p:sp>
      <p:sp>
        <p:nvSpPr>
          <p:cNvPr id="16" name="Try again!" descr="Try again!"/>
          <p:cNvSpPr/>
          <p:nvPr/>
        </p:nvSpPr>
        <p:spPr>
          <a:xfrm>
            <a:off x="7937500" y="5270500"/>
            <a:ext cx="3048000" cy="1460500"/>
          </a:xfrm>
          <a:prstGeom prst="cloudCallout">
            <a:avLst/>
          </a:prstGeom>
          <a:solidFill>
            <a:srgbClr val="FFFFFF"/>
          </a:solidFill>
          <a:ln w="50800">
            <a:solidFill>
              <a:srgbClr val="E5536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2500" b="1" lang="en-US">
                <a:solidFill>
                  <a:srgbClr val="E5536F"/>
                </a:solidFill>
                <a:latin typeface="Arial"/>
                <a:cs typeface="Arial"/>
              </a:rPr>
              <a:t>Try again!</a:t>
            </a:r>
          </a:p>
        </p:txBody>
      </p:sp>
      <p:sp>
        <p:nvSpPr>
          <p:cNvPr id="17" name="Next button">
            <a:hlinkClick action="ppaction://hlinksldjump" r:id="rId8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Next arrow">
            <a:hlinkClick action="ppaction://hlinksldjump" r:id="rId8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9" name="boing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4" dur="2600" fill="hold" repeatCount="indefinite" autoRev="1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6" dur="260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8" dur="2900" fill="hold" repeatCount="indefinite" autoRev="1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10" dur="2900" fill="hold" repeatCount="indefinite" autoRev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12" dur="320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14" dur="3200" fill="hold" repeatCount="indefinite" autoRev="1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7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16" dur="3500" fill="hold" repeatCount="indefinite" autoRev="1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9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18" dur="3500" fill="hold" repeatCount="indefinite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4" presetID="53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2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Catch every fish with"/>
          <p:cNvSpPr/>
          <p:nvPr/>
        </p:nvSpPr>
        <p:spPr>
          <a:xfrm>
            <a:off x="2730500" y="190500"/>
            <a:ext cx="546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000" b="1" lang="en-US">
                <a:solidFill>
                  <a:srgbClr val="2E2640"/>
                </a:solidFill>
                <a:latin typeface="Arial"/>
                <a:cs typeface="Arial"/>
              </a:rPr>
              <a:t>Catch every fish with</a:t>
            </a:r>
          </a:p>
        </p:txBody>
      </p:sp>
      <p:sp>
        <p:nvSpPr>
          <p:cNvPr id="5" name="Find صِ" descr="صِ"/>
          <p:cNvSpPr/>
          <p:nvPr/>
        </p:nvSpPr>
        <p:spPr>
          <a:xfrm>
            <a:off x="81915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صِ</a:t>
            </a:r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Fish 1" descr="Fish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0" y="1651000"/>
            <a:ext cx="2286000" cy="1416050"/>
          </a:xfrm>
          <a:prstGeom prst="rect">
            <a:avLst/>
          </a:prstGeom>
        </p:spPr>
      </p:pic>
      <p:sp>
        <p:nvSpPr>
          <p:cNvPr id="9" name="Fish letter 1 هِ" descr="هِ"/>
          <p:cNvSpPr/>
          <p:nvPr/>
        </p:nvSpPr>
        <p:spPr>
          <a:xfrm>
            <a:off x="1682750" y="1885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هِ</a:t>
            </a:r>
          </a:p>
        </p:txBody>
      </p:sp>
      <p:pic>
        <p:nvPicPr>
          <p:cNvPr id="10" name="Fish 2" descr="Fish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67500" y="1905000"/>
            <a:ext cx="2286000" cy="1416050"/>
          </a:xfrm>
          <a:prstGeom prst="rect">
            <a:avLst/>
          </a:prstGeom>
        </p:spPr>
      </p:pic>
      <p:sp>
        <p:nvSpPr>
          <p:cNvPr id="11" name="Fish letter 2 يِ" descr="يِ"/>
          <p:cNvSpPr/>
          <p:nvPr/>
        </p:nvSpPr>
        <p:spPr>
          <a:xfrm>
            <a:off x="7207250" y="2139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يِ</a:t>
            </a:r>
          </a:p>
        </p:txBody>
      </p:sp>
      <p:pic>
        <p:nvPicPr>
          <p:cNvPr id="12" name="Fish 4" descr="Fish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72500" y="3810000"/>
            <a:ext cx="2286000" cy="1416050"/>
          </a:xfrm>
          <a:prstGeom prst="rect">
            <a:avLst/>
          </a:prstGeom>
        </p:spPr>
      </p:pic>
      <p:sp>
        <p:nvSpPr>
          <p:cNvPr id="13" name="Fish letter 4 زِ" descr="زِ"/>
          <p:cNvSpPr/>
          <p:nvPr/>
        </p:nvSpPr>
        <p:spPr>
          <a:xfrm>
            <a:off x="9112250" y="4044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زِ</a:t>
            </a:r>
          </a:p>
        </p:txBody>
      </p:sp>
      <p:sp>
        <p:nvSpPr>
          <p:cNvPr id="14" name="Great job!" descr="Great job!"/>
          <p:cNvSpPr/>
          <p:nvPr/>
        </p:nvSpPr>
        <p:spPr>
          <a:xfrm>
            <a:off x="7937500" y="5270500"/>
            <a:ext cx="3048000" cy="1460500"/>
          </a:xfrm>
          <a:prstGeom prst="cloudCallout">
            <a:avLst/>
          </a:prstGeom>
          <a:solidFill>
            <a:srgbClr val="FFFFFF"/>
          </a:solidFill>
          <a:ln w="50800">
            <a:solidFill>
              <a:srgbClr val="2FB57A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2500" b="1" lang="en-US">
                <a:solidFill>
                  <a:srgbClr val="2FB57A"/>
                </a:solidFill>
                <a:latin typeface="Arial"/>
                <a:cs typeface="Arial"/>
              </a:rPr>
              <a:t>Great job!</a:t>
            </a:r>
          </a:p>
        </p:txBody>
      </p:sp>
      <p:sp>
        <p:nvSpPr>
          <p:cNvPr id="15" name="Next button">
            <a:hlinkClick action="ppaction://hlinksldjump" r:id="rId5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Next arrow">
            <a:hlinkClick action="ppaction://hlinksldjump" r:id="rId5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7" name="sound anchor" descr="sound anchor (invisible)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700" y="12700"/>
            <a:ext cx="25400" cy="25400"/>
          </a:xfrm>
          <a:prstGeom prst="rect">
            <a:avLst/>
          </a:prstGeom>
        </p:spPr>
      </p:pic>
    </p:spTree>
  </p:cSld>
  <p:clrMapOvr>
    <a:masterClrMapping/>
  </p:clrMapOvr>
  <p:transition advClick="0">
    <p:sndAc>
      <p:stSnd>
        <p:snd r:embed="rId6" name="spla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9" dur="2600" fill="hold" repeatCount="indefinite" autoRev="1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2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11" dur="260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4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13" dur="2900" fill="hold" repeatCount="indefinite" autoRev="1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6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15" dur="2900" fill="hold" repeatCount="indefinite" autoRev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8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17" dur="350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0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19" dur="3500" fill="hold" repeatCount="indefinite" autoRev="1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5" presetID="53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2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100000">
                                        <p:cTn id="2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8" name="cheer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Tap every letter with"/>
          <p:cNvSpPr/>
          <p:nvPr/>
        </p:nvSpPr>
        <p:spPr>
          <a:xfrm>
            <a:off x="2730500" y="190500"/>
            <a:ext cx="546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000" b="1" lang="en-US">
                <a:solidFill>
                  <a:srgbClr val="2E2640"/>
                </a:solidFill>
                <a:latin typeface="Arial"/>
                <a:cs typeface="Arial"/>
              </a:rPr>
              <a:t>Tap every letter with</a:t>
            </a:r>
          </a:p>
        </p:txBody>
      </p:sp>
      <p:sp>
        <p:nvSpPr>
          <p:cNvPr id="5" name="Find صِ" descr="صِ"/>
          <p:cNvSpPr/>
          <p:nvPr/>
        </p:nvSpPr>
        <p:spPr>
          <a:xfrm>
            <a:off x="81915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صِ</a:t>
            </a:r>
          </a:p>
        </p:txBody>
      </p:sp>
      <p:sp>
        <p:nvSpPr>
          <p:cNvPr id="6" name="Star place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Hole 1"/>
          <p:cNvSpPr/>
          <p:nvPr/>
        </p:nvSpPr>
        <p:spPr>
          <a:xfrm>
            <a:off x="2349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ile 1 إِ" descr="إِ">
            <a:hlinkClick action="ppaction://hlinksldjump" r:id="rId3"/>
          </p:cNvPr>
          <p:cNvSpPr/>
          <p:nvPr/>
        </p:nvSpPr>
        <p:spPr>
          <a:xfrm>
            <a:off x="2635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إِ</a:t>
            </a:r>
          </a:p>
        </p:txBody>
      </p:sp>
      <p:sp>
        <p:nvSpPr>
          <p:cNvPr id="10" name="Hole 2"/>
          <p:cNvSpPr/>
          <p:nvPr/>
        </p:nvSpPr>
        <p:spPr>
          <a:xfrm>
            <a:off x="5143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ile 2 وِ" descr="وِ">
            <a:hlinkClick action="ppaction://hlinksldjump" r:id="rId3"/>
          </p:cNvPr>
          <p:cNvSpPr/>
          <p:nvPr/>
        </p:nvSpPr>
        <p:spPr>
          <a:xfrm>
            <a:off x="5429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وِ</a:t>
            </a:r>
          </a:p>
        </p:txBody>
      </p:sp>
      <p:sp>
        <p:nvSpPr>
          <p:cNvPr id="12" name="Hole 3"/>
          <p:cNvSpPr/>
          <p:nvPr/>
        </p:nvSpPr>
        <p:spPr>
          <a:xfrm>
            <a:off x="7937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ile 3 صِ" descr="صِ">
            <a:hlinkClick action="ppaction://hlinksldjump" r:id="rId4"/>
          </p:cNvPr>
          <p:cNvSpPr/>
          <p:nvPr/>
        </p:nvSpPr>
        <p:spPr>
          <a:xfrm>
            <a:off x="8223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صِ</a:t>
            </a:r>
          </a:p>
        </p:txBody>
      </p:sp>
      <p:sp>
        <p:nvSpPr>
          <p:cNvPr id="14" name="Hole 4"/>
          <p:cNvSpPr/>
          <p:nvPr/>
        </p:nvSpPr>
        <p:spPr>
          <a:xfrm>
            <a:off x="2349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ile 4 صِ" descr="صِ">
            <a:hlinkClick action="ppaction://hlinksldjump" r:id="rId5"/>
          </p:cNvPr>
          <p:cNvSpPr/>
          <p:nvPr/>
        </p:nvSpPr>
        <p:spPr>
          <a:xfrm>
            <a:off x="2635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صِ</a:t>
            </a:r>
          </a:p>
        </p:txBody>
      </p:sp>
      <p:sp>
        <p:nvSpPr>
          <p:cNvPr id="16" name="Hole 5"/>
          <p:cNvSpPr/>
          <p:nvPr/>
        </p:nvSpPr>
        <p:spPr>
          <a:xfrm>
            <a:off x="5143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ile 5 نِ" descr="نِ">
            <a:hlinkClick action="ppaction://hlinksldjump" r:id="rId3"/>
          </p:cNvPr>
          <p:cNvSpPr/>
          <p:nvPr/>
        </p:nvSpPr>
        <p:spPr>
          <a:xfrm>
            <a:off x="5429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نِ</a:t>
            </a:r>
          </a:p>
        </p:txBody>
      </p:sp>
      <p:sp>
        <p:nvSpPr>
          <p:cNvPr id="18" name="Hole 6"/>
          <p:cNvSpPr/>
          <p:nvPr/>
        </p:nvSpPr>
        <p:spPr>
          <a:xfrm>
            <a:off x="7937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ile 6 زِ" descr="زِ">
            <a:hlinkClick action="ppaction://hlinksldjump" r:id="rId3"/>
          </p:cNvPr>
          <p:cNvSpPr/>
          <p:nvPr/>
        </p:nvSpPr>
        <p:spPr>
          <a:xfrm>
            <a:off x="8223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زِ</a:t>
            </a:r>
          </a:p>
        </p:txBody>
      </p:sp>
      <p:sp>
        <p:nvSpPr>
          <p:cNvPr id="20" name="Next button">
            <a:hlinkClick action="ppaction://hlinksldjump" r:id="rId6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Next arrow">
            <a:hlinkClick action="ppaction://hlinksldjump" r:id="rId6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6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4" dur="85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6" dur="970" fill="hold" repeatCount="indefinite" autoRev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8" dur="1090" fill="hold" repeatCount="indefinite" autoRev="1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0" dur="1210" fill="hold" repeatCount="indefinite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2" dur="1330" fill="hold" repeatCount="indefinite" autoRev="1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" presetID="0" presetClass="path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4" dur="1450" fill="hold" repeatCount="indefinite" autoRev="1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4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Tap every letter with"/>
          <p:cNvSpPr/>
          <p:nvPr/>
        </p:nvSpPr>
        <p:spPr>
          <a:xfrm>
            <a:off x="2730500" y="190500"/>
            <a:ext cx="546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000" b="1" lang="en-US">
                <a:solidFill>
                  <a:srgbClr val="2E2640"/>
                </a:solidFill>
                <a:latin typeface="Arial"/>
                <a:cs typeface="Arial"/>
              </a:rPr>
              <a:t>Tap every letter with</a:t>
            </a:r>
          </a:p>
        </p:txBody>
      </p:sp>
      <p:sp>
        <p:nvSpPr>
          <p:cNvPr id="5" name="Find صِ" descr="صِ"/>
          <p:cNvSpPr/>
          <p:nvPr/>
        </p:nvSpPr>
        <p:spPr>
          <a:xfrm>
            <a:off x="81915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صِ</a:t>
            </a:r>
          </a:p>
        </p:txBody>
      </p:sp>
      <p:sp>
        <p:nvSpPr>
          <p:cNvPr id="6" name="Star place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Hole 1"/>
          <p:cNvSpPr/>
          <p:nvPr/>
        </p:nvSpPr>
        <p:spPr>
          <a:xfrm>
            <a:off x="2349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ile 1 إِ" descr="إِ">
            <a:hlinkClick action="ppaction://hlinksldjump" r:id="rId3"/>
          </p:cNvPr>
          <p:cNvSpPr/>
          <p:nvPr/>
        </p:nvSpPr>
        <p:spPr>
          <a:xfrm>
            <a:off x="2635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إِ</a:t>
            </a:r>
          </a:p>
        </p:txBody>
      </p:sp>
      <p:sp>
        <p:nvSpPr>
          <p:cNvPr id="10" name="Hole 2"/>
          <p:cNvSpPr/>
          <p:nvPr/>
        </p:nvSpPr>
        <p:spPr>
          <a:xfrm>
            <a:off x="5143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ile 2 وِ" descr="وِ">
            <a:hlinkClick action="ppaction://hlinksldjump" r:id="rId3"/>
          </p:cNvPr>
          <p:cNvSpPr/>
          <p:nvPr/>
        </p:nvSpPr>
        <p:spPr>
          <a:xfrm>
            <a:off x="5429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وِ</a:t>
            </a:r>
          </a:p>
        </p:txBody>
      </p:sp>
      <p:sp>
        <p:nvSpPr>
          <p:cNvPr id="12" name="Hole 3"/>
          <p:cNvSpPr/>
          <p:nvPr/>
        </p:nvSpPr>
        <p:spPr>
          <a:xfrm>
            <a:off x="7937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ile 3 صِ" descr="صِ">
            <a:hlinkClick action="ppaction://hlinksldjump" r:id="rId4"/>
          </p:cNvPr>
          <p:cNvSpPr/>
          <p:nvPr/>
        </p:nvSpPr>
        <p:spPr>
          <a:xfrm>
            <a:off x="8223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صِ</a:t>
            </a:r>
          </a:p>
        </p:txBody>
      </p:sp>
      <p:sp>
        <p:nvSpPr>
          <p:cNvPr id="14" name="Hole 4"/>
          <p:cNvSpPr/>
          <p:nvPr/>
        </p:nvSpPr>
        <p:spPr>
          <a:xfrm>
            <a:off x="2349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ile 4 صِ" descr="صِ">
            <a:hlinkClick action="ppaction://hlinksldjump" r:id="rId5"/>
          </p:cNvPr>
          <p:cNvSpPr/>
          <p:nvPr/>
        </p:nvSpPr>
        <p:spPr>
          <a:xfrm>
            <a:off x="2635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صِ</a:t>
            </a:r>
          </a:p>
        </p:txBody>
      </p:sp>
      <p:sp>
        <p:nvSpPr>
          <p:cNvPr id="16" name="Hole 5"/>
          <p:cNvSpPr/>
          <p:nvPr/>
        </p:nvSpPr>
        <p:spPr>
          <a:xfrm>
            <a:off x="5143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ile 5 نِ" descr="نِ">
            <a:hlinkClick action="ppaction://hlinksldjump" r:id="rId3"/>
          </p:cNvPr>
          <p:cNvSpPr/>
          <p:nvPr/>
        </p:nvSpPr>
        <p:spPr>
          <a:xfrm>
            <a:off x="5429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نِ</a:t>
            </a:r>
          </a:p>
        </p:txBody>
      </p:sp>
      <p:sp>
        <p:nvSpPr>
          <p:cNvPr id="18" name="Hole 6"/>
          <p:cNvSpPr/>
          <p:nvPr/>
        </p:nvSpPr>
        <p:spPr>
          <a:xfrm>
            <a:off x="7937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ile 6 زِ" descr="زِ">
            <a:hlinkClick action="ppaction://hlinksldjump" r:id="rId3"/>
          </p:cNvPr>
          <p:cNvSpPr/>
          <p:nvPr/>
        </p:nvSpPr>
        <p:spPr>
          <a:xfrm>
            <a:off x="8223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زِ</a:t>
            </a:r>
          </a:p>
        </p:txBody>
      </p:sp>
      <p:sp>
        <p:nvSpPr>
          <p:cNvPr id="20" name="Try again!" descr="Try again!"/>
          <p:cNvSpPr/>
          <p:nvPr/>
        </p:nvSpPr>
        <p:spPr>
          <a:xfrm>
            <a:off x="9080500" y="1016000"/>
            <a:ext cx="3048000" cy="1460500"/>
          </a:xfrm>
          <a:prstGeom prst="cloudCallout">
            <a:avLst/>
          </a:prstGeom>
          <a:solidFill>
            <a:srgbClr val="FFFFFF"/>
          </a:solidFill>
          <a:ln w="50800">
            <a:solidFill>
              <a:srgbClr val="E5536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2500" b="1" lang="en-US">
                <a:solidFill>
                  <a:srgbClr val="E5536F"/>
                </a:solidFill>
                <a:latin typeface="Arial"/>
                <a:cs typeface="Arial"/>
              </a:rPr>
              <a:t>Try again!</a:t>
            </a:r>
          </a:p>
        </p:txBody>
      </p:sp>
      <p:sp>
        <p:nvSpPr>
          <p:cNvPr id="21" name="Next button">
            <a:hlinkClick action="ppaction://hlinksldjump" r:id="rId6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Next arrow">
            <a:hlinkClick action="ppaction://hlinksldjump" r:id="rId6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7" name="boing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1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4" dur="85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6" dur="970" fill="hold" repeatCount="indefinite" autoRev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8" dur="1090" fill="hold" repeatCount="indefinite" autoRev="1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0" dur="1210" fill="hold" repeatCount="indefinite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2" dur="1330" fill="hold" repeatCount="indefinite" autoRev="1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" presetID="0" presetClass="path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4" dur="1450" fill="hold" repeatCount="indefinite" autoRev="1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0" presetID="53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" dur="4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4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5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Tap every letter with"/>
          <p:cNvSpPr/>
          <p:nvPr/>
        </p:nvSpPr>
        <p:spPr>
          <a:xfrm>
            <a:off x="2730500" y="190500"/>
            <a:ext cx="546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000" b="1" lang="en-US">
                <a:solidFill>
                  <a:srgbClr val="2E2640"/>
                </a:solidFill>
                <a:latin typeface="Arial"/>
                <a:cs typeface="Arial"/>
              </a:rPr>
              <a:t>Tap every letter with</a:t>
            </a:r>
          </a:p>
        </p:txBody>
      </p:sp>
      <p:sp>
        <p:nvSpPr>
          <p:cNvPr id="5" name="Find صِ" descr="صِ"/>
          <p:cNvSpPr/>
          <p:nvPr/>
        </p:nvSpPr>
        <p:spPr>
          <a:xfrm>
            <a:off x="81915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صِ</a:t>
            </a:r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Hole 1"/>
          <p:cNvSpPr/>
          <p:nvPr/>
        </p:nvSpPr>
        <p:spPr>
          <a:xfrm>
            <a:off x="2349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ile 1 إِ" descr="إِ">
            <a:hlinkClick action="ppaction://hlinksldjump" r:id="rId3"/>
          </p:cNvPr>
          <p:cNvSpPr/>
          <p:nvPr/>
        </p:nvSpPr>
        <p:spPr>
          <a:xfrm>
            <a:off x="2635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إِ</a:t>
            </a:r>
          </a:p>
        </p:txBody>
      </p:sp>
      <p:sp>
        <p:nvSpPr>
          <p:cNvPr id="10" name="Hole 2"/>
          <p:cNvSpPr/>
          <p:nvPr/>
        </p:nvSpPr>
        <p:spPr>
          <a:xfrm>
            <a:off x="5143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ile 2 وِ" descr="وِ">
            <a:hlinkClick action="ppaction://hlinksldjump" r:id="rId3"/>
          </p:cNvPr>
          <p:cNvSpPr/>
          <p:nvPr/>
        </p:nvSpPr>
        <p:spPr>
          <a:xfrm>
            <a:off x="5429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وِ</a:t>
            </a:r>
          </a:p>
        </p:txBody>
      </p:sp>
      <p:sp>
        <p:nvSpPr>
          <p:cNvPr id="12" name="Hole 3"/>
          <p:cNvSpPr/>
          <p:nvPr/>
        </p:nvSpPr>
        <p:spPr>
          <a:xfrm>
            <a:off x="7937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Hole 4"/>
          <p:cNvSpPr/>
          <p:nvPr/>
        </p:nvSpPr>
        <p:spPr>
          <a:xfrm>
            <a:off x="2349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ile 4 صِ" descr="صِ">
            <a:hlinkClick action="ppaction://hlinksldjump" r:id="rId4"/>
          </p:cNvPr>
          <p:cNvSpPr/>
          <p:nvPr/>
        </p:nvSpPr>
        <p:spPr>
          <a:xfrm>
            <a:off x="2635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صِ</a:t>
            </a:r>
          </a:p>
        </p:txBody>
      </p:sp>
      <p:sp>
        <p:nvSpPr>
          <p:cNvPr id="15" name="Hole 5"/>
          <p:cNvSpPr/>
          <p:nvPr/>
        </p:nvSpPr>
        <p:spPr>
          <a:xfrm>
            <a:off x="5143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ile 5 نِ" descr="نِ">
            <a:hlinkClick action="ppaction://hlinksldjump" r:id="rId3"/>
          </p:cNvPr>
          <p:cNvSpPr/>
          <p:nvPr/>
        </p:nvSpPr>
        <p:spPr>
          <a:xfrm>
            <a:off x="5429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نِ</a:t>
            </a:r>
          </a:p>
        </p:txBody>
      </p:sp>
      <p:sp>
        <p:nvSpPr>
          <p:cNvPr id="17" name="Hole 6"/>
          <p:cNvSpPr/>
          <p:nvPr/>
        </p:nvSpPr>
        <p:spPr>
          <a:xfrm>
            <a:off x="7937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ile 6 زِ" descr="زِ">
            <a:hlinkClick action="ppaction://hlinksldjump" r:id="rId3"/>
          </p:cNvPr>
          <p:cNvSpPr/>
          <p:nvPr/>
        </p:nvSpPr>
        <p:spPr>
          <a:xfrm>
            <a:off x="8223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زِ</a:t>
            </a:r>
          </a:p>
        </p:txBody>
      </p:sp>
      <p:sp>
        <p:nvSpPr>
          <p:cNvPr id="19" name="Next button">
            <a:hlinkClick action="ppaction://hlinksldjump" r:id="rId5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Next arrow">
            <a:hlinkClick action="ppaction://hlinksldjump" r:id="rId5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6" name="bonk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9" dur="85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2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1" dur="970" fill="hold" repeatCount="indefinite" autoRev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4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3" dur="1210" fill="hold" repeatCount="indefinite" autoRev="1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6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5" dur="1330" fill="hold" repeatCount="indefinite" autoRev="1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8" presetID="0" presetClass="path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7" dur="1450" fill="hold" repeatCount="indefinite" autoRev="1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6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Tap every letter with"/>
          <p:cNvSpPr/>
          <p:nvPr/>
        </p:nvSpPr>
        <p:spPr>
          <a:xfrm>
            <a:off x="2730500" y="190500"/>
            <a:ext cx="546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000" b="1" lang="en-US">
                <a:solidFill>
                  <a:srgbClr val="2E2640"/>
                </a:solidFill>
                <a:latin typeface="Arial"/>
                <a:cs typeface="Arial"/>
              </a:rPr>
              <a:t>Tap every letter with</a:t>
            </a:r>
          </a:p>
        </p:txBody>
      </p:sp>
      <p:sp>
        <p:nvSpPr>
          <p:cNvPr id="5" name="Find صِ" descr="صِ"/>
          <p:cNvSpPr/>
          <p:nvPr/>
        </p:nvSpPr>
        <p:spPr>
          <a:xfrm>
            <a:off x="81915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صِ</a:t>
            </a:r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Hole 1"/>
          <p:cNvSpPr/>
          <p:nvPr/>
        </p:nvSpPr>
        <p:spPr>
          <a:xfrm>
            <a:off x="2349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ile 1 إِ" descr="إِ">
            <a:hlinkClick action="ppaction://hlinksldjump" r:id="rId3"/>
          </p:cNvPr>
          <p:cNvSpPr/>
          <p:nvPr/>
        </p:nvSpPr>
        <p:spPr>
          <a:xfrm>
            <a:off x="2635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إِ</a:t>
            </a:r>
          </a:p>
        </p:txBody>
      </p:sp>
      <p:sp>
        <p:nvSpPr>
          <p:cNvPr id="10" name="Hole 2"/>
          <p:cNvSpPr/>
          <p:nvPr/>
        </p:nvSpPr>
        <p:spPr>
          <a:xfrm>
            <a:off x="5143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ile 2 وِ" descr="وِ">
            <a:hlinkClick action="ppaction://hlinksldjump" r:id="rId3"/>
          </p:cNvPr>
          <p:cNvSpPr/>
          <p:nvPr/>
        </p:nvSpPr>
        <p:spPr>
          <a:xfrm>
            <a:off x="5429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وِ</a:t>
            </a:r>
          </a:p>
        </p:txBody>
      </p:sp>
      <p:sp>
        <p:nvSpPr>
          <p:cNvPr id="12" name="Hole 3"/>
          <p:cNvSpPr/>
          <p:nvPr/>
        </p:nvSpPr>
        <p:spPr>
          <a:xfrm>
            <a:off x="7937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Hole 4"/>
          <p:cNvSpPr/>
          <p:nvPr/>
        </p:nvSpPr>
        <p:spPr>
          <a:xfrm>
            <a:off x="2349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ile 4 صِ" descr="صِ">
            <a:hlinkClick action="ppaction://hlinksldjump" r:id="rId4"/>
          </p:cNvPr>
          <p:cNvSpPr/>
          <p:nvPr/>
        </p:nvSpPr>
        <p:spPr>
          <a:xfrm>
            <a:off x="2635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صِ</a:t>
            </a:r>
          </a:p>
        </p:txBody>
      </p:sp>
      <p:sp>
        <p:nvSpPr>
          <p:cNvPr id="15" name="Hole 5"/>
          <p:cNvSpPr/>
          <p:nvPr/>
        </p:nvSpPr>
        <p:spPr>
          <a:xfrm>
            <a:off x="5143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ile 5 نِ" descr="نِ">
            <a:hlinkClick action="ppaction://hlinksldjump" r:id="rId3"/>
          </p:cNvPr>
          <p:cNvSpPr/>
          <p:nvPr/>
        </p:nvSpPr>
        <p:spPr>
          <a:xfrm>
            <a:off x="5429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نِ</a:t>
            </a:r>
          </a:p>
        </p:txBody>
      </p:sp>
      <p:sp>
        <p:nvSpPr>
          <p:cNvPr id="17" name="Hole 6"/>
          <p:cNvSpPr/>
          <p:nvPr/>
        </p:nvSpPr>
        <p:spPr>
          <a:xfrm>
            <a:off x="7937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ile 6 زِ" descr="زِ">
            <a:hlinkClick action="ppaction://hlinksldjump" r:id="rId3"/>
          </p:cNvPr>
          <p:cNvSpPr/>
          <p:nvPr/>
        </p:nvSpPr>
        <p:spPr>
          <a:xfrm>
            <a:off x="8223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زِ</a:t>
            </a:r>
          </a:p>
        </p:txBody>
      </p:sp>
      <p:sp>
        <p:nvSpPr>
          <p:cNvPr id="19" name="Try again!" descr="Try again!"/>
          <p:cNvSpPr/>
          <p:nvPr/>
        </p:nvSpPr>
        <p:spPr>
          <a:xfrm>
            <a:off x="9080500" y="1016000"/>
            <a:ext cx="3048000" cy="1460500"/>
          </a:xfrm>
          <a:prstGeom prst="cloudCallout">
            <a:avLst/>
          </a:prstGeom>
          <a:solidFill>
            <a:srgbClr val="FFFFFF"/>
          </a:solidFill>
          <a:ln w="50800">
            <a:solidFill>
              <a:srgbClr val="E5536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2500" b="1" lang="en-US">
                <a:solidFill>
                  <a:srgbClr val="E5536F"/>
                </a:solidFill>
                <a:latin typeface="Arial"/>
                <a:cs typeface="Arial"/>
              </a:rPr>
              <a:t>Try again!</a:t>
            </a:r>
          </a:p>
        </p:txBody>
      </p:sp>
      <p:sp>
        <p:nvSpPr>
          <p:cNvPr id="20" name="Next button">
            <a:hlinkClick action="ppaction://hlinksldjump" r:id="rId5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Next arrow">
            <a:hlinkClick action="ppaction://hlinksldjump" r:id="rId5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6" name="boing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4" dur="85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6" dur="970" fill="hold" repeatCount="indefinite" autoRev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8" dur="1210" fill="hold" repeatCount="indefinite" autoRev="1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0" dur="1330" fill="hold" repeatCount="indefinite" autoRev="1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2" dur="1450" fill="hold" repeatCount="indefinite" autoRev="1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8" presetID="53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4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4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7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Tap every letter with"/>
          <p:cNvSpPr/>
          <p:nvPr/>
        </p:nvSpPr>
        <p:spPr>
          <a:xfrm>
            <a:off x="2730500" y="190500"/>
            <a:ext cx="546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000" b="1" lang="en-US">
                <a:solidFill>
                  <a:srgbClr val="2E2640"/>
                </a:solidFill>
                <a:latin typeface="Arial"/>
                <a:cs typeface="Arial"/>
              </a:rPr>
              <a:t>Tap every letter with</a:t>
            </a:r>
          </a:p>
        </p:txBody>
      </p:sp>
      <p:sp>
        <p:nvSpPr>
          <p:cNvPr id="5" name="Find صِ" descr="صِ"/>
          <p:cNvSpPr/>
          <p:nvPr/>
        </p:nvSpPr>
        <p:spPr>
          <a:xfrm>
            <a:off x="81915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صِ</a:t>
            </a:r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Hole 1"/>
          <p:cNvSpPr/>
          <p:nvPr/>
        </p:nvSpPr>
        <p:spPr>
          <a:xfrm>
            <a:off x="2349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ile 1 إِ" descr="إِ">
            <a:hlinkClick action="ppaction://hlinksldjump" r:id="rId3"/>
          </p:cNvPr>
          <p:cNvSpPr/>
          <p:nvPr/>
        </p:nvSpPr>
        <p:spPr>
          <a:xfrm>
            <a:off x="2635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إِ</a:t>
            </a:r>
          </a:p>
        </p:txBody>
      </p:sp>
      <p:sp>
        <p:nvSpPr>
          <p:cNvPr id="10" name="Hole 2"/>
          <p:cNvSpPr/>
          <p:nvPr/>
        </p:nvSpPr>
        <p:spPr>
          <a:xfrm>
            <a:off x="5143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ile 2 وِ" descr="وِ">
            <a:hlinkClick action="ppaction://hlinksldjump" r:id="rId3"/>
          </p:cNvPr>
          <p:cNvSpPr/>
          <p:nvPr/>
        </p:nvSpPr>
        <p:spPr>
          <a:xfrm>
            <a:off x="5429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وِ</a:t>
            </a:r>
          </a:p>
        </p:txBody>
      </p:sp>
      <p:sp>
        <p:nvSpPr>
          <p:cNvPr id="12" name="Hole 3"/>
          <p:cNvSpPr/>
          <p:nvPr/>
        </p:nvSpPr>
        <p:spPr>
          <a:xfrm>
            <a:off x="7937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ile 3 صِ" descr="صِ">
            <a:hlinkClick action="ppaction://hlinksldjump" r:id="rId4"/>
          </p:cNvPr>
          <p:cNvSpPr/>
          <p:nvPr/>
        </p:nvSpPr>
        <p:spPr>
          <a:xfrm>
            <a:off x="8223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صِ</a:t>
            </a:r>
          </a:p>
        </p:txBody>
      </p:sp>
      <p:sp>
        <p:nvSpPr>
          <p:cNvPr id="14" name="Hole 4"/>
          <p:cNvSpPr/>
          <p:nvPr/>
        </p:nvSpPr>
        <p:spPr>
          <a:xfrm>
            <a:off x="2349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Hole 5"/>
          <p:cNvSpPr/>
          <p:nvPr/>
        </p:nvSpPr>
        <p:spPr>
          <a:xfrm>
            <a:off x="5143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ile 5 نِ" descr="نِ">
            <a:hlinkClick action="ppaction://hlinksldjump" r:id="rId3"/>
          </p:cNvPr>
          <p:cNvSpPr/>
          <p:nvPr/>
        </p:nvSpPr>
        <p:spPr>
          <a:xfrm>
            <a:off x="5429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نِ</a:t>
            </a:r>
          </a:p>
        </p:txBody>
      </p:sp>
      <p:sp>
        <p:nvSpPr>
          <p:cNvPr id="17" name="Hole 6"/>
          <p:cNvSpPr/>
          <p:nvPr/>
        </p:nvSpPr>
        <p:spPr>
          <a:xfrm>
            <a:off x="7937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ile 6 زِ" descr="زِ">
            <a:hlinkClick action="ppaction://hlinksldjump" r:id="rId3"/>
          </p:cNvPr>
          <p:cNvSpPr/>
          <p:nvPr/>
        </p:nvSpPr>
        <p:spPr>
          <a:xfrm>
            <a:off x="8223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زِ</a:t>
            </a:r>
          </a:p>
        </p:txBody>
      </p:sp>
      <p:sp>
        <p:nvSpPr>
          <p:cNvPr id="19" name="Next button">
            <a:hlinkClick action="ppaction://hlinksldjump" r:id="rId5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Next arrow">
            <a:hlinkClick action="ppaction://hlinksldjump" r:id="rId5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6" name="bonk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9" dur="85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2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1" dur="970" fill="hold" repeatCount="indefinite" autoRev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4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3" dur="1090" fill="hold" repeatCount="indefinite" autoRev="1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6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5" dur="1330" fill="hold" repeatCount="indefinite" autoRev="1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8" presetID="0" presetClass="path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7" dur="1450" fill="hold" repeatCount="indefinite" autoRev="1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8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Tap every letter with"/>
          <p:cNvSpPr/>
          <p:nvPr/>
        </p:nvSpPr>
        <p:spPr>
          <a:xfrm>
            <a:off x="2730500" y="190500"/>
            <a:ext cx="546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000" b="1" lang="en-US">
                <a:solidFill>
                  <a:srgbClr val="2E2640"/>
                </a:solidFill>
                <a:latin typeface="Arial"/>
                <a:cs typeface="Arial"/>
              </a:rPr>
              <a:t>Tap every letter with</a:t>
            </a:r>
          </a:p>
        </p:txBody>
      </p:sp>
      <p:sp>
        <p:nvSpPr>
          <p:cNvPr id="5" name="Find صِ" descr="صِ"/>
          <p:cNvSpPr/>
          <p:nvPr/>
        </p:nvSpPr>
        <p:spPr>
          <a:xfrm>
            <a:off x="81915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صِ</a:t>
            </a:r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Hole 1"/>
          <p:cNvSpPr/>
          <p:nvPr/>
        </p:nvSpPr>
        <p:spPr>
          <a:xfrm>
            <a:off x="2349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ile 1 إِ" descr="إِ">
            <a:hlinkClick action="ppaction://hlinksldjump" r:id="rId3"/>
          </p:cNvPr>
          <p:cNvSpPr/>
          <p:nvPr/>
        </p:nvSpPr>
        <p:spPr>
          <a:xfrm>
            <a:off x="2635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إِ</a:t>
            </a:r>
          </a:p>
        </p:txBody>
      </p:sp>
      <p:sp>
        <p:nvSpPr>
          <p:cNvPr id="10" name="Hole 2"/>
          <p:cNvSpPr/>
          <p:nvPr/>
        </p:nvSpPr>
        <p:spPr>
          <a:xfrm>
            <a:off x="5143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ile 2 وِ" descr="وِ">
            <a:hlinkClick action="ppaction://hlinksldjump" r:id="rId3"/>
          </p:cNvPr>
          <p:cNvSpPr/>
          <p:nvPr/>
        </p:nvSpPr>
        <p:spPr>
          <a:xfrm>
            <a:off x="5429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وِ</a:t>
            </a:r>
          </a:p>
        </p:txBody>
      </p:sp>
      <p:sp>
        <p:nvSpPr>
          <p:cNvPr id="12" name="Hole 3"/>
          <p:cNvSpPr/>
          <p:nvPr/>
        </p:nvSpPr>
        <p:spPr>
          <a:xfrm>
            <a:off x="7937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ile 3 صِ" descr="صِ">
            <a:hlinkClick action="ppaction://hlinksldjump" r:id="rId4"/>
          </p:cNvPr>
          <p:cNvSpPr/>
          <p:nvPr/>
        </p:nvSpPr>
        <p:spPr>
          <a:xfrm>
            <a:off x="8223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صِ</a:t>
            </a:r>
          </a:p>
        </p:txBody>
      </p:sp>
      <p:sp>
        <p:nvSpPr>
          <p:cNvPr id="14" name="Hole 4"/>
          <p:cNvSpPr/>
          <p:nvPr/>
        </p:nvSpPr>
        <p:spPr>
          <a:xfrm>
            <a:off x="2349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Hole 5"/>
          <p:cNvSpPr/>
          <p:nvPr/>
        </p:nvSpPr>
        <p:spPr>
          <a:xfrm>
            <a:off x="5143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ile 5 نِ" descr="نِ">
            <a:hlinkClick action="ppaction://hlinksldjump" r:id="rId3"/>
          </p:cNvPr>
          <p:cNvSpPr/>
          <p:nvPr/>
        </p:nvSpPr>
        <p:spPr>
          <a:xfrm>
            <a:off x="5429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نِ</a:t>
            </a:r>
          </a:p>
        </p:txBody>
      </p:sp>
      <p:sp>
        <p:nvSpPr>
          <p:cNvPr id="17" name="Hole 6"/>
          <p:cNvSpPr/>
          <p:nvPr/>
        </p:nvSpPr>
        <p:spPr>
          <a:xfrm>
            <a:off x="7937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ile 6 زِ" descr="زِ">
            <a:hlinkClick action="ppaction://hlinksldjump" r:id="rId3"/>
          </p:cNvPr>
          <p:cNvSpPr/>
          <p:nvPr/>
        </p:nvSpPr>
        <p:spPr>
          <a:xfrm>
            <a:off x="8223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زِ</a:t>
            </a:r>
          </a:p>
        </p:txBody>
      </p:sp>
      <p:sp>
        <p:nvSpPr>
          <p:cNvPr id="19" name="Try again!" descr="Try again!"/>
          <p:cNvSpPr/>
          <p:nvPr/>
        </p:nvSpPr>
        <p:spPr>
          <a:xfrm>
            <a:off x="9080500" y="1016000"/>
            <a:ext cx="3048000" cy="1460500"/>
          </a:xfrm>
          <a:prstGeom prst="cloudCallout">
            <a:avLst/>
          </a:prstGeom>
          <a:solidFill>
            <a:srgbClr val="FFFFFF"/>
          </a:solidFill>
          <a:ln w="50800">
            <a:solidFill>
              <a:srgbClr val="E5536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2500" b="1" lang="en-US">
                <a:solidFill>
                  <a:srgbClr val="E5536F"/>
                </a:solidFill>
                <a:latin typeface="Arial"/>
                <a:cs typeface="Arial"/>
              </a:rPr>
              <a:t>Try again!</a:t>
            </a:r>
          </a:p>
        </p:txBody>
      </p:sp>
      <p:sp>
        <p:nvSpPr>
          <p:cNvPr id="20" name="Next button">
            <a:hlinkClick action="ppaction://hlinksldjump" r:id="rId5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Next arrow">
            <a:hlinkClick action="ppaction://hlinksldjump" r:id="rId5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6" name="boing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4" dur="85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6" dur="970" fill="hold" repeatCount="indefinite" autoRev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8" dur="1090" fill="hold" repeatCount="indefinite" autoRev="1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0" dur="1330" fill="hold" repeatCount="indefinite" autoRev="1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2" dur="1450" fill="hold" repeatCount="indefinite" autoRev="1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8" presetID="53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4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4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9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Tap every letter with"/>
          <p:cNvSpPr/>
          <p:nvPr/>
        </p:nvSpPr>
        <p:spPr>
          <a:xfrm>
            <a:off x="2730500" y="190500"/>
            <a:ext cx="546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000" b="1" lang="en-US">
                <a:solidFill>
                  <a:srgbClr val="2E2640"/>
                </a:solidFill>
                <a:latin typeface="Arial"/>
                <a:cs typeface="Arial"/>
              </a:rPr>
              <a:t>Tap every letter with</a:t>
            </a:r>
          </a:p>
        </p:txBody>
      </p:sp>
      <p:sp>
        <p:nvSpPr>
          <p:cNvPr id="5" name="Find صِ" descr="صِ"/>
          <p:cNvSpPr/>
          <p:nvPr/>
        </p:nvSpPr>
        <p:spPr>
          <a:xfrm>
            <a:off x="81915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صِ</a:t>
            </a:r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Hole 1"/>
          <p:cNvSpPr/>
          <p:nvPr/>
        </p:nvSpPr>
        <p:spPr>
          <a:xfrm>
            <a:off x="2349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ile 1 إِ" descr="إِ"/>
          <p:cNvSpPr/>
          <p:nvPr/>
        </p:nvSpPr>
        <p:spPr>
          <a:xfrm>
            <a:off x="2635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إِ</a:t>
            </a:r>
          </a:p>
        </p:txBody>
      </p:sp>
      <p:sp>
        <p:nvSpPr>
          <p:cNvPr id="10" name="Hole 2"/>
          <p:cNvSpPr/>
          <p:nvPr/>
        </p:nvSpPr>
        <p:spPr>
          <a:xfrm>
            <a:off x="5143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ile 2 وِ" descr="وِ"/>
          <p:cNvSpPr/>
          <p:nvPr/>
        </p:nvSpPr>
        <p:spPr>
          <a:xfrm>
            <a:off x="5429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وِ</a:t>
            </a:r>
          </a:p>
        </p:txBody>
      </p:sp>
      <p:sp>
        <p:nvSpPr>
          <p:cNvPr id="12" name="Hole 3"/>
          <p:cNvSpPr/>
          <p:nvPr/>
        </p:nvSpPr>
        <p:spPr>
          <a:xfrm>
            <a:off x="7937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Hole 4"/>
          <p:cNvSpPr/>
          <p:nvPr/>
        </p:nvSpPr>
        <p:spPr>
          <a:xfrm>
            <a:off x="2349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Hole 5"/>
          <p:cNvSpPr/>
          <p:nvPr/>
        </p:nvSpPr>
        <p:spPr>
          <a:xfrm>
            <a:off x="5143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ile 5 نِ" descr="نِ"/>
          <p:cNvSpPr/>
          <p:nvPr/>
        </p:nvSpPr>
        <p:spPr>
          <a:xfrm>
            <a:off x="5429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نِ</a:t>
            </a:r>
          </a:p>
        </p:txBody>
      </p:sp>
      <p:sp>
        <p:nvSpPr>
          <p:cNvPr id="16" name="Hole 6"/>
          <p:cNvSpPr/>
          <p:nvPr/>
        </p:nvSpPr>
        <p:spPr>
          <a:xfrm>
            <a:off x="7937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ile 6 زِ" descr="زِ"/>
          <p:cNvSpPr/>
          <p:nvPr/>
        </p:nvSpPr>
        <p:spPr>
          <a:xfrm>
            <a:off x="8223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زِ</a:t>
            </a:r>
          </a:p>
        </p:txBody>
      </p:sp>
      <p:sp>
        <p:nvSpPr>
          <p:cNvPr id="18" name="Great job!" descr="Great job!"/>
          <p:cNvSpPr/>
          <p:nvPr/>
        </p:nvSpPr>
        <p:spPr>
          <a:xfrm>
            <a:off x="9080500" y="1016000"/>
            <a:ext cx="3048000" cy="1460500"/>
          </a:xfrm>
          <a:prstGeom prst="cloudCallout">
            <a:avLst/>
          </a:prstGeom>
          <a:solidFill>
            <a:srgbClr val="FFFFFF"/>
          </a:solidFill>
          <a:ln w="50800">
            <a:solidFill>
              <a:srgbClr val="2FB57A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2500" b="1" lang="en-US">
                <a:solidFill>
                  <a:srgbClr val="2FB57A"/>
                </a:solidFill>
                <a:latin typeface="Arial"/>
                <a:cs typeface="Arial"/>
              </a:rPr>
              <a:t>Great job!</a:t>
            </a:r>
          </a:p>
        </p:txBody>
      </p:sp>
      <p:sp>
        <p:nvSpPr>
          <p:cNvPr id="19" name="Next button">
            <a:hlinkClick action="ppaction://hlinksldjump" r:id="rId3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Next arrow">
            <a:hlinkClick action="ppaction://hlinksldjump" r:id="rId3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1" name="sound anchor" descr="sound anchor (invisible)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700" y="12700"/>
            <a:ext cx="25400" cy="25400"/>
          </a:xfrm>
          <a:prstGeom prst="rect">
            <a:avLst/>
          </a:prstGeom>
        </p:spPr>
      </p:pic>
    </p:spTree>
  </p:cSld>
  <p:clrMapOvr>
    <a:masterClrMapping/>
  </p:clrMapOvr>
  <p:transition advClick="0">
    <p:sndAc>
      <p:stSnd>
        <p:snd r:embed="rId4" name="bonk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9" dur="85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2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1" dur="970" fill="hold" repeatCount="indefinite" autoRev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4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3" dur="1330" fill="hold" repeatCount="indefinite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6" presetID="0" presetClass="path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5" dur="1450" fill="hold" repeatCount="indefinite" autoRev="1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1" presetID="53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8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0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100000">
                                        <p:cTn id="2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6" name="cheer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Open a gift and read it!"/>
          <p:cNvSpPr/>
          <p:nvPr/>
        </p:nvSpPr>
        <p:spPr>
          <a:xfrm>
            <a:off x="2730500" y="190500"/>
            <a:ext cx="673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300" b="1" lang="en-US">
                <a:solidFill>
                  <a:srgbClr val="2E2640"/>
                </a:solidFill>
                <a:latin typeface="Arial"/>
                <a:cs typeface="Arial"/>
              </a:rPr>
              <a:t>Open a gift and read it!</a:t>
            </a:r>
          </a:p>
        </p:txBody>
      </p:sp>
      <p:pic>
        <p:nvPicPr>
          <p:cNvPr id="5" name="Gift box 1" descr="Gift box 1">
            <a:hlinkClick action="ppaction://hlinksldjump" r:id="rId11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2500" y="2317750"/>
            <a:ext cx="2286000" cy="1333500"/>
          </a:xfrm>
          <a:prstGeom prst="rect">
            <a:avLst/>
          </a:prstGeom>
        </p:spPr>
      </p:pic>
      <p:pic>
        <p:nvPicPr>
          <p:cNvPr id="6" name="Gift lid 1" descr="Gift lid 1">
            <a:hlinkClick action="ppaction://hlinksldjump" r:id="rId11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7250" y="1682750"/>
            <a:ext cx="2476500" cy="1238250"/>
          </a:xfrm>
          <a:prstGeom prst="rect">
            <a:avLst/>
          </a:prstGeom>
        </p:spPr>
      </p:pic>
      <p:pic>
        <p:nvPicPr>
          <p:cNvPr id="7" name="Gift box 2" descr="Gift box 2">
            <a:hlinkClick action="ppaction://hlinksldjump" r:id="rId12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19500" y="2317750"/>
            <a:ext cx="2286000" cy="1333500"/>
          </a:xfrm>
          <a:prstGeom prst="rect">
            <a:avLst/>
          </a:prstGeom>
        </p:spPr>
      </p:pic>
      <p:pic>
        <p:nvPicPr>
          <p:cNvPr id="8" name="Gift lid 2" descr="Gift lid 2">
            <a:hlinkClick action="ppaction://hlinksldjump" r:id="rId12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24250" y="1682750"/>
            <a:ext cx="2476500" cy="1238250"/>
          </a:xfrm>
          <a:prstGeom prst="rect">
            <a:avLst/>
          </a:prstGeom>
        </p:spPr>
      </p:pic>
      <p:pic>
        <p:nvPicPr>
          <p:cNvPr id="9" name="Gift box 3" descr="Gift box 3">
            <a:hlinkClick action="ppaction://hlinksldjump" r:id="rId13"/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86500" y="2317750"/>
            <a:ext cx="2286000" cy="1333500"/>
          </a:xfrm>
          <a:prstGeom prst="rect">
            <a:avLst/>
          </a:prstGeom>
        </p:spPr>
      </p:pic>
      <p:pic>
        <p:nvPicPr>
          <p:cNvPr id="10" name="Gift lid 3" descr="Gift lid 3">
            <a:hlinkClick action="ppaction://hlinksldjump" r:id="rId13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91250" y="1682750"/>
            <a:ext cx="2476500" cy="1238250"/>
          </a:xfrm>
          <a:prstGeom prst="rect">
            <a:avLst/>
          </a:prstGeom>
        </p:spPr>
      </p:pic>
      <p:pic>
        <p:nvPicPr>
          <p:cNvPr id="11" name="Gift box 4" descr="Gift box 4">
            <a:hlinkClick action="ppaction://hlinksldjump" r:id="rId14"/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953500" y="2317750"/>
            <a:ext cx="2286000" cy="1333500"/>
          </a:xfrm>
          <a:prstGeom prst="rect">
            <a:avLst/>
          </a:prstGeom>
        </p:spPr>
      </p:pic>
      <p:pic>
        <p:nvPicPr>
          <p:cNvPr id="12" name="Gift lid 4" descr="Gift lid 4">
            <a:hlinkClick action="ppaction://hlinksldjump" r:id="rId14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858250" y="1682750"/>
            <a:ext cx="2476500" cy="1238250"/>
          </a:xfrm>
          <a:prstGeom prst="rect">
            <a:avLst/>
          </a:prstGeom>
        </p:spPr>
      </p:pic>
      <p:pic>
        <p:nvPicPr>
          <p:cNvPr id="13" name="Gift box 5" descr="Gift box 5">
            <a:hlinkClick action="ppaction://hlinksldjump" r:id="rId15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2500" y="4730750"/>
            <a:ext cx="2286000" cy="1333500"/>
          </a:xfrm>
          <a:prstGeom prst="rect">
            <a:avLst/>
          </a:prstGeom>
        </p:spPr>
      </p:pic>
      <p:pic>
        <p:nvPicPr>
          <p:cNvPr id="14" name="Gift lid 5" descr="Gift lid 5">
            <a:hlinkClick action="ppaction://hlinksldjump" r:id="rId1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7250" y="4095750"/>
            <a:ext cx="2476500" cy="1238250"/>
          </a:xfrm>
          <a:prstGeom prst="rect">
            <a:avLst/>
          </a:prstGeom>
        </p:spPr>
      </p:pic>
      <p:pic>
        <p:nvPicPr>
          <p:cNvPr id="15" name="Gift box 6" descr="Gift box 6">
            <a:hlinkClick action="ppaction://hlinksldjump" r:id="rId16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19500" y="4730750"/>
            <a:ext cx="2286000" cy="1333500"/>
          </a:xfrm>
          <a:prstGeom prst="rect">
            <a:avLst/>
          </a:prstGeom>
        </p:spPr>
      </p:pic>
      <p:pic>
        <p:nvPicPr>
          <p:cNvPr id="16" name="Gift lid 6" descr="Gift lid 6">
            <a:hlinkClick action="ppaction://hlinksldjump" r:id="rId16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24250" y="4095750"/>
            <a:ext cx="2476500" cy="1238250"/>
          </a:xfrm>
          <a:prstGeom prst="rect">
            <a:avLst/>
          </a:prstGeom>
        </p:spPr>
      </p:pic>
      <p:pic>
        <p:nvPicPr>
          <p:cNvPr id="17" name="Gift box 7" descr="Gift box 7">
            <a:hlinkClick action="ppaction://hlinksldjump" r:id="rId17"/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86500" y="4730750"/>
            <a:ext cx="2286000" cy="1333500"/>
          </a:xfrm>
          <a:prstGeom prst="rect">
            <a:avLst/>
          </a:prstGeom>
        </p:spPr>
      </p:pic>
      <p:pic>
        <p:nvPicPr>
          <p:cNvPr id="18" name="Gift lid 7" descr="Gift lid 7">
            <a:hlinkClick action="ppaction://hlinksldjump" r:id="rId17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91250" y="4095750"/>
            <a:ext cx="2476500" cy="1238250"/>
          </a:xfrm>
          <a:prstGeom prst="rect">
            <a:avLst/>
          </a:prstGeom>
        </p:spPr>
      </p:pic>
      <p:pic>
        <p:nvPicPr>
          <p:cNvPr id="19" name="Gift box 8" descr="Gift box 8">
            <a:hlinkClick action="ppaction://hlinksldjump" r:id="rId18"/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953500" y="4730750"/>
            <a:ext cx="2286000" cy="1333500"/>
          </a:xfrm>
          <a:prstGeom prst="rect">
            <a:avLst/>
          </a:prstGeom>
        </p:spPr>
      </p:pic>
      <p:pic>
        <p:nvPicPr>
          <p:cNvPr id="20" name="Gift lid 8" descr="Gift lid 8">
            <a:hlinkClick action="ppaction://hlinksldjump" r:id="rId18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858250" y="4095750"/>
            <a:ext cx="2476500" cy="1238250"/>
          </a:xfrm>
          <a:prstGeom prst="rect">
            <a:avLst/>
          </a:prstGeom>
        </p:spPr>
      </p:pic>
      <p:sp>
        <p:nvSpPr>
          <p:cNvPr id="21" name="Next button">
            <a:hlinkClick action="ppaction://hlinksldjump" r:id="rId19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Next arrow">
            <a:hlinkClick action="ppaction://hlinksldjump" r:id="rId19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 spd="med">
    <p:fade/>
  </p:transition>
</p:sld>
</file>

<file path=ppt/slides/slide291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Read it!"/>
          <p:cNvSpPr/>
          <p:nvPr/>
        </p:nvSpPr>
        <p:spPr>
          <a:xfrm>
            <a:off x="2730500" y="190500"/>
            <a:ext cx="673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600" b="1" lang="en-US">
                <a:solidFill>
                  <a:srgbClr val="2E2640"/>
                </a:solidFill>
                <a:latin typeface="Arial"/>
                <a:cs typeface="Arial"/>
              </a:rPr>
              <a:t>Read it!</a:t>
            </a:r>
          </a:p>
        </p:txBody>
      </p:sp>
      <p:pic>
        <p:nvPicPr>
          <p:cNvPr id="5" name="Open gift box" descr="Open gift box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1500" y="4445000"/>
            <a:ext cx="3429000" cy="2000250"/>
          </a:xfrm>
          <a:prstGeom prst="rect">
            <a:avLst/>
          </a:prstGeom>
        </p:spPr>
      </p:pic>
      <p:pic>
        <p:nvPicPr>
          <p:cNvPr id="6" name="Gift lid" descr="Gift lid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500000">
            <a:off x="7937500" y="4064000"/>
            <a:ext cx="2476500" cy="1238250"/>
          </a:xfrm>
          <a:prstGeom prst="rect">
            <a:avLst/>
          </a:prstGeom>
        </p:spPr>
      </p:pic>
      <p:sp>
        <p:nvSpPr>
          <p:cNvPr id="7" name="Card صِ" descr="صِ"/>
          <p:cNvSpPr/>
          <p:nvPr/>
        </p:nvSpPr>
        <p:spPr>
          <a:xfrm>
            <a:off x="3556000" y="1397000"/>
            <a:ext cx="5080000" cy="27940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B8A1FF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15000" b="1" lang="ar-SA">
                <a:solidFill>
                  <a:srgbClr val="2E2640"/>
                </a:solidFill>
                <a:latin typeface="Arial"/>
                <a:cs typeface="Arial"/>
              </a:rPr>
              <a:t>صِ</a:t>
            </a:r>
          </a:p>
        </p:txBody>
      </p:sp>
      <p:sp>
        <p:nvSpPr>
          <p:cNvPr id="8" name="Back to the gifts" descr="◀  Back to the gifts">
            <a:hlinkClick action="ppaction://hlinksldjump" r:id="rId5"/>
          </p:cNvPr>
          <p:cNvSpPr/>
          <p:nvPr/>
        </p:nvSpPr>
        <p:spPr>
          <a:xfrm>
            <a:off x="381000" y="5715000"/>
            <a:ext cx="2667000" cy="762000"/>
          </a:xfrm>
          <a:prstGeom prst="roundRect">
            <a:avLst>
              <a:gd name="adj" fmla="val 30000"/>
            </a:avLst>
          </a:prstGeom>
          <a:solidFill>
            <a:srgbClr val="8A6CF0"/>
          </a:solidFill>
          <a:ln w="635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1500" b="1" lang="en-US">
                <a:solidFill>
                  <a:srgbClr val="FFFFFF"/>
                </a:solidFill>
                <a:latin typeface="Arial"/>
                <a:cs typeface="Arial"/>
              </a:rPr>
              <a:t>◀  Back to the gifts</a:t>
            </a:r>
          </a:p>
        </p:txBody>
      </p:sp>
      <p:sp>
        <p:nvSpPr>
          <p:cNvPr id="9" name="Next button">
            <a:hlinkClick action="ppaction://hlinksldjump" r:id="rId6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Next arrow">
            <a:hlinkClick action="ppaction://hlinksldjump" r:id="rId6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7" name="tad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53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2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Read it!"/>
          <p:cNvSpPr/>
          <p:nvPr/>
        </p:nvSpPr>
        <p:spPr>
          <a:xfrm>
            <a:off x="2730500" y="190500"/>
            <a:ext cx="673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600" b="1" lang="en-US">
                <a:solidFill>
                  <a:srgbClr val="2E2640"/>
                </a:solidFill>
                <a:latin typeface="Arial"/>
                <a:cs typeface="Arial"/>
              </a:rPr>
              <a:t>Read it!</a:t>
            </a:r>
          </a:p>
        </p:txBody>
      </p:sp>
      <p:pic>
        <p:nvPicPr>
          <p:cNvPr id="5" name="Open gift box" descr="Open gift box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1500" y="4445000"/>
            <a:ext cx="3429000" cy="2000250"/>
          </a:xfrm>
          <a:prstGeom prst="rect">
            <a:avLst/>
          </a:prstGeom>
        </p:spPr>
      </p:pic>
      <p:pic>
        <p:nvPicPr>
          <p:cNvPr id="6" name="Gift lid" descr="Gift lid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500000">
            <a:off x="7937500" y="4064000"/>
            <a:ext cx="2476500" cy="1238250"/>
          </a:xfrm>
          <a:prstGeom prst="rect">
            <a:avLst/>
          </a:prstGeom>
        </p:spPr>
      </p:pic>
      <p:sp>
        <p:nvSpPr>
          <p:cNvPr id="7" name="Card سِ" descr="سِ"/>
          <p:cNvSpPr/>
          <p:nvPr/>
        </p:nvSpPr>
        <p:spPr>
          <a:xfrm>
            <a:off x="3556000" y="1397000"/>
            <a:ext cx="5080000" cy="27940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B8A1FF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15000" b="1" lang="ar-SA">
                <a:solidFill>
                  <a:srgbClr val="2E2640"/>
                </a:solidFill>
                <a:latin typeface="Arial"/>
                <a:cs typeface="Arial"/>
              </a:rPr>
              <a:t>سِ</a:t>
            </a:r>
          </a:p>
        </p:txBody>
      </p:sp>
      <p:sp>
        <p:nvSpPr>
          <p:cNvPr id="8" name="Back to the gifts" descr="◀  Back to the gifts">
            <a:hlinkClick action="ppaction://hlinksldjump" r:id="rId5"/>
          </p:cNvPr>
          <p:cNvSpPr/>
          <p:nvPr/>
        </p:nvSpPr>
        <p:spPr>
          <a:xfrm>
            <a:off x="381000" y="5715000"/>
            <a:ext cx="2667000" cy="762000"/>
          </a:xfrm>
          <a:prstGeom prst="roundRect">
            <a:avLst>
              <a:gd name="adj" fmla="val 30000"/>
            </a:avLst>
          </a:prstGeom>
          <a:solidFill>
            <a:srgbClr val="8A6CF0"/>
          </a:solidFill>
          <a:ln w="635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1500" b="1" lang="en-US">
                <a:solidFill>
                  <a:srgbClr val="FFFFFF"/>
                </a:solidFill>
                <a:latin typeface="Arial"/>
                <a:cs typeface="Arial"/>
              </a:rPr>
              <a:t>◀  Back to the gifts</a:t>
            </a:r>
          </a:p>
        </p:txBody>
      </p:sp>
      <p:sp>
        <p:nvSpPr>
          <p:cNvPr id="9" name="Next button">
            <a:hlinkClick action="ppaction://hlinksldjump" r:id="rId6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Next arrow">
            <a:hlinkClick action="ppaction://hlinksldjump" r:id="rId6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7" name="tad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53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3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Read it!"/>
          <p:cNvSpPr/>
          <p:nvPr/>
        </p:nvSpPr>
        <p:spPr>
          <a:xfrm>
            <a:off x="2730500" y="190500"/>
            <a:ext cx="673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600" b="1" lang="en-US">
                <a:solidFill>
                  <a:srgbClr val="2E2640"/>
                </a:solidFill>
                <a:latin typeface="Arial"/>
                <a:cs typeface="Arial"/>
              </a:rPr>
              <a:t>Read it!</a:t>
            </a:r>
          </a:p>
        </p:txBody>
      </p:sp>
      <p:pic>
        <p:nvPicPr>
          <p:cNvPr id="5" name="Open gift box" descr="Open gift box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1500" y="4445000"/>
            <a:ext cx="3429000" cy="2000250"/>
          </a:xfrm>
          <a:prstGeom prst="rect">
            <a:avLst/>
          </a:prstGeom>
        </p:spPr>
      </p:pic>
      <p:pic>
        <p:nvPicPr>
          <p:cNvPr id="6" name="Gift lid" descr="Gift lid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500000">
            <a:off x="7937500" y="4064000"/>
            <a:ext cx="2476500" cy="1238250"/>
          </a:xfrm>
          <a:prstGeom prst="rect">
            <a:avLst/>
          </a:prstGeom>
        </p:spPr>
      </p:pic>
      <p:sp>
        <p:nvSpPr>
          <p:cNvPr id="7" name="Card سِشِ" descr="سِشِ"/>
          <p:cNvSpPr/>
          <p:nvPr/>
        </p:nvSpPr>
        <p:spPr>
          <a:xfrm>
            <a:off x="3556000" y="1397000"/>
            <a:ext cx="5080000" cy="27940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B8A1FF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15000" b="1" lang="ar-SA">
                <a:solidFill>
                  <a:srgbClr val="2E2640"/>
                </a:solidFill>
                <a:latin typeface="Arial"/>
                <a:cs typeface="Arial"/>
              </a:rPr>
              <a:t>سِشِ</a:t>
            </a:r>
          </a:p>
        </p:txBody>
      </p:sp>
      <p:sp>
        <p:nvSpPr>
          <p:cNvPr id="8" name="Back to the gifts" descr="◀  Back to the gifts">
            <a:hlinkClick action="ppaction://hlinksldjump" r:id="rId5"/>
          </p:cNvPr>
          <p:cNvSpPr/>
          <p:nvPr/>
        </p:nvSpPr>
        <p:spPr>
          <a:xfrm>
            <a:off x="381000" y="5715000"/>
            <a:ext cx="2667000" cy="762000"/>
          </a:xfrm>
          <a:prstGeom prst="roundRect">
            <a:avLst>
              <a:gd name="adj" fmla="val 30000"/>
            </a:avLst>
          </a:prstGeom>
          <a:solidFill>
            <a:srgbClr val="8A6CF0"/>
          </a:solidFill>
          <a:ln w="635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1500" b="1" lang="en-US">
                <a:solidFill>
                  <a:srgbClr val="FFFFFF"/>
                </a:solidFill>
                <a:latin typeface="Arial"/>
                <a:cs typeface="Arial"/>
              </a:rPr>
              <a:t>◀  Back to the gifts</a:t>
            </a:r>
          </a:p>
        </p:txBody>
      </p:sp>
      <p:sp>
        <p:nvSpPr>
          <p:cNvPr id="9" name="Next button">
            <a:hlinkClick action="ppaction://hlinksldjump" r:id="rId6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Next arrow">
            <a:hlinkClick action="ppaction://hlinksldjump" r:id="rId6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7" name="tad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53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4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Read it!"/>
          <p:cNvSpPr/>
          <p:nvPr/>
        </p:nvSpPr>
        <p:spPr>
          <a:xfrm>
            <a:off x="2730500" y="190500"/>
            <a:ext cx="673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600" b="1" lang="en-US">
                <a:solidFill>
                  <a:srgbClr val="2E2640"/>
                </a:solidFill>
                <a:latin typeface="Arial"/>
                <a:cs typeface="Arial"/>
              </a:rPr>
              <a:t>Read it!</a:t>
            </a:r>
          </a:p>
        </p:txBody>
      </p:sp>
      <p:pic>
        <p:nvPicPr>
          <p:cNvPr id="5" name="Open gift box" descr="Open gift box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1500" y="4445000"/>
            <a:ext cx="3429000" cy="2000250"/>
          </a:xfrm>
          <a:prstGeom prst="rect">
            <a:avLst/>
          </a:prstGeom>
        </p:spPr>
      </p:pic>
      <p:pic>
        <p:nvPicPr>
          <p:cNvPr id="6" name="Gift lid" descr="Gift lid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500000">
            <a:off x="7937500" y="4064000"/>
            <a:ext cx="2476500" cy="1238250"/>
          </a:xfrm>
          <a:prstGeom prst="rect">
            <a:avLst/>
          </a:prstGeom>
        </p:spPr>
      </p:pic>
      <p:sp>
        <p:nvSpPr>
          <p:cNvPr id="7" name="Card زِسِ" descr="زِسِ"/>
          <p:cNvSpPr/>
          <p:nvPr/>
        </p:nvSpPr>
        <p:spPr>
          <a:xfrm>
            <a:off x="3556000" y="1397000"/>
            <a:ext cx="5080000" cy="27940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B8A1FF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15000" b="1" lang="ar-SA">
                <a:solidFill>
                  <a:srgbClr val="2E2640"/>
                </a:solidFill>
                <a:latin typeface="Arial"/>
                <a:cs typeface="Arial"/>
              </a:rPr>
              <a:t>زِسِ</a:t>
            </a:r>
          </a:p>
        </p:txBody>
      </p:sp>
      <p:sp>
        <p:nvSpPr>
          <p:cNvPr id="8" name="Back to the gifts" descr="◀  Back to the gifts">
            <a:hlinkClick action="ppaction://hlinksldjump" r:id="rId5"/>
          </p:cNvPr>
          <p:cNvSpPr/>
          <p:nvPr/>
        </p:nvSpPr>
        <p:spPr>
          <a:xfrm>
            <a:off x="381000" y="5715000"/>
            <a:ext cx="2667000" cy="762000"/>
          </a:xfrm>
          <a:prstGeom prst="roundRect">
            <a:avLst>
              <a:gd name="adj" fmla="val 30000"/>
            </a:avLst>
          </a:prstGeom>
          <a:solidFill>
            <a:srgbClr val="8A6CF0"/>
          </a:solidFill>
          <a:ln w="635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1500" b="1" lang="en-US">
                <a:solidFill>
                  <a:srgbClr val="FFFFFF"/>
                </a:solidFill>
                <a:latin typeface="Arial"/>
                <a:cs typeface="Arial"/>
              </a:rPr>
              <a:t>◀  Back to the gifts</a:t>
            </a:r>
          </a:p>
        </p:txBody>
      </p:sp>
      <p:sp>
        <p:nvSpPr>
          <p:cNvPr id="9" name="Next button">
            <a:hlinkClick action="ppaction://hlinksldjump" r:id="rId6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Next arrow">
            <a:hlinkClick action="ppaction://hlinksldjump" r:id="rId6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7" name="tad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53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5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Read it!"/>
          <p:cNvSpPr/>
          <p:nvPr/>
        </p:nvSpPr>
        <p:spPr>
          <a:xfrm>
            <a:off x="2730500" y="190500"/>
            <a:ext cx="673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600" b="1" lang="en-US">
                <a:solidFill>
                  <a:srgbClr val="2E2640"/>
                </a:solidFill>
                <a:latin typeface="Arial"/>
                <a:cs typeface="Arial"/>
              </a:rPr>
              <a:t>Read it!</a:t>
            </a:r>
          </a:p>
        </p:txBody>
      </p:sp>
      <p:pic>
        <p:nvPicPr>
          <p:cNvPr id="5" name="Open gift box" descr="Open gift box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1500" y="4445000"/>
            <a:ext cx="3429000" cy="2000250"/>
          </a:xfrm>
          <a:prstGeom prst="rect">
            <a:avLst/>
          </a:prstGeom>
        </p:spPr>
      </p:pic>
      <p:pic>
        <p:nvPicPr>
          <p:cNvPr id="6" name="Gift lid" descr="Gift lid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500000">
            <a:off x="7937500" y="4064000"/>
            <a:ext cx="2476500" cy="1238250"/>
          </a:xfrm>
          <a:prstGeom prst="rect">
            <a:avLst/>
          </a:prstGeom>
        </p:spPr>
      </p:pic>
      <p:sp>
        <p:nvSpPr>
          <p:cNvPr id="7" name="Card صِفِ" descr="صِفِ"/>
          <p:cNvSpPr/>
          <p:nvPr/>
        </p:nvSpPr>
        <p:spPr>
          <a:xfrm>
            <a:off x="3556000" y="1397000"/>
            <a:ext cx="5080000" cy="27940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B8A1FF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15000" b="1" lang="ar-SA">
                <a:solidFill>
                  <a:srgbClr val="2E2640"/>
                </a:solidFill>
                <a:latin typeface="Arial"/>
                <a:cs typeface="Arial"/>
              </a:rPr>
              <a:t>صِفِ</a:t>
            </a:r>
          </a:p>
        </p:txBody>
      </p:sp>
      <p:sp>
        <p:nvSpPr>
          <p:cNvPr id="8" name="Back to the gifts" descr="◀  Back to the gifts">
            <a:hlinkClick action="ppaction://hlinksldjump" r:id="rId5"/>
          </p:cNvPr>
          <p:cNvSpPr/>
          <p:nvPr/>
        </p:nvSpPr>
        <p:spPr>
          <a:xfrm>
            <a:off x="381000" y="5715000"/>
            <a:ext cx="2667000" cy="762000"/>
          </a:xfrm>
          <a:prstGeom prst="roundRect">
            <a:avLst>
              <a:gd name="adj" fmla="val 30000"/>
            </a:avLst>
          </a:prstGeom>
          <a:solidFill>
            <a:srgbClr val="8A6CF0"/>
          </a:solidFill>
          <a:ln w="635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1500" b="1" lang="en-US">
                <a:solidFill>
                  <a:srgbClr val="FFFFFF"/>
                </a:solidFill>
                <a:latin typeface="Arial"/>
                <a:cs typeface="Arial"/>
              </a:rPr>
              <a:t>◀  Back to the gifts</a:t>
            </a:r>
          </a:p>
        </p:txBody>
      </p:sp>
      <p:sp>
        <p:nvSpPr>
          <p:cNvPr id="9" name="Next button">
            <a:hlinkClick action="ppaction://hlinksldjump" r:id="rId6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Next arrow">
            <a:hlinkClick action="ppaction://hlinksldjump" r:id="rId6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7" name="tad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53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6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Read it!"/>
          <p:cNvSpPr/>
          <p:nvPr/>
        </p:nvSpPr>
        <p:spPr>
          <a:xfrm>
            <a:off x="2730500" y="190500"/>
            <a:ext cx="673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600" b="1" lang="en-US">
                <a:solidFill>
                  <a:srgbClr val="2E2640"/>
                </a:solidFill>
                <a:latin typeface="Arial"/>
                <a:cs typeface="Arial"/>
              </a:rPr>
              <a:t>Read it!</a:t>
            </a:r>
          </a:p>
        </p:txBody>
      </p:sp>
      <p:pic>
        <p:nvPicPr>
          <p:cNvPr id="5" name="Open gift box" descr="Open gift box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1500" y="4445000"/>
            <a:ext cx="3429000" cy="2000250"/>
          </a:xfrm>
          <a:prstGeom prst="rect">
            <a:avLst/>
          </a:prstGeom>
        </p:spPr>
      </p:pic>
      <p:pic>
        <p:nvPicPr>
          <p:cNvPr id="6" name="Gift lid" descr="Gift lid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500000">
            <a:off x="7937500" y="4064000"/>
            <a:ext cx="2476500" cy="1238250"/>
          </a:xfrm>
          <a:prstGeom prst="rect">
            <a:avLst/>
          </a:prstGeom>
        </p:spPr>
      </p:pic>
      <p:sp>
        <p:nvSpPr>
          <p:cNvPr id="7" name="Card زِ" descr="زِ"/>
          <p:cNvSpPr/>
          <p:nvPr/>
        </p:nvSpPr>
        <p:spPr>
          <a:xfrm>
            <a:off x="3556000" y="1397000"/>
            <a:ext cx="5080000" cy="27940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B8A1FF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15000" b="1" lang="ar-SA">
                <a:solidFill>
                  <a:srgbClr val="2E2640"/>
                </a:solidFill>
                <a:latin typeface="Arial"/>
                <a:cs typeface="Arial"/>
              </a:rPr>
              <a:t>زِ</a:t>
            </a:r>
          </a:p>
        </p:txBody>
      </p:sp>
      <p:sp>
        <p:nvSpPr>
          <p:cNvPr id="8" name="Back to the gifts" descr="◀  Back to the gifts">
            <a:hlinkClick action="ppaction://hlinksldjump" r:id="rId5"/>
          </p:cNvPr>
          <p:cNvSpPr/>
          <p:nvPr/>
        </p:nvSpPr>
        <p:spPr>
          <a:xfrm>
            <a:off x="381000" y="5715000"/>
            <a:ext cx="2667000" cy="762000"/>
          </a:xfrm>
          <a:prstGeom prst="roundRect">
            <a:avLst>
              <a:gd name="adj" fmla="val 30000"/>
            </a:avLst>
          </a:prstGeom>
          <a:solidFill>
            <a:srgbClr val="8A6CF0"/>
          </a:solidFill>
          <a:ln w="635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1500" b="1" lang="en-US">
                <a:solidFill>
                  <a:srgbClr val="FFFFFF"/>
                </a:solidFill>
                <a:latin typeface="Arial"/>
                <a:cs typeface="Arial"/>
              </a:rPr>
              <a:t>◀  Back to the gifts</a:t>
            </a:r>
          </a:p>
        </p:txBody>
      </p:sp>
      <p:sp>
        <p:nvSpPr>
          <p:cNvPr id="9" name="Next button">
            <a:hlinkClick action="ppaction://hlinksldjump" r:id="rId6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Next arrow">
            <a:hlinkClick action="ppaction://hlinksldjump" r:id="rId6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7" name="tad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53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7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Read it!"/>
          <p:cNvSpPr/>
          <p:nvPr/>
        </p:nvSpPr>
        <p:spPr>
          <a:xfrm>
            <a:off x="2730500" y="190500"/>
            <a:ext cx="673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600" b="1" lang="en-US">
                <a:solidFill>
                  <a:srgbClr val="2E2640"/>
                </a:solidFill>
                <a:latin typeface="Arial"/>
                <a:cs typeface="Arial"/>
              </a:rPr>
              <a:t>Read it!</a:t>
            </a:r>
          </a:p>
        </p:txBody>
      </p:sp>
      <p:pic>
        <p:nvPicPr>
          <p:cNvPr id="5" name="Open gift box" descr="Open gift box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1500" y="4445000"/>
            <a:ext cx="3429000" cy="2000250"/>
          </a:xfrm>
          <a:prstGeom prst="rect">
            <a:avLst/>
          </a:prstGeom>
        </p:spPr>
      </p:pic>
      <p:pic>
        <p:nvPicPr>
          <p:cNvPr id="6" name="Gift lid" descr="Gift lid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500000">
            <a:off x="7937500" y="4064000"/>
            <a:ext cx="2476500" cy="1238250"/>
          </a:xfrm>
          <a:prstGeom prst="rect">
            <a:avLst/>
          </a:prstGeom>
        </p:spPr>
      </p:pic>
      <p:sp>
        <p:nvSpPr>
          <p:cNvPr id="7" name="Card شِزِ" descr="شِزِ"/>
          <p:cNvSpPr/>
          <p:nvPr/>
        </p:nvSpPr>
        <p:spPr>
          <a:xfrm>
            <a:off x="3556000" y="1397000"/>
            <a:ext cx="5080000" cy="27940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B8A1FF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15000" b="1" lang="ar-SA">
                <a:solidFill>
                  <a:srgbClr val="2E2640"/>
                </a:solidFill>
                <a:latin typeface="Arial"/>
                <a:cs typeface="Arial"/>
              </a:rPr>
              <a:t>شِزِ</a:t>
            </a:r>
          </a:p>
        </p:txBody>
      </p:sp>
      <p:sp>
        <p:nvSpPr>
          <p:cNvPr id="8" name="Back to the gifts" descr="◀  Back to the gifts">
            <a:hlinkClick action="ppaction://hlinksldjump" r:id="rId5"/>
          </p:cNvPr>
          <p:cNvSpPr/>
          <p:nvPr/>
        </p:nvSpPr>
        <p:spPr>
          <a:xfrm>
            <a:off x="381000" y="5715000"/>
            <a:ext cx="2667000" cy="762000"/>
          </a:xfrm>
          <a:prstGeom prst="roundRect">
            <a:avLst>
              <a:gd name="adj" fmla="val 30000"/>
            </a:avLst>
          </a:prstGeom>
          <a:solidFill>
            <a:srgbClr val="8A6CF0"/>
          </a:solidFill>
          <a:ln w="635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1500" b="1" lang="en-US">
                <a:solidFill>
                  <a:srgbClr val="FFFFFF"/>
                </a:solidFill>
                <a:latin typeface="Arial"/>
                <a:cs typeface="Arial"/>
              </a:rPr>
              <a:t>◀  Back to the gifts</a:t>
            </a:r>
          </a:p>
        </p:txBody>
      </p:sp>
      <p:sp>
        <p:nvSpPr>
          <p:cNvPr id="9" name="Next button">
            <a:hlinkClick action="ppaction://hlinksldjump" r:id="rId6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Next arrow">
            <a:hlinkClick action="ppaction://hlinksldjump" r:id="rId6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7" name="tad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53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8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Read it!"/>
          <p:cNvSpPr/>
          <p:nvPr/>
        </p:nvSpPr>
        <p:spPr>
          <a:xfrm>
            <a:off x="2730500" y="190500"/>
            <a:ext cx="673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600" b="1" lang="en-US">
                <a:solidFill>
                  <a:srgbClr val="2E2640"/>
                </a:solidFill>
                <a:latin typeface="Arial"/>
                <a:cs typeface="Arial"/>
              </a:rPr>
              <a:t>Read it!</a:t>
            </a:r>
          </a:p>
        </p:txBody>
      </p:sp>
      <p:pic>
        <p:nvPicPr>
          <p:cNvPr id="5" name="Open gift box" descr="Open gift box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1500" y="4445000"/>
            <a:ext cx="3429000" cy="2000250"/>
          </a:xfrm>
          <a:prstGeom prst="rect">
            <a:avLst/>
          </a:prstGeom>
        </p:spPr>
      </p:pic>
      <p:pic>
        <p:nvPicPr>
          <p:cNvPr id="6" name="Gift lid" descr="Gift lid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500000">
            <a:off x="7937500" y="4064000"/>
            <a:ext cx="2476500" cy="1238250"/>
          </a:xfrm>
          <a:prstGeom prst="rect">
            <a:avLst/>
          </a:prstGeom>
        </p:spPr>
      </p:pic>
      <p:sp>
        <p:nvSpPr>
          <p:cNvPr id="7" name="Card شِ" descr="شِ"/>
          <p:cNvSpPr/>
          <p:nvPr/>
        </p:nvSpPr>
        <p:spPr>
          <a:xfrm>
            <a:off x="3556000" y="1397000"/>
            <a:ext cx="5080000" cy="27940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B8A1FF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15000" b="1" lang="ar-SA">
                <a:solidFill>
                  <a:srgbClr val="2E2640"/>
                </a:solidFill>
                <a:latin typeface="Arial"/>
                <a:cs typeface="Arial"/>
              </a:rPr>
              <a:t>شِ</a:t>
            </a:r>
          </a:p>
        </p:txBody>
      </p:sp>
      <p:sp>
        <p:nvSpPr>
          <p:cNvPr id="8" name="Back to the gifts" descr="◀  Back to the gifts">
            <a:hlinkClick action="ppaction://hlinksldjump" r:id="rId5"/>
          </p:cNvPr>
          <p:cNvSpPr/>
          <p:nvPr/>
        </p:nvSpPr>
        <p:spPr>
          <a:xfrm>
            <a:off x="381000" y="5715000"/>
            <a:ext cx="2667000" cy="762000"/>
          </a:xfrm>
          <a:prstGeom prst="roundRect">
            <a:avLst>
              <a:gd name="adj" fmla="val 30000"/>
            </a:avLst>
          </a:prstGeom>
          <a:solidFill>
            <a:srgbClr val="8A6CF0"/>
          </a:solidFill>
          <a:ln w="635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1500" b="1" lang="en-US">
                <a:solidFill>
                  <a:srgbClr val="FFFFFF"/>
                </a:solidFill>
                <a:latin typeface="Arial"/>
                <a:cs typeface="Arial"/>
              </a:rPr>
              <a:t>◀  Back to the gifts</a:t>
            </a:r>
          </a:p>
        </p:txBody>
      </p:sp>
      <p:sp>
        <p:nvSpPr>
          <p:cNvPr id="9" name="Next button">
            <a:hlinkClick action="ppaction://hlinksldjump" r:id="rId6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Next arrow">
            <a:hlinkClick action="ppaction://hlinksldjump" r:id="rId6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7" name="tad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53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Pop every balloon with"/>
          <p:cNvSpPr/>
          <p:nvPr/>
        </p:nvSpPr>
        <p:spPr>
          <a:xfrm>
            <a:off x="2730500" y="190500"/>
            <a:ext cx="546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900" b="1" lang="en-US">
                <a:solidFill>
                  <a:srgbClr val="2E2640"/>
                </a:solidFill>
                <a:latin typeface="Arial"/>
                <a:cs typeface="Arial"/>
              </a:rPr>
              <a:t>Pop every balloon with</a:t>
            </a:r>
          </a:p>
        </p:txBody>
      </p:sp>
      <p:sp>
        <p:nvSpPr>
          <p:cNvPr id="5" name="Find ضِ" descr="ضِ"/>
          <p:cNvSpPr/>
          <p:nvPr/>
        </p:nvSpPr>
        <p:spPr>
          <a:xfrm>
            <a:off x="81915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ضِ</a:t>
            </a:r>
          </a:p>
        </p:txBody>
      </p:sp>
      <p:sp>
        <p:nvSpPr>
          <p:cNvPr id="6" name="Star place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Balloon 1" descr="Balloon 1">
            <a:hlinkClick action="ppaction://hlinksldjump" r:id="rId6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5500" y="1905000"/>
            <a:ext cx="1651000" cy="2857500"/>
          </a:xfrm>
          <a:prstGeom prst="rect">
            <a:avLst/>
          </a:prstGeom>
        </p:spPr>
      </p:pic>
      <p:sp>
        <p:nvSpPr>
          <p:cNvPr id="9" name="Balloon letter 1 ضِ" descr="ضِ">
            <a:hlinkClick action="ppaction://hlinksldjump" r:id="rId6"/>
          </p:cNvPr>
          <p:cNvSpPr/>
          <p:nvPr/>
        </p:nvSpPr>
        <p:spPr>
          <a:xfrm>
            <a:off x="952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ضِ</a:t>
            </a:r>
          </a:p>
        </p:txBody>
      </p:sp>
      <p:pic>
        <p:nvPicPr>
          <p:cNvPr id="10" name="Balloon 2" descr="Balloon 2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48000" y="2286000"/>
            <a:ext cx="1651000" cy="2857500"/>
          </a:xfrm>
          <a:prstGeom prst="rect">
            <a:avLst/>
          </a:prstGeom>
        </p:spPr>
      </p:pic>
      <p:sp>
        <p:nvSpPr>
          <p:cNvPr id="11" name="Balloon letter 2 مِ" descr="مِ">
            <a:hlinkClick action="ppaction://hlinksldjump" r:id="rId7"/>
          </p:cNvPr>
          <p:cNvSpPr/>
          <p:nvPr/>
        </p:nvSpPr>
        <p:spPr>
          <a:xfrm>
            <a:off x="3175000" y="2520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مِ</a:t>
            </a:r>
          </a:p>
        </p:txBody>
      </p:sp>
      <p:pic>
        <p:nvPicPr>
          <p:cNvPr id="12" name="Balloon 3" descr="Balloon 3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70500" y="1905000"/>
            <a:ext cx="1651000" cy="2857500"/>
          </a:xfrm>
          <a:prstGeom prst="rect">
            <a:avLst/>
          </a:prstGeom>
        </p:spPr>
      </p:pic>
      <p:sp>
        <p:nvSpPr>
          <p:cNvPr id="13" name="Balloon letter 3 هِ" descr="هِ">
            <a:hlinkClick action="ppaction://hlinksldjump" r:id="rId7"/>
          </p:cNvPr>
          <p:cNvSpPr/>
          <p:nvPr/>
        </p:nvSpPr>
        <p:spPr>
          <a:xfrm>
            <a:off x="5397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هِ</a:t>
            </a:r>
          </a:p>
        </p:txBody>
      </p:sp>
      <p:pic>
        <p:nvPicPr>
          <p:cNvPr id="14" name="Balloon 4" descr="Balloon 4">
            <a:hlinkClick action="ppaction://hlinksldjump" r:id="rId8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3000" y="2286000"/>
            <a:ext cx="1651000" cy="2857500"/>
          </a:xfrm>
          <a:prstGeom prst="rect">
            <a:avLst/>
          </a:prstGeom>
        </p:spPr>
      </p:pic>
      <p:sp>
        <p:nvSpPr>
          <p:cNvPr id="15" name="Balloon letter 4 ضِ" descr="ضِ">
            <a:hlinkClick action="ppaction://hlinksldjump" r:id="rId8"/>
          </p:cNvPr>
          <p:cNvSpPr/>
          <p:nvPr/>
        </p:nvSpPr>
        <p:spPr>
          <a:xfrm>
            <a:off x="7620000" y="2520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ضِ</a:t>
            </a:r>
          </a:p>
        </p:txBody>
      </p:sp>
      <p:pic>
        <p:nvPicPr>
          <p:cNvPr id="16" name="Balloon 5" descr="Balloon 5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15500" y="1905000"/>
            <a:ext cx="1651000" cy="2857500"/>
          </a:xfrm>
          <a:prstGeom prst="rect">
            <a:avLst/>
          </a:prstGeom>
        </p:spPr>
      </p:pic>
      <p:sp>
        <p:nvSpPr>
          <p:cNvPr id="17" name="Balloon letter 5 سِ" descr="سِ">
            <a:hlinkClick action="ppaction://hlinksldjump" r:id="rId7"/>
          </p:cNvPr>
          <p:cNvSpPr/>
          <p:nvPr/>
        </p:nvSpPr>
        <p:spPr>
          <a:xfrm>
            <a:off x="9842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سِ</a:t>
            </a:r>
          </a:p>
        </p:txBody>
      </p:sp>
      <p:sp>
        <p:nvSpPr>
          <p:cNvPr id="18" name="Next button">
            <a:hlinkClick action="ppaction://hlinksldjump" r:id="rId9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Next arrow">
            <a:hlinkClick action="ppaction://hlinksldjump" r:id="rId9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4" dur="1500" fill="hold" repeatCount="indefinite" autoRev="1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6" dur="150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8" dur="1670" fill="hold" repeatCount="indefinite" autoRev="1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0" dur="1670" fill="hold" repeatCount="indefinite" autoRev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2" dur="184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4" dur="1840" fill="hold" repeatCount="indefinite" autoRev="1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7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6" dur="2010" fill="hold" repeatCount="indefinite" autoRev="1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9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8" dur="2010" fill="hold" repeatCount="indefinite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1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20" dur="2180" fill="hold" repeatCount="indefinite" autoRev="1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3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22" dur="2180" fill="hold" repeatCount="indefinite" autoRev="1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0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Pop every balloon with"/>
          <p:cNvSpPr/>
          <p:nvPr/>
        </p:nvSpPr>
        <p:spPr>
          <a:xfrm>
            <a:off x="2730500" y="190500"/>
            <a:ext cx="546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900" b="1" lang="en-US">
                <a:solidFill>
                  <a:srgbClr val="2E2640"/>
                </a:solidFill>
                <a:latin typeface="Arial"/>
                <a:cs typeface="Arial"/>
              </a:rPr>
              <a:t>Pop every balloon with</a:t>
            </a:r>
          </a:p>
        </p:txBody>
      </p:sp>
      <p:sp>
        <p:nvSpPr>
          <p:cNvPr id="5" name="Find ضِ" descr="ضِ"/>
          <p:cNvSpPr/>
          <p:nvPr/>
        </p:nvSpPr>
        <p:spPr>
          <a:xfrm>
            <a:off x="81915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ضِ</a:t>
            </a:r>
          </a:p>
        </p:txBody>
      </p:sp>
      <p:sp>
        <p:nvSpPr>
          <p:cNvPr id="6" name="Star place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Balloon 1" descr="Balloon 1">
            <a:hlinkClick action="ppaction://hlinksldjump" r:id="rId6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5500" y="1905000"/>
            <a:ext cx="1651000" cy="2857500"/>
          </a:xfrm>
          <a:prstGeom prst="rect">
            <a:avLst/>
          </a:prstGeom>
        </p:spPr>
      </p:pic>
      <p:sp>
        <p:nvSpPr>
          <p:cNvPr id="9" name="Balloon letter 1 ضِ" descr="ضِ">
            <a:hlinkClick action="ppaction://hlinksldjump" r:id="rId6"/>
          </p:cNvPr>
          <p:cNvSpPr/>
          <p:nvPr/>
        </p:nvSpPr>
        <p:spPr>
          <a:xfrm>
            <a:off x="952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ضِ</a:t>
            </a:r>
          </a:p>
        </p:txBody>
      </p:sp>
      <p:pic>
        <p:nvPicPr>
          <p:cNvPr id="10" name="Balloon 2" descr="Balloon 2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48000" y="2286000"/>
            <a:ext cx="1651000" cy="2857500"/>
          </a:xfrm>
          <a:prstGeom prst="rect">
            <a:avLst/>
          </a:prstGeom>
        </p:spPr>
      </p:pic>
      <p:sp>
        <p:nvSpPr>
          <p:cNvPr id="11" name="Balloon letter 2 مِ" descr="مِ">
            <a:hlinkClick action="ppaction://hlinksldjump" r:id="rId7"/>
          </p:cNvPr>
          <p:cNvSpPr/>
          <p:nvPr/>
        </p:nvSpPr>
        <p:spPr>
          <a:xfrm>
            <a:off x="3175000" y="2520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مِ</a:t>
            </a:r>
          </a:p>
        </p:txBody>
      </p:sp>
      <p:pic>
        <p:nvPicPr>
          <p:cNvPr id="12" name="Balloon 3" descr="Balloon 3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70500" y="1905000"/>
            <a:ext cx="1651000" cy="2857500"/>
          </a:xfrm>
          <a:prstGeom prst="rect">
            <a:avLst/>
          </a:prstGeom>
        </p:spPr>
      </p:pic>
      <p:sp>
        <p:nvSpPr>
          <p:cNvPr id="13" name="Balloon letter 3 هِ" descr="هِ">
            <a:hlinkClick action="ppaction://hlinksldjump" r:id="rId7"/>
          </p:cNvPr>
          <p:cNvSpPr/>
          <p:nvPr/>
        </p:nvSpPr>
        <p:spPr>
          <a:xfrm>
            <a:off x="5397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هِ</a:t>
            </a:r>
          </a:p>
        </p:txBody>
      </p:sp>
      <p:pic>
        <p:nvPicPr>
          <p:cNvPr id="14" name="Balloon 4" descr="Balloon 4">
            <a:hlinkClick action="ppaction://hlinksldjump" r:id="rId8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3000" y="2286000"/>
            <a:ext cx="1651000" cy="2857500"/>
          </a:xfrm>
          <a:prstGeom prst="rect">
            <a:avLst/>
          </a:prstGeom>
        </p:spPr>
      </p:pic>
      <p:sp>
        <p:nvSpPr>
          <p:cNvPr id="15" name="Balloon letter 4 ضِ" descr="ضِ">
            <a:hlinkClick action="ppaction://hlinksldjump" r:id="rId8"/>
          </p:cNvPr>
          <p:cNvSpPr/>
          <p:nvPr/>
        </p:nvSpPr>
        <p:spPr>
          <a:xfrm>
            <a:off x="7620000" y="2520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ضِ</a:t>
            </a:r>
          </a:p>
        </p:txBody>
      </p:sp>
      <p:pic>
        <p:nvPicPr>
          <p:cNvPr id="16" name="Balloon 5" descr="Balloon 5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15500" y="1905000"/>
            <a:ext cx="1651000" cy="2857500"/>
          </a:xfrm>
          <a:prstGeom prst="rect">
            <a:avLst/>
          </a:prstGeom>
        </p:spPr>
      </p:pic>
      <p:sp>
        <p:nvSpPr>
          <p:cNvPr id="17" name="Balloon letter 5 سِ" descr="سِ">
            <a:hlinkClick action="ppaction://hlinksldjump" r:id="rId7"/>
          </p:cNvPr>
          <p:cNvSpPr/>
          <p:nvPr/>
        </p:nvSpPr>
        <p:spPr>
          <a:xfrm>
            <a:off x="9842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سِ</a:t>
            </a:r>
          </a:p>
        </p:txBody>
      </p:sp>
      <p:sp>
        <p:nvSpPr>
          <p:cNvPr id="18" name="Try again!" descr="Try again!"/>
          <p:cNvSpPr/>
          <p:nvPr/>
        </p:nvSpPr>
        <p:spPr>
          <a:xfrm>
            <a:off x="7937500" y="5270500"/>
            <a:ext cx="3048000" cy="1460500"/>
          </a:xfrm>
          <a:prstGeom prst="cloudCallout">
            <a:avLst/>
          </a:prstGeom>
          <a:solidFill>
            <a:srgbClr val="FFFFFF"/>
          </a:solidFill>
          <a:ln w="50800">
            <a:solidFill>
              <a:srgbClr val="E5536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2500" b="1" lang="en-US">
                <a:solidFill>
                  <a:srgbClr val="E5536F"/>
                </a:solidFill>
                <a:latin typeface="Arial"/>
                <a:cs typeface="Arial"/>
              </a:rPr>
              <a:t>Try again!</a:t>
            </a:r>
          </a:p>
        </p:txBody>
      </p:sp>
      <p:sp>
        <p:nvSpPr>
          <p:cNvPr id="19" name="Next button">
            <a:hlinkClick action="ppaction://hlinksldjump" r:id="rId9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Next arrow">
            <a:hlinkClick action="ppaction://hlinksldjump" r:id="rId9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10" name="boing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4" dur="1500" fill="hold" repeatCount="indefinite" autoRev="1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6" dur="150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8" dur="1670" fill="hold" repeatCount="indefinite" autoRev="1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0" dur="1670" fill="hold" repeatCount="indefinite" autoRev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2" dur="184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4" dur="1840" fill="hold" repeatCount="indefinite" autoRev="1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7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6" dur="2010" fill="hold" repeatCount="indefinite" autoRev="1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9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8" dur="2010" fill="hold" repeatCount="indefinite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1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20" dur="2180" fill="hold" repeatCount="indefinite" autoRev="1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3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22" dur="2180" fill="hold" repeatCount="indefinite" autoRev="1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8" presetID="53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1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Pop every balloon with"/>
          <p:cNvSpPr/>
          <p:nvPr/>
        </p:nvSpPr>
        <p:spPr>
          <a:xfrm>
            <a:off x="2730500" y="190500"/>
            <a:ext cx="546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900" b="1" lang="en-US">
                <a:solidFill>
                  <a:srgbClr val="2E2640"/>
                </a:solidFill>
                <a:latin typeface="Arial"/>
                <a:cs typeface="Arial"/>
              </a:rPr>
              <a:t>Pop every balloon with</a:t>
            </a:r>
          </a:p>
        </p:txBody>
      </p:sp>
      <p:sp>
        <p:nvSpPr>
          <p:cNvPr id="5" name="Find ضِ" descr="ضِ"/>
          <p:cNvSpPr/>
          <p:nvPr/>
        </p:nvSpPr>
        <p:spPr>
          <a:xfrm>
            <a:off x="81915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ضِ</a:t>
            </a:r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Balloon 2" descr="Balloon 2">
            <a:hlinkClick action="ppaction://hlinksldjump" r:id="rId6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48000" y="2286000"/>
            <a:ext cx="1651000" cy="2857500"/>
          </a:xfrm>
          <a:prstGeom prst="rect">
            <a:avLst/>
          </a:prstGeom>
        </p:spPr>
      </p:pic>
      <p:sp>
        <p:nvSpPr>
          <p:cNvPr id="9" name="Balloon letter 2 مِ" descr="مِ">
            <a:hlinkClick action="ppaction://hlinksldjump" r:id="rId6"/>
          </p:cNvPr>
          <p:cNvSpPr/>
          <p:nvPr/>
        </p:nvSpPr>
        <p:spPr>
          <a:xfrm>
            <a:off x="3175000" y="2520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مِ</a:t>
            </a:r>
          </a:p>
        </p:txBody>
      </p:sp>
      <p:pic>
        <p:nvPicPr>
          <p:cNvPr id="10" name="Balloon 3" descr="Balloon 3">
            <a:hlinkClick action="ppaction://hlinksldjump" r:id="rId6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70500" y="1905000"/>
            <a:ext cx="1651000" cy="2857500"/>
          </a:xfrm>
          <a:prstGeom prst="rect">
            <a:avLst/>
          </a:prstGeom>
        </p:spPr>
      </p:pic>
      <p:sp>
        <p:nvSpPr>
          <p:cNvPr id="11" name="Balloon letter 3 هِ" descr="هِ">
            <a:hlinkClick action="ppaction://hlinksldjump" r:id="rId6"/>
          </p:cNvPr>
          <p:cNvSpPr/>
          <p:nvPr/>
        </p:nvSpPr>
        <p:spPr>
          <a:xfrm>
            <a:off x="5397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هِ</a:t>
            </a:r>
          </a:p>
        </p:txBody>
      </p:sp>
      <p:pic>
        <p:nvPicPr>
          <p:cNvPr id="12" name="Balloon 4" descr="Balloon 4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3000" y="2286000"/>
            <a:ext cx="1651000" cy="2857500"/>
          </a:xfrm>
          <a:prstGeom prst="rect">
            <a:avLst/>
          </a:prstGeom>
        </p:spPr>
      </p:pic>
      <p:sp>
        <p:nvSpPr>
          <p:cNvPr id="13" name="Balloon letter 4 ضِ" descr="ضِ">
            <a:hlinkClick action="ppaction://hlinksldjump" r:id="rId7"/>
          </p:cNvPr>
          <p:cNvSpPr/>
          <p:nvPr/>
        </p:nvSpPr>
        <p:spPr>
          <a:xfrm>
            <a:off x="7620000" y="2520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ضِ</a:t>
            </a:r>
          </a:p>
        </p:txBody>
      </p:sp>
      <p:pic>
        <p:nvPicPr>
          <p:cNvPr id="14" name="Balloon 5" descr="Balloon 5">
            <a:hlinkClick action="ppaction://hlinksldjump" r:id="rId6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15500" y="1905000"/>
            <a:ext cx="1651000" cy="2857500"/>
          </a:xfrm>
          <a:prstGeom prst="rect">
            <a:avLst/>
          </a:prstGeom>
        </p:spPr>
      </p:pic>
      <p:sp>
        <p:nvSpPr>
          <p:cNvPr id="15" name="Balloon letter 5 سِ" descr="سِ">
            <a:hlinkClick action="ppaction://hlinksldjump" r:id="rId6"/>
          </p:cNvPr>
          <p:cNvSpPr/>
          <p:nvPr/>
        </p:nvSpPr>
        <p:spPr>
          <a:xfrm>
            <a:off x="9842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سِ</a:t>
            </a:r>
          </a:p>
        </p:txBody>
      </p:sp>
      <p:sp>
        <p:nvSpPr>
          <p:cNvPr id="16" name="Next button">
            <a:hlinkClick action="ppaction://hlinksldjump" r:id="rId8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Next arrow">
            <a:hlinkClick action="ppaction://hlinksldjump" r:id="rId8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9" name="po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9" dur="1670" fill="hold" repeatCount="indefinite" autoRev="1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2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1" dur="167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4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3" dur="1840" fill="hold" repeatCount="indefinite" autoRev="1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6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5" dur="1840" fill="hold" repeatCount="indefinite" autoRev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8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7" dur="201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0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9" dur="2010" fill="hold" repeatCount="indefinite" autoRev="1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2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21" dur="2180" fill="hold" repeatCount="indefinite" autoRev="1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4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23" dur="2180" fill="hold" repeatCount="indefinite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2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Pop every balloon with"/>
          <p:cNvSpPr/>
          <p:nvPr/>
        </p:nvSpPr>
        <p:spPr>
          <a:xfrm>
            <a:off x="2730500" y="190500"/>
            <a:ext cx="546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900" b="1" lang="en-US">
                <a:solidFill>
                  <a:srgbClr val="2E2640"/>
                </a:solidFill>
                <a:latin typeface="Arial"/>
                <a:cs typeface="Arial"/>
              </a:rPr>
              <a:t>Pop every balloon with</a:t>
            </a:r>
          </a:p>
        </p:txBody>
      </p:sp>
      <p:sp>
        <p:nvSpPr>
          <p:cNvPr id="5" name="Find ضِ" descr="ضِ"/>
          <p:cNvSpPr/>
          <p:nvPr/>
        </p:nvSpPr>
        <p:spPr>
          <a:xfrm>
            <a:off x="81915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ضِ</a:t>
            </a:r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Balloon 2" descr="Balloon 2">
            <a:hlinkClick action="ppaction://hlinksldjump" r:id="rId6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48000" y="2286000"/>
            <a:ext cx="1651000" cy="2857500"/>
          </a:xfrm>
          <a:prstGeom prst="rect">
            <a:avLst/>
          </a:prstGeom>
        </p:spPr>
      </p:pic>
      <p:sp>
        <p:nvSpPr>
          <p:cNvPr id="9" name="Balloon letter 2 مِ" descr="مِ">
            <a:hlinkClick action="ppaction://hlinksldjump" r:id="rId6"/>
          </p:cNvPr>
          <p:cNvSpPr/>
          <p:nvPr/>
        </p:nvSpPr>
        <p:spPr>
          <a:xfrm>
            <a:off x="3175000" y="2520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مِ</a:t>
            </a:r>
          </a:p>
        </p:txBody>
      </p:sp>
      <p:pic>
        <p:nvPicPr>
          <p:cNvPr id="10" name="Balloon 3" descr="Balloon 3">
            <a:hlinkClick action="ppaction://hlinksldjump" r:id="rId6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70500" y="1905000"/>
            <a:ext cx="1651000" cy="2857500"/>
          </a:xfrm>
          <a:prstGeom prst="rect">
            <a:avLst/>
          </a:prstGeom>
        </p:spPr>
      </p:pic>
      <p:sp>
        <p:nvSpPr>
          <p:cNvPr id="11" name="Balloon letter 3 هِ" descr="هِ">
            <a:hlinkClick action="ppaction://hlinksldjump" r:id="rId6"/>
          </p:cNvPr>
          <p:cNvSpPr/>
          <p:nvPr/>
        </p:nvSpPr>
        <p:spPr>
          <a:xfrm>
            <a:off x="5397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هِ</a:t>
            </a:r>
          </a:p>
        </p:txBody>
      </p:sp>
      <p:pic>
        <p:nvPicPr>
          <p:cNvPr id="12" name="Balloon 4" descr="Balloon 4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3000" y="2286000"/>
            <a:ext cx="1651000" cy="2857500"/>
          </a:xfrm>
          <a:prstGeom prst="rect">
            <a:avLst/>
          </a:prstGeom>
        </p:spPr>
      </p:pic>
      <p:sp>
        <p:nvSpPr>
          <p:cNvPr id="13" name="Balloon letter 4 ضِ" descr="ضِ">
            <a:hlinkClick action="ppaction://hlinksldjump" r:id="rId7"/>
          </p:cNvPr>
          <p:cNvSpPr/>
          <p:nvPr/>
        </p:nvSpPr>
        <p:spPr>
          <a:xfrm>
            <a:off x="7620000" y="2520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ضِ</a:t>
            </a:r>
          </a:p>
        </p:txBody>
      </p:sp>
      <p:pic>
        <p:nvPicPr>
          <p:cNvPr id="14" name="Balloon 5" descr="Balloon 5">
            <a:hlinkClick action="ppaction://hlinksldjump" r:id="rId6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15500" y="1905000"/>
            <a:ext cx="1651000" cy="2857500"/>
          </a:xfrm>
          <a:prstGeom prst="rect">
            <a:avLst/>
          </a:prstGeom>
        </p:spPr>
      </p:pic>
      <p:sp>
        <p:nvSpPr>
          <p:cNvPr id="15" name="Balloon letter 5 سِ" descr="سِ">
            <a:hlinkClick action="ppaction://hlinksldjump" r:id="rId6"/>
          </p:cNvPr>
          <p:cNvSpPr/>
          <p:nvPr/>
        </p:nvSpPr>
        <p:spPr>
          <a:xfrm>
            <a:off x="9842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سِ</a:t>
            </a:r>
          </a:p>
        </p:txBody>
      </p:sp>
      <p:sp>
        <p:nvSpPr>
          <p:cNvPr id="16" name="Try again!" descr="Try again!"/>
          <p:cNvSpPr/>
          <p:nvPr/>
        </p:nvSpPr>
        <p:spPr>
          <a:xfrm>
            <a:off x="7937500" y="5270500"/>
            <a:ext cx="3048000" cy="1460500"/>
          </a:xfrm>
          <a:prstGeom prst="cloudCallout">
            <a:avLst/>
          </a:prstGeom>
          <a:solidFill>
            <a:srgbClr val="FFFFFF"/>
          </a:solidFill>
          <a:ln w="50800">
            <a:solidFill>
              <a:srgbClr val="E5536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2500" b="1" lang="en-US">
                <a:solidFill>
                  <a:srgbClr val="E5536F"/>
                </a:solidFill>
                <a:latin typeface="Arial"/>
                <a:cs typeface="Arial"/>
              </a:rPr>
              <a:t>Try again!</a:t>
            </a:r>
          </a:p>
        </p:txBody>
      </p:sp>
      <p:sp>
        <p:nvSpPr>
          <p:cNvPr id="17" name="Next button">
            <a:hlinkClick action="ppaction://hlinksldjump" r:id="rId8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Next arrow">
            <a:hlinkClick action="ppaction://hlinksldjump" r:id="rId8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9" name="boing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4" dur="1670" fill="hold" repeatCount="indefinite" autoRev="1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6" dur="167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8" dur="1840" fill="hold" repeatCount="indefinite" autoRev="1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0" dur="1840" fill="hold" repeatCount="indefinite" autoRev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2" dur="201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4" dur="2010" fill="hold" repeatCount="indefinite" autoRev="1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7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6" dur="2180" fill="hold" repeatCount="indefinite" autoRev="1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9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8" dur="2180" fill="hold" repeatCount="indefinite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4" presetID="53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3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Pop every balloon with"/>
          <p:cNvSpPr/>
          <p:nvPr/>
        </p:nvSpPr>
        <p:spPr>
          <a:xfrm>
            <a:off x="2730500" y="190500"/>
            <a:ext cx="546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900" b="1" lang="en-US">
                <a:solidFill>
                  <a:srgbClr val="2E2640"/>
                </a:solidFill>
                <a:latin typeface="Arial"/>
                <a:cs typeface="Arial"/>
              </a:rPr>
              <a:t>Pop every balloon with</a:t>
            </a:r>
          </a:p>
        </p:txBody>
      </p:sp>
      <p:sp>
        <p:nvSpPr>
          <p:cNvPr id="5" name="Find ضِ" descr="ضِ"/>
          <p:cNvSpPr/>
          <p:nvPr/>
        </p:nvSpPr>
        <p:spPr>
          <a:xfrm>
            <a:off x="81915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ضِ</a:t>
            </a:r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Balloon 1" descr="Balloon 1">
            <a:hlinkClick action="ppaction://hlinksldjump" r:id="rId6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5500" y="1905000"/>
            <a:ext cx="1651000" cy="2857500"/>
          </a:xfrm>
          <a:prstGeom prst="rect">
            <a:avLst/>
          </a:prstGeom>
        </p:spPr>
      </p:pic>
      <p:sp>
        <p:nvSpPr>
          <p:cNvPr id="9" name="Balloon letter 1 ضِ" descr="ضِ">
            <a:hlinkClick action="ppaction://hlinksldjump" r:id="rId6"/>
          </p:cNvPr>
          <p:cNvSpPr/>
          <p:nvPr/>
        </p:nvSpPr>
        <p:spPr>
          <a:xfrm>
            <a:off x="952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ضِ</a:t>
            </a:r>
          </a:p>
        </p:txBody>
      </p:sp>
      <p:pic>
        <p:nvPicPr>
          <p:cNvPr id="10" name="Balloon 2" descr="Balloon 2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48000" y="2286000"/>
            <a:ext cx="1651000" cy="2857500"/>
          </a:xfrm>
          <a:prstGeom prst="rect">
            <a:avLst/>
          </a:prstGeom>
        </p:spPr>
      </p:pic>
      <p:sp>
        <p:nvSpPr>
          <p:cNvPr id="11" name="Balloon letter 2 مِ" descr="مِ">
            <a:hlinkClick action="ppaction://hlinksldjump" r:id="rId7"/>
          </p:cNvPr>
          <p:cNvSpPr/>
          <p:nvPr/>
        </p:nvSpPr>
        <p:spPr>
          <a:xfrm>
            <a:off x="3175000" y="2520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مِ</a:t>
            </a:r>
          </a:p>
        </p:txBody>
      </p:sp>
      <p:pic>
        <p:nvPicPr>
          <p:cNvPr id="12" name="Balloon 3" descr="Balloon 3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70500" y="1905000"/>
            <a:ext cx="1651000" cy="2857500"/>
          </a:xfrm>
          <a:prstGeom prst="rect">
            <a:avLst/>
          </a:prstGeom>
        </p:spPr>
      </p:pic>
      <p:sp>
        <p:nvSpPr>
          <p:cNvPr id="13" name="Balloon letter 3 هِ" descr="هِ">
            <a:hlinkClick action="ppaction://hlinksldjump" r:id="rId7"/>
          </p:cNvPr>
          <p:cNvSpPr/>
          <p:nvPr/>
        </p:nvSpPr>
        <p:spPr>
          <a:xfrm>
            <a:off x="5397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هِ</a:t>
            </a:r>
          </a:p>
        </p:txBody>
      </p:sp>
      <p:pic>
        <p:nvPicPr>
          <p:cNvPr id="14" name="Balloon 5" descr="Balloon 5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15500" y="1905000"/>
            <a:ext cx="1651000" cy="2857500"/>
          </a:xfrm>
          <a:prstGeom prst="rect">
            <a:avLst/>
          </a:prstGeom>
        </p:spPr>
      </p:pic>
      <p:sp>
        <p:nvSpPr>
          <p:cNvPr id="15" name="Balloon letter 5 سِ" descr="سِ">
            <a:hlinkClick action="ppaction://hlinksldjump" r:id="rId7"/>
          </p:cNvPr>
          <p:cNvSpPr/>
          <p:nvPr/>
        </p:nvSpPr>
        <p:spPr>
          <a:xfrm>
            <a:off x="9842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سِ</a:t>
            </a:r>
          </a:p>
        </p:txBody>
      </p:sp>
      <p:sp>
        <p:nvSpPr>
          <p:cNvPr id="16" name="Next button">
            <a:hlinkClick action="ppaction://hlinksldjump" r:id="rId8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Next arrow">
            <a:hlinkClick action="ppaction://hlinksldjump" r:id="rId8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9" name="po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9" dur="1500" fill="hold" repeatCount="indefinite" autoRev="1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2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1" dur="150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4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3" dur="1670" fill="hold" repeatCount="indefinite" autoRev="1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6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5" dur="1670" fill="hold" repeatCount="indefinite" autoRev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8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7" dur="184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0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9" dur="1840" fill="hold" repeatCount="indefinite" autoRev="1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2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21" dur="2180" fill="hold" repeatCount="indefinite" autoRev="1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4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23" dur="2180" fill="hold" repeatCount="indefinite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4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Pop every balloon with"/>
          <p:cNvSpPr/>
          <p:nvPr/>
        </p:nvSpPr>
        <p:spPr>
          <a:xfrm>
            <a:off x="2730500" y="190500"/>
            <a:ext cx="546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900" b="1" lang="en-US">
                <a:solidFill>
                  <a:srgbClr val="2E2640"/>
                </a:solidFill>
                <a:latin typeface="Arial"/>
                <a:cs typeface="Arial"/>
              </a:rPr>
              <a:t>Pop every balloon with</a:t>
            </a:r>
          </a:p>
        </p:txBody>
      </p:sp>
      <p:sp>
        <p:nvSpPr>
          <p:cNvPr id="5" name="Find ضِ" descr="ضِ"/>
          <p:cNvSpPr/>
          <p:nvPr/>
        </p:nvSpPr>
        <p:spPr>
          <a:xfrm>
            <a:off x="81915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ضِ</a:t>
            </a:r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Balloon 1" descr="Balloon 1">
            <a:hlinkClick action="ppaction://hlinksldjump" r:id="rId6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5500" y="1905000"/>
            <a:ext cx="1651000" cy="2857500"/>
          </a:xfrm>
          <a:prstGeom prst="rect">
            <a:avLst/>
          </a:prstGeom>
        </p:spPr>
      </p:pic>
      <p:sp>
        <p:nvSpPr>
          <p:cNvPr id="9" name="Balloon letter 1 ضِ" descr="ضِ">
            <a:hlinkClick action="ppaction://hlinksldjump" r:id="rId6"/>
          </p:cNvPr>
          <p:cNvSpPr/>
          <p:nvPr/>
        </p:nvSpPr>
        <p:spPr>
          <a:xfrm>
            <a:off x="952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ضِ</a:t>
            </a:r>
          </a:p>
        </p:txBody>
      </p:sp>
      <p:pic>
        <p:nvPicPr>
          <p:cNvPr id="10" name="Balloon 2" descr="Balloon 2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48000" y="2286000"/>
            <a:ext cx="1651000" cy="2857500"/>
          </a:xfrm>
          <a:prstGeom prst="rect">
            <a:avLst/>
          </a:prstGeom>
        </p:spPr>
      </p:pic>
      <p:sp>
        <p:nvSpPr>
          <p:cNvPr id="11" name="Balloon letter 2 مِ" descr="مِ">
            <a:hlinkClick action="ppaction://hlinksldjump" r:id="rId7"/>
          </p:cNvPr>
          <p:cNvSpPr/>
          <p:nvPr/>
        </p:nvSpPr>
        <p:spPr>
          <a:xfrm>
            <a:off x="3175000" y="2520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مِ</a:t>
            </a:r>
          </a:p>
        </p:txBody>
      </p:sp>
      <p:pic>
        <p:nvPicPr>
          <p:cNvPr id="12" name="Balloon 3" descr="Balloon 3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70500" y="1905000"/>
            <a:ext cx="1651000" cy="2857500"/>
          </a:xfrm>
          <a:prstGeom prst="rect">
            <a:avLst/>
          </a:prstGeom>
        </p:spPr>
      </p:pic>
      <p:sp>
        <p:nvSpPr>
          <p:cNvPr id="13" name="Balloon letter 3 هِ" descr="هِ">
            <a:hlinkClick action="ppaction://hlinksldjump" r:id="rId7"/>
          </p:cNvPr>
          <p:cNvSpPr/>
          <p:nvPr/>
        </p:nvSpPr>
        <p:spPr>
          <a:xfrm>
            <a:off x="5397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هِ</a:t>
            </a:r>
          </a:p>
        </p:txBody>
      </p:sp>
      <p:pic>
        <p:nvPicPr>
          <p:cNvPr id="14" name="Balloon 5" descr="Balloon 5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15500" y="1905000"/>
            <a:ext cx="1651000" cy="2857500"/>
          </a:xfrm>
          <a:prstGeom prst="rect">
            <a:avLst/>
          </a:prstGeom>
        </p:spPr>
      </p:pic>
      <p:sp>
        <p:nvSpPr>
          <p:cNvPr id="15" name="Balloon letter 5 سِ" descr="سِ">
            <a:hlinkClick action="ppaction://hlinksldjump" r:id="rId7"/>
          </p:cNvPr>
          <p:cNvSpPr/>
          <p:nvPr/>
        </p:nvSpPr>
        <p:spPr>
          <a:xfrm>
            <a:off x="9842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سِ</a:t>
            </a:r>
          </a:p>
        </p:txBody>
      </p:sp>
      <p:sp>
        <p:nvSpPr>
          <p:cNvPr id="16" name="Try again!" descr="Try again!"/>
          <p:cNvSpPr/>
          <p:nvPr/>
        </p:nvSpPr>
        <p:spPr>
          <a:xfrm>
            <a:off x="7937500" y="5270500"/>
            <a:ext cx="3048000" cy="1460500"/>
          </a:xfrm>
          <a:prstGeom prst="cloudCallout">
            <a:avLst/>
          </a:prstGeom>
          <a:solidFill>
            <a:srgbClr val="FFFFFF"/>
          </a:solidFill>
          <a:ln w="50800">
            <a:solidFill>
              <a:srgbClr val="E5536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2500" b="1" lang="en-US">
                <a:solidFill>
                  <a:srgbClr val="E5536F"/>
                </a:solidFill>
                <a:latin typeface="Arial"/>
                <a:cs typeface="Arial"/>
              </a:rPr>
              <a:t>Try again!</a:t>
            </a:r>
          </a:p>
        </p:txBody>
      </p:sp>
      <p:sp>
        <p:nvSpPr>
          <p:cNvPr id="17" name="Next button">
            <a:hlinkClick action="ppaction://hlinksldjump" r:id="rId8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Next arrow">
            <a:hlinkClick action="ppaction://hlinksldjump" r:id="rId8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9" name="boing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4" dur="1500" fill="hold" repeatCount="indefinite" autoRev="1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6" dur="150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8" dur="1670" fill="hold" repeatCount="indefinite" autoRev="1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0" dur="1670" fill="hold" repeatCount="indefinite" autoRev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2" dur="184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4" dur="1840" fill="hold" repeatCount="indefinite" autoRev="1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7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6" dur="2180" fill="hold" repeatCount="indefinite" autoRev="1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9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8" dur="2180" fill="hold" repeatCount="indefinite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4" presetID="53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5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Pop every balloon with"/>
          <p:cNvSpPr/>
          <p:nvPr/>
        </p:nvSpPr>
        <p:spPr>
          <a:xfrm>
            <a:off x="2730500" y="190500"/>
            <a:ext cx="546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900" b="1" lang="en-US">
                <a:solidFill>
                  <a:srgbClr val="2E2640"/>
                </a:solidFill>
                <a:latin typeface="Arial"/>
                <a:cs typeface="Arial"/>
              </a:rPr>
              <a:t>Pop every balloon with</a:t>
            </a:r>
          </a:p>
        </p:txBody>
      </p:sp>
      <p:sp>
        <p:nvSpPr>
          <p:cNvPr id="5" name="Find ضِ" descr="ضِ"/>
          <p:cNvSpPr/>
          <p:nvPr/>
        </p:nvSpPr>
        <p:spPr>
          <a:xfrm>
            <a:off x="81915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ضِ</a:t>
            </a:r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Balloon 2" descr="Balloon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48000" y="2286000"/>
            <a:ext cx="1651000" cy="2857500"/>
          </a:xfrm>
          <a:prstGeom prst="rect">
            <a:avLst/>
          </a:prstGeom>
        </p:spPr>
      </p:pic>
      <p:sp>
        <p:nvSpPr>
          <p:cNvPr id="9" name="Balloon letter 2 مِ" descr="مِ"/>
          <p:cNvSpPr/>
          <p:nvPr/>
        </p:nvSpPr>
        <p:spPr>
          <a:xfrm>
            <a:off x="3175000" y="2520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مِ</a:t>
            </a:r>
          </a:p>
        </p:txBody>
      </p:sp>
      <p:pic>
        <p:nvPicPr>
          <p:cNvPr id="10" name="Balloon 3" descr="Balloon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70500" y="1905000"/>
            <a:ext cx="1651000" cy="2857500"/>
          </a:xfrm>
          <a:prstGeom prst="rect">
            <a:avLst/>
          </a:prstGeom>
        </p:spPr>
      </p:pic>
      <p:sp>
        <p:nvSpPr>
          <p:cNvPr id="11" name="Balloon letter 3 هِ" descr="هِ"/>
          <p:cNvSpPr/>
          <p:nvPr/>
        </p:nvSpPr>
        <p:spPr>
          <a:xfrm>
            <a:off x="5397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هِ</a:t>
            </a:r>
          </a:p>
        </p:txBody>
      </p:sp>
      <p:pic>
        <p:nvPicPr>
          <p:cNvPr id="12" name="Balloon 5" descr="Balloon 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15500" y="1905000"/>
            <a:ext cx="1651000" cy="2857500"/>
          </a:xfrm>
          <a:prstGeom prst="rect">
            <a:avLst/>
          </a:prstGeom>
        </p:spPr>
      </p:pic>
      <p:sp>
        <p:nvSpPr>
          <p:cNvPr id="13" name="Balloon letter 5 سِ" descr="سِ"/>
          <p:cNvSpPr/>
          <p:nvPr/>
        </p:nvSpPr>
        <p:spPr>
          <a:xfrm>
            <a:off x="9842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سِ</a:t>
            </a:r>
          </a:p>
        </p:txBody>
      </p:sp>
      <p:sp>
        <p:nvSpPr>
          <p:cNvPr id="14" name="Great job!" descr="Great job!"/>
          <p:cNvSpPr/>
          <p:nvPr/>
        </p:nvSpPr>
        <p:spPr>
          <a:xfrm>
            <a:off x="7937500" y="5270500"/>
            <a:ext cx="3048000" cy="1460500"/>
          </a:xfrm>
          <a:prstGeom prst="cloudCallout">
            <a:avLst/>
          </a:prstGeom>
          <a:solidFill>
            <a:srgbClr val="FFFFFF"/>
          </a:solidFill>
          <a:ln w="50800">
            <a:solidFill>
              <a:srgbClr val="2FB57A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2500" b="1" lang="en-US">
                <a:solidFill>
                  <a:srgbClr val="2FB57A"/>
                </a:solidFill>
                <a:latin typeface="Arial"/>
                <a:cs typeface="Arial"/>
              </a:rPr>
              <a:t>Great job!</a:t>
            </a:r>
          </a:p>
        </p:txBody>
      </p:sp>
      <p:sp>
        <p:nvSpPr>
          <p:cNvPr id="15" name="Next button">
            <a:hlinkClick action="ppaction://hlinksldjump" r:id="rId6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Next arrow">
            <a:hlinkClick action="ppaction://hlinksldjump" r:id="rId6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7" name="sound anchor" descr="sound anchor (invisible)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2700" y="12700"/>
            <a:ext cx="25400" cy="25400"/>
          </a:xfrm>
          <a:prstGeom prst="rect">
            <a:avLst/>
          </a:prstGeom>
        </p:spPr>
      </p:pic>
    </p:spTree>
  </p:cSld>
  <p:clrMapOvr>
    <a:masterClrMapping/>
  </p:clrMapOvr>
  <p:transition advClick="0">
    <p:sndAc>
      <p:stSnd>
        <p:snd r:embed="rId7" name="po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9" dur="1670" fill="hold" repeatCount="indefinite" autoRev="1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2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1" dur="167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4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3" dur="1840" fill="hold" repeatCount="indefinite" autoRev="1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6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5" dur="1840" fill="hold" repeatCount="indefinite" autoRev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8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7" dur="218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0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9" dur="2180" fill="hold" repeatCount="indefinite" autoRev="1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5" presetID="53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2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100000">
                                        <p:cTn id="2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9" name="cheer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921000" y="190500"/>
            <a:ext cx="6350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Feed me"/>
          <p:cNvSpPr/>
          <p:nvPr/>
        </p:nvSpPr>
        <p:spPr>
          <a:xfrm>
            <a:off x="3048000" y="190500"/>
            <a:ext cx="4826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600" b="1" lang="en-US">
                <a:solidFill>
                  <a:srgbClr val="2E2640"/>
                </a:solidFill>
                <a:latin typeface="Arial"/>
                <a:cs typeface="Arial"/>
              </a:rPr>
              <a:t>Feed me</a:t>
            </a:r>
          </a:p>
        </p:txBody>
      </p:sp>
      <p:sp>
        <p:nvSpPr>
          <p:cNvPr id="5" name="Find ضِ" descr="ضِ"/>
          <p:cNvSpPr/>
          <p:nvPr/>
        </p:nvSpPr>
        <p:spPr>
          <a:xfrm>
            <a:off x="78740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ضِ</a:t>
            </a:r>
          </a:p>
        </p:txBody>
      </p:sp>
      <p:pic>
        <p:nvPicPr>
          <p:cNvPr id="6" name="Monster" descr="Monste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2095500"/>
            <a:ext cx="3810000" cy="3810000"/>
          </a:xfrm>
          <a:prstGeom prst="rect">
            <a:avLst/>
          </a:prstGeom>
        </p:spPr>
      </p:pic>
      <p:pic>
        <p:nvPicPr>
          <p:cNvPr id="7" name="Food 1" descr="Food 1">
            <a:hlinkClick action="ppaction://hlinksldjump" r:id="rId8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5000" y="1778000"/>
            <a:ext cx="1905000" cy="1905000"/>
          </a:xfrm>
          <a:prstGeom prst="rect">
            <a:avLst/>
          </a:prstGeom>
        </p:spPr>
      </p:pic>
      <p:sp>
        <p:nvSpPr>
          <p:cNvPr id="8" name="Food letter 1 كِ" descr="كِ">
            <a:hlinkClick action="ppaction://hlinksldjump" r:id="rId8"/>
          </p:cNvPr>
          <p:cNvSpPr/>
          <p:nvPr/>
        </p:nvSpPr>
        <p:spPr>
          <a:xfrm>
            <a:off x="7429500" y="2317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كِ</a:t>
            </a:r>
          </a:p>
        </p:txBody>
      </p:sp>
      <p:pic>
        <p:nvPicPr>
          <p:cNvPr id="9" name="Food 2" descr="Food 2">
            <a:hlinkClick action="ppaction://hlinksldjump" r:id="rId8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25000" y="1778000"/>
            <a:ext cx="1905000" cy="1905000"/>
          </a:xfrm>
          <a:prstGeom prst="rect">
            <a:avLst/>
          </a:prstGeom>
        </p:spPr>
      </p:pic>
      <p:sp>
        <p:nvSpPr>
          <p:cNvPr id="10" name="Food letter 2 مِ" descr="مِ">
            <a:hlinkClick action="ppaction://hlinksldjump" r:id="rId8"/>
          </p:cNvPr>
          <p:cNvSpPr/>
          <p:nvPr/>
        </p:nvSpPr>
        <p:spPr>
          <a:xfrm>
            <a:off x="9969500" y="2317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مِ</a:t>
            </a:r>
          </a:p>
        </p:txBody>
      </p:sp>
      <p:pic>
        <p:nvPicPr>
          <p:cNvPr id="11" name="Food 3" descr="Food 3">
            <a:hlinkClick action="ppaction://hlinksldjump" r:id="rId9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85000" y="4064000"/>
            <a:ext cx="1905000" cy="1905000"/>
          </a:xfrm>
          <a:prstGeom prst="rect">
            <a:avLst/>
          </a:prstGeom>
        </p:spPr>
      </p:pic>
      <p:sp>
        <p:nvSpPr>
          <p:cNvPr id="12" name="Food letter 3 ضِ" descr="ضِ">
            <a:hlinkClick action="ppaction://hlinksldjump" r:id="rId9"/>
          </p:cNvPr>
          <p:cNvSpPr/>
          <p:nvPr/>
        </p:nvSpPr>
        <p:spPr>
          <a:xfrm>
            <a:off x="7429500" y="4603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ضِ</a:t>
            </a:r>
          </a:p>
        </p:txBody>
      </p:sp>
      <p:pic>
        <p:nvPicPr>
          <p:cNvPr id="13" name="Food 4" descr="Food 4">
            <a:hlinkClick action="ppaction://hlinksldjump" r:id="rId8"/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25000" y="4064000"/>
            <a:ext cx="1905000" cy="1905000"/>
          </a:xfrm>
          <a:prstGeom prst="rect">
            <a:avLst/>
          </a:prstGeom>
        </p:spPr>
      </p:pic>
      <p:sp>
        <p:nvSpPr>
          <p:cNvPr id="14" name="Food letter 4 غِ" descr="غِ">
            <a:hlinkClick action="ppaction://hlinksldjump" r:id="rId8"/>
          </p:cNvPr>
          <p:cNvSpPr/>
          <p:nvPr/>
        </p:nvSpPr>
        <p:spPr>
          <a:xfrm>
            <a:off x="9969500" y="4603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غِ</a:t>
            </a:r>
          </a:p>
        </p:txBody>
      </p:sp>
      <p:sp>
        <p:nvSpPr>
          <p:cNvPr id="15" name="Next button">
            <a:hlinkClick action="ppaction://hlinksldjump" r:id="rId10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Next arrow">
            <a:hlinkClick action="ppaction://hlinksldjump" r:id="rId10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 spd="med">
    <p:fade/>
  </p:transition>
</p:sld>
</file>

<file path=ppt/slides/slide307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921000" y="190500"/>
            <a:ext cx="6350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Feed me"/>
          <p:cNvSpPr/>
          <p:nvPr/>
        </p:nvSpPr>
        <p:spPr>
          <a:xfrm>
            <a:off x="3048000" y="190500"/>
            <a:ext cx="4826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600" b="1" lang="en-US">
                <a:solidFill>
                  <a:srgbClr val="2E2640"/>
                </a:solidFill>
                <a:latin typeface="Arial"/>
                <a:cs typeface="Arial"/>
              </a:rPr>
              <a:t>Feed me</a:t>
            </a:r>
          </a:p>
        </p:txBody>
      </p:sp>
      <p:sp>
        <p:nvSpPr>
          <p:cNvPr id="5" name="Find ضِ" descr="ضِ"/>
          <p:cNvSpPr/>
          <p:nvPr/>
        </p:nvSpPr>
        <p:spPr>
          <a:xfrm>
            <a:off x="78740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ضِ</a:t>
            </a:r>
          </a:p>
        </p:txBody>
      </p:sp>
      <p:pic>
        <p:nvPicPr>
          <p:cNvPr id="6" name="Monster" descr="Monste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2095500"/>
            <a:ext cx="3810000" cy="3810000"/>
          </a:xfrm>
          <a:prstGeom prst="rect">
            <a:avLst/>
          </a:prstGeom>
        </p:spPr>
      </p:pic>
      <p:pic>
        <p:nvPicPr>
          <p:cNvPr id="7" name="Food 1" descr="Food 1">
            <a:hlinkClick action="ppaction://hlinksldjump" r:id="rId8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5000" y="1778000"/>
            <a:ext cx="1905000" cy="1905000"/>
          </a:xfrm>
          <a:prstGeom prst="rect">
            <a:avLst/>
          </a:prstGeom>
        </p:spPr>
      </p:pic>
      <p:sp>
        <p:nvSpPr>
          <p:cNvPr id="8" name="Food letter 1 كِ" descr="كِ">
            <a:hlinkClick action="ppaction://hlinksldjump" r:id="rId8"/>
          </p:cNvPr>
          <p:cNvSpPr/>
          <p:nvPr/>
        </p:nvSpPr>
        <p:spPr>
          <a:xfrm>
            <a:off x="7429500" y="2317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كِ</a:t>
            </a:r>
          </a:p>
        </p:txBody>
      </p:sp>
      <p:pic>
        <p:nvPicPr>
          <p:cNvPr id="9" name="Food 2" descr="Food 2">
            <a:hlinkClick action="ppaction://hlinksldjump" r:id="rId8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25000" y="1778000"/>
            <a:ext cx="1905000" cy="1905000"/>
          </a:xfrm>
          <a:prstGeom prst="rect">
            <a:avLst/>
          </a:prstGeom>
        </p:spPr>
      </p:pic>
      <p:sp>
        <p:nvSpPr>
          <p:cNvPr id="10" name="Food letter 2 مِ" descr="مِ">
            <a:hlinkClick action="ppaction://hlinksldjump" r:id="rId8"/>
          </p:cNvPr>
          <p:cNvSpPr/>
          <p:nvPr/>
        </p:nvSpPr>
        <p:spPr>
          <a:xfrm>
            <a:off x="9969500" y="2317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مِ</a:t>
            </a:r>
          </a:p>
        </p:txBody>
      </p:sp>
      <p:pic>
        <p:nvPicPr>
          <p:cNvPr id="11" name="Food 3" descr="Food 3">
            <a:hlinkClick action="ppaction://hlinksldjump" r:id="rId9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85000" y="4064000"/>
            <a:ext cx="1905000" cy="1905000"/>
          </a:xfrm>
          <a:prstGeom prst="rect">
            <a:avLst/>
          </a:prstGeom>
        </p:spPr>
      </p:pic>
      <p:sp>
        <p:nvSpPr>
          <p:cNvPr id="12" name="Food letter 3 ضِ" descr="ضِ">
            <a:hlinkClick action="ppaction://hlinksldjump" r:id="rId9"/>
          </p:cNvPr>
          <p:cNvSpPr/>
          <p:nvPr/>
        </p:nvSpPr>
        <p:spPr>
          <a:xfrm>
            <a:off x="7429500" y="4603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ضِ</a:t>
            </a:r>
          </a:p>
        </p:txBody>
      </p:sp>
      <p:pic>
        <p:nvPicPr>
          <p:cNvPr id="13" name="Food 4" descr="Food 4">
            <a:hlinkClick action="ppaction://hlinksldjump" r:id="rId8"/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25000" y="4064000"/>
            <a:ext cx="1905000" cy="1905000"/>
          </a:xfrm>
          <a:prstGeom prst="rect">
            <a:avLst/>
          </a:prstGeom>
        </p:spPr>
      </p:pic>
      <p:sp>
        <p:nvSpPr>
          <p:cNvPr id="14" name="Food letter 4 غِ" descr="غِ">
            <a:hlinkClick action="ppaction://hlinksldjump" r:id="rId8"/>
          </p:cNvPr>
          <p:cNvSpPr/>
          <p:nvPr/>
        </p:nvSpPr>
        <p:spPr>
          <a:xfrm>
            <a:off x="9969500" y="4603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غِ</a:t>
            </a:r>
          </a:p>
        </p:txBody>
      </p:sp>
      <p:sp>
        <p:nvSpPr>
          <p:cNvPr id="15" name="No, thanks!" descr="No, thanks!"/>
          <p:cNvSpPr/>
          <p:nvPr/>
        </p:nvSpPr>
        <p:spPr>
          <a:xfrm>
            <a:off x="3302000" y="1079500"/>
            <a:ext cx="3302000" cy="1524000"/>
          </a:xfrm>
          <a:prstGeom prst="cloudCallout">
            <a:avLst/>
          </a:prstGeom>
          <a:solidFill>
            <a:srgbClr val="FFFFFF"/>
          </a:solidFill>
          <a:ln w="50800">
            <a:solidFill>
              <a:srgbClr val="E5536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2500" b="1" lang="en-US">
                <a:solidFill>
                  <a:srgbClr val="E5536F"/>
                </a:solidFill>
                <a:latin typeface="Arial"/>
                <a:cs typeface="Arial"/>
              </a:rPr>
              <a:t>No, thanks!</a:t>
            </a:r>
          </a:p>
        </p:txBody>
      </p:sp>
      <p:sp>
        <p:nvSpPr>
          <p:cNvPr id="16" name="Next button">
            <a:hlinkClick action="ppaction://hlinksldjump" r:id="rId10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Next arrow">
            <a:hlinkClick action="ppaction://hlinksldjump" r:id="rId10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11" name="boing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53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" dur="4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4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8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921000" y="190500"/>
            <a:ext cx="6350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Feed me"/>
          <p:cNvSpPr/>
          <p:nvPr/>
        </p:nvSpPr>
        <p:spPr>
          <a:xfrm>
            <a:off x="3048000" y="190500"/>
            <a:ext cx="4826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600" b="1" lang="en-US">
                <a:solidFill>
                  <a:srgbClr val="2E2640"/>
                </a:solidFill>
                <a:latin typeface="Arial"/>
                <a:cs typeface="Arial"/>
              </a:rPr>
              <a:t>Feed me</a:t>
            </a:r>
          </a:p>
        </p:txBody>
      </p:sp>
      <p:sp>
        <p:nvSpPr>
          <p:cNvPr id="5" name="Find ضِ" descr="ضِ"/>
          <p:cNvSpPr/>
          <p:nvPr/>
        </p:nvSpPr>
        <p:spPr>
          <a:xfrm>
            <a:off x="78740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ضِ</a:t>
            </a:r>
          </a:p>
        </p:txBody>
      </p:sp>
      <p:pic>
        <p:nvPicPr>
          <p:cNvPr id="6" name="Monster" descr="Monste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2095500"/>
            <a:ext cx="3810000" cy="3810000"/>
          </a:xfrm>
          <a:prstGeom prst="rect">
            <a:avLst/>
          </a:prstGeom>
        </p:spPr>
      </p:pic>
      <p:pic>
        <p:nvPicPr>
          <p:cNvPr id="7" name="Food 1" descr="Food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5000" y="1778000"/>
            <a:ext cx="1905000" cy="1905000"/>
          </a:xfrm>
          <a:prstGeom prst="rect">
            <a:avLst/>
          </a:prstGeom>
        </p:spPr>
      </p:pic>
      <p:sp>
        <p:nvSpPr>
          <p:cNvPr id="8" name="Food letter 1 كِ" descr="كِ"/>
          <p:cNvSpPr/>
          <p:nvPr/>
        </p:nvSpPr>
        <p:spPr>
          <a:xfrm>
            <a:off x="7429500" y="2317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كِ</a:t>
            </a:r>
          </a:p>
        </p:txBody>
      </p:sp>
      <p:pic>
        <p:nvPicPr>
          <p:cNvPr id="9" name="Food 2" descr="Food 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25000" y="1778000"/>
            <a:ext cx="1905000" cy="1905000"/>
          </a:xfrm>
          <a:prstGeom prst="rect">
            <a:avLst/>
          </a:prstGeom>
        </p:spPr>
      </p:pic>
      <p:sp>
        <p:nvSpPr>
          <p:cNvPr id="10" name="Food letter 2 مِ" descr="مِ"/>
          <p:cNvSpPr/>
          <p:nvPr/>
        </p:nvSpPr>
        <p:spPr>
          <a:xfrm>
            <a:off x="9969500" y="2317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مِ</a:t>
            </a:r>
          </a:p>
        </p:txBody>
      </p:sp>
      <p:pic>
        <p:nvPicPr>
          <p:cNvPr id="11" name="Food 4" descr="Food 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25000" y="4064000"/>
            <a:ext cx="1905000" cy="1905000"/>
          </a:xfrm>
          <a:prstGeom prst="rect">
            <a:avLst/>
          </a:prstGeom>
        </p:spPr>
      </p:pic>
      <p:sp>
        <p:nvSpPr>
          <p:cNvPr id="12" name="Food letter 4 غِ" descr="غِ"/>
          <p:cNvSpPr/>
          <p:nvPr/>
        </p:nvSpPr>
        <p:spPr>
          <a:xfrm>
            <a:off x="9969500" y="4603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غِ</a:t>
            </a:r>
          </a:p>
        </p:txBody>
      </p:sp>
      <p:sp>
        <p:nvSpPr>
          <p:cNvPr id="13" name="Yummy!" descr="Yummy!"/>
          <p:cNvSpPr/>
          <p:nvPr/>
        </p:nvSpPr>
        <p:spPr>
          <a:xfrm>
            <a:off x="3302000" y="1079500"/>
            <a:ext cx="3302000" cy="1524000"/>
          </a:xfrm>
          <a:prstGeom prst="cloudCallout">
            <a:avLst/>
          </a:prstGeom>
          <a:solidFill>
            <a:srgbClr val="FFFFFF"/>
          </a:solidFill>
          <a:ln w="50800">
            <a:solidFill>
              <a:srgbClr val="E5536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3200" b="1" lang="en-US">
                <a:solidFill>
                  <a:srgbClr val="E5536F"/>
                </a:solidFill>
                <a:latin typeface="Arial"/>
                <a:cs typeface="Arial"/>
              </a:rPr>
              <a:t>Yummy!</a:t>
            </a:r>
          </a:p>
        </p:txBody>
      </p:sp>
      <p:sp>
        <p:nvSpPr>
          <p:cNvPr id="14" name="Next button">
            <a:hlinkClick action="ppaction://hlinksldjump" r:id="rId7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Next arrow">
            <a:hlinkClick action="ppaction://hlinksldjump" r:id="rId7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6" name="sound anchor" descr="sound anchor (invisible)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2700" y="12700"/>
            <a:ext cx="25400" cy="25400"/>
          </a:xfrm>
          <a:prstGeom prst="rect">
            <a:avLst/>
          </a:prstGeom>
        </p:spPr>
      </p:pic>
    </p:spTree>
  </p:cSld>
  <p:clrMapOvr>
    <a:masterClrMapping/>
  </p:clrMapOvr>
  <p:transition advClick="0">
    <p:sndAc>
      <p:stSnd>
        <p:snd r:embed="rId8" name="munc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2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53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100000">
                                        <p:cTn id="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0" name="cheer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Catch every fish with"/>
          <p:cNvSpPr/>
          <p:nvPr/>
        </p:nvSpPr>
        <p:spPr>
          <a:xfrm>
            <a:off x="2730500" y="190500"/>
            <a:ext cx="546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000" b="1" lang="en-US">
                <a:solidFill>
                  <a:srgbClr val="2E2640"/>
                </a:solidFill>
                <a:latin typeface="Arial"/>
                <a:cs typeface="Arial"/>
              </a:rPr>
              <a:t>Catch every fish with</a:t>
            </a:r>
          </a:p>
        </p:txBody>
      </p:sp>
      <p:sp>
        <p:nvSpPr>
          <p:cNvPr id="5" name="Find طِ" descr="طِ"/>
          <p:cNvSpPr/>
          <p:nvPr/>
        </p:nvSpPr>
        <p:spPr>
          <a:xfrm>
            <a:off x="81915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طِ</a:t>
            </a:r>
          </a:p>
        </p:txBody>
      </p:sp>
      <p:sp>
        <p:nvSpPr>
          <p:cNvPr id="6" name="Star place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Fish 1" descr="Fish 1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0" y="1651000"/>
            <a:ext cx="2286000" cy="1416050"/>
          </a:xfrm>
          <a:prstGeom prst="rect">
            <a:avLst/>
          </a:prstGeom>
        </p:spPr>
      </p:pic>
      <p:sp>
        <p:nvSpPr>
          <p:cNvPr id="9" name="Fish letter 1 إِ" descr="إِ">
            <a:hlinkClick action="ppaction://hlinksldjump" r:id="rId7"/>
          </p:cNvPr>
          <p:cNvSpPr/>
          <p:nvPr/>
        </p:nvSpPr>
        <p:spPr>
          <a:xfrm>
            <a:off x="1682750" y="1885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إِ</a:t>
            </a:r>
          </a:p>
        </p:txBody>
      </p:sp>
      <p:pic>
        <p:nvPicPr>
          <p:cNvPr id="10" name="Fish 2" descr="Fish 2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67500" y="1905000"/>
            <a:ext cx="2286000" cy="1416050"/>
          </a:xfrm>
          <a:prstGeom prst="rect">
            <a:avLst/>
          </a:prstGeom>
        </p:spPr>
      </p:pic>
      <p:sp>
        <p:nvSpPr>
          <p:cNvPr id="11" name="Fish letter 2 حِ" descr="حِ">
            <a:hlinkClick action="ppaction://hlinksldjump" r:id="rId7"/>
          </p:cNvPr>
          <p:cNvSpPr/>
          <p:nvPr/>
        </p:nvSpPr>
        <p:spPr>
          <a:xfrm>
            <a:off x="7207250" y="2139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حِ</a:t>
            </a:r>
          </a:p>
        </p:txBody>
      </p:sp>
      <p:pic>
        <p:nvPicPr>
          <p:cNvPr id="12" name="Fish 3" descr="Fish 3">
            <a:hlinkClick action="ppaction://hlinksldjump" r:id="rId8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56000" y="3302000"/>
            <a:ext cx="2286000" cy="1416050"/>
          </a:xfrm>
          <a:prstGeom prst="rect">
            <a:avLst/>
          </a:prstGeom>
        </p:spPr>
      </p:pic>
      <p:sp>
        <p:nvSpPr>
          <p:cNvPr id="13" name="Fish letter 3 طِ" descr="طِ">
            <a:hlinkClick action="ppaction://hlinksldjump" r:id="rId8"/>
          </p:cNvPr>
          <p:cNvSpPr/>
          <p:nvPr/>
        </p:nvSpPr>
        <p:spPr>
          <a:xfrm>
            <a:off x="4095750" y="3536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طِ</a:t>
            </a:r>
          </a:p>
        </p:txBody>
      </p:sp>
      <p:pic>
        <p:nvPicPr>
          <p:cNvPr id="14" name="Fish 4" descr="Fish 4">
            <a:hlinkClick action="ppaction://hlinksldjump" r:id="rId9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72500" y="3810000"/>
            <a:ext cx="2286000" cy="1416050"/>
          </a:xfrm>
          <a:prstGeom prst="rect">
            <a:avLst/>
          </a:prstGeom>
        </p:spPr>
      </p:pic>
      <p:sp>
        <p:nvSpPr>
          <p:cNvPr id="15" name="Fish letter 4 طِ" descr="طِ">
            <a:hlinkClick action="ppaction://hlinksldjump" r:id="rId9"/>
          </p:cNvPr>
          <p:cNvSpPr/>
          <p:nvPr/>
        </p:nvSpPr>
        <p:spPr>
          <a:xfrm>
            <a:off x="9112250" y="4044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طِ</a:t>
            </a:r>
          </a:p>
        </p:txBody>
      </p:sp>
      <p:pic>
        <p:nvPicPr>
          <p:cNvPr id="16" name="Fish 5" descr="Fish 5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87500" y="4826000"/>
            <a:ext cx="2286000" cy="1416050"/>
          </a:xfrm>
          <a:prstGeom prst="rect">
            <a:avLst/>
          </a:prstGeom>
        </p:spPr>
      </p:pic>
      <p:sp>
        <p:nvSpPr>
          <p:cNvPr id="17" name="Fish letter 5 دِ" descr="دِ">
            <a:hlinkClick action="ppaction://hlinksldjump" r:id="rId7"/>
          </p:cNvPr>
          <p:cNvSpPr/>
          <p:nvPr/>
        </p:nvSpPr>
        <p:spPr>
          <a:xfrm>
            <a:off x="2127250" y="5060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دِ</a:t>
            </a:r>
          </a:p>
        </p:txBody>
      </p:sp>
      <p:sp>
        <p:nvSpPr>
          <p:cNvPr id="18" name="Next button">
            <a:hlinkClick action="ppaction://hlinksldjump" r:id="rId10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Next arrow">
            <a:hlinkClick action="ppaction://hlinksldjump" r:id="rId10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4" dur="2600" fill="hold" repeatCount="indefinite" autoRev="1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6" dur="260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8" dur="2900" fill="hold" repeatCount="indefinite" autoRev="1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10" dur="2900" fill="hold" repeatCount="indefinite" autoRev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12" dur="320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14" dur="3200" fill="hold" repeatCount="indefinite" autoRev="1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7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16" dur="3500" fill="hold" repeatCount="indefinite" autoRev="1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9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18" dur="3500" fill="hold" repeatCount="indefinite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1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20" dur="3800" fill="hold" repeatCount="indefinite" autoRev="1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3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22" dur="3800" fill="hold" repeatCount="indefinite" autoRev="1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0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Catch every fish with"/>
          <p:cNvSpPr/>
          <p:nvPr/>
        </p:nvSpPr>
        <p:spPr>
          <a:xfrm>
            <a:off x="2730500" y="190500"/>
            <a:ext cx="546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000" b="1" lang="en-US">
                <a:solidFill>
                  <a:srgbClr val="2E2640"/>
                </a:solidFill>
                <a:latin typeface="Arial"/>
                <a:cs typeface="Arial"/>
              </a:rPr>
              <a:t>Catch every fish with</a:t>
            </a:r>
          </a:p>
        </p:txBody>
      </p:sp>
      <p:sp>
        <p:nvSpPr>
          <p:cNvPr id="5" name="Find طِ" descr="طِ"/>
          <p:cNvSpPr/>
          <p:nvPr/>
        </p:nvSpPr>
        <p:spPr>
          <a:xfrm>
            <a:off x="81915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طِ</a:t>
            </a:r>
          </a:p>
        </p:txBody>
      </p:sp>
      <p:sp>
        <p:nvSpPr>
          <p:cNvPr id="6" name="Star place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Fish 1" descr="Fish 1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0" y="1651000"/>
            <a:ext cx="2286000" cy="1416050"/>
          </a:xfrm>
          <a:prstGeom prst="rect">
            <a:avLst/>
          </a:prstGeom>
        </p:spPr>
      </p:pic>
      <p:sp>
        <p:nvSpPr>
          <p:cNvPr id="9" name="Fish letter 1 إِ" descr="إِ">
            <a:hlinkClick action="ppaction://hlinksldjump" r:id="rId7"/>
          </p:cNvPr>
          <p:cNvSpPr/>
          <p:nvPr/>
        </p:nvSpPr>
        <p:spPr>
          <a:xfrm>
            <a:off x="1682750" y="1885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إِ</a:t>
            </a:r>
          </a:p>
        </p:txBody>
      </p:sp>
      <p:pic>
        <p:nvPicPr>
          <p:cNvPr id="10" name="Fish 2" descr="Fish 2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67500" y="1905000"/>
            <a:ext cx="2286000" cy="1416050"/>
          </a:xfrm>
          <a:prstGeom prst="rect">
            <a:avLst/>
          </a:prstGeom>
        </p:spPr>
      </p:pic>
      <p:sp>
        <p:nvSpPr>
          <p:cNvPr id="11" name="Fish letter 2 حِ" descr="حِ">
            <a:hlinkClick action="ppaction://hlinksldjump" r:id="rId7"/>
          </p:cNvPr>
          <p:cNvSpPr/>
          <p:nvPr/>
        </p:nvSpPr>
        <p:spPr>
          <a:xfrm>
            <a:off x="7207250" y="2139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حِ</a:t>
            </a:r>
          </a:p>
        </p:txBody>
      </p:sp>
      <p:pic>
        <p:nvPicPr>
          <p:cNvPr id="12" name="Fish 3" descr="Fish 3">
            <a:hlinkClick action="ppaction://hlinksldjump" r:id="rId8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56000" y="3302000"/>
            <a:ext cx="2286000" cy="1416050"/>
          </a:xfrm>
          <a:prstGeom prst="rect">
            <a:avLst/>
          </a:prstGeom>
        </p:spPr>
      </p:pic>
      <p:sp>
        <p:nvSpPr>
          <p:cNvPr id="13" name="Fish letter 3 طِ" descr="طِ">
            <a:hlinkClick action="ppaction://hlinksldjump" r:id="rId8"/>
          </p:cNvPr>
          <p:cNvSpPr/>
          <p:nvPr/>
        </p:nvSpPr>
        <p:spPr>
          <a:xfrm>
            <a:off x="4095750" y="3536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طِ</a:t>
            </a:r>
          </a:p>
        </p:txBody>
      </p:sp>
      <p:pic>
        <p:nvPicPr>
          <p:cNvPr id="14" name="Fish 4" descr="Fish 4">
            <a:hlinkClick action="ppaction://hlinksldjump" r:id="rId9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72500" y="3810000"/>
            <a:ext cx="2286000" cy="1416050"/>
          </a:xfrm>
          <a:prstGeom prst="rect">
            <a:avLst/>
          </a:prstGeom>
        </p:spPr>
      </p:pic>
      <p:sp>
        <p:nvSpPr>
          <p:cNvPr id="15" name="Fish letter 4 طِ" descr="طِ">
            <a:hlinkClick action="ppaction://hlinksldjump" r:id="rId9"/>
          </p:cNvPr>
          <p:cNvSpPr/>
          <p:nvPr/>
        </p:nvSpPr>
        <p:spPr>
          <a:xfrm>
            <a:off x="9112250" y="4044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طِ</a:t>
            </a:r>
          </a:p>
        </p:txBody>
      </p:sp>
      <p:pic>
        <p:nvPicPr>
          <p:cNvPr id="16" name="Fish 5" descr="Fish 5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87500" y="4826000"/>
            <a:ext cx="2286000" cy="1416050"/>
          </a:xfrm>
          <a:prstGeom prst="rect">
            <a:avLst/>
          </a:prstGeom>
        </p:spPr>
      </p:pic>
      <p:sp>
        <p:nvSpPr>
          <p:cNvPr id="17" name="Fish letter 5 دِ" descr="دِ">
            <a:hlinkClick action="ppaction://hlinksldjump" r:id="rId7"/>
          </p:cNvPr>
          <p:cNvSpPr/>
          <p:nvPr/>
        </p:nvSpPr>
        <p:spPr>
          <a:xfrm>
            <a:off x="2127250" y="5060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دِ</a:t>
            </a:r>
          </a:p>
        </p:txBody>
      </p:sp>
      <p:sp>
        <p:nvSpPr>
          <p:cNvPr id="18" name="Try again!" descr="Try again!"/>
          <p:cNvSpPr/>
          <p:nvPr/>
        </p:nvSpPr>
        <p:spPr>
          <a:xfrm>
            <a:off x="7937500" y="5270500"/>
            <a:ext cx="3048000" cy="1460500"/>
          </a:xfrm>
          <a:prstGeom prst="cloudCallout">
            <a:avLst/>
          </a:prstGeom>
          <a:solidFill>
            <a:srgbClr val="FFFFFF"/>
          </a:solidFill>
          <a:ln w="50800">
            <a:solidFill>
              <a:srgbClr val="E5536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2500" b="1" lang="en-US">
                <a:solidFill>
                  <a:srgbClr val="E5536F"/>
                </a:solidFill>
                <a:latin typeface="Arial"/>
                <a:cs typeface="Arial"/>
              </a:rPr>
              <a:t>Try again!</a:t>
            </a:r>
          </a:p>
        </p:txBody>
      </p:sp>
      <p:sp>
        <p:nvSpPr>
          <p:cNvPr id="19" name="Next button">
            <a:hlinkClick action="ppaction://hlinksldjump" r:id="rId10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Next arrow">
            <a:hlinkClick action="ppaction://hlinksldjump" r:id="rId10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11" name="boing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4" dur="2600" fill="hold" repeatCount="indefinite" autoRev="1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6" dur="260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8" dur="2900" fill="hold" repeatCount="indefinite" autoRev="1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10" dur="2900" fill="hold" repeatCount="indefinite" autoRev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12" dur="320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14" dur="3200" fill="hold" repeatCount="indefinite" autoRev="1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7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16" dur="3500" fill="hold" repeatCount="indefinite" autoRev="1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9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18" dur="3500" fill="hold" repeatCount="indefinite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1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20" dur="3800" fill="hold" repeatCount="indefinite" autoRev="1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3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22" dur="3800" fill="hold" repeatCount="indefinite" autoRev="1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8" presetID="53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1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Catch every fish with"/>
          <p:cNvSpPr/>
          <p:nvPr/>
        </p:nvSpPr>
        <p:spPr>
          <a:xfrm>
            <a:off x="2730500" y="190500"/>
            <a:ext cx="546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000" b="1" lang="en-US">
                <a:solidFill>
                  <a:srgbClr val="2E2640"/>
                </a:solidFill>
                <a:latin typeface="Arial"/>
                <a:cs typeface="Arial"/>
              </a:rPr>
              <a:t>Catch every fish with</a:t>
            </a:r>
          </a:p>
        </p:txBody>
      </p:sp>
      <p:sp>
        <p:nvSpPr>
          <p:cNvPr id="5" name="Find طِ" descr="طِ"/>
          <p:cNvSpPr/>
          <p:nvPr/>
        </p:nvSpPr>
        <p:spPr>
          <a:xfrm>
            <a:off x="81915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طِ</a:t>
            </a:r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Fish 1" descr="Fish 1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0" y="1651000"/>
            <a:ext cx="2286000" cy="1416050"/>
          </a:xfrm>
          <a:prstGeom prst="rect">
            <a:avLst/>
          </a:prstGeom>
        </p:spPr>
      </p:pic>
      <p:sp>
        <p:nvSpPr>
          <p:cNvPr id="9" name="Fish letter 1 إِ" descr="إِ">
            <a:hlinkClick action="ppaction://hlinksldjump" r:id="rId7"/>
          </p:cNvPr>
          <p:cNvSpPr/>
          <p:nvPr/>
        </p:nvSpPr>
        <p:spPr>
          <a:xfrm>
            <a:off x="1682750" y="1885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إِ</a:t>
            </a:r>
          </a:p>
        </p:txBody>
      </p:sp>
      <p:pic>
        <p:nvPicPr>
          <p:cNvPr id="10" name="Fish 2" descr="Fish 2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67500" y="1905000"/>
            <a:ext cx="2286000" cy="1416050"/>
          </a:xfrm>
          <a:prstGeom prst="rect">
            <a:avLst/>
          </a:prstGeom>
        </p:spPr>
      </p:pic>
      <p:sp>
        <p:nvSpPr>
          <p:cNvPr id="11" name="Fish letter 2 حِ" descr="حِ">
            <a:hlinkClick action="ppaction://hlinksldjump" r:id="rId7"/>
          </p:cNvPr>
          <p:cNvSpPr/>
          <p:nvPr/>
        </p:nvSpPr>
        <p:spPr>
          <a:xfrm>
            <a:off x="7207250" y="2139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حِ</a:t>
            </a:r>
          </a:p>
        </p:txBody>
      </p:sp>
      <p:pic>
        <p:nvPicPr>
          <p:cNvPr id="12" name="Fish 4" descr="Fish 4">
            <a:hlinkClick action="ppaction://hlinksldjump" r:id="rId8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72500" y="3810000"/>
            <a:ext cx="2286000" cy="1416050"/>
          </a:xfrm>
          <a:prstGeom prst="rect">
            <a:avLst/>
          </a:prstGeom>
        </p:spPr>
      </p:pic>
      <p:sp>
        <p:nvSpPr>
          <p:cNvPr id="13" name="Fish letter 4 طِ" descr="طِ">
            <a:hlinkClick action="ppaction://hlinksldjump" r:id="rId8"/>
          </p:cNvPr>
          <p:cNvSpPr/>
          <p:nvPr/>
        </p:nvSpPr>
        <p:spPr>
          <a:xfrm>
            <a:off x="9112250" y="4044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طِ</a:t>
            </a:r>
          </a:p>
        </p:txBody>
      </p:sp>
      <p:pic>
        <p:nvPicPr>
          <p:cNvPr id="14" name="Fish 5" descr="Fish 5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87500" y="4826000"/>
            <a:ext cx="2286000" cy="1416050"/>
          </a:xfrm>
          <a:prstGeom prst="rect">
            <a:avLst/>
          </a:prstGeom>
        </p:spPr>
      </p:pic>
      <p:sp>
        <p:nvSpPr>
          <p:cNvPr id="15" name="Fish letter 5 دِ" descr="دِ">
            <a:hlinkClick action="ppaction://hlinksldjump" r:id="rId7"/>
          </p:cNvPr>
          <p:cNvSpPr/>
          <p:nvPr/>
        </p:nvSpPr>
        <p:spPr>
          <a:xfrm>
            <a:off x="2127250" y="5060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دِ</a:t>
            </a:r>
          </a:p>
        </p:txBody>
      </p:sp>
      <p:sp>
        <p:nvSpPr>
          <p:cNvPr id="16" name="Next button">
            <a:hlinkClick action="ppaction://hlinksldjump" r:id="rId9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Next arrow">
            <a:hlinkClick action="ppaction://hlinksldjump" r:id="rId9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10" name="spla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9" dur="2600" fill="hold" repeatCount="indefinite" autoRev="1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2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11" dur="260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4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13" dur="2900" fill="hold" repeatCount="indefinite" autoRev="1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6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15" dur="2900" fill="hold" repeatCount="indefinite" autoRev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8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17" dur="350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0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19" dur="3500" fill="hold" repeatCount="indefinite" autoRev="1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2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21" dur="3800" fill="hold" repeatCount="indefinite" autoRev="1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4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23" dur="3800" fill="hold" repeatCount="indefinite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2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Catch every fish with"/>
          <p:cNvSpPr/>
          <p:nvPr/>
        </p:nvSpPr>
        <p:spPr>
          <a:xfrm>
            <a:off x="2730500" y="190500"/>
            <a:ext cx="546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000" b="1" lang="en-US">
                <a:solidFill>
                  <a:srgbClr val="2E2640"/>
                </a:solidFill>
                <a:latin typeface="Arial"/>
                <a:cs typeface="Arial"/>
              </a:rPr>
              <a:t>Catch every fish with</a:t>
            </a:r>
          </a:p>
        </p:txBody>
      </p:sp>
      <p:sp>
        <p:nvSpPr>
          <p:cNvPr id="5" name="Find طِ" descr="طِ"/>
          <p:cNvSpPr/>
          <p:nvPr/>
        </p:nvSpPr>
        <p:spPr>
          <a:xfrm>
            <a:off x="81915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طِ</a:t>
            </a:r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Fish 1" descr="Fish 1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0" y="1651000"/>
            <a:ext cx="2286000" cy="1416050"/>
          </a:xfrm>
          <a:prstGeom prst="rect">
            <a:avLst/>
          </a:prstGeom>
        </p:spPr>
      </p:pic>
      <p:sp>
        <p:nvSpPr>
          <p:cNvPr id="9" name="Fish letter 1 إِ" descr="إِ">
            <a:hlinkClick action="ppaction://hlinksldjump" r:id="rId7"/>
          </p:cNvPr>
          <p:cNvSpPr/>
          <p:nvPr/>
        </p:nvSpPr>
        <p:spPr>
          <a:xfrm>
            <a:off x="1682750" y="1885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إِ</a:t>
            </a:r>
          </a:p>
        </p:txBody>
      </p:sp>
      <p:pic>
        <p:nvPicPr>
          <p:cNvPr id="10" name="Fish 2" descr="Fish 2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67500" y="1905000"/>
            <a:ext cx="2286000" cy="1416050"/>
          </a:xfrm>
          <a:prstGeom prst="rect">
            <a:avLst/>
          </a:prstGeom>
        </p:spPr>
      </p:pic>
      <p:sp>
        <p:nvSpPr>
          <p:cNvPr id="11" name="Fish letter 2 حِ" descr="حِ">
            <a:hlinkClick action="ppaction://hlinksldjump" r:id="rId7"/>
          </p:cNvPr>
          <p:cNvSpPr/>
          <p:nvPr/>
        </p:nvSpPr>
        <p:spPr>
          <a:xfrm>
            <a:off x="7207250" y="2139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حِ</a:t>
            </a:r>
          </a:p>
        </p:txBody>
      </p:sp>
      <p:pic>
        <p:nvPicPr>
          <p:cNvPr id="12" name="Fish 4" descr="Fish 4">
            <a:hlinkClick action="ppaction://hlinksldjump" r:id="rId8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72500" y="3810000"/>
            <a:ext cx="2286000" cy="1416050"/>
          </a:xfrm>
          <a:prstGeom prst="rect">
            <a:avLst/>
          </a:prstGeom>
        </p:spPr>
      </p:pic>
      <p:sp>
        <p:nvSpPr>
          <p:cNvPr id="13" name="Fish letter 4 طِ" descr="طِ">
            <a:hlinkClick action="ppaction://hlinksldjump" r:id="rId8"/>
          </p:cNvPr>
          <p:cNvSpPr/>
          <p:nvPr/>
        </p:nvSpPr>
        <p:spPr>
          <a:xfrm>
            <a:off x="9112250" y="4044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طِ</a:t>
            </a:r>
          </a:p>
        </p:txBody>
      </p:sp>
      <p:pic>
        <p:nvPicPr>
          <p:cNvPr id="14" name="Fish 5" descr="Fish 5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87500" y="4826000"/>
            <a:ext cx="2286000" cy="1416050"/>
          </a:xfrm>
          <a:prstGeom prst="rect">
            <a:avLst/>
          </a:prstGeom>
        </p:spPr>
      </p:pic>
      <p:sp>
        <p:nvSpPr>
          <p:cNvPr id="15" name="Fish letter 5 دِ" descr="دِ">
            <a:hlinkClick action="ppaction://hlinksldjump" r:id="rId7"/>
          </p:cNvPr>
          <p:cNvSpPr/>
          <p:nvPr/>
        </p:nvSpPr>
        <p:spPr>
          <a:xfrm>
            <a:off x="2127250" y="5060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دِ</a:t>
            </a:r>
          </a:p>
        </p:txBody>
      </p:sp>
      <p:sp>
        <p:nvSpPr>
          <p:cNvPr id="16" name="Try again!" descr="Try again!"/>
          <p:cNvSpPr/>
          <p:nvPr/>
        </p:nvSpPr>
        <p:spPr>
          <a:xfrm>
            <a:off x="7937500" y="5270500"/>
            <a:ext cx="3048000" cy="1460500"/>
          </a:xfrm>
          <a:prstGeom prst="cloudCallout">
            <a:avLst/>
          </a:prstGeom>
          <a:solidFill>
            <a:srgbClr val="FFFFFF"/>
          </a:solidFill>
          <a:ln w="50800">
            <a:solidFill>
              <a:srgbClr val="E5536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2500" b="1" lang="en-US">
                <a:solidFill>
                  <a:srgbClr val="E5536F"/>
                </a:solidFill>
                <a:latin typeface="Arial"/>
                <a:cs typeface="Arial"/>
              </a:rPr>
              <a:t>Try again!</a:t>
            </a:r>
          </a:p>
        </p:txBody>
      </p:sp>
      <p:sp>
        <p:nvSpPr>
          <p:cNvPr id="17" name="Next button">
            <a:hlinkClick action="ppaction://hlinksldjump" r:id="rId9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Next arrow">
            <a:hlinkClick action="ppaction://hlinksldjump" r:id="rId9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10" name="boing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4" dur="2600" fill="hold" repeatCount="indefinite" autoRev="1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6" dur="260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8" dur="2900" fill="hold" repeatCount="indefinite" autoRev="1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10" dur="2900" fill="hold" repeatCount="indefinite" autoRev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12" dur="350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14" dur="3500" fill="hold" repeatCount="indefinite" autoRev="1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7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16" dur="3800" fill="hold" repeatCount="indefinite" autoRev="1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9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18" dur="3800" fill="hold" repeatCount="indefinite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4" presetID="53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3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Catch every fish with"/>
          <p:cNvSpPr/>
          <p:nvPr/>
        </p:nvSpPr>
        <p:spPr>
          <a:xfrm>
            <a:off x="2730500" y="190500"/>
            <a:ext cx="546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000" b="1" lang="en-US">
                <a:solidFill>
                  <a:srgbClr val="2E2640"/>
                </a:solidFill>
                <a:latin typeface="Arial"/>
                <a:cs typeface="Arial"/>
              </a:rPr>
              <a:t>Catch every fish with</a:t>
            </a:r>
          </a:p>
        </p:txBody>
      </p:sp>
      <p:sp>
        <p:nvSpPr>
          <p:cNvPr id="5" name="Find طِ" descr="طِ"/>
          <p:cNvSpPr/>
          <p:nvPr/>
        </p:nvSpPr>
        <p:spPr>
          <a:xfrm>
            <a:off x="81915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طِ</a:t>
            </a:r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Fish 1" descr="Fish 1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0" y="1651000"/>
            <a:ext cx="2286000" cy="1416050"/>
          </a:xfrm>
          <a:prstGeom prst="rect">
            <a:avLst/>
          </a:prstGeom>
        </p:spPr>
      </p:pic>
      <p:sp>
        <p:nvSpPr>
          <p:cNvPr id="9" name="Fish letter 1 إِ" descr="إِ">
            <a:hlinkClick action="ppaction://hlinksldjump" r:id="rId7"/>
          </p:cNvPr>
          <p:cNvSpPr/>
          <p:nvPr/>
        </p:nvSpPr>
        <p:spPr>
          <a:xfrm>
            <a:off x="1682750" y="1885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إِ</a:t>
            </a:r>
          </a:p>
        </p:txBody>
      </p:sp>
      <p:pic>
        <p:nvPicPr>
          <p:cNvPr id="10" name="Fish 2" descr="Fish 2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67500" y="1905000"/>
            <a:ext cx="2286000" cy="1416050"/>
          </a:xfrm>
          <a:prstGeom prst="rect">
            <a:avLst/>
          </a:prstGeom>
        </p:spPr>
      </p:pic>
      <p:sp>
        <p:nvSpPr>
          <p:cNvPr id="11" name="Fish letter 2 حِ" descr="حِ">
            <a:hlinkClick action="ppaction://hlinksldjump" r:id="rId7"/>
          </p:cNvPr>
          <p:cNvSpPr/>
          <p:nvPr/>
        </p:nvSpPr>
        <p:spPr>
          <a:xfrm>
            <a:off x="7207250" y="2139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حِ</a:t>
            </a:r>
          </a:p>
        </p:txBody>
      </p:sp>
      <p:pic>
        <p:nvPicPr>
          <p:cNvPr id="12" name="Fish 3" descr="Fish 3">
            <a:hlinkClick action="ppaction://hlinksldjump" r:id="rId8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56000" y="3302000"/>
            <a:ext cx="2286000" cy="1416050"/>
          </a:xfrm>
          <a:prstGeom prst="rect">
            <a:avLst/>
          </a:prstGeom>
        </p:spPr>
      </p:pic>
      <p:sp>
        <p:nvSpPr>
          <p:cNvPr id="13" name="Fish letter 3 طِ" descr="طِ">
            <a:hlinkClick action="ppaction://hlinksldjump" r:id="rId8"/>
          </p:cNvPr>
          <p:cNvSpPr/>
          <p:nvPr/>
        </p:nvSpPr>
        <p:spPr>
          <a:xfrm>
            <a:off x="4095750" y="3536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طِ</a:t>
            </a:r>
          </a:p>
        </p:txBody>
      </p:sp>
      <p:pic>
        <p:nvPicPr>
          <p:cNvPr id="14" name="Fish 5" descr="Fish 5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87500" y="4826000"/>
            <a:ext cx="2286000" cy="1416050"/>
          </a:xfrm>
          <a:prstGeom prst="rect">
            <a:avLst/>
          </a:prstGeom>
        </p:spPr>
      </p:pic>
      <p:sp>
        <p:nvSpPr>
          <p:cNvPr id="15" name="Fish letter 5 دِ" descr="دِ">
            <a:hlinkClick action="ppaction://hlinksldjump" r:id="rId7"/>
          </p:cNvPr>
          <p:cNvSpPr/>
          <p:nvPr/>
        </p:nvSpPr>
        <p:spPr>
          <a:xfrm>
            <a:off x="2127250" y="5060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دِ</a:t>
            </a:r>
          </a:p>
        </p:txBody>
      </p:sp>
      <p:sp>
        <p:nvSpPr>
          <p:cNvPr id="16" name="Next button">
            <a:hlinkClick action="ppaction://hlinksldjump" r:id="rId9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Next arrow">
            <a:hlinkClick action="ppaction://hlinksldjump" r:id="rId9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10" name="spla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9" dur="2600" fill="hold" repeatCount="indefinite" autoRev="1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2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11" dur="260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4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13" dur="2900" fill="hold" repeatCount="indefinite" autoRev="1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6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15" dur="2900" fill="hold" repeatCount="indefinite" autoRev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8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17" dur="320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0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19" dur="3200" fill="hold" repeatCount="indefinite" autoRev="1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2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21" dur="3800" fill="hold" repeatCount="indefinite" autoRev="1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4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23" dur="3800" fill="hold" repeatCount="indefinite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4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Catch every fish with"/>
          <p:cNvSpPr/>
          <p:nvPr/>
        </p:nvSpPr>
        <p:spPr>
          <a:xfrm>
            <a:off x="2730500" y="190500"/>
            <a:ext cx="546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000" b="1" lang="en-US">
                <a:solidFill>
                  <a:srgbClr val="2E2640"/>
                </a:solidFill>
                <a:latin typeface="Arial"/>
                <a:cs typeface="Arial"/>
              </a:rPr>
              <a:t>Catch every fish with</a:t>
            </a:r>
          </a:p>
        </p:txBody>
      </p:sp>
      <p:sp>
        <p:nvSpPr>
          <p:cNvPr id="5" name="Find طِ" descr="طِ"/>
          <p:cNvSpPr/>
          <p:nvPr/>
        </p:nvSpPr>
        <p:spPr>
          <a:xfrm>
            <a:off x="81915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طِ</a:t>
            </a:r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Fish 1" descr="Fish 1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0" y="1651000"/>
            <a:ext cx="2286000" cy="1416050"/>
          </a:xfrm>
          <a:prstGeom prst="rect">
            <a:avLst/>
          </a:prstGeom>
        </p:spPr>
      </p:pic>
      <p:sp>
        <p:nvSpPr>
          <p:cNvPr id="9" name="Fish letter 1 إِ" descr="إِ">
            <a:hlinkClick action="ppaction://hlinksldjump" r:id="rId7"/>
          </p:cNvPr>
          <p:cNvSpPr/>
          <p:nvPr/>
        </p:nvSpPr>
        <p:spPr>
          <a:xfrm>
            <a:off x="1682750" y="1885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إِ</a:t>
            </a:r>
          </a:p>
        </p:txBody>
      </p:sp>
      <p:pic>
        <p:nvPicPr>
          <p:cNvPr id="10" name="Fish 2" descr="Fish 2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67500" y="1905000"/>
            <a:ext cx="2286000" cy="1416050"/>
          </a:xfrm>
          <a:prstGeom prst="rect">
            <a:avLst/>
          </a:prstGeom>
        </p:spPr>
      </p:pic>
      <p:sp>
        <p:nvSpPr>
          <p:cNvPr id="11" name="Fish letter 2 حِ" descr="حِ">
            <a:hlinkClick action="ppaction://hlinksldjump" r:id="rId7"/>
          </p:cNvPr>
          <p:cNvSpPr/>
          <p:nvPr/>
        </p:nvSpPr>
        <p:spPr>
          <a:xfrm>
            <a:off x="7207250" y="2139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حِ</a:t>
            </a:r>
          </a:p>
        </p:txBody>
      </p:sp>
      <p:pic>
        <p:nvPicPr>
          <p:cNvPr id="12" name="Fish 3" descr="Fish 3">
            <a:hlinkClick action="ppaction://hlinksldjump" r:id="rId8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56000" y="3302000"/>
            <a:ext cx="2286000" cy="1416050"/>
          </a:xfrm>
          <a:prstGeom prst="rect">
            <a:avLst/>
          </a:prstGeom>
        </p:spPr>
      </p:pic>
      <p:sp>
        <p:nvSpPr>
          <p:cNvPr id="13" name="Fish letter 3 طِ" descr="طِ">
            <a:hlinkClick action="ppaction://hlinksldjump" r:id="rId8"/>
          </p:cNvPr>
          <p:cNvSpPr/>
          <p:nvPr/>
        </p:nvSpPr>
        <p:spPr>
          <a:xfrm>
            <a:off x="4095750" y="3536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طِ</a:t>
            </a:r>
          </a:p>
        </p:txBody>
      </p:sp>
      <p:pic>
        <p:nvPicPr>
          <p:cNvPr id="14" name="Fish 5" descr="Fish 5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87500" y="4826000"/>
            <a:ext cx="2286000" cy="1416050"/>
          </a:xfrm>
          <a:prstGeom prst="rect">
            <a:avLst/>
          </a:prstGeom>
        </p:spPr>
      </p:pic>
      <p:sp>
        <p:nvSpPr>
          <p:cNvPr id="15" name="Fish letter 5 دِ" descr="دِ">
            <a:hlinkClick action="ppaction://hlinksldjump" r:id="rId7"/>
          </p:cNvPr>
          <p:cNvSpPr/>
          <p:nvPr/>
        </p:nvSpPr>
        <p:spPr>
          <a:xfrm>
            <a:off x="2127250" y="5060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دِ</a:t>
            </a:r>
          </a:p>
        </p:txBody>
      </p:sp>
      <p:sp>
        <p:nvSpPr>
          <p:cNvPr id="16" name="Try again!" descr="Try again!"/>
          <p:cNvSpPr/>
          <p:nvPr/>
        </p:nvSpPr>
        <p:spPr>
          <a:xfrm>
            <a:off x="7937500" y="5270500"/>
            <a:ext cx="3048000" cy="1460500"/>
          </a:xfrm>
          <a:prstGeom prst="cloudCallout">
            <a:avLst/>
          </a:prstGeom>
          <a:solidFill>
            <a:srgbClr val="FFFFFF"/>
          </a:solidFill>
          <a:ln w="50800">
            <a:solidFill>
              <a:srgbClr val="E5536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2500" b="1" lang="en-US">
                <a:solidFill>
                  <a:srgbClr val="E5536F"/>
                </a:solidFill>
                <a:latin typeface="Arial"/>
                <a:cs typeface="Arial"/>
              </a:rPr>
              <a:t>Try again!</a:t>
            </a:r>
          </a:p>
        </p:txBody>
      </p:sp>
      <p:sp>
        <p:nvSpPr>
          <p:cNvPr id="17" name="Next button">
            <a:hlinkClick action="ppaction://hlinksldjump" r:id="rId9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Next arrow">
            <a:hlinkClick action="ppaction://hlinksldjump" r:id="rId9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10" name="boing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4" dur="2600" fill="hold" repeatCount="indefinite" autoRev="1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6" dur="260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8" dur="2900" fill="hold" repeatCount="indefinite" autoRev="1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10" dur="2900" fill="hold" repeatCount="indefinite" autoRev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12" dur="320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14" dur="3200" fill="hold" repeatCount="indefinite" autoRev="1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7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16" dur="3800" fill="hold" repeatCount="indefinite" autoRev="1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9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18" dur="3800" fill="hold" repeatCount="indefinite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4" presetID="53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5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Catch every fish with"/>
          <p:cNvSpPr/>
          <p:nvPr/>
        </p:nvSpPr>
        <p:spPr>
          <a:xfrm>
            <a:off x="2730500" y="190500"/>
            <a:ext cx="546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000" b="1" lang="en-US">
                <a:solidFill>
                  <a:srgbClr val="2E2640"/>
                </a:solidFill>
                <a:latin typeface="Arial"/>
                <a:cs typeface="Arial"/>
              </a:rPr>
              <a:t>Catch every fish with</a:t>
            </a:r>
          </a:p>
        </p:txBody>
      </p:sp>
      <p:sp>
        <p:nvSpPr>
          <p:cNvPr id="5" name="Find طِ" descr="طِ"/>
          <p:cNvSpPr/>
          <p:nvPr/>
        </p:nvSpPr>
        <p:spPr>
          <a:xfrm>
            <a:off x="81915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طِ</a:t>
            </a:r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Fish 1" descr="Fish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0" y="1651000"/>
            <a:ext cx="2286000" cy="1416050"/>
          </a:xfrm>
          <a:prstGeom prst="rect">
            <a:avLst/>
          </a:prstGeom>
        </p:spPr>
      </p:pic>
      <p:sp>
        <p:nvSpPr>
          <p:cNvPr id="9" name="Fish letter 1 إِ" descr="إِ"/>
          <p:cNvSpPr/>
          <p:nvPr/>
        </p:nvSpPr>
        <p:spPr>
          <a:xfrm>
            <a:off x="1682750" y="1885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إِ</a:t>
            </a:r>
          </a:p>
        </p:txBody>
      </p:sp>
      <p:pic>
        <p:nvPicPr>
          <p:cNvPr id="10" name="Fish 2" descr="Fish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67500" y="1905000"/>
            <a:ext cx="2286000" cy="1416050"/>
          </a:xfrm>
          <a:prstGeom prst="rect">
            <a:avLst/>
          </a:prstGeom>
        </p:spPr>
      </p:pic>
      <p:sp>
        <p:nvSpPr>
          <p:cNvPr id="11" name="Fish letter 2 حِ" descr="حِ"/>
          <p:cNvSpPr/>
          <p:nvPr/>
        </p:nvSpPr>
        <p:spPr>
          <a:xfrm>
            <a:off x="7207250" y="2139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حِ</a:t>
            </a:r>
          </a:p>
        </p:txBody>
      </p:sp>
      <p:pic>
        <p:nvPicPr>
          <p:cNvPr id="12" name="Fish 5" descr="Fish 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87500" y="4826000"/>
            <a:ext cx="2286000" cy="1416050"/>
          </a:xfrm>
          <a:prstGeom prst="rect">
            <a:avLst/>
          </a:prstGeom>
        </p:spPr>
      </p:pic>
      <p:sp>
        <p:nvSpPr>
          <p:cNvPr id="13" name="Fish letter 5 دِ" descr="دِ"/>
          <p:cNvSpPr/>
          <p:nvPr/>
        </p:nvSpPr>
        <p:spPr>
          <a:xfrm>
            <a:off x="2127250" y="5060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دِ</a:t>
            </a:r>
          </a:p>
        </p:txBody>
      </p:sp>
      <p:sp>
        <p:nvSpPr>
          <p:cNvPr id="14" name="Great job!" descr="Great job!"/>
          <p:cNvSpPr/>
          <p:nvPr/>
        </p:nvSpPr>
        <p:spPr>
          <a:xfrm>
            <a:off x="7937500" y="5270500"/>
            <a:ext cx="3048000" cy="1460500"/>
          </a:xfrm>
          <a:prstGeom prst="cloudCallout">
            <a:avLst/>
          </a:prstGeom>
          <a:solidFill>
            <a:srgbClr val="FFFFFF"/>
          </a:solidFill>
          <a:ln w="50800">
            <a:solidFill>
              <a:srgbClr val="2FB57A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2500" b="1" lang="en-US">
                <a:solidFill>
                  <a:srgbClr val="2FB57A"/>
                </a:solidFill>
                <a:latin typeface="Arial"/>
                <a:cs typeface="Arial"/>
              </a:rPr>
              <a:t>Great job!</a:t>
            </a:r>
          </a:p>
        </p:txBody>
      </p:sp>
      <p:sp>
        <p:nvSpPr>
          <p:cNvPr id="15" name="Next button">
            <a:hlinkClick action="ppaction://hlinksldjump" r:id="rId6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Next arrow">
            <a:hlinkClick action="ppaction://hlinksldjump" r:id="rId6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7" name="sound anchor" descr="sound anchor (invisible)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2700" y="12700"/>
            <a:ext cx="25400" cy="25400"/>
          </a:xfrm>
          <a:prstGeom prst="rect">
            <a:avLst/>
          </a:prstGeom>
        </p:spPr>
      </p:pic>
    </p:spTree>
  </p:cSld>
  <p:clrMapOvr>
    <a:masterClrMapping/>
  </p:clrMapOvr>
  <p:transition advClick="0">
    <p:sndAc>
      <p:stSnd>
        <p:snd r:embed="rId7" name="spla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9" dur="2600" fill="hold" repeatCount="indefinite" autoRev="1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2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11" dur="260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4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13" dur="2900" fill="hold" repeatCount="indefinite" autoRev="1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6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15" dur="2900" fill="hold" repeatCount="indefinite" autoRev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8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17" dur="380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0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19" dur="3800" fill="hold" repeatCount="indefinite" autoRev="1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5" presetID="53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2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100000">
                                        <p:cTn id="2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9" name="cheer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Tap every letter with"/>
          <p:cNvSpPr/>
          <p:nvPr/>
        </p:nvSpPr>
        <p:spPr>
          <a:xfrm>
            <a:off x="2730500" y="190500"/>
            <a:ext cx="546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000" b="1" lang="en-US">
                <a:solidFill>
                  <a:srgbClr val="2E2640"/>
                </a:solidFill>
                <a:latin typeface="Arial"/>
                <a:cs typeface="Arial"/>
              </a:rPr>
              <a:t>Tap every letter with</a:t>
            </a:r>
          </a:p>
        </p:txBody>
      </p:sp>
      <p:sp>
        <p:nvSpPr>
          <p:cNvPr id="5" name="Find طِ" descr="طِ"/>
          <p:cNvSpPr/>
          <p:nvPr/>
        </p:nvSpPr>
        <p:spPr>
          <a:xfrm>
            <a:off x="81915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طِ</a:t>
            </a:r>
          </a:p>
        </p:txBody>
      </p:sp>
      <p:sp>
        <p:nvSpPr>
          <p:cNvPr id="6" name="Star place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Hole 1"/>
          <p:cNvSpPr/>
          <p:nvPr/>
        </p:nvSpPr>
        <p:spPr>
          <a:xfrm>
            <a:off x="2349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ile 1 بِ" descr="بِ">
            <a:hlinkClick action="ppaction://hlinksldjump" r:id="rId3"/>
          </p:cNvPr>
          <p:cNvSpPr/>
          <p:nvPr/>
        </p:nvSpPr>
        <p:spPr>
          <a:xfrm>
            <a:off x="2635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بِ</a:t>
            </a:r>
          </a:p>
        </p:txBody>
      </p:sp>
      <p:sp>
        <p:nvSpPr>
          <p:cNvPr id="10" name="Hole 2"/>
          <p:cNvSpPr/>
          <p:nvPr/>
        </p:nvSpPr>
        <p:spPr>
          <a:xfrm>
            <a:off x="5143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ile 2 طِ" descr="طِ">
            <a:hlinkClick action="ppaction://hlinksldjump" r:id="rId4"/>
          </p:cNvPr>
          <p:cNvSpPr/>
          <p:nvPr/>
        </p:nvSpPr>
        <p:spPr>
          <a:xfrm>
            <a:off x="5429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طِ</a:t>
            </a:r>
          </a:p>
        </p:txBody>
      </p:sp>
      <p:sp>
        <p:nvSpPr>
          <p:cNvPr id="12" name="Hole 3"/>
          <p:cNvSpPr/>
          <p:nvPr/>
        </p:nvSpPr>
        <p:spPr>
          <a:xfrm>
            <a:off x="7937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ile 3 طِ" descr="طِ">
            <a:hlinkClick action="ppaction://hlinksldjump" r:id="rId5"/>
          </p:cNvPr>
          <p:cNvSpPr/>
          <p:nvPr/>
        </p:nvSpPr>
        <p:spPr>
          <a:xfrm>
            <a:off x="8223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طِ</a:t>
            </a:r>
          </a:p>
        </p:txBody>
      </p:sp>
      <p:sp>
        <p:nvSpPr>
          <p:cNvPr id="14" name="Hole 4"/>
          <p:cNvSpPr/>
          <p:nvPr/>
        </p:nvSpPr>
        <p:spPr>
          <a:xfrm>
            <a:off x="2349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ile 4 جِ" descr="جِ">
            <a:hlinkClick action="ppaction://hlinksldjump" r:id="rId3"/>
          </p:cNvPr>
          <p:cNvSpPr/>
          <p:nvPr/>
        </p:nvSpPr>
        <p:spPr>
          <a:xfrm>
            <a:off x="2635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جِ</a:t>
            </a:r>
          </a:p>
        </p:txBody>
      </p:sp>
      <p:sp>
        <p:nvSpPr>
          <p:cNvPr id="16" name="Hole 5"/>
          <p:cNvSpPr/>
          <p:nvPr/>
        </p:nvSpPr>
        <p:spPr>
          <a:xfrm>
            <a:off x="5143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ile 5 ثِ" descr="ثِ">
            <a:hlinkClick action="ppaction://hlinksldjump" r:id="rId3"/>
          </p:cNvPr>
          <p:cNvSpPr/>
          <p:nvPr/>
        </p:nvSpPr>
        <p:spPr>
          <a:xfrm>
            <a:off x="5429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ثِ</a:t>
            </a:r>
          </a:p>
        </p:txBody>
      </p:sp>
      <p:sp>
        <p:nvSpPr>
          <p:cNvPr id="18" name="Hole 6"/>
          <p:cNvSpPr/>
          <p:nvPr/>
        </p:nvSpPr>
        <p:spPr>
          <a:xfrm>
            <a:off x="7937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ile 6 كِ" descr="كِ">
            <a:hlinkClick action="ppaction://hlinksldjump" r:id="rId3"/>
          </p:cNvPr>
          <p:cNvSpPr/>
          <p:nvPr/>
        </p:nvSpPr>
        <p:spPr>
          <a:xfrm>
            <a:off x="8223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كِ</a:t>
            </a:r>
          </a:p>
        </p:txBody>
      </p:sp>
      <p:sp>
        <p:nvSpPr>
          <p:cNvPr id="20" name="Next button">
            <a:hlinkClick action="ppaction://hlinksldjump" r:id="rId6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Next arrow">
            <a:hlinkClick action="ppaction://hlinksldjump" r:id="rId6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6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4" dur="85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6" dur="970" fill="hold" repeatCount="indefinite" autoRev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8" dur="1090" fill="hold" repeatCount="indefinite" autoRev="1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0" dur="1210" fill="hold" repeatCount="indefinite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2" dur="1330" fill="hold" repeatCount="indefinite" autoRev="1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" presetID="0" presetClass="path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4" dur="1450" fill="hold" repeatCount="indefinite" autoRev="1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7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Tap every letter with"/>
          <p:cNvSpPr/>
          <p:nvPr/>
        </p:nvSpPr>
        <p:spPr>
          <a:xfrm>
            <a:off x="2730500" y="190500"/>
            <a:ext cx="546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000" b="1" lang="en-US">
                <a:solidFill>
                  <a:srgbClr val="2E2640"/>
                </a:solidFill>
                <a:latin typeface="Arial"/>
                <a:cs typeface="Arial"/>
              </a:rPr>
              <a:t>Tap every letter with</a:t>
            </a:r>
          </a:p>
        </p:txBody>
      </p:sp>
      <p:sp>
        <p:nvSpPr>
          <p:cNvPr id="5" name="Find طِ" descr="طِ"/>
          <p:cNvSpPr/>
          <p:nvPr/>
        </p:nvSpPr>
        <p:spPr>
          <a:xfrm>
            <a:off x="81915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طِ</a:t>
            </a:r>
          </a:p>
        </p:txBody>
      </p:sp>
      <p:sp>
        <p:nvSpPr>
          <p:cNvPr id="6" name="Star place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Hole 1"/>
          <p:cNvSpPr/>
          <p:nvPr/>
        </p:nvSpPr>
        <p:spPr>
          <a:xfrm>
            <a:off x="2349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ile 1 بِ" descr="بِ">
            <a:hlinkClick action="ppaction://hlinksldjump" r:id="rId3"/>
          </p:cNvPr>
          <p:cNvSpPr/>
          <p:nvPr/>
        </p:nvSpPr>
        <p:spPr>
          <a:xfrm>
            <a:off x="2635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بِ</a:t>
            </a:r>
          </a:p>
        </p:txBody>
      </p:sp>
      <p:sp>
        <p:nvSpPr>
          <p:cNvPr id="10" name="Hole 2"/>
          <p:cNvSpPr/>
          <p:nvPr/>
        </p:nvSpPr>
        <p:spPr>
          <a:xfrm>
            <a:off x="5143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ile 2 طِ" descr="طِ">
            <a:hlinkClick action="ppaction://hlinksldjump" r:id="rId4"/>
          </p:cNvPr>
          <p:cNvSpPr/>
          <p:nvPr/>
        </p:nvSpPr>
        <p:spPr>
          <a:xfrm>
            <a:off x="5429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طِ</a:t>
            </a:r>
          </a:p>
        </p:txBody>
      </p:sp>
      <p:sp>
        <p:nvSpPr>
          <p:cNvPr id="12" name="Hole 3"/>
          <p:cNvSpPr/>
          <p:nvPr/>
        </p:nvSpPr>
        <p:spPr>
          <a:xfrm>
            <a:off x="7937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ile 3 طِ" descr="طِ">
            <a:hlinkClick action="ppaction://hlinksldjump" r:id="rId5"/>
          </p:cNvPr>
          <p:cNvSpPr/>
          <p:nvPr/>
        </p:nvSpPr>
        <p:spPr>
          <a:xfrm>
            <a:off x="8223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طِ</a:t>
            </a:r>
          </a:p>
        </p:txBody>
      </p:sp>
      <p:sp>
        <p:nvSpPr>
          <p:cNvPr id="14" name="Hole 4"/>
          <p:cNvSpPr/>
          <p:nvPr/>
        </p:nvSpPr>
        <p:spPr>
          <a:xfrm>
            <a:off x="2349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ile 4 جِ" descr="جِ">
            <a:hlinkClick action="ppaction://hlinksldjump" r:id="rId3"/>
          </p:cNvPr>
          <p:cNvSpPr/>
          <p:nvPr/>
        </p:nvSpPr>
        <p:spPr>
          <a:xfrm>
            <a:off x="2635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جِ</a:t>
            </a:r>
          </a:p>
        </p:txBody>
      </p:sp>
      <p:sp>
        <p:nvSpPr>
          <p:cNvPr id="16" name="Hole 5"/>
          <p:cNvSpPr/>
          <p:nvPr/>
        </p:nvSpPr>
        <p:spPr>
          <a:xfrm>
            <a:off x="5143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ile 5 ثِ" descr="ثِ">
            <a:hlinkClick action="ppaction://hlinksldjump" r:id="rId3"/>
          </p:cNvPr>
          <p:cNvSpPr/>
          <p:nvPr/>
        </p:nvSpPr>
        <p:spPr>
          <a:xfrm>
            <a:off x="5429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ثِ</a:t>
            </a:r>
          </a:p>
        </p:txBody>
      </p:sp>
      <p:sp>
        <p:nvSpPr>
          <p:cNvPr id="18" name="Hole 6"/>
          <p:cNvSpPr/>
          <p:nvPr/>
        </p:nvSpPr>
        <p:spPr>
          <a:xfrm>
            <a:off x="7937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ile 6 كِ" descr="كِ">
            <a:hlinkClick action="ppaction://hlinksldjump" r:id="rId3"/>
          </p:cNvPr>
          <p:cNvSpPr/>
          <p:nvPr/>
        </p:nvSpPr>
        <p:spPr>
          <a:xfrm>
            <a:off x="8223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كِ</a:t>
            </a:r>
          </a:p>
        </p:txBody>
      </p:sp>
      <p:sp>
        <p:nvSpPr>
          <p:cNvPr id="20" name="Try again!" descr="Try again!"/>
          <p:cNvSpPr/>
          <p:nvPr/>
        </p:nvSpPr>
        <p:spPr>
          <a:xfrm>
            <a:off x="9080500" y="1016000"/>
            <a:ext cx="3048000" cy="1460500"/>
          </a:xfrm>
          <a:prstGeom prst="cloudCallout">
            <a:avLst/>
          </a:prstGeom>
          <a:solidFill>
            <a:srgbClr val="FFFFFF"/>
          </a:solidFill>
          <a:ln w="50800">
            <a:solidFill>
              <a:srgbClr val="E5536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2500" b="1" lang="en-US">
                <a:solidFill>
                  <a:srgbClr val="E5536F"/>
                </a:solidFill>
                <a:latin typeface="Arial"/>
                <a:cs typeface="Arial"/>
              </a:rPr>
              <a:t>Try again!</a:t>
            </a:r>
          </a:p>
        </p:txBody>
      </p:sp>
      <p:sp>
        <p:nvSpPr>
          <p:cNvPr id="21" name="Next button">
            <a:hlinkClick action="ppaction://hlinksldjump" r:id="rId6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Next arrow">
            <a:hlinkClick action="ppaction://hlinksldjump" r:id="rId6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7" name="boing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1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4" dur="85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6" dur="970" fill="hold" repeatCount="indefinite" autoRev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8" dur="1090" fill="hold" repeatCount="indefinite" autoRev="1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0" dur="1210" fill="hold" repeatCount="indefinite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2" dur="1330" fill="hold" repeatCount="indefinite" autoRev="1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" presetID="0" presetClass="path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4" dur="1450" fill="hold" repeatCount="indefinite" autoRev="1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0" presetID="53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" dur="4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4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8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Tap every letter with"/>
          <p:cNvSpPr/>
          <p:nvPr/>
        </p:nvSpPr>
        <p:spPr>
          <a:xfrm>
            <a:off x="2730500" y="190500"/>
            <a:ext cx="546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000" b="1" lang="en-US">
                <a:solidFill>
                  <a:srgbClr val="2E2640"/>
                </a:solidFill>
                <a:latin typeface="Arial"/>
                <a:cs typeface="Arial"/>
              </a:rPr>
              <a:t>Tap every letter with</a:t>
            </a:r>
          </a:p>
        </p:txBody>
      </p:sp>
      <p:sp>
        <p:nvSpPr>
          <p:cNvPr id="5" name="Find طِ" descr="طِ"/>
          <p:cNvSpPr/>
          <p:nvPr/>
        </p:nvSpPr>
        <p:spPr>
          <a:xfrm>
            <a:off x="81915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طِ</a:t>
            </a:r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Hole 1"/>
          <p:cNvSpPr/>
          <p:nvPr/>
        </p:nvSpPr>
        <p:spPr>
          <a:xfrm>
            <a:off x="2349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ile 1 بِ" descr="بِ">
            <a:hlinkClick action="ppaction://hlinksldjump" r:id="rId3"/>
          </p:cNvPr>
          <p:cNvSpPr/>
          <p:nvPr/>
        </p:nvSpPr>
        <p:spPr>
          <a:xfrm>
            <a:off x="2635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بِ</a:t>
            </a:r>
          </a:p>
        </p:txBody>
      </p:sp>
      <p:sp>
        <p:nvSpPr>
          <p:cNvPr id="10" name="Hole 2"/>
          <p:cNvSpPr/>
          <p:nvPr/>
        </p:nvSpPr>
        <p:spPr>
          <a:xfrm>
            <a:off x="5143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Hole 3"/>
          <p:cNvSpPr/>
          <p:nvPr/>
        </p:nvSpPr>
        <p:spPr>
          <a:xfrm>
            <a:off x="7937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ile 3 طِ" descr="طِ">
            <a:hlinkClick action="ppaction://hlinksldjump" r:id="rId4"/>
          </p:cNvPr>
          <p:cNvSpPr/>
          <p:nvPr/>
        </p:nvSpPr>
        <p:spPr>
          <a:xfrm>
            <a:off x="8223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طِ</a:t>
            </a:r>
          </a:p>
        </p:txBody>
      </p:sp>
      <p:sp>
        <p:nvSpPr>
          <p:cNvPr id="13" name="Hole 4"/>
          <p:cNvSpPr/>
          <p:nvPr/>
        </p:nvSpPr>
        <p:spPr>
          <a:xfrm>
            <a:off x="2349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ile 4 جِ" descr="جِ">
            <a:hlinkClick action="ppaction://hlinksldjump" r:id="rId3"/>
          </p:cNvPr>
          <p:cNvSpPr/>
          <p:nvPr/>
        </p:nvSpPr>
        <p:spPr>
          <a:xfrm>
            <a:off x="2635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جِ</a:t>
            </a:r>
          </a:p>
        </p:txBody>
      </p:sp>
      <p:sp>
        <p:nvSpPr>
          <p:cNvPr id="15" name="Hole 5"/>
          <p:cNvSpPr/>
          <p:nvPr/>
        </p:nvSpPr>
        <p:spPr>
          <a:xfrm>
            <a:off x="5143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ile 5 ثِ" descr="ثِ">
            <a:hlinkClick action="ppaction://hlinksldjump" r:id="rId3"/>
          </p:cNvPr>
          <p:cNvSpPr/>
          <p:nvPr/>
        </p:nvSpPr>
        <p:spPr>
          <a:xfrm>
            <a:off x="5429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ثِ</a:t>
            </a:r>
          </a:p>
        </p:txBody>
      </p:sp>
      <p:sp>
        <p:nvSpPr>
          <p:cNvPr id="17" name="Hole 6"/>
          <p:cNvSpPr/>
          <p:nvPr/>
        </p:nvSpPr>
        <p:spPr>
          <a:xfrm>
            <a:off x="7937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ile 6 كِ" descr="كِ">
            <a:hlinkClick action="ppaction://hlinksldjump" r:id="rId3"/>
          </p:cNvPr>
          <p:cNvSpPr/>
          <p:nvPr/>
        </p:nvSpPr>
        <p:spPr>
          <a:xfrm>
            <a:off x="8223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كِ</a:t>
            </a:r>
          </a:p>
        </p:txBody>
      </p:sp>
      <p:sp>
        <p:nvSpPr>
          <p:cNvPr id="19" name="Next button">
            <a:hlinkClick action="ppaction://hlinksldjump" r:id="rId5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Next arrow">
            <a:hlinkClick action="ppaction://hlinksldjump" r:id="rId5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6" name="bonk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9" dur="85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2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1" dur="109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4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3" dur="1210" fill="hold" repeatCount="indefinite" autoRev="1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6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5" dur="1330" fill="hold" repeatCount="indefinite" autoRev="1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8" presetID="0" presetClass="path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7" dur="1450" fill="hold" repeatCount="indefinite" autoRev="1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9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Tap every letter with"/>
          <p:cNvSpPr/>
          <p:nvPr/>
        </p:nvSpPr>
        <p:spPr>
          <a:xfrm>
            <a:off x="2730500" y="190500"/>
            <a:ext cx="546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000" b="1" lang="en-US">
                <a:solidFill>
                  <a:srgbClr val="2E2640"/>
                </a:solidFill>
                <a:latin typeface="Arial"/>
                <a:cs typeface="Arial"/>
              </a:rPr>
              <a:t>Tap every letter with</a:t>
            </a:r>
          </a:p>
        </p:txBody>
      </p:sp>
      <p:sp>
        <p:nvSpPr>
          <p:cNvPr id="5" name="Find طِ" descr="طِ"/>
          <p:cNvSpPr/>
          <p:nvPr/>
        </p:nvSpPr>
        <p:spPr>
          <a:xfrm>
            <a:off x="81915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طِ</a:t>
            </a:r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Hole 1"/>
          <p:cNvSpPr/>
          <p:nvPr/>
        </p:nvSpPr>
        <p:spPr>
          <a:xfrm>
            <a:off x="2349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ile 1 بِ" descr="بِ">
            <a:hlinkClick action="ppaction://hlinksldjump" r:id="rId3"/>
          </p:cNvPr>
          <p:cNvSpPr/>
          <p:nvPr/>
        </p:nvSpPr>
        <p:spPr>
          <a:xfrm>
            <a:off x="2635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بِ</a:t>
            </a:r>
          </a:p>
        </p:txBody>
      </p:sp>
      <p:sp>
        <p:nvSpPr>
          <p:cNvPr id="10" name="Hole 2"/>
          <p:cNvSpPr/>
          <p:nvPr/>
        </p:nvSpPr>
        <p:spPr>
          <a:xfrm>
            <a:off x="5143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Hole 3"/>
          <p:cNvSpPr/>
          <p:nvPr/>
        </p:nvSpPr>
        <p:spPr>
          <a:xfrm>
            <a:off x="7937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ile 3 طِ" descr="طِ">
            <a:hlinkClick action="ppaction://hlinksldjump" r:id="rId4"/>
          </p:cNvPr>
          <p:cNvSpPr/>
          <p:nvPr/>
        </p:nvSpPr>
        <p:spPr>
          <a:xfrm>
            <a:off x="8223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طِ</a:t>
            </a:r>
          </a:p>
        </p:txBody>
      </p:sp>
      <p:sp>
        <p:nvSpPr>
          <p:cNvPr id="13" name="Hole 4"/>
          <p:cNvSpPr/>
          <p:nvPr/>
        </p:nvSpPr>
        <p:spPr>
          <a:xfrm>
            <a:off x="2349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ile 4 جِ" descr="جِ">
            <a:hlinkClick action="ppaction://hlinksldjump" r:id="rId3"/>
          </p:cNvPr>
          <p:cNvSpPr/>
          <p:nvPr/>
        </p:nvSpPr>
        <p:spPr>
          <a:xfrm>
            <a:off x="2635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جِ</a:t>
            </a:r>
          </a:p>
        </p:txBody>
      </p:sp>
      <p:sp>
        <p:nvSpPr>
          <p:cNvPr id="15" name="Hole 5"/>
          <p:cNvSpPr/>
          <p:nvPr/>
        </p:nvSpPr>
        <p:spPr>
          <a:xfrm>
            <a:off x="5143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ile 5 ثِ" descr="ثِ">
            <a:hlinkClick action="ppaction://hlinksldjump" r:id="rId3"/>
          </p:cNvPr>
          <p:cNvSpPr/>
          <p:nvPr/>
        </p:nvSpPr>
        <p:spPr>
          <a:xfrm>
            <a:off x="5429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ثِ</a:t>
            </a:r>
          </a:p>
        </p:txBody>
      </p:sp>
      <p:sp>
        <p:nvSpPr>
          <p:cNvPr id="17" name="Hole 6"/>
          <p:cNvSpPr/>
          <p:nvPr/>
        </p:nvSpPr>
        <p:spPr>
          <a:xfrm>
            <a:off x="7937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ile 6 كِ" descr="كِ">
            <a:hlinkClick action="ppaction://hlinksldjump" r:id="rId3"/>
          </p:cNvPr>
          <p:cNvSpPr/>
          <p:nvPr/>
        </p:nvSpPr>
        <p:spPr>
          <a:xfrm>
            <a:off x="8223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كِ</a:t>
            </a:r>
          </a:p>
        </p:txBody>
      </p:sp>
      <p:sp>
        <p:nvSpPr>
          <p:cNvPr id="19" name="Try again!" descr="Try again!"/>
          <p:cNvSpPr/>
          <p:nvPr/>
        </p:nvSpPr>
        <p:spPr>
          <a:xfrm>
            <a:off x="9080500" y="1016000"/>
            <a:ext cx="3048000" cy="1460500"/>
          </a:xfrm>
          <a:prstGeom prst="cloudCallout">
            <a:avLst/>
          </a:prstGeom>
          <a:solidFill>
            <a:srgbClr val="FFFFFF"/>
          </a:solidFill>
          <a:ln w="50800">
            <a:solidFill>
              <a:srgbClr val="E5536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2500" b="1" lang="en-US">
                <a:solidFill>
                  <a:srgbClr val="E5536F"/>
                </a:solidFill>
                <a:latin typeface="Arial"/>
                <a:cs typeface="Arial"/>
              </a:rPr>
              <a:t>Try again!</a:t>
            </a:r>
          </a:p>
        </p:txBody>
      </p:sp>
      <p:sp>
        <p:nvSpPr>
          <p:cNvPr id="20" name="Next button">
            <a:hlinkClick action="ppaction://hlinksldjump" r:id="rId5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Next arrow">
            <a:hlinkClick action="ppaction://hlinksldjump" r:id="rId5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6" name="boing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4" dur="85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6" dur="109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8" dur="1210" fill="hold" repeatCount="indefinite" autoRev="1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0" dur="1330" fill="hold" repeatCount="indefinite" autoRev="1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2" dur="1450" fill="hold" repeatCount="indefinite" autoRev="1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8" presetID="53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4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4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0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Tap every letter with"/>
          <p:cNvSpPr/>
          <p:nvPr/>
        </p:nvSpPr>
        <p:spPr>
          <a:xfrm>
            <a:off x="2730500" y="190500"/>
            <a:ext cx="546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000" b="1" lang="en-US">
                <a:solidFill>
                  <a:srgbClr val="2E2640"/>
                </a:solidFill>
                <a:latin typeface="Arial"/>
                <a:cs typeface="Arial"/>
              </a:rPr>
              <a:t>Tap every letter with</a:t>
            </a:r>
          </a:p>
        </p:txBody>
      </p:sp>
      <p:sp>
        <p:nvSpPr>
          <p:cNvPr id="5" name="Find طِ" descr="طِ"/>
          <p:cNvSpPr/>
          <p:nvPr/>
        </p:nvSpPr>
        <p:spPr>
          <a:xfrm>
            <a:off x="81915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طِ</a:t>
            </a:r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Hole 1"/>
          <p:cNvSpPr/>
          <p:nvPr/>
        </p:nvSpPr>
        <p:spPr>
          <a:xfrm>
            <a:off x="2349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ile 1 بِ" descr="بِ">
            <a:hlinkClick action="ppaction://hlinksldjump" r:id="rId3"/>
          </p:cNvPr>
          <p:cNvSpPr/>
          <p:nvPr/>
        </p:nvSpPr>
        <p:spPr>
          <a:xfrm>
            <a:off x="2635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بِ</a:t>
            </a:r>
          </a:p>
        </p:txBody>
      </p:sp>
      <p:sp>
        <p:nvSpPr>
          <p:cNvPr id="10" name="Hole 2"/>
          <p:cNvSpPr/>
          <p:nvPr/>
        </p:nvSpPr>
        <p:spPr>
          <a:xfrm>
            <a:off x="5143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ile 2 طِ" descr="طِ">
            <a:hlinkClick action="ppaction://hlinksldjump" r:id="rId4"/>
          </p:cNvPr>
          <p:cNvSpPr/>
          <p:nvPr/>
        </p:nvSpPr>
        <p:spPr>
          <a:xfrm>
            <a:off x="5429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طِ</a:t>
            </a:r>
          </a:p>
        </p:txBody>
      </p:sp>
      <p:sp>
        <p:nvSpPr>
          <p:cNvPr id="12" name="Hole 3"/>
          <p:cNvSpPr/>
          <p:nvPr/>
        </p:nvSpPr>
        <p:spPr>
          <a:xfrm>
            <a:off x="7937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Hole 4"/>
          <p:cNvSpPr/>
          <p:nvPr/>
        </p:nvSpPr>
        <p:spPr>
          <a:xfrm>
            <a:off x="2349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ile 4 جِ" descr="جِ">
            <a:hlinkClick action="ppaction://hlinksldjump" r:id="rId3"/>
          </p:cNvPr>
          <p:cNvSpPr/>
          <p:nvPr/>
        </p:nvSpPr>
        <p:spPr>
          <a:xfrm>
            <a:off x="2635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جِ</a:t>
            </a:r>
          </a:p>
        </p:txBody>
      </p:sp>
      <p:sp>
        <p:nvSpPr>
          <p:cNvPr id="15" name="Hole 5"/>
          <p:cNvSpPr/>
          <p:nvPr/>
        </p:nvSpPr>
        <p:spPr>
          <a:xfrm>
            <a:off x="5143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ile 5 ثِ" descr="ثِ">
            <a:hlinkClick action="ppaction://hlinksldjump" r:id="rId3"/>
          </p:cNvPr>
          <p:cNvSpPr/>
          <p:nvPr/>
        </p:nvSpPr>
        <p:spPr>
          <a:xfrm>
            <a:off x="5429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ثِ</a:t>
            </a:r>
          </a:p>
        </p:txBody>
      </p:sp>
      <p:sp>
        <p:nvSpPr>
          <p:cNvPr id="17" name="Hole 6"/>
          <p:cNvSpPr/>
          <p:nvPr/>
        </p:nvSpPr>
        <p:spPr>
          <a:xfrm>
            <a:off x="7937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ile 6 كِ" descr="كِ">
            <a:hlinkClick action="ppaction://hlinksldjump" r:id="rId3"/>
          </p:cNvPr>
          <p:cNvSpPr/>
          <p:nvPr/>
        </p:nvSpPr>
        <p:spPr>
          <a:xfrm>
            <a:off x="8223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كِ</a:t>
            </a:r>
          </a:p>
        </p:txBody>
      </p:sp>
      <p:sp>
        <p:nvSpPr>
          <p:cNvPr id="19" name="Next button">
            <a:hlinkClick action="ppaction://hlinksldjump" r:id="rId5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Next arrow">
            <a:hlinkClick action="ppaction://hlinksldjump" r:id="rId5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6" name="bonk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9" dur="85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2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1" dur="970" fill="hold" repeatCount="indefinite" autoRev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4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3" dur="1210" fill="hold" repeatCount="indefinite" autoRev="1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6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5" dur="1330" fill="hold" repeatCount="indefinite" autoRev="1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8" presetID="0" presetClass="path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7" dur="1450" fill="hold" repeatCount="indefinite" autoRev="1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1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Tap every letter with"/>
          <p:cNvSpPr/>
          <p:nvPr/>
        </p:nvSpPr>
        <p:spPr>
          <a:xfrm>
            <a:off x="2730500" y="190500"/>
            <a:ext cx="546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000" b="1" lang="en-US">
                <a:solidFill>
                  <a:srgbClr val="2E2640"/>
                </a:solidFill>
                <a:latin typeface="Arial"/>
                <a:cs typeface="Arial"/>
              </a:rPr>
              <a:t>Tap every letter with</a:t>
            </a:r>
          </a:p>
        </p:txBody>
      </p:sp>
      <p:sp>
        <p:nvSpPr>
          <p:cNvPr id="5" name="Find طِ" descr="طِ"/>
          <p:cNvSpPr/>
          <p:nvPr/>
        </p:nvSpPr>
        <p:spPr>
          <a:xfrm>
            <a:off x="81915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طِ</a:t>
            </a:r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Hole 1"/>
          <p:cNvSpPr/>
          <p:nvPr/>
        </p:nvSpPr>
        <p:spPr>
          <a:xfrm>
            <a:off x="2349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ile 1 بِ" descr="بِ">
            <a:hlinkClick action="ppaction://hlinksldjump" r:id="rId3"/>
          </p:cNvPr>
          <p:cNvSpPr/>
          <p:nvPr/>
        </p:nvSpPr>
        <p:spPr>
          <a:xfrm>
            <a:off x="2635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بِ</a:t>
            </a:r>
          </a:p>
        </p:txBody>
      </p:sp>
      <p:sp>
        <p:nvSpPr>
          <p:cNvPr id="10" name="Hole 2"/>
          <p:cNvSpPr/>
          <p:nvPr/>
        </p:nvSpPr>
        <p:spPr>
          <a:xfrm>
            <a:off x="5143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ile 2 طِ" descr="طِ">
            <a:hlinkClick action="ppaction://hlinksldjump" r:id="rId4"/>
          </p:cNvPr>
          <p:cNvSpPr/>
          <p:nvPr/>
        </p:nvSpPr>
        <p:spPr>
          <a:xfrm>
            <a:off x="5429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طِ</a:t>
            </a:r>
          </a:p>
        </p:txBody>
      </p:sp>
      <p:sp>
        <p:nvSpPr>
          <p:cNvPr id="12" name="Hole 3"/>
          <p:cNvSpPr/>
          <p:nvPr/>
        </p:nvSpPr>
        <p:spPr>
          <a:xfrm>
            <a:off x="7937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Hole 4"/>
          <p:cNvSpPr/>
          <p:nvPr/>
        </p:nvSpPr>
        <p:spPr>
          <a:xfrm>
            <a:off x="2349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ile 4 جِ" descr="جِ">
            <a:hlinkClick action="ppaction://hlinksldjump" r:id="rId3"/>
          </p:cNvPr>
          <p:cNvSpPr/>
          <p:nvPr/>
        </p:nvSpPr>
        <p:spPr>
          <a:xfrm>
            <a:off x="2635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جِ</a:t>
            </a:r>
          </a:p>
        </p:txBody>
      </p:sp>
      <p:sp>
        <p:nvSpPr>
          <p:cNvPr id="15" name="Hole 5"/>
          <p:cNvSpPr/>
          <p:nvPr/>
        </p:nvSpPr>
        <p:spPr>
          <a:xfrm>
            <a:off x="5143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ile 5 ثِ" descr="ثِ">
            <a:hlinkClick action="ppaction://hlinksldjump" r:id="rId3"/>
          </p:cNvPr>
          <p:cNvSpPr/>
          <p:nvPr/>
        </p:nvSpPr>
        <p:spPr>
          <a:xfrm>
            <a:off x="5429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ثِ</a:t>
            </a:r>
          </a:p>
        </p:txBody>
      </p:sp>
      <p:sp>
        <p:nvSpPr>
          <p:cNvPr id="17" name="Hole 6"/>
          <p:cNvSpPr/>
          <p:nvPr/>
        </p:nvSpPr>
        <p:spPr>
          <a:xfrm>
            <a:off x="7937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ile 6 كِ" descr="كِ">
            <a:hlinkClick action="ppaction://hlinksldjump" r:id="rId3"/>
          </p:cNvPr>
          <p:cNvSpPr/>
          <p:nvPr/>
        </p:nvSpPr>
        <p:spPr>
          <a:xfrm>
            <a:off x="8223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كِ</a:t>
            </a:r>
          </a:p>
        </p:txBody>
      </p:sp>
      <p:sp>
        <p:nvSpPr>
          <p:cNvPr id="19" name="Try again!" descr="Try again!"/>
          <p:cNvSpPr/>
          <p:nvPr/>
        </p:nvSpPr>
        <p:spPr>
          <a:xfrm>
            <a:off x="9080500" y="1016000"/>
            <a:ext cx="3048000" cy="1460500"/>
          </a:xfrm>
          <a:prstGeom prst="cloudCallout">
            <a:avLst/>
          </a:prstGeom>
          <a:solidFill>
            <a:srgbClr val="FFFFFF"/>
          </a:solidFill>
          <a:ln w="50800">
            <a:solidFill>
              <a:srgbClr val="E5536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2500" b="1" lang="en-US">
                <a:solidFill>
                  <a:srgbClr val="E5536F"/>
                </a:solidFill>
                <a:latin typeface="Arial"/>
                <a:cs typeface="Arial"/>
              </a:rPr>
              <a:t>Try again!</a:t>
            </a:r>
          </a:p>
        </p:txBody>
      </p:sp>
      <p:sp>
        <p:nvSpPr>
          <p:cNvPr id="20" name="Next button">
            <a:hlinkClick action="ppaction://hlinksldjump" r:id="rId5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Next arrow">
            <a:hlinkClick action="ppaction://hlinksldjump" r:id="rId5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6" name="boing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4" dur="85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6" dur="970" fill="hold" repeatCount="indefinite" autoRev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8" dur="1210" fill="hold" repeatCount="indefinite" autoRev="1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0" dur="1330" fill="hold" repeatCount="indefinite" autoRev="1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2" dur="1450" fill="hold" repeatCount="indefinite" autoRev="1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8" presetID="53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4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4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2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Tap every letter with"/>
          <p:cNvSpPr/>
          <p:nvPr/>
        </p:nvSpPr>
        <p:spPr>
          <a:xfrm>
            <a:off x="2730500" y="190500"/>
            <a:ext cx="546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000" b="1" lang="en-US">
                <a:solidFill>
                  <a:srgbClr val="2E2640"/>
                </a:solidFill>
                <a:latin typeface="Arial"/>
                <a:cs typeface="Arial"/>
              </a:rPr>
              <a:t>Tap every letter with</a:t>
            </a:r>
          </a:p>
        </p:txBody>
      </p:sp>
      <p:sp>
        <p:nvSpPr>
          <p:cNvPr id="5" name="Find طِ" descr="طِ"/>
          <p:cNvSpPr/>
          <p:nvPr/>
        </p:nvSpPr>
        <p:spPr>
          <a:xfrm>
            <a:off x="81915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طِ</a:t>
            </a:r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Hole 1"/>
          <p:cNvSpPr/>
          <p:nvPr/>
        </p:nvSpPr>
        <p:spPr>
          <a:xfrm>
            <a:off x="2349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ile 1 بِ" descr="بِ"/>
          <p:cNvSpPr/>
          <p:nvPr/>
        </p:nvSpPr>
        <p:spPr>
          <a:xfrm>
            <a:off x="2635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بِ</a:t>
            </a:r>
          </a:p>
        </p:txBody>
      </p:sp>
      <p:sp>
        <p:nvSpPr>
          <p:cNvPr id="10" name="Hole 2"/>
          <p:cNvSpPr/>
          <p:nvPr/>
        </p:nvSpPr>
        <p:spPr>
          <a:xfrm>
            <a:off x="5143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Hole 3"/>
          <p:cNvSpPr/>
          <p:nvPr/>
        </p:nvSpPr>
        <p:spPr>
          <a:xfrm>
            <a:off x="7937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Hole 4"/>
          <p:cNvSpPr/>
          <p:nvPr/>
        </p:nvSpPr>
        <p:spPr>
          <a:xfrm>
            <a:off x="2349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ile 4 جِ" descr="جِ"/>
          <p:cNvSpPr/>
          <p:nvPr/>
        </p:nvSpPr>
        <p:spPr>
          <a:xfrm>
            <a:off x="2635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جِ</a:t>
            </a:r>
          </a:p>
        </p:txBody>
      </p:sp>
      <p:sp>
        <p:nvSpPr>
          <p:cNvPr id="14" name="Hole 5"/>
          <p:cNvSpPr/>
          <p:nvPr/>
        </p:nvSpPr>
        <p:spPr>
          <a:xfrm>
            <a:off x="5143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ile 5 ثِ" descr="ثِ"/>
          <p:cNvSpPr/>
          <p:nvPr/>
        </p:nvSpPr>
        <p:spPr>
          <a:xfrm>
            <a:off x="5429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ثِ</a:t>
            </a:r>
          </a:p>
        </p:txBody>
      </p:sp>
      <p:sp>
        <p:nvSpPr>
          <p:cNvPr id="16" name="Hole 6"/>
          <p:cNvSpPr/>
          <p:nvPr/>
        </p:nvSpPr>
        <p:spPr>
          <a:xfrm>
            <a:off x="7937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ile 6 كِ" descr="كِ"/>
          <p:cNvSpPr/>
          <p:nvPr/>
        </p:nvSpPr>
        <p:spPr>
          <a:xfrm>
            <a:off x="8223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كِ</a:t>
            </a:r>
          </a:p>
        </p:txBody>
      </p:sp>
      <p:sp>
        <p:nvSpPr>
          <p:cNvPr id="18" name="Great job!" descr="Great job!"/>
          <p:cNvSpPr/>
          <p:nvPr/>
        </p:nvSpPr>
        <p:spPr>
          <a:xfrm>
            <a:off x="9080500" y="1016000"/>
            <a:ext cx="3048000" cy="1460500"/>
          </a:xfrm>
          <a:prstGeom prst="cloudCallout">
            <a:avLst/>
          </a:prstGeom>
          <a:solidFill>
            <a:srgbClr val="FFFFFF"/>
          </a:solidFill>
          <a:ln w="50800">
            <a:solidFill>
              <a:srgbClr val="2FB57A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2500" b="1" lang="en-US">
                <a:solidFill>
                  <a:srgbClr val="2FB57A"/>
                </a:solidFill>
                <a:latin typeface="Arial"/>
                <a:cs typeface="Arial"/>
              </a:rPr>
              <a:t>Great job!</a:t>
            </a:r>
          </a:p>
        </p:txBody>
      </p:sp>
      <p:sp>
        <p:nvSpPr>
          <p:cNvPr id="19" name="Next button">
            <a:hlinkClick action="ppaction://hlinksldjump" r:id="rId3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Next arrow">
            <a:hlinkClick action="ppaction://hlinksldjump" r:id="rId3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1" name="sound anchor" descr="sound anchor (invisible)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700" y="12700"/>
            <a:ext cx="25400" cy="25400"/>
          </a:xfrm>
          <a:prstGeom prst="rect">
            <a:avLst/>
          </a:prstGeom>
        </p:spPr>
      </p:pic>
    </p:spTree>
  </p:cSld>
  <p:clrMapOvr>
    <a:masterClrMapping/>
  </p:clrMapOvr>
  <p:transition advClick="0">
    <p:sndAc>
      <p:stSnd>
        <p:snd r:embed="rId4" name="bonk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9" dur="85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2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1" dur="1210" fill="hold" repeatCount="indefinite" autoRev="1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4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3" dur="1330" fill="hold" repeatCount="indefinite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6" presetID="0" presetClass="path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5" dur="1450" fill="hold" repeatCount="indefinite" autoRev="1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1" presetID="53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8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0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100000">
                                        <p:cTn id="2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6" name="cheer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286000" y="190500"/>
            <a:ext cx="7620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Build the word, then tap GO!"/>
          <p:cNvSpPr/>
          <p:nvPr/>
        </p:nvSpPr>
        <p:spPr>
          <a:xfrm>
            <a:off x="2413000" y="190500"/>
            <a:ext cx="52705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200" b="1" lang="en-US">
                <a:solidFill>
                  <a:srgbClr val="2E2640"/>
                </a:solidFill>
                <a:latin typeface="Arial"/>
                <a:cs typeface="Arial"/>
              </a:rPr>
              <a:t>Build the word, then tap GO!</a:t>
            </a:r>
          </a:p>
        </p:txBody>
      </p:sp>
      <p:sp>
        <p:nvSpPr>
          <p:cNvPr id="5" name="Find لَعِبَ" descr="لَعِبَ"/>
          <p:cNvSpPr/>
          <p:nvPr/>
        </p:nvSpPr>
        <p:spPr>
          <a:xfrm>
            <a:off x="7683500" y="228600"/>
            <a:ext cx="20955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لَعِبَ</a:t>
            </a:r>
          </a:p>
        </p:txBody>
      </p:sp>
      <p:pic>
        <p:nvPicPr>
          <p:cNvPr id="6" name="Engine" descr="Engin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000" y="3937000"/>
            <a:ext cx="2667000" cy="1911350"/>
          </a:xfrm>
          <a:prstGeom prst="rect">
            <a:avLst/>
          </a:prstGeom>
        </p:spPr>
      </p:pic>
      <p:pic>
        <p:nvPicPr>
          <p:cNvPr id="7" name="Wagon 1" descr="Wagon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75000" y="4381500"/>
            <a:ext cx="1778000" cy="1543050"/>
          </a:xfrm>
          <a:prstGeom prst="rect">
            <a:avLst/>
          </a:prstGeom>
        </p:spPr>
      </p:pic>
      <p:pic>
        <p:nvPicPr>
          <p:cNvPr id="8" name="Wagon 2" descr="Wagon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16500" y="4381500"/>
            <a:ext cx="1778000" cy="1543050"/>
          </a:xfrm>
          <a:prstGeom prst="rect">
            <a:avLst/>
          </a:prstGeom>
        </p:spPr>
      </p:pic>
      <p:pic>
        <p:nvPicPr>
          <p:cNvPr id="9" name="Wagon 3" descr="Wagon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0" y="4381500"/>
            <a:ext cx="1778000" cy="1543050"/>
          </a:xfrm>
          <a:prstGeom prst="rect">
            <a:avLst/>
          </a:prstGeom>
        </p:spPr>
      </p:pic>
      <p:sp>
        <p:nvSpPr>
          <p:cNvPr id="10" name="Card لَ" descr="لَ">
            <a:hlinkClick action="ppaction://hlinksldjump" r:id="rId5"/>
          </p:cNvPr>
          <p:cNvSpPr/>
          <p:nvPr/>
        </p:nvSpPr>
        <p:spPr>
          <a:xfrm>
            <a:off x="3302000" y="1778000"/>
            <a:ext cx="1206500" cy="12065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FFB347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6200" b="1" lang="ar-SA">
                <a:solidFill>
                  <a:srgbClr val="2E2640"/>
                </a:solidFill>
                <a:latin typeface="Arial"/>
                <a:cs typeface="Arial"/>
              </a:rPr>
              <a:t>لَ</a:t>
            </a:r>
          </a:p>
        </p:txBody>
      </p:sp>
      <p:sp>
        <p:nvSpPr>
          <p:cNvPr id="11" name="Card بَ" descr="بَ">
            <a:hlinkClick action="ppaction://hlinksldjump" r:id="rId6"/>
          </p:cNvPr>
          <p:cNvSpPr/>
          <p:nvPr/>
        </p:nvSpPr>
        <p:spPr>
          <a:xfrm>
            <a:off x="4953000" y="1778000"/>
            <a:ext cx="1206500" cy="12065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FFB347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6200" b="1" lang="ar-SA">
                <a:solidFill>
                  <a:srgbClr val="2E2640"/>
                </a:solidFill>
                <a:latin typeface="Arial"/>
                <a:cs typeface="Arial"/>
              </a:rPr>
              <a:t>بَ</a:t>
            </a:r>
          </a:p>
        </p:txBody>
      </p:sp>
      <p:sp>
        <p:nvSpPr>
          <p:cNvPr id="12" name="Card عِ" descr="عِ">
            <a:hlinkClick action="ppaction://hlinksldjump" r:id="rId6"/>
          </p:cNvPr>
          <p:cNvSpPr/>
          <p:nvPr/>
        </p:nvSpPr>
        <p:spPr>
          <a:xfrm>
            <a:off x="6604000" y="1778000"/>
            <a:ext cx="1206500" cy="12065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FFB347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6200" b="1" lang="ar-SA">
                <a:solidFill>
                  <a:srgbClr val="2E2640"/>
                </a:solidFill>
                <a:latin typeface="Arial"/>
                <a:cs typeface="Arial"/>
              </a:rPr>
              <a:t>عِ</a:t>
            </a:r>
          </a:p>
        </p:txBody>
      </p:sp>
      <p:sp>
        <p:nvSpPr>
          <p:cNvPr id="13" name="Next button">
            <a:hlinkClick action="ppaction://hlinksldjump" r:id="rId7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Next arrow">
            <a:hlinkClick action="ppaction://hlinksldjump" r:id="rId7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 spd="med">
    <p:fade/>
  </p:transition>
</p:sld>
</file>

<file path=ppt/slides/slide324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286000" y="190500"/>
            <a:ext cx="7620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Build the word, then tap GO!"/>
          <p:cNvSpPr/>
          <p:nvPr/>
        </p:nvSpPr>
        <p:spPr>
          <a:xfrm>
            <a:off x="2413000" y="190500"/>
            <a:ext cx="52705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200" b="1" lang="en-US">
                <a:solidFill>
                  <a:srgbClr val="2E2640"/>
                </a:solidFill>
                <a:latin typeface="Arial"/>
                <a:cs typeface="Arial"/>
              </a:rPr>
              <a:t>Build the word, then tap GO!</a:t>
            </a:r>
          </a:p>
        </p:txBody>
      </p:sp>
      <p:sp>
        <p:nvSpPr>
          <p:cNvPr id="5" name="Find لَعِبَ" descr="لَعِبَ"/>
          <p:cNvSpPr/>
          <p:nvPr/>
        </p:nvSpPr>
        <p:spPr>
          <a:xfrm>
            <a:off x="7683500" y="228600"/>
            <a:ext cx="20955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لَعِبَ</a:t>
            </a:r>
          </a:p>
        </p:txBody>
      </p:sp>
      <p:pic>
        <p:nvPicPr>
          <p:cNvPr id="6" name="Engine" descr="Engin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000" y="3937000"/>
            <a:ext cx="2667000" cy="1911350"/>
          </a:xfrm>
          <a:prstGeom prst="rect">
            <a:avLst/>
          </a:prstGeom>
        </p:spPr>
      </p:pic>
      <p:pic>
        <p:nvPicPr>
          <p:cNvPr id="7" name="Wagon 1" descr="Wagon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75000" y="4381500"/>
            <a:ext cx="1778000" cy="1543050"/>
          </a:xfrm>
          <a:prstGeom prst="rect">
            <a:avLst/>
          </a:prstGeom>
        </p:spPr>
      </p:pic>
      <p:pic>
        <p:nvPicPr>
          <p:cNvPr id="8" name="Wagon 2" descr="Wagon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16500" y="4381500"/>
            <a:ext cx="1778000" cy="1543050"/>
          </a:xfrm>
          <a:prstGeom prst="rect">
            <a:avLst/>
          </a:prstGeom>
        </p:spPr>
      </p:pic>
      <p:pic>
        <p:nvPicPr>
          <p:cNvPr id="9" name="Wagon 3" descr="Wagon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0" y="4381500"/>
            <a:ext cx="1778000" cy="1543050"/>
          </a:xfrm>
          <a:prstGeom prst="rect">
            <a:avLst/>
          </a:prstGeom>
        </p:spPr>
      </p:pic>
      <p:sp>
        <p:nvSpPr>
          <p:cNvPr id="10" name="Wagon letter 1" descr="لَ"/>
          <p:cNvSpPr/>
          <p:nvPr/>
        </p:nvSpPr>
        <p:spPr>
          <a:xfrm>
            <a:off x="7099300" y="4737100"/>
            <a:ext cx="1295400" cy="6604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3800" b="1" lang="ar-SA">
                <a:solidFill>
                  <a:srgbClr val="2E2640"/>
                </a:solidFill>
                <a:latin typeface="Arial"/>
                <a:cs typeface="Arial"/>
              </a:rPr>
              <a:t>لَ</a:t>
            </a:r>
          </a:p>
        </p:txBody>
      </p:sp>
      <p:sp>
        <p:nvSpPr>
          <p:cNvPr id="11" name="Card بَ" descr="بَ">
            <a:hlinkClick action="ppaction://hlinksldjump" r:id="rId5"/>
          </p:cNvPr>
          <p:cNvSpPr/>
          <p:nvPr/>
        </p:nvSpPr>
        <p:spPr>
          <a:xfrm>
            <a:off x="4953000" y="1778000"/>
            <a:ext cx="1206500" cy="12065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FFB347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6200" b="1" lang="ar-SA">
                <a:solidFill>
                  <a:srgbClr val="2E2640"/>
                </a:solidFill>
                <a:latin typeface="Arial"/>
                <a:cs typeface="Arial"/>
              </a:rPr>
              <a:t>بَ</a:t>
            </a:r>
          </a:p>
        </p:txBody>
      </p:sp>
      <p:sp>
        <p:nvSpPr>
          <p:cNvPr id="12" name="Card عِ" descr="عِ">
            <a:hlinkClick action="ppaction://hlinksldjump" r:id="rId6"/>
          </p:cNvPr>
          <p:cNvSpPr/>
          <p:nvPr/>
        </p:nvSpPr>
        <p:spPr>
          <a:xfrm>
            <a:off x="6604000" y="1778000"/>
            <a:ext cx="1206500" cy="12065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FFB347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6200" b="1" lang="ar-SA">
                <a:solidFill>
                  <a:srgbClr val="2E2640"/>
                </a:solidFill>
                <a:latin typeface="Arial"/>
                <a:cs typeface="Arial"/>
              </a:rPr>
              <a:t>عِ</a:t>
            </a:r>
          </a:p>
        </p:txBody>
      </p:sp>
      <p:sp>
        <p:nvSpPr>
          <p:cNvPr id="13" name="Next button">
            <a:hlinkClick action="ppaction://hlinksldjump" r:id="rId7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Next arrow">
            <a:hlinkClick action="ppaction://hlinksldjump" r:id="rId7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8" name="ding.wav"/>
      </p:stSnd>
    </p:sndAc>
  </p:transition>
</p:sld>
</file>

<file path=ppt/slides/slide325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286000" y="190500"/>
            <a:ext cx="7620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Build the word, then tap GO!"/>
          <p:cNvSpPr/>
          <p:nvPr/>
        </p:nvSpPr>
        <p:spPr>
          <a:xfrm>
            <a:off x="2413000" y="190500"/>
            <a:ext cx="52705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200" b="1" lang="en-US">
                <a:solidFill>
                  <a:srgbClr val="2E2640"/>
                </a:solidFill>
                <a:latin typeface="Arial"/>
                <a:cs typeface="Arial"/>
              </a:rPr>
              <a:t>Build the word, then tap GO!</a:t>
            </a:r>
          </a:p>
        </p:txBody>
      </p:sp>
      <p:sp>
        <p:nvSpPr>
          <p:cNvPr id="5" name="Find لَعِبَ" descr="لَعِبَ"/>
          <p:cNvSpPr/>
          <p:nvPr/>
        </p:nvSpPr>
        <p:spPr>
          <a:xfrm>
            <a:off x="7683500" y="228600"/>
            <a:ext cx="20955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لَعِبَ</a:t>
            </a:r>
          </a:p>
        </p:txBody>
      </p:sp>
      <p:pic>
        <p:nvPicPr>
          <p:cNvPr id="6" name="Engine" descr="Engin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000" y="3937000"/>
            <a:ext cx="2667000" cy="1911350"/>
          </a:xfrm>
          <a:prstGeom prst="rect">
            <a:avLst/>
          </a:prstGeom>
        </p:spPr>
      </p:pic>
      <p:pic>
        <p:nvPicPr>
          <p:cNvPr id="7" name="Wagon 1" descr="Wagon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75000" y="4381500"/>
            <a:ext cx="1778000" cy="1543050"/>
          </a:xfrm>
          <a:prstGeom prst="rect">
            <a:avLst/>
          </a:prstGeom>
        </p:spPr>
      </p:pic>
      <p:pic>
        <p:nvPicPr>
          <p:cNvPr id="8" name="Wagon 2" descr="Wagon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16500" y="4381500"/>
            <a:ext cx="1778000" cy="1543050"/>
          </a:xfrm>
          <a:prstGeom prst="rect">
            <a:avLst/>
          </a:prstGeom>
        </p:spPr>
      </p:pic>
      <p:pic>
        <p:nvPicPr>
          <p:cNvPr id="9" name="Wagon 3" descr="Wagon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0" y="4381500"/>
            <a:ext cx="1778000" cy="1543050"/>
          </a:xfrm>
          <a:prstGeom prst="rect">
            <a:avLst/>
          </a:prstGeom>
        </p:spPr>
      </p:pic>
      <p:sp>
        <p:nvSpPr>
          <p:cNvPr id="10" name="Wagon letter 1" descr="لَ"/>
          <p:cNvSpPr/>
          <p:nvPr/>
        </p:nvSpPr>
        <p:spPr>
          <a:xfrm>
            <a:off x="7099300" y="4737100"/>
            <a:ext cx="1295400" cy="6604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3800" b="1" lang="ar-SA">
                <a:solidFill>
                  <a:srgbClr val="2E2640"/>
                </a:solidFill>
                <a:latin typeface="Arial"/>
                <a:cs typeface="Arial"/>
              </a:rPr>
              <a:t>لَ</a:t>
            </a:r>
          </a:p>
        </p:txBody>
      </p:sp>
      <p:sp>
        <p:nvSpPr>
          <p:cNvPr id="11" name="Wagon letter 2" descr="عِ"/>
          <p:cNvSpPr/>
          <p:nvPr/>
        </p:nvSpPr>
        <p:spPr>
          <a:xfrm>
            <a:off x="5257800" y="4737100"/>
            <a:ext cx="1295400" cy="6604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3800" b="1" lang="ar-SA">
                <a:solidFill>
                  <a:srgbClr val="2E2640"/>
                </a:solidFill>
                <a:latin typeface="Arial"/>
                <a:cs typeface="Arial"/>
              </a:rPr>
              <a:t>عِ</a:t>
            </a:r>
          </a:p>
        </p:txBody>
      </p:sp>
      <p:sp>
        <p:nvSpPr>
          <p:cNvPr id="12" name="Card بَ" descr="بَ">
            <a:hlinkClick action="ppaction://hlinksldjump" r:id="rId5"/>
          </p:cNvPr>
          <p:cNvSpPr/>
          <p:nvPr/>
        </p:nvSpPr>
        <p:spPr>
          <a:xfrm>
            <a:off x="4953000" y="1778000"/>
            <a:ext cx="1206500" cy="12065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FFB347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6200" b="1" lang="ar-SA">
                <a:solidFill>
                  <a:srgbClr val="2E2640"/>
                </a:solidFill>
                <a:latin typeface="Arial"/>
                <a:cs typeface="Arial"/>
              </a:rPr>
              <a:t>بَ</a:t>
            </a:r>
          </a:p>
        </p:txBody>
      </p:sp>
      <p:sp>
        <p:nvSpPr>
          <p:cNvPr id="13" name="Next button">
            <a:hlinkClick action="ppaction://hlinksldjump" r:id="rId6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Next arrow">
            <a:hlinkClick action="ppaction://hlinksldjump" r:id="rId6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7" name="ding.wav"/>
      </p:stSnd>
    </p:sndAc>
  </p:transition>
</p:sld>
</file>

<file path=ppt/slides/slide326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286000" y="190500"/>
            <a:ext cx="7620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Build the word, then tap GO!"/>
          <p:cNvSpPr/>
          <p:nvPr/>
        </p:nvSpPr>
        <p:spPr>
          <a:xfrm>
            <a:off x="2413000" y="190500"/>
            <a:ext cx="52705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200" b="1" lang="en-US">
                <a:solidFill>
                  <a:srgbClr val="2E2640"/>
                </a:solidFill>
                <a:latin typeface="Arial"/>
                <a:cs typeface="Arial"/>
              </a:rPr>
              <a:t>Build the word, then tap GO!</a:t>
            </a:r>
          </a:p>
        </p:txBody>
      </p:sp>
      <p:sp>
        <p:nvSpPr>
          <p:cNvPr id="5" name="Find لَعِبَ" descr="لَعِبَ"/>
          <p:cNvSpPr/>
          <p:nvPr/>
        </p:nvSpPr>
        <p:spPr>
          <a:xfrm>
            <a:off x="7683500" y="228600"/>
            <a:ext cx="20955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لَعِبَ</a:t>
            </a:r>
          </a:p>
        </p:txBody>
      </p:sp>
      <p:pic>
        <p:nvPicPr>
          <p:cNvPr id="6" name="Engine" descr="Engin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000" y="3937000"/>
            <a:ext cx="2667000" cy="1911350"/>
          </a:xfrm>
          <a:prstGeom prst="rect">
            <a:avLst/>
          </a:prstGeom>
        </p:spPr>
      </p:pic>
      <p:pic>
        <p:nvPicPr>
          <p:cNvPr id="7" name="Wagon 1" descr="Wagon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75000" y="4381500"/>
            <a:ext cx="1778000" cy="1543050"/>
          </a:xfrm>
          <a:prstGeom prst="rect">
            <a:avLst/>
          </a:prstGeom>
        </p:spPr>
      </p:pic>
      <p:pic>
        <p:nvPicPr>
          <p:cNvPr id="8" name="Wagon 2" descr="Wagon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16500" y="4381500"/>
            <a:ext cx="1778000" cy="1543050"/>
          </a:xfrm>
          <a:prstGeom prst="rect">
            <a:avLst/>
          </a:prstGeom>
        </p:spPr>
      </p:pic>
      <p:pic>
        <p:nvPicPr>
          <p:cNvPr id="9" name="Wagon 3" descr="Wagon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0" y="4381500"/>
            <a:ext cx="1778000" cy="1543050"/>
          </a:xfrm>
          <a:prstGeom prst="rect">
            <a:avLst/>
          </a:prstGeom>
        </p:spPr>
      </p:pic>
      <p:sp>
        <p:nvSpPr>
          <p:cNvPr id="10" name="Wagon letter 1" descr="لَ"/>
          <p:cNvSpPr/>
          <p:nvPr/>
        </p:nvSpPr>
        <p:spPr>
          <a:xfrm>
            <a:off x="7099300" y="4737100"/>
            <a:ext cx="1295400" cy="6604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3800" b="1" lang="ar-SA">
                <a:solidFill>
                  <a:srgbClr val="2E2640"/>
                </a:solidFill>
                <a:latin typeface="Arial"/>
                <a:cs typeface="Arial"/>
              </a:rPr>
              <a:t>لَ</a:t>
            </a:r>
          </a:p>
        </p:txBody>
      </p:sp>
      <p:sp>
        <p:nvSpPr>
          <p:cNvPr id="11" name="Wagon letter 2" descr="عِ"/>
          <p:cNvSpPr/>
          <p:nvPr/>
        </p:nvSpPr>
        <p:spPr>
          <a:xfrm>
            <a:off x="5257800" y="4737100"/>
            <a:ext cx="1295400" cy="6604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3800" b="1" lang="ar-SA">
                <a:solidFill>
                  <a:srgbClr val="2E2640"/>
                </a:solidFill>
                <a:latin typeface="Arial"/>
                <a:cs typeface="Arial"/>
              </a:rPr>
              <a:t>عِ</a:t>
            </a:r>
          </a:p>
        </p:txBody>
      </p:sp>
      <p:sp>
        <p:nvSpPr>
          <p:cNvPr id="12" name="Wagon letter 3" descr="بَ"/>
          <p:cNvSpPr/>
          <p:nvPr/>
        </p:nvSpPr>
        <p:spPr>
          <a:xfrm>
            <a:off x="3416300" y="4737100"/>
            <a:ext cx="1295400" cy="6604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3800" b="1" lang="ar-SA">
                <a:solidFill>
                  <a:srgbClr val="2E2640"/>
                </a:solidFill>
                <a:latin typeface="Arial"/>
                <a:cs typeface="Arial"/>
              </a:rPr>
              <a:t>بَ</a:t>
            </a:r>
          </a:p>
        </p:txBody>
      </p:sp>
      <p:sp>
        <p:nvSpPr>
          <p:cNvPr id="13" name="GO button" descr="GO!">
            <a:hlinkClick action="ppaction://hlinksldjump" r:id="rId5"/>
          </p:cNvPr>
          <p:cNvSpPr/>
          <p:nvPr/>
        </p:nvSpPr>
        <p:spPr>
          <a:xfrm>
            <a:off x="9271000" y="1905000"/>
            <a:ext cx="1460500" cy="889000"/>
          </a:xfrm>
          <a:prstGeom prst="roundRect">
            <a:avLst>
              <a:gd name="adj" fmla="val 30000"/>
            </a:avLst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4800" b="1" lang="en-US">
                <a:solidFill>
                  <a:srgbClr val="FFFFFF"/>
                </a:solidFill>
                <a:latin typeface="Arial"/>
                <a:cs typeface="Arial"/>
              </a:rPr>
              <a:t>GO!</a:t>
            </a:r>
          </a:p>
        </p:txBody>
      </p:sp>
      <p:sp>
        <p:nvSpPr>
          <p:cNvPr id="14" name="Next button">
            <a:hlinkClick action="ppaction://hlinksldjump" r:id="rId6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Next arrow">
            <a:hlinkClick action="ppaction://hlinksldjump" r:id="rId6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7" name="ding.wav"/>
      </p:stSnd>
    </p:sndAc>
  </p:transition>
</p:sld>
</file>

<file path=ppt/slides/slide327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286000" y="190500"/>
            <a:ext cx="7620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Build the word, then tap GO!"/>
          <p:cNvSpPr/>
          <p:nvPr/>
        </p:nvSpPr>
        <p:spPr>
          <a:xfrm>
            <a:off x="2413000" y="190500"/>
            <a:ext cx="52705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200" b="1" lang="en-US">
                <a:solidFill>
                  <a:srgbClr val="2E2640"/>
                </a:solidFill>
                <a:latin typeface="Arial"/>
                <a:cs typeface="Arial"/>
              </a:rPr>
              <a:t>Build the word, then tap GO!</a:t>
            </a:r>
          </a:p>
        </p:txBody>
      </p:sp>
      <p:sp>
        <p:nvSpPr>
          <p:cNvPr id="5" name="Find لَعِبَ" descr="لَعِبَ"/>
          <p:cNvSpPr/>
          <p:nvPr/>
        </p:nvSpPr>
        <p:spPr>
          <a:xfrm>
            <a:off x="7683500" y="228600"/>
            <a:ext cx="20955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لَعِبَ</a:t>
            </a:r>
          </a:p>
        </p:txBody>
      </p:sp>
      <p:pic>
        <p:nvPicPr>
          <p:cNvPr id="6" name="Engine" descr="Engin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000" y="3937000"/>
            <a:ext cx="2667000" cy="1911350"/>
          </a:xfrm>
          <a:prstGeom prst="rect">
            <a:avLst/>
          </a:prstGeom>
        </p:spPr>
      </p:pic>
      <p:pic>
        <p:nvPicPr>
          <p:cNvPr id="7" name="Wagon 1" descr="Wagon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75000" y="4381500"/>
            <a:ext cx="1778000" cy="1543050"/>
          </a:xfrm>
          <a:prstGeom prst="rect">
            <a:avLst/>
          </a:prstGeom>
        </p:spPr>
      </p:pic>
      <p:pic>
        <p:nvPicPr>
          <p:cNvPr id="8" name="Wagon 2" descr="Wagon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16500" y="4381500"/>
            <a:ext cx="1778000" cy="1543050"/>
          </a:xfrm>
          <a:prstGeom prst="rect">
            <a:avLst/>
          </a:prstGeom>
        </p:spPr>
      </p:pic>
      <p:pic>
        <p:nvPicPr>
          <p:cNvPr id="9" name="Wagon 3" descr="Wagon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0" y="4381500"/>
            <a:ext cx="1778000" cy="1543050"/>
          </a:xfrm>
          <a:prstGeom prst="rect">
            <a:avLst/>
          </a:prstGeom>
        </p:spPr>
      </p:pic>
      <p:sp>
        <p:nvSpPr>
          <p:cNvPr id="10" name="Card لَ" descr="لَ">
            <a:hlinkClick action="ppaction://hlinksldjump" r:id="rId5"/>
          </p:cNvPr>
          <p:cNvSpPr/>
          <p:nvPr/>
        </p:nvSpPr>
        <p:spPr>
          <a:xfrm>
            <a:off x="3302000" y="1778000"/>
            <a:ext cx="1206500" cy="12065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FFB347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6200" b="1" lang="ar-SA">
                <a:solidFill>
                  <a:srgbClr val="2E2640"/>
                </a:solidFill>
                <a:latin typeface="Arial"/>
                <a:cs typeface="Arial"/>
              </a:rPr>
              <a:t>لَ</a:t>
            </a:r>
          </a:p>
        </p:txBody>
      </p:sp>
      <p:sp>
        <p:nvSpPr>
          <p:cNvPr id="11" name="Card بَ" descr="بَ">
            <a:hlinkClick action="ppaction://hlinksldjump" r:id="rId6"/>
          </p:cNvPr>
          <p:cNvSpPr/>
          <p:nvPr/>
        </p:nvSpPr>
        <p:spPr>
          <a:xfrm>
            <a:off x="4953000" y="1778000"/>
            <a:ext cx="1206500" cy="12065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FFB347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6200" b="1" lang="ar-SA">
                <a:solidFill>
                  <a:srgbClr val="2E2640"/>
                </a:solidFill>
                <a:latin typeface="Arial"/>
                <a:cs typeface="Arial"/>
              </a:rPr>
              <a:t>بَ</a:t>
            </a:r>
          </a:p>
        </p:txBody>
      </p:sp>
      <p:sp>
        <p:nvSpPr>
          <p:cNvPr id="12" name="Card عِ" descr="عِ">
            <a:hlinkClick action="ppaction://hlinksldjump" r:id="rId6"/>
          </p:cNvPr>
          <p:cNvSpPr/>
          <p:nvPr/>
        </p:nvSpPr>
        <p:spPr>
          <a:xfrm>
            <a:off x="6604000" y="1778000"/>
            <a:ext cx="1206500" cy="12065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FFB347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6200" b="1" lang="ar-SA">
                <a:solidFill>
                  <a:srgbClr val="2E2640"/>
                </a:solidFill>
                <a:latin typeface="Arial"/>
                <a:cs typeface="Arial"/>
              </a:rPr>
              <a:t>عِ</a:t>
            </a:r>
          </a:p>
        </p:txBody>
      </p:sp>
      <p:sp>
        <p:nvSpPr>
          <p:cNvPr id="13" name="Try again!" descr="Try again!"/>
          <p:cNvSpPr/>
          <p:nvPr/>
        </p:nvSpPr>
        <p:spPr>
          <a:xfrm>
            <a:off x="8255000" y="2667000"/>
            <a:ext cx="3048000" cy="1460500"/>
          </a:xfrm>
          <a:prstGeom prst="cloudCallout">
            <a:avLst/>
          </a:prstGeom>
          <a:solidFill>
            <a:srgbClr val="FFFFFF"/>
          </a:solidFill>
          <a:ln w="50800">
            <a:solidFill>
              <a:srgbClr val="E5536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2500" b="1" lang="en-US">
                <a:solidFill>
                  <a:srgbClr val="E5536F"/>
                </a:solidFill>
                <a:latin typeface="Arial"/>
                <a:cs typeface="Arial"/>
              </a:rPr>
              <a:t>Try again!</a:t>
            </a:r>
          </a:p>
        </p:txBody>
      </p:sp>
      <p:sp>
        <p:nvSpPr>
          <p:cNvPr id="14" name="Next button">
            <a:hlinkClick action="ppaction://hlinksldjump" r:id="rId7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Next arrow">
            <a:hlinkClick action="ppaction://hlinksldjump" r:id="rId7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8" name="boing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53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8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286000" y="190500"/>
            <a:ext cx="7620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Build the word, then tap GO!"/>
          <p:cNvSpPr/>
          <p:nvPr/>
        </p:nvSpPr>
        <p:spPr>
          <a:xfrm>
            <a:off x="2413000" y="190500"/>
            <a:ext cx="52705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200" b="1" lang="en-US">
                <a:solidFill>
                  <a:srgbClr val="2E2640"/>
                </a:solidFill>
                <a:latin typeface="Arial"/>
                <a:cs typeface="Arial"/>
              </a:rPr>
              <a:t>Build the word, then tap GO!</a:t>
            </a:r>
          </a:p>
        </p:txBody>
      </p:sp>
      <p:sp>
        <p:nvSpPr>
          <p:cNvPr id="5" name="Find لَعِبَ" descr="لَعِبَ"/>
          <p:cNvSpPr/>
          <p:nvPr/>
        </p:nvSpPr>
        <p:spPr>
          <a:xfrm>
            <a:off x="7683500" y="228600"/>
            <a:ext cx="20955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لَعِبَ</a:t>
            </a:r>
          </a:p>
        </p:txBody>
      </p:sp>
      <p:pic>
        <p:nvPicPr>
          <p:cNvPr id="6" name="Engine" descr="Engin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000" y="3937000"/>
            <a:ext cx="2667000" cy="1911350"/>
          </a:xfrm>
          <a:prstGeom prst="rect">
            <a:avLst/>
          </a:prstGeom>
        </p:spPr>
      </p:pic>
      <p:pic>
        <p:nvPicPr>
          <p:cNvPr id="7" name="Wagon 1" descr="Wagon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75000" y="4381500"/>
            <a:ext cx="1778000" cy="1543050"/>
          </a:xfrm>
          <a:prstGeom prst="rect">
            <a:avLst/>
          </a:prstGeom>
        </p:spPr>
      </p:pic>
      <p:pic>
        <p:nvPicPr>
          <p:cNvPr id="8" name="Wagon 2" descr="Wagon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16500" y="4381500"/>
            <a:ext cx="1778000" cy="1543050"/>
          </a:xfrm>
          <a:prstGeom prst="rect">
            <a:avLst/>
          </a:prstGeom>
        </p:spPr>
      </p:pic>
      <p:pic>
        <p:nvPicPr>
          <p:cNvPr id="9" name="Wagon 3" descr="Wagon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0" y="4381500"/>
            <a:ext cx="1778000" cy="1543050"/>
          </a:xfrm>
          <a:prstGeom prst="rect">
            <a:avLst/>
          </a:prstGeom>
        </p:spPr>
      </p:pic>
      <p:sp>
        <p:nvSpPr>
          <p:cNvPr id="10" name="Wagon letter 1" descr="لَ"/>
          <p:cNvSpPr/>
          <p:nvPr/>
        </p:nvSpPr>
        <p:spPr>
          <a:xfrm>
            <a:off x="7099300" y="4737100"/>
            <a:ext cx="1295400" cy="6604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3800" b="1" lang="ar-SA">
                <a:solidFill>
                  <a:srgbClr val="2E2640"/>
                </a:solidFill>
                <a:latin typeface="Arial"/>
                <a:cs typeface="Arial"/>
              </a:rPr>
              <a:t>لَ</a:t>
            </a:r>
          </a:p>
        </p:txBody>
      </p:sp>
      <p:sp>
        <p:nvSpPr>
          <p:cNvPr id="11" name="Card بَ" descr="بَ">
            <a:hlinkClick action="ppaction://hlinksldjump" r:id="rId5"/>
          </p:cNvPr>
          <p:cNvSpPr/>
          <p:nvPr/>
        </p:nvSpPr>
        <p:spPr>
          <a:xfrm>
            <a:off x="4953000" y="1778000"/>
            <a:ext cx="1206500" cy="12065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FFB347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6200" b="1" lang="ar-SA">
                <a:solidFill>
                  <a:srgbClr val="2E2640"/>
                </a:solidFill>
                <a:latin typeface="Arial"/>
                <a:cs typeface="Arial"/>
              </a:rPr>
              <a:t>بَ</a:t>
            </a:r>
          </a:p>
        </p:txBody>
      </p:sp>
      <p:sp>
        <p:nvSpPr>
          <p:cNvPr id="12" name="Card عِ" descr="عِ">
            <a:hlinkClick action="ppaction://hlinksldjump" r:id="rId6"/>
          </p:cNvPr>
          <p:cNvSpPr/>
          <p:nvPr/>
        </p:nvSpPr>
        <p:spPr>
          <a:xfrm>
            <a:off x="6604000" y="1778000"/>
            <a:ext cx="1206500" cy="12065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FFB347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6200" b="1" lang="ar-SA">
                <a:solidFill>
                  <a:srgbClr val="2E2640"/>
                </a:solidFill>
                <a:latin typeface="Arial"/>
                <a:cs typeface="Arial"/>
              </a:rPr>
              <a:t>عِ</a:t>
            </a:r>
          </a:p>
        </p:txBody>
      </p:sp>
      <p:sp>
        <p:nvSpPr>
          <p:cNvPr id="13" name="Try again!" descr="Try again!"/>
          <p:cNvSpPr/>
          <p:nvPr/>
        </p:nvSpPr>
        <p:spPr>
          <a:xfrm>
            <a:off x="8255000" y="2667000"/>
            <a:ext cx="3048000" cy="1460500"/>
          </a:xfrm>
          <a:prstGeom prst="cloudCallout">
            <a:avLst/>
          </a:prstGeom>
          <a:solidFill>
            <a:srgbClr val="FFFFFF"/>
          </a:solidFill>
          <a:ln w="50800">
            <a:solidFill>
              <a:srgbClr val="E5536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2500" b="1" lang="en-US">
                <a:solidFill>
                  <a:srgbClr val="E5536F"/>
                </a:solidFill>
                <a:latin typeface="Arial"/>
                <a:cs typeface="Arial"/>
              </a:rPr>
              <a:t>Try again!</a:t>
            </a:r>
          </a:p>
        </p:txBody>
      </p:sp>
      <p:sp>
        <p:nvSpPr>
          <p:cNvPr id="14" name="Next button">
            <a:hlinkClick action="ppaction://hlinksldjump" r:id="rId7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Next arrow">
            <a:hlinkClick action="ppaction://hlinksldjump" r:id="rId7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8" name="boing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53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9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286000" y="190500"/>
            <a:ext cx="7620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Build the word, then tap GO!"/>
          <p:cNvSpPr/>
          <p:nvPr/>
        </p:nvSpPr>
        <p:spPr>
          <a:xfrm>
            <a:off x="2413000" y="190500"/>
            <a:ext cx="52705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200" b="1" lang="en-US">
                <a:solidFill>
                  <a:srgbClr val="2E2640"/>
                </a:solidFill>
                <a:latin typeface="Arial"/>
                <a:cs typeface="Arial"/>
              </a:rPr>
              <a:t>Build the word, then tap GO!</a:t>
            </a:r>
          </a:p>
        </p:txBody>
      </p:sp>
      <p:sp>
        <p:nvSpPr>
          <p:cNvPr id="5" name="Find لَعِبَ" descr="لَعِبَ"/>
          <p:cNvSpPr/>
          <p:nvPr/>
        </p:nvSpPr>
        <p:spPr>
          <a:xfrm>
            <a:off x="7683500" y="228600"/>
            <a:ext cx="20955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لَعِبَ</a:t>
            </a:r>
          </a:p>
        </p:txBody>
      </p:sp>
      <p:pic>
        <p:nvPicPr>
          <p:cNvPr id="6" name="Engine" descr="Engin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000" y="3937000"/>
            <a:ext cx="2667000" cy="1911350"/>
          </a:xfrm>
          <a:prstGeom prst="rect">
            <a:avLst/>
          </a:prstGeom>
        </p:spPr>
      </p:pic>
      <p:pic>
        <p:nvPicPr>
          <p:cNvPr id="7" name="Wagon 1" descr="Wagon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75000" y="4381500"/>
            <a:ext cx="1778000" cy="1543050"/>
          </a:xfrm>
          <a:prstGeom prst="rect">
            <a:avLst/>
          </a:prstGeom>
        </p:spPr>
      </p:pic>
      <p:pic>
        <p:nvPicPr>
          <p:cNvPr id="8" name="Wagon 2" descr="Wagon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16500" y="4381500"/>
            <a:ext cx="1778000" cy="1543050"/>
          </a:xfrm>
          <a:prstGeom prst="rect">
            <a:avLst/>
          </a:prstGeom>
        </p:spPr>
      </p:pic>
      <p:pic>
        <p:nvPicPr>
          <p:cNvPr id="9" name="Wagon 3" descr="Wagon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0" y="4381500"/>
            <a:ext cx="1778000" cy="1543050"/>
          </a:xfrm>
          <a:prstGeom prst="rect">
            <a:avLst/>
          </a:prstGeom>
        </p:spPr>
      </p:pic>
      <p:sp>
        <p:nvSpPr>
          <p:cNvPr id="10" name="Wagon letter 1" descr="لَ"/>
          <p:cNvSpPr/>
          <p:nvPr/>
        </p:nvSpPr>
        <p:spPr>
          <a:xfrm>
            <a:off x="7099300" y="4737100"/>
            <a:ext cx="1295400" cy="6604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3800" b="1" lang="ar-SA">
                <a:solidFill>
                  <a:srgbClr val="2E2640"/>
                </a:solidFill>
                <a:latin typeface="Arial"/>
                <a:cs typeface="Arial"/>
              </a:rPr>
              <a:t>لَ</a:t>
            </a:r>
          </a:p>
        </p:txBody>
      </p:sp>
      <p:sp>
        <p:nvSpPr>
          <p:cNvPr id="11" name="Wagon letter 2" descr="عِ"/>
          <p:cNvSpPr/>
          <p:nvPr/>
        </p:nvSpPr>
        <p:spPr>
          <a:xfrm>
            <a:off x="5257800" y="4737100"/>
            <a:ext cx="1295400" cy="6604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3800" b="1" lang="ar-SA">
                <a:solidFill>
                  <a:srgbClr val="2E2640"/>
                </a:solidFill>
                <a:latin typeface="Arial"/>
                <a:cs typeface="Arial"/>
              </a:rPr>
              <a:t>عِ</a:t>
            </a:r>
          </a:p>
        </p:txBody>
      </p:sp>
      <p:sp>
        <p:nvSpPr>
          <p:cNvPr id="12" name="Wagon letter 3" descr="بَ"/>
          <p:cNvSpPr/>
          <p:nvPr/>
        </p:nvSpPr>
        <p:spPr>
          <a:xfrm>
            <a:off x="3416300" y="4737100"/>
            <a:ext cx="1295400" cy="6604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3800" b="1" lang="ar-SA">
                <a:solidFill>
                  <a:srgbClr val="2E2640"/>
                </a:solidFill>
                <a:latin typeface="Arial"/>
                <a:cs typeface="Arial"/>
              </a:rPr>
              <a:t>بَ</a:t>
            </a:r>
          </a:p>
        </p:txBody>
      </p:sp>
      <p:sp>
        <p:nvSpPr>
          <p:cNvPr id="13" name="Word" descr="لَعِبَ"/>
          <p:cNvSpPr/>
          <p:nvPr/>
        </p:nvSpPr>
        <p:spPr>
          <a:xfrm>
            <a:off x="2921000" y="1905000"/>
            <a:ext cx="6350000" cy="2095500"/>
          </a:xfrm>
          <a:prstGeom prst="roundRect">
            <a:avLst>
              <a:gd name="adj" fmla="val 20000"/>
            </a:avLst>
          </a:prstGeom>
          <a:solidFill>
            <a:srgbClr val="FFFFFF">
              <a:alpha val="94000"/>
            </a:srgbClr>
          </a:solidFill>
          <a:ln w="76200">
            <a:solidFill>
              <a:srgbClr val="FFB347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11000" b="1" lang="ar-SA">
                <a:solidFill>
                  <a:srgbClr val="2E2640"/>
                </a:solidFill>
                <a:latin typeface="Arial"/>
                <a:cs typeface="Arial"/>
              </a:rPr>
              <a:t>لَعِبَ</a:t>
            </a:r>
          </a:p>
        </p:txBody>
      </p:sp>
      <p:sp>
        <p:nvSpPr>
          <p:cNvPr id="14" name="Next button">
            <a:hlinkClick action="ppaction://hlinksldjump" r:id="rId5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Next arrow">
            <a:hlinkClick action="ppaction://hlinksldjump" r:id="rId5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6" name="sound anchor" descr="sound anchor (invisible)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700" y="12700"/>
            <a:ext cx="25400" cy="25400"/>
          </a:xfrm>
          <a:prstGeom prst="rect">
            <a:avLst/>
          </a:prstGeom>
        </p:spPr>
      </p:pic>
    </p:spTree>
  </p:cSld>
  <p:clrMapOvr>
    <a:masterClrMapping/>
  </p:clrMapOvr>
  <p:transition advClick="0">
    <p:sndAc>
      <p:stSnd>
        <p:snd r:embed="rId6" name="whist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6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-1.2500 0.0000 E" pathEditMode="relative" ptsTypes="AA">
                                      <p:cBhvr>
                                        <p:cTn id="4" dur="26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-1.2500 0.0000 E" pathEditMode="relative" ptsTypes="AA">
                                      <p:cBhvr>
                                        <p:cTn id="6" dur="26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-1.2500 0.0000 E" pathEditMode="relative" ptsTypes="AA">
                                      <p:cBhvr>
                                        <p:cTn id="8" dur="26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-1.2500 0.0000 E" pathEditMode="relative" ptsTypes="AA">
                                      <p:cBhvr>
                                        <p:cTn id="10" dur="26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-1.2500 0.0000 E" pathEditMode="relative" ptsTypes="AA">
                                      <p:cBhvr>
                                        <p:cTn id="12" dur="26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-1.2500 0.0000 E" pathEditMode="relative" ptsTypes="AA">
                                      <p:cBhvr>
                                        <p:cTn id="14" dur="26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7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-1.2500 0.0000 E" pathEditMode="relative" ptsTypes="AA">
                                      <p:cBhvr>
                                        <p:cTn id="16" dur="26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2" presetID="53" presetClass="entr" presetSubtype="0" fill="hold" nodeType="withEffect">
                                  <p:stCondLst>
                                    <p:cond delay="29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29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100000">
                                        <p:cTn id="2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8" name="cheer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Pop every balloon with"/>
          <p:cNvSpPr/>
          <p:nvPr/>
        </p:nvSpPr>
        <p:spPr>
          <a:xfrm>
            <a:off x="2730500" y="190500"/>
            <a:ext cx="546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900" b="1" lang="en-US">
                <a:solidFill>
                  <a:srgbClr val="2E2640"/>
                </a:solidFill>
                <a:latin typeface="Arial"/>
                <a:cs typeface="Arial"/>
              </a:rPr>
              <a:t>Pop every balloon with</a:t>
            </a:r>
          </a:p>
        </p:txBody>
      </p:sp>
      <p:sp>
        <p:nvSpPr>
          <p:cNvPr id="5" name="Find ظِ" descr="ظِ"/>
          <p:cNvSpPr/>
          <p:nvPr/>
        </p:nvSpPr>
        <p:spPr>
          <a:xfrm>
            <a:off x="81915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ظِ</a:t>
            </a:r>
          </a:p>
        </p:txBody>
      </p:sp>
      <p:sp>
        <p:nvSpPr>
          <p:cNvPr id="6" name="Star place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Balloon 1" descr="Balloon 1">
            <a:hlinkClick action="ppaction://hlinksldjump" r:id="rId5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5500" y="1905000"/>
            <a:ext cx="1651000" cy="2857500"/>
          </a:xfrm>
          <a:prstGeom prst="rect">
            <a:avLst/>
          </a:prstGeom>
        </p:spPr>
      </p:pic>
      <p:sp>
        <p:nvSpPr>
          <p:cNvPr id="9" name="Balloon letter 1 ظِ" descr="ظِ">
            <a:hlinkClick action="ppaction://hlinksldjump" r:id="rId5"/>
          </p:cNvPr>
          <p:cNvSpPr/>
          <p:nvPr/>
        </p:nvSpPr>
        <p:spPr>
          <a:xfrm>
            <a:off x="952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ظِ</a:t>
            </a:r>
          </a:p>
        </p:txBody>
      </p:sp>
      <p:pic>
        <p:nvPicPr>
          <p:cNvPr id="10" name="Balloon 2" descr="Balloon 2">
            <a:hlinkClick action="ppaction://hlinksldjump" r:id="rId6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48000" y="2286000"/>
            <a:ext cx="1651000" cy="2857500"/>
          </a:xfrm>
          <a:prstGeom prst="rect">
            <a:avLst/>
          </a:prstGeom>
        </p:spPr>
      </p:pic>
      <p:sp>
        <p:nvSpPr>
          <p:cNvPr id="11" name="Balloon letter 2 حِ" descr="حِ">
            <a:hlinkClick action="ppaction://hlinksldjump" r:id="rId6"/>
          </p:cNvPr>
          <p:cNvSpPr/>
          <p:nvPr/>
        </p:nvSpPr>
        <p:spPr>
          <a:xfrm>
            <a:off x="3175000" y="2520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حِ</a:t>
            </a:r>
          </a:p>
        </p:txBody>
      </p:sp>
      <p:pic>
        <p:nvPicPr>
          <p:cNvPr id="12" name="Balloon 3" descr="Balloon 3">
            <a:hlinkClick action="ppaction://hlinksldjump" r:id="rId6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70500" y="1905000"/>
            <a:ext cx="1651000" cy="2857500"/>
          </a:xfrm>
          <a:prstGeom prst="rect">
            <a:avLst/>
          </a:prstGeom>
        </p:spPr>
      </p:pic>
      <p:sp>
        <p:nvSpPr>
          <p:cNvPr id="13" name="Balloon letter 3 كِ" descr="كِ">
            <a:hlinkClick action="ppaction://hlinksldjump" r:id="rId6"/>
          </p:cNvPr>
          <p:cNvSpPr/>
          <p:nvPr/>
        </p:nvSpPr>
        <p:spPr>
          <a:xfrm>
            <a:off x="5397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كِ</a:t>
            </a:r>
          </a:p>
        </p:txBody>
      </p:sp>
      <p:pic>
        <p:nvPicPr>
          <p:cNvPr id="14" name="Balloon 4" descr="Balloon 4">
            <a:hlinkClick action="ppaction://hlinksldjump" r:id="rId6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3000" y="2286000"/>
            <a:ext cx="1651000" cy="2857500"/>
          </a:xfrm>
          <a:prstGeom prst="rect">
            <a:avLst/>
          </a:prstGeom>
        </p:spPr>
      </p:pic>
      <p:sp>
        <p:nvSpPr>
          <p:cNvPr id="15" name="Balloon letter 4 شِ" descr="شِ">
            <a:hlinkClick action="ppaction://hlinksldjump" r:id="rId6"/>
          </p:cNvPr>
          <p:cNvSpPr/>
          <p:nvPr/>
        </p:nvSpPr>
        <p:spPr>
          <a:xfrm>
            <a:off x="7620000" y="2520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شِ</a:t>
            </a:r>
          </a:p>
        </p:txBody>
      </p:sp>
      <p:pic>
        <p:nvPicPr>
          <p:cNvPr id="16" name="Balloon 5" descr="Balloon 5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15500" y="1905000"/>
            <a:ext cx="1651000" cy="2857500"/>
          </a:xfrm>
          <a:prstGeom prst="rect">
            <a:avLst/>
          </a:prstGeom>
        </p:spPr>
      </p:pic>
      <p:sp>
        <p:nvSpPr>
          <p:cNvPr id="17" name="Balloon letter 5 ظِ" descr="ظِ">
            <a:hlinkClick action="ppaction://hlinksldjump" r:id="rId7"/>
          </p:cNvPr>
          <p:cNvSpPr/>
          <p:nvPr/>
        </p:nvSpPr>
        <p:spPr>
          <a:xfrm>
            <a:off x="9842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ظِ</a:t>
            </a:r>
          </a:p>
        </p:txBody>
      </p:sp>
      <p:sp>
        <p:nvSpPr>
          <p:cNvPr id="18" name="Next button">
            <a:hlinkClick action="ppaction://hlinksldjump" r:id="rId8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Next arrow">
            <a:hlinkClick action="ppaction://hlinksldjump" r:id="rId8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4" dur="1500" fill="hold" repeatCount="indefinite" autoRev="1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6" dur="150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8" dur="1670" fill="hold" repeatCount="indefinite" autoRev="1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0" dur="1670" fill="hold" repeatCount="indefinite" autoRev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2" dur="184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4" dur="1840" fill="hold" repeatCount="indefinite" autoRev="1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7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6" dur="2010" fill="hold" repeatCount="indefinite" autoRev="1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9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8" dur="2010" fill="hold" repeatCount="indefinite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1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20" dur="2180" fill="hold" repeatCount="indefinite" autoRev="1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3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22" dur="2180" fill="hold" repeatCount="indefinite" autoRev="1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1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Pop every balloon with"/>
          <p:cNvSpPr/>
          <p:nvPr/>
        </p:nvSpPr>
        <p:spPr>
          <a:xfrm>
            <a:off x="2730500" y="190500"/>
            <a:ext cx="546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900" b="1" lang="en-US">
                <a:solidFill>
                  <a:srgbClr val="2E2640"/>
                </a:solidFill>
                <a:latin typeface="Arial"/>
                <a:cs typeface="Arial"/>
              </a:rPr>
              <a:t>Pop every balloon with</a:t>
            </a:r>
          </a:p>
        </p:txBody>
      </p:sp>
      <p:sp>
        <p:nvSpPr>
          <p:cNvPr id="5" name="Find ظِ" descr="ظِ"/>
          <p:cNvSpPr/>
          <p:nvPr/>
        </p:nvSpPr>
        <p:spPr>
          <a:xfrm>
            <a:off x="81915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ظِ</a:t>
            </a:r>
          </a:p>
        </p:txBody>
      </p:sp>
      <p:sp>
        <p:nvSpPr>
          <p:cNvPr id="6" name="Star place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Balloon 1" descr="Balloon 1">
            <a:hlinkClick action="ppaction://hlinksldjump" r:id="rId5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5500" y="1905000"/>
            <a:ext cx="1651000" cy="2857500"/>
          </a:xfrm>
          <a:prstGeom prst="rect">
            <a:avLst/>
          </a:prstGeom>
        </p:spPr>
      </p:pic>
      <p:sp>
        <p:nvSpPr>
          <p:cNvPr id="9" name="Balloon letter 1 ظِ" descr="ظِ">
            <a:hlinkClick action="ppaction://hlinksldjump" r:id="rId5"/>
          </p:cNvPr>
          <p:cNvSpPr/>
          <p:nvPr/>
        </p:nvSpPr>
        <p:spPr>
          <a:xfrm>
            <a:off x="952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ظِ</a:t>
            </a:r>
          </a:p>
        </p:txBody>
      </p:sp>
      <p:pic>
        <p:nvPicPr>
          <p:cNvPr id="10" name="Balloon 2" descr="Balloon 2">
            <a:hlinkClick action="ppaction://hlinksldjump" r:id="rId6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48000" y="2286000"/>
            <a:ext cx="1651000" cy="2857500"/>
          </a:xfrm>
          <a:prstGeom prst="rect">
            <a:avLst/>
          </a:prstGeom>
        </p:spPr>
      </p:pic>
      <p:sp>
        <p:nvSpPr>
          <p:cNvPr id="11" name="Balloon letter 2 حِ" descr="حِ">
            <a:hlinkClick action="ppaction://hlinksldjump" r:id="rId6"/>
          </p:cNvPr>
          <p:cNvSpPr/>
          <p:nvPr/>
        </p:nvSpPr>
        <p:spPr>
          <a:xfrm>
            <a:off x="3175000" y="2520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حِ</a:t>
            </a:r>
          </a:p>
        </p:txBody>
      </p:sp>
      <p:pic>
        <p:nvPicPr>
          <p:cNvPr id="12" name="Balloon 3" descr="Balloon 3">
            <a:hlinkClick action="ppaction://hlinksldjump" r:id="rId6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70500" y="1905000"/>
            <a:ext cx="1651000" cy="2857500"/>
          </a:xfrm>
          <a:prstGeom prst="rect">
            <a:avLst/>
          </a:prstGeom>
        </p:spPr>
      </p:pic>
      <p:sp>
        <p:nvSpPr>
          <p:cNvPr id="13" name="Balloon letter 3 كِ" descr="كِ">
            <a:hlinkClick action="ppaction://hlinksldjump" r:id="rId6"/>
          </p:cNvPr>
          <p:cNvSpPr/>
          <p:nvPr/>
        </p:nvSpPr>
        <p:spPr>
          <a:xfrm>
            <a:off x="5397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كِ</a:t>
            </a:r>
          </a:p>
        </p:txBody>
      </p:sp>
      <p:pic>
        <p:nvPicPr>
          <p:cNvPr id="14" name="Balloon 4" descr="Balloon 4">
            <a:hlinkClick action="ppaction://hlinksldjump" r:id="rId6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3000" y="2286000"/>
            <a:ext cx="1651000" cy="2857500"/>
          </a:xfrm>
          <a:prstGeom prst="rect">
            <a:avLst/>
          </a:prstGeom>
        </p:spPr>
      </p:pic>
      <p:sp>
        <p:nvSpPr>
          <p:cNvPr id="15" name="Balloon letter 4 شِ" descr="شِ">
            <a:hlinkClick action="ppaction://hlinksldjump" r:id="rId6"/>
          </p:cNvPr>
          <p:cNvSpPr/>
          <p:nvPr/>
        </p:nvSpPr>
        <p:spPr>
          <a:xfrm>
            <a:off x="7620000" y="2520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شِ</a:t>
            </a:r>
          </a:p>
        </p:txBody>
      </p:sp>
      <p:pic>
        <p:nvPicPr>
          <p:cNvPr id="16" name="Balloon 5" descr="Balloon 5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15500" y="1905000"/>
            <a:ext cx="1651000" cy="2857500"/>
          </a:xfrm>
          <a:prstGeom prst="rect">
            <a:avLst/>
          </a:prstGeom>
        </p:spPr>
      </p:pic>
      <p:sp>
        <p:nvSpPr>
          <p:cNvPr id="17" name="Balloon letter 5 ظِ" descr="ظِ">
            <a:hlinkClick action="ppaction://hlinksldjump" r:id="rId7"/>
          </p:cNvPr>
          <p:cNvSpPr/>
          <p:nvPr/>
        </p:nvSpPr>
        <p:spPr>
          <a:xfrm>
            <a:off x="9842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ظِ</a:t>
            </a:r>
          </a:p>
        </p:txBody>
      </p:sp>
      <p:sp>
        <p:nvSpPr>
          <p:cNvPr id="18" name="Try again!" descr="Try again!"/>
          <p:cNvSpPr/>
          <p:nvPr/>
        </p:nvSpPr>
        <p:spPr>
          <a:xfrm>
            <a:off x="7937500" y="5270500"/>
            <a:ext cx="3048000" cy="1460500"/>
          </a:xfrm>
          <a:prstGeom prst="cloudCallout">
            <a:avLst/>
          </a:prstGeom>
          <a:solidFill>
            <a:srgbClr val="FFFFFF"/>
          </a:solidFill>
          <a:ln w="50800">
            <a:solidFill>
              <a:srgbClr val="E5536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2500" b="1" lang="en-US">
                <a:solidFill>
                  <a:srgbClr val="E5536F"/>
                </a:solidFill>
                <a:latin typeface="Arial"/>
                <a:cs typeface="Arial"/>
              </a:rPr>
              <a:t>Try again!</a:t>
            </a:r>
          </a:p>
        </p:txBody>
      </p:sp>
      <p:sp>
        <p:nvSpPr>
          <p:cNvPr id="19" name="Next button">
            <a:hlinkClick action="ppaction://hlinksldjump" r:id="rId8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Next arrow">
            <a:hlinkClick action="ppaction://hlinksldjump" r:id="rId8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9" name="boing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4" dur="1500" fill="hold" repeatCount="indefinite" autoRev="1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6" dur="150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8" dur="1670" fill="hold" repeatCount="indefinite" autoRev="1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0" dur="1670" fill="hold" repeatCount="indefinite" autoRev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2" dur="184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4" dur="1840" fill="hold" repeatCount="indefinite" autoRev="1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7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6" dur="2010" fill="hold" repeatCount="indefinite" autoRev="1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9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8" dur="2010" fill="hold" repeatCount="indefinite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1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20" dur="2180" fill="hold" repeatCount="indefinite" autoRev="1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3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22" dur="2180" fill="hold" repeatCount="indefinite" autoRev="1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8" presetID="53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2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Pop every balloon with"/>
          <p:cNvSpPr/>
          <p:nvPr/>
        </p:nvSpPr>
        <p:spPr>
          <a:xfrm>
            <a:off x="2730500" y="190500"/>
            <a:ext cx="546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900" b="1" lang="en-US">
                <a:solidFill>
                  <a:srgbClr val="2E2640"/>
                </a:solidFill>
                <a:latin typeface="Arial"/>
                <a:cs typeface="Arial"/>
              </a:rPr>
              <a:t>Pop every balloon with</a:t>
            </a:r>
          </a:p>
        </p:txBody>
      </p:sp>
      <p:sp>
        <p:nvSpPr>
          <p:cNvPr id="5" name="Find ظِ" descr="ظِ"/>
          <p:cNvSpPr/>
          <p:nvPr/>
        </p:nvSpPr>
        <p:spPr>
          <a:xfrm>
            <a:off x="81915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ظِ</a:t>
            </a:r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Balloon 2" descr="Balloon 2">
            <a:hlinkClick action="ppaction://hlinksldjump" r:id="rId5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48000" y="2286000"/>
            <a:ext cx="1651000" cy="2857500"/>
          </a:xfrm>
          <a:prstGeom prst="rect">
            <a:avLst/>
          </a:prstGeom>
        </p:spPr>
      </p:pic>
      <p:sp>
        <p:nvSpPr>
          <p:cNvPr id="9" name="Balloon letter 2 حِ" descr="حِ">
            <a:hlinkClick action="ppaction://hlinksldjump" r:id="rId5"/>
          </p:cNvPr>
          <p:cNvSpPr/>
          <p:nvPr/>
        </p:nvSpPr>
        <p:spPr>
          <a:xfrm>
            <a:off x="3175000" y="2520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حِ</a:t>
            </a:r>
          </a:p>
        </p:txBody>
      </p:sp>
      <p:pic>
        <p:nvPicPr>
          <p:cNvPr id="10" name="Balloon 3" descr="Balloon 3">
            <a:hlinkClick action="ppaction://hlinksldjump" r:id="rId5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70500" y="1905000"/>
            <a:ext cx="1651000" cy="2857500"/>
          </a:xfrm>
          <a:prstGeom prst="rect">
            <a:avLst/>
          </a:prstGeom>
        </p:spPr>
      </p:pic>
      <p:sp>
        <p:nvSpPr>
          <p:cNvPr id="11" name="Balloon letter 3 كِ" descr="كِ">
            <a:hlinkClick action="ppaction://hlinksldjump" r:id="rId5"/>
          </p:cNvPr>
          <p:cNvSpPr/>
          <p:nvPr/>
        </p:nvSpPr>
        <p:spPr>
          <a:xfrm>
            <a:off x="5397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كِ</a:t>
            </a:r>
          </a:p>
        </p:txBody>
      </p:sp>
      <p:pic>
        <p:nvPicPr>
          <p:cNvPr id="12" name="Balloon 4" descr="Balloon 4">
            <a:hlinkClick action="ppaction://hlinksldjump"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3000" y="2286000"/>
            <a:ext cx="1651000" cy="2857500"/>
          </a:xfrm>
          <a:prstGeom prst="rect">
            <a:avLst/>
          </a:prstGeom>
        </p:spPr>
      </p:pic>
      <p:sp>
        <p:nvSpPr>
          <p:cNvPr id="13" name="Balloon letter 4 شِ" descr="شِ">
            <a:hlinkClick action="ppaction://hlinksldjump" r:id="rId5"/>
          </p:cNvPr>
          <p:cNvSpPr/>
          <p:nvPr/>
        </p:nvSpPr>
        <p:spPr>
          <a:xfrm>
            <a:off x="7620000" y="2520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شِ</a:t>
            </a:r>
          </a:p>
        </p:txBody>
      </p:sp>
      <p:pic>
        <p:nvPicPr>
          <p:cNvPr id="14" name="Balloon 5" descr="Balloon 5">
            <a:hlinkClick action="ppaction://hlinksldjump" r:id="rId6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15500" y="1905000"/>
            <a:ext cx="1651000" cy="2857500"/>
          </a:xfrm>
          <a:prstGeom prst="rect">
            <a:avLst/>
          </a:prstGeom>
        </p:spPr>
      </p:pic>
      <p:sp>
        <p:nvSpPr>
          <p:cNvPr id="15" name="Balloon letter 5 ظِ" descr="ظِ">
            <a:hlinkClick action="ppaction://hlinksldjump" r:id="rId6"/>
          </p:cNvPr>
          <p:cNvSpPr/>
          <p:nvPr/>
        </p:nvSpPr>
        <p:spPr>
          <a:xfrm>
            <a:off x="9842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ظِ</a:t>
            </a:r>
          </a:p>
        </p:txBody>
      </p:sp>
      <p:sp>
        <p:nvSpPr>
          <p:cNvPr id="16" name="Next button">
            <a:hlinkClick action="ppaction://hlinksldjump" r:id="rId7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Next arrow">
            <a:hlinkClick action="ppaction://hlinksldjump" r:id="rId7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8" name="po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9" dur="1670" fill="hold" repeatCount="indefinite" autoRev="1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2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1" dur="167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4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3" dur="1840" fill="hold" repeatCount="indefinite" autoRev="1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6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5" dur="1840" fill="hold" repeatCount="indefinite" autoRev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8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7" dur="201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0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9" dur="2010" fill="hold" repeatCount="indefinite" autoRev="1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2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21" dur="2180" fill="hold" repeatCount="indefinite" autoRev="1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4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23" dur="2180" fill="hold" repeatCount="indefinite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3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Pop every balloon with"/>
          <p:cNvSpPr/>
          <p:nvPr/>
        </p:nvSpPr>
        <p:spPr>
          <a:xfrm>
            <a:off x="2730500" y="190500"/>
            <a:ext cx="546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900" b="1" lang="en-US">
                <a:solidFill>
                  <a:srgbClr val="2E2640"/>
                </a:solidFill>
                <a:latin typeface="Arial"/>
                <a:cs typeface="Arial"/>
              </a:rPr>
              <a:t>Pop every balloon with</a:t>
            </a:r>
          </a:p>
        </p:txBody>
      </p:sp>
      <p:sp>
        <p:nvSpPr>
          <p:cNvPr id="5" name="Find ظِ" descr="ظِ"/>
          <p:cNvSpPr/>
          <p:nvPr/>
        </p:nvSpPr>
        <p:spPr>
          <a:xfrm>
            <a:off x="81915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ظِ</a:t>
            </a:r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Balloon 2" descr="Balloon 2">
            <a:hlinkClick action="ppaction://hlinksldjump" r:id="rId5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48000" y="2286000"/>
            <a:ext cx="1651000" cy="2857500"/>
          </a:xfrm>
          <a:prstGeom prst="rect">
            <a:avLst/>
          </a:prstGeom>
        </p:spPr>
      </p:pic>
      <p:sp>
        <p:nvSpPr>
          <p:cNvPr id="9" name="Balloon letter 2 حِ" descr="حِ">
            <a:hlinkClick action="ppaction://hlinksldjump" r:id="rId5"/>
          </p:cNvPr>
          <p:cNvSpPr/>
          <p:nvPr/>
        </p:nvSpPr>
        <p:spPr>
          <a:xfrm>
            <a:off x="3175000" y="2520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حِ</a:t>
            </a:r>
          </a:p>
        </p:txBody>
      </p:sp>
      <p:pic>
        <p:nvPicPr>
          <p:cNvPr id="10" name="Balloon 3" descr="Balloon 3">
            <a:hlinkClick action="ppaction://hlinksldjump" r:id="rId5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70500" y="1905000"/>
            <a:ext cx="1651000" cy="2857500"/>
          </a:xfrm>
          <a:prstGeom prst="rect">
            <a:avLst/>
          </a:prstGeom>
        </p:spPr>
      </p:pic>
      <p:sp>
        <p:nvSpPr>
          <p:cNvPr id="11" name="Balloon letter 3 كِ" descr="كِ">
            <a:hlinkClick action="ppaction://hlinksldjump" r:id="rId5"/>
          </p:cNvPr>
          <p:cNvSpPr/>
          <p:nvPr/>
        </p:nvSpPr>
        <p:spPr>
          <a:xfrm>
            <a:off x="5397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كِ</a:t>
            </a:r>
          </a:p>
        </p:txBody>
      </p:sp>
      <p:pic>
        <p:nvPicPr>
          <p:cNvPr id="12" name="Balloon 4" descr="Balloon 4">
            <a:hlinkClick action="ppaction://hlinksldjump"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3000" y="2286000"/>
            <a:ext cx="1651000" cy="2857500"/>
          </a:xfrm>
          <a:prstGeom prst="rect">
            <a:avLst/>
          </a:prstGeom>
        </p:spPr>
      </p:pic>
      <p:sp>
        <p:nvSpPr>
          <p:cNvPr id="13" name="Balloon letter 4 شِ" descr="شِ">
            <a:hlinkClick action="ppaction://hlinksldjump" r:id="rId5"/>
          </p:cNvPr>
          <p:cNvSpPr/>
          <p:nvPr/>
        </p:nvSpPr>
        <p:spPr>
          <a:xfrm>
            <a:off x="7620000" y="2520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شِ</a:t>
            </a:r>
          </a:p>
        </p:txBody>
      </p:sp>
      <p:pic>
        <p:nvPicPr>
          <p:cNvPr id="14" name="Balloon 5" descr="Balloon 5">
            <a:hlinkClick action="ppaction://hlinksldjump" r:id="rId6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15500" y="1905000"/>
            <a:ext cx="1651000" cy="2857500"/>
          </a:xfrm>
          <a:prstGeom prst="rect">
            <a:avLst/>
          </a:prstGeom>
        </p:spPr>
      </p:pic>
      <p:sp>
        <p:nvSpPr>
          <p:cNvPr id="15" name="Balloon letter 5 ظِ" descr="ظِ">
            <a:hlinkClick action="ppaction://hlinksldjump" r:id="rId6"/>
          </p:cNvPr>
          <p:cNvSpPr/>
          <p:nvPr/>
        </p:nvSpPr>
        <p:spPr>
          <a:xfrm>
            <a:off x="9842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ظِ</a:t>
            </a:r>
          </a:p>
        </p:txBody>
      </p:sp>
      <p:sp>
        <p:nvSpPr>
          <p:cNvPr id="16" name="Try again!" descr="Try again!"/>
          <p:cNvSpPr/>
          <p:nvPr/>
        </p:nvSpPr>
        <p:spPr>
          <a:xfrm>
            <a:off x="7937500" y="5270500"/>
            <a:ext cx="3048000" cy="1460500"/>
          </a:xfrm>
          <a:prstGeom prst="cloudCallout">
            <a:avLst/>
          </a:prstGeom>
          <a:solidFill>
            <a:srgbClr val="FFFFFF"/>
          </a:solidFill>
          <a:ln w="50800">
            <a:solidFill>
              <a:srgbClr val="E5536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2500" b="1" lang="en-US">
                <a:solidFill>
                  <a:srgbClr val="E5536F"/>
                </a:solidFill>
                <a:latin typeface="Arial"/>
                <a:cs typeface="Arial"/>
              </a:rPr>
              <a:t>Try again!</a:t>
            </a:r>
          </a:p>
        </p:txBody>
      </p:sp>
      <p:sp>
        <p:nvSpPr>
          <p:cNvPr id="17" name="Next button">
            <a:hlinkClick action="ppaction://hlinksldjump" r:id="rId7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Next arrow">
            <a:hlinkClick action="ppaction://hlinksldjump" r:id="rId7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8" name="boing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4" dur="1670" fill="hold" repeatCount="indefinite" autoRev="1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6" dur="167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8" dur="1840" fill="hold" repeatCount="indefinite" autoRev="1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0" dur="1840" fill="hold" repeatCount="indefinite" autoRev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2" dur="201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4" dur="2010" fill="hold" repeatCount="indefinite" autoRev="1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7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6" dur="2180" fill="hold" repeatCount="indefinite" autoRev="1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9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8" dur="2180" fill="hold" repeatCount="indefinite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4" presetID="53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4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Pop every balloon with"/>
          <p:cNvSpPr/>
          <p:nvPr/>
        </p:nvSpPr>
        <p:spPr>
          <a:xfrm>
            <a:off x="2730500" y="190500"/>
            <a:ext cx="546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900" b="1" lang="en-US">
                <a:solidFill>
                  <a:srgbClr val="2E2640"/>
                </a:solidFill>
                <a:latin typeface="Arial"/>
                <a:cs typeface="Arial"/>
              </a:rPr>
              <a:t>Pop every balloon with</a:t>
            </a:r>
          </a:p>
        </p:txBody>
      </p:sp>
      <p:sp>
        <p:nvSpPr>
          <p:cNvPr id="5" name="Find ظِ" descr="ظِ"/>
          <p:cNvSpPr/>
          <p:nvPr/>
        </p:nvSpPr>
        <p:spPr>
          <a:xfrm>
            <a:off x="81915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ظِ</a:t>
            </a:r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Balloon 1" descr="Balloon 1">
            <a:hlinkClick action="ppaction://hlinksldjump" r:id="rId5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5500" y="1905000"/>
            <a:ext cx="1651000" cy="2857500"/>
          </a:xfrm>
          <a:prstGeom prst="rect">
            <a:avLst/>
          </a:prstGeom>
        </p:spPr>
      </p:pic>
      <p:sp>
        <p:nvSpPr>
          <p:cNvPr id="9" name="Balloon letter 1 ظِ" descr="ظِ">
            <a:hlinkClick action="ppaction://hlinksldjump" r:id="rId5"/>
          </p:cNvPr>
          <p:cNvSpPr/>
          <p:nvPr/>
        </p:nvSpPr>
        <p:spPr>
          <a:xfrm>
            <a:off x="952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ظِ</a:t>
            </a:r>
          </a:p>
        </p:txBody>
      </p:sp>
      <p:pic>
        <p:nvPicPr>
          <p:cNvPr id="10" name="Balloon 2" descr="Balloon 2">
            <a:hlinkClick action="ppaction://hlinksldjump" r:id="rId6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48000" y="2286000"/>
            <a:ext cx="1651000" cy="2857500"/>
          </a:xfrm>
          <a:prstGeom prst="rect">
            <a:avLst/>
          </a:prstGeom>
        </p:spPr>
      </p:pic>
      <p:sp>
        <p:nvSpPr>
          <p:cNvPr id="11" name="Balloon letter 2 حِ" descr="حِ">
            <a:hlinkClick action="ppaction://hlinksldjump" r:id="rId6"/>
          </p:cNvPr>
          <p:cNvSpPr/>
          <p:nvPr/>
        </p:nvSpPr>
        <p:spPr>
          <a:xfrm>
            <a:off x="3175000" y="2520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حِ</a:t>
            </a:r>
          </a:p>
        </p:txBody>
      </p:sp>
      <p:pic>
        <p:nvPicPr>
          <p:cNvPr id="12" name="Balloon 3" descr="Balloon 3">
            <a:hlinkClick action="ppaction://hlinksldjump" r:id="rId6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70500" y="1905000"/>
            <a:ext cx="1651000" cy="2857500"/>
          </a:xfrm>
          <a:prstGeom prst="rect">
            <a:avLst/>
          </a:prstGeom>
        </p:spPr>
      </p:pic>
      <p:sp>
        <p:nvSpPr>
          <p:cNvPr id="13" name="Balloon letter 3 كِ" descr="كِ">
            <a:hlinkClick action="ppaction://hlinksldjump" r:id="rId6"/>
          </p:cNvPr>
          <p:cNvSpPr/>
          <p:nvPr/>
        </p:nvSpPr>
        <p:spPr>
          <a:xfrm>
            <a:off x="5397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كِ</a:t>
            </a:r>
          </a:p>
        </p:txBody>
      </p:sp>
      <p:pic>
        <p:nvPicPr>
          <p:cNvPr id="14" name="Balloon 4" descr="Balloon 4">
            <a:hlinkClick action="ppaction://hlinksldjump" r:id="rId6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3000" y="2286000"/>
            <a:ext cx="1651000" cy="2857500"/>
          </a:xfrm>
          <a:prstGeom prst="rect">
            <a:avLst/>
          </a:prstGeom>
        </p:spPr>
      </p:pic>
      <p:sp>
        <p:nvSpPr>
          <p:cNvPr id="15" name="Balloon letter 4 شِ" descr="شِ">
            <a:hlinkClick action="ppaction://hlinksldjump" r:id="rId6"/>
          </p:cNvPr>
          <p:cNvSpPr/>
          <p:nvPr/>
        </p:nvSpPr>
        <p:spPr>
          <a:xfrm>
            <a:off x="7620000" y="2520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شِ</a:t>
            </a:r>
          </a:p>
        </p:txBody>
      </p:sp>
      <p:sp>
        <p:nvSpPr>
          <p:cNvPr id="16" name="Next button">
            <a:hlinkClick action="ppaction://hlinksldjump" r:id="rId7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Next arrow">
            <a:hlinkClick action="ppaction://hlinksldjump" r:id="rId7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8" name="po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9" dur="1500" fill="hold" repeatCount="indefinite" autoRev="1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2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1" dur="150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4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3" dur="1670" fill="hold" repeatCount="indefinite" autoRev="1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6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5" dur="1670" fill="hold" repeatCount="indefinite" autoRev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8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7" dur="184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0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9" dur="1840" fill="hold" repeatCount="indefinite" autoRev="1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2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21" dur="2010" fill="hold" repeatCount="indefinite" autoRev="1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4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23" dur="2010" fill="hold" repeatCount="indefinite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5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Pop every balloon with"/>
          <p:cNvSpPr/>
          <p:nvPr/>
        </p:nvSpPr>
        <p:spPr>
          <a:xfrm>
            <a:off x="2730500" y="190500"/>
            <a:ext cx="546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900" b="1" lang="en-US">
                <a:solidFill>
                  <a:srgbClr val="2E2640"/>
                </a:solidFill>
                <a:latin typeface="Arial"/>
                <a:cs typeface="Arial"/>
              </a:rPr>
              <a:t>Pop every balloon with</a:t>
            </a:r>
          </a:p>
        </p:txBody>
      </p:sp>
      <p:sp>
        <p:nvSpPr>
          <p:cNvPr id="5" name="Find ظِ" descr="ظِ"/>
          <p:cNvSpPr/>
          <p:nvPr/>
        </p:nvSpPr>
        <p:spPr>
          <a:xfrm>
            <a:off x="81915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ظِ</a:t>
            </a:r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Balloon 1" descr="Balloon 1">
            <a:hlinkClick action="ppaction://hlinksldjump" r:id="rId5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5500" y="1905000"/>
            <a:ext cx="1651000" cy="2857500"/>
          </a:xfrm>
          <a:prstGeom prst="rect">
            <a:avLst/>
          </a:prstGeom>
        </p:spPr>
      </p:pic>
      <p:sp>
        <p:nvSpPr>
          <p:cNvPr id="9" name="Balloon letter 1 ظِ" descr="ظِ">
            <a:hlinkClick action="ppaction://hlinksldjump" r:id="rId5"/>
          </p:cNvPr>
          <p:cNvSpPr/>
          <p:nvPr/>
        </p:nvSpPr>
        <p:spPr>
          <a:xfrm>
            <a:off x="952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ظِ</a:t>
            </a:r>
          </a:p>
        </p:txBody>
      </p:sp>
      <p:pic>
        <p:nvPicPr>
          <p:cNvPr id="10" name="Balloon 2" descr="Balloon 2">
            <a:hlinkClick action="ppaction://hlinksldjump" r:id="rId6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48000" y="2286000"/>
            <a:ext cx="1651000" cy="2857500"/>
          </a:xfrm>
          <a:prstGeom prst="rect">
            <a:avLst/>
          </a:prstGeom>
        </p:spPr>
      </p:pic>
      <p:sp>
        <p:nvSpPr>
          <p:cNvPr id="11" name="Balloon letter 2 حِ" descr="حِ">
            <a:hlinkClick action="ppaction://hlinksldjump" r:id="rId6"/>
          </p:cNvPr>
          <p:cNvSpPr/>
          <p:nvPr/>
        </p:nvSpPr>
        <p:spPr>
          <a:xfrm>
            <a:off x="3175000" y="2520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حِ</a:t>
            </a:r>
          </a:p>
        </p:txBody>
      </p:sp>
      <p:pic>
        <p:nvPicPr>
          <p:cNvPr id="12" name="Balloon 3" descr="Balloon 3">
            <a:hlinkClick action="ppaction://hlinksldjump" r:id="rId6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70500" y="1905000"/>
            <a:ext cx="1651000" cy="2857500"/>
          </a:xfrm>
          <a:prstGeom prst="rect">
            <a:avLst/>
          </a:prstGeom>
        </p:spPr>
      </p:pic>
      <p:sp>
        <p:nvSpPr>
          <p:cNvPr id="13" name="Balloon letter 3 كِ" descr="كِ">
            <a:hlinkClick action="ppaction://hlinksldjump" r:id="rId6"/>
          </p:cNvPr>
          <p:cNvSpPr/>
          <p:nvPr/>
        </p:nvSpPr>
        <p:spPr>
          <a:xfrm>
            <a:off x="5397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كِ</a:t>
            </a:r>
          </a:p>
        </p:txBody>
      </p:sp>
      <p:pic>
        <p:nvPicPr>
          <p:cNvPr id="14" name="Balloon 4" descr="Balloon 4">
            <a:hlinkClick action="ppaction://hlinksldjump" r:id="rId6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3000" y="2286000"/>
            <a:ext cx="1651000" cy="2857500"/>
          </a:xfrm>
          <a:prstGeom prst="rect">
            <a:avLst/>
          </a:prstGeom>
        </p:spPr>
      </p:pic>
      <p:sp>
        <p:nvSpPr>
          <p:cNvPr id="15" name="Balloon letter 4 شِ" descr="شِ">
            <a:hlinkClick action="ppaction://hlinksldjump" r:id="rId6"/>
          </p:cNvPr>
          <p:cNvSpPr/>
          <p:nvPr/>
        </p:nvSpPr>
        <p:spPr>
          <a:xfrm>
            <a:off x="7620000" y="2520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شِ</a:t>
            </a:r>
          </a:p>
        </p:txBody>
      </p:sp>
      <p:sp>
        <p:nvSpPr>
          <p:cNvPr id="16" name="Try again!" descr="Try again!"/>
          <p:cNvSpPr/>
          <p:nvPr/>
        </p:nvSpPr>
        <p:spPr>
          <a:xfrm>
            <a:off x="7937500" y="5270500"/>
            <a:ext cx="3048000" cy="1460500"/>
          </a:xfrm>
          <a:prstGeom prst="cloudCallout">
            <a:avLst/>
          </a:prstGeom>
          <a:solidFill>
            <a:srgbClr val="FFFFFF"/>
          </a:solidFill>
          <a:ln w="50800">
            <a:solidFill>
              <a:srgbClr val="E5536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2500" b="1" lang="en-US">
                <a:solidFill>
                  <a:srgbClr val="E5536F"/>
                </a:solidFill>
                <a:latin typeface="Arial"/>
                <a:cs typeface="Arial"/>
              </a:rPr>
              <a:t>Try again!</a:t>
            </a:r>
          </a:p>
        </p:txBody>
      </p:sp>
      <p:sp>
        <p:nvSpPr>
          <p:cNvPr id="17" name="Next button">
            <a:hlinkClick action="ppaction://hlinksldjump" r:id="rId7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Next arrow">
            <a:hlinkClick action="ppaction://hlinksldjump" r:id="rId7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8" name="boing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4" dur="1500" fill="hold" repeatCount="indefinite" autoRev="1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6" dur="150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8" dur="1670" fill="hold" repeatCount="indefinite" autoRev="1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0" dur="1670" fill="hold" repeatCount="indefinite" autoRev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2" dur="184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4" dur="1840" fill="hold" repeatCount="indefinite" autoRev="1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7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6" dur="2010" fill="hold" repeatCount="indefinite" autoRev="1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9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8" dur="2010" fill="hold" repeatCount="indefinite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4" presetID="53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6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Pop every balloon with"/>
          <p:cNvSpPr/>
          <p:nvPr/>
        </p:nvSpPr>
        <p:spPr>
          <a:xfrm>
            <a:off x="2730500" y="190500"/>
            <a:ext cx="546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900" b="1" lang="en-US">
                <a:solidFill>
                  <a:srgbClr val="2E2640"/>
                </a:solidFill>
                <a:latin typeface="Arial"/>
                <a:cs typeface="Arial"/>
              </a:rPr>
              <a:t>Pop every balloon with</a:t>
            </a:r>
          </a:p>
        </p:txBody>
      </p:sp>
      <p:sp>
        <p:nvSpPr>
          <p:cNvPr id="5" name="Find ظِ" descr="ظِ"/>
          <p:cNvSpPr/>
          <p:nvPr/>
        </p:nvSpPr>
        <p:spPr>
          <a:xfrm>
            <a:off x="81915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ظِ</a:t>
            </a:r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Balloon 2" descr="Balloon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48000" y="2286000"/>
            <a:ext cx="1651000" cy="2857500"/>
          </a:xfrm>
          <a:prstGeom prst="rect">
            <a:avLst/>
          </a:prstGeom>
        </p:spPr>
      </p:pic>
      <p:sp>
        <p:nvSpPr>
          <p:cNvPr id="9" name="Balloon letter 2 حِ" descr="حِ"/>
          <p:cNvSpPr/>
          <p:nvPr/>
        </p:nvSpPr>
        <p:spPr>
          <a:xfrm>
            <a:off x="3175000" y="2520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حِ</a:t>
            </a:r>
          </a:p>
        </p:txBody>
      </p:sp>
      <p:pic>
        <p:nvPicPr>
          <p:cNvPr id="10" name="Balloon 3" descr="Balloon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70500" y="1905000"/>
            <a:ext cx="1651000" cy="2857500"/>
          </a:xfrm>
          <a:prstGeom prst="rect">
            <a:avLst/>
          </a:prstGeom>
        </p:spPr>
      </p:pic>
      <p:sp>
        <p:nvSpPr>
          <p:cNvPr id="11" name="Balloon letter 3 كِ" descr="كِ"/>
          <p:cNvSpPr/>
          <p:nvPr/>
        </p:nvSpPr>
        <p:spPr>
          <a:xfrm>
            <a:off x="5397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كِ</a:t>
            </a:r>
          </a:p>
        </p:txBody>
      </p:sp>
      <p:pic>
        <p:nvPicPr>
          <p:cNvPr id="12" name="Balloon 4" descr="Balloon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3000" y="2286000"/>
            <a:ext cx="1651000" cy="2857500"/>
          </a:xfrm>
          <a:prstGeom prst="rect">
            <a:avLst/>
          </a:prstGeom>
        </p:spPr>
      </p:pic>
      <p:sp>
        <p:nvSpPr>
          <p:cNvPr id="13" name="Balloon letter 4 شِ" descr="شِ"/>
          <p:cNvSpPr/>
          <p:nvPr/>
        </p:nvSpPr>
        <p:spPr>
          <a:xfrm>
            <a:off x="7620000" y="2520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شِ</a:t>
            </a:r>
          </a:p>
        </p:txBody>
      </p:sp>
      <p:sp>
        <p:nvSpPr>
          <p:cNvPr id="14" name="Great job!" descr="Great job!"/>
          <p:cNvSpPr/>
          <p:nvPr/>
        </p:nvSpPr>
        <p:spPr>
          <a:xfrm>
            <a:off x="7937500" y="5270500"/>
            <a:ext cx="3048000" cy="1460500"/>
          </a:xfrm>
          <a:prstGeom prst="cloudCallout">
            <a:avLst/>
          </a:prstGeom>
          <a:solidFill>
            <a:srgbClr val="FFFFFF"/>
          </a:solidFill>
          <a:ln w="50800">
            <a:solidFill>
              <a:srgbClr val="2FB57A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2500" b="1" lang="en-US">
                <a:solidFill>
                  <a:srgbClr val="2FB57A"/>
                </a:solidFill>
                <a:latin typeface="Arial"/>
                <a:cs typeface="Arial"/>
              </a:rPr>
              <a:t>Great job!</a:t>
            </a:r>
          </a:p>
        </p:txBody>
      </p:sp>
      <p:sp>
        <p:nvSpPr>
          <p:cNvPr id="15" name="Next button">
            <a:hlinkClick action="ppaction://hlinksldjump" r:id="rId5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Next arrow">
            <a:hlinkClick action="ppaction://hlinksldjump" r:id="rId5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7" name="sound anchor" descr="sound anchor (invisible)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700" y="12700"/>
            <a:ext cx="25400" cy="25400"/>
          </a:xfrm>
          <a:prstGeom prst="rect">
            <a:avLst/>
          </a:prstGeom>
        </p:spPr>
      </p:pic>
    </p:spTree>
  </p:cSld>
  <p:clrMapOvr>
    <a:masterClrMapping/>
  </p:clrMapOvr>
  <p:transition advClick="0">
    <p:sndAc>
      <p:stSnd>
        <p:snd r:embed="rId6" name="po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9" dur="1670" fill="hold" repeatCount="indefinite" autoRev="1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2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1" dur="167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4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3" dur="1840" fill="hold" repeatCount="indefinite" autoRev="1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6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5" dur="1840" fill="hold" repeatCount="indefinite" autoRev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8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7" dur="201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0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9" dur="2010" fill="hold" repeatCount="indefinite" autoRev="1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5" presetID="53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2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100000">
                                        <p:cTn id="2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8" name="cheer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921000" y="190500"/>
            <a:ext cx="6350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Feed me"/>
          <p:cNvSpPr/>
          <p:nvPr/>
        </p:nvSpPr>
        <p:spPr>
          <a:xfrm>
            <a:off x="3048000" y="190500"/>
            <a:ext cx="4826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600" b="1" lang="en-US">
                <a:solidFill>
                  <a:srgbClr val="2E2640"/>
                </a:solidFill>
                <a:latin typeface="Arial"/>
                <a:cs typeface="Arial"/>
              </a:rPr>
              <a:t>Feed me</a:t>
            </a:r>
          </a:p>
        </p:txBody>
      </p:sp>
      <p:sp>
        <p:nvSpPr>
          <p:cNvPr id="5" name="Find ظِ" descr="ظِ"/>
          <p:cNvSpPr/>
          <p:nvPr/>
        </p:nvSpPr>
        <p:spPr>
          <a:xfrm>
            <a:off x="78740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ظِ</a:t>
            </a:r>
          </a:p>
        </p:txBody>
      </p:sp>
      <p:pic>
        <p:nvPicPr>
          <p:cNvPr id="6" name="Monster" descr="Monste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2095500"/>
            <a:ext cx="3810000" cy="3810000"/>
          </a:xfrm>
          <a:prstGeom prst="rect">
            <a:avLst/>
          </a:prstGeom>
        </p:spPr>
      </p:pic>
      <p:pic>
        <p:nvPicPr>
          <p:cNvPr id="7" name="Food 1" descr="Food 1">
            <a:hlinkClick action="ppaction://hlinksldjump" r:id="rId6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5000" y="1778000"/>
            <a:ext cx="1905000" cy="1905000"/>
          </a:xfrm>
          <a:prstGeom prst="rect">
            <a:avLst/>
          </a:prstGeom>
        </p:spPr>
      </p:pic>
      <p:sp>
        <p:nvSpPr>
          <p:cNvPr id="8" name="Food letter 1 ظِ" descr="ظِ">
            <a:hlinkClick action="ppaction://hlinksldjump" r:id="rId6"/>
          </p:cNvPr>
          <p:cNvSpPr/>
          <p:nvPr/>
        </p:nvSpPr>
        <p:spPr>
          <a:xfrm>
            <a:off x="7429500" y="2317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ظِ</a:t>
            </a:r>
          </a:p>
        </p:txBody>
      </p:sp>
      <p:pic>
        <p:nvPicPr>
          <p:cNvPr id="9" name="Food 2" descr="Food 2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25000" y="1778000"/>
            <a:ext cx="1905000" cy="1905000"/>
          </a:xfrm>
          <a:prstGeom prst="rect">
            <a:avLst/>
          </a:prstGeom>
        </p:spPr>
      </p:pic>
      <p:sp>
        <p:nvSpPr>
          <p:cNvPr id="10" name="Food letter 2 مِ" descr="مِ">
            <a:hlinkClick action="ppaction://hlinksldjump" r:id="rId7"/>
          </p:cNvPr>
          <p:cNvSpPr/>
          <p:nvPr/>
        </p:nvSpPr>
        <p:spPr>
          <a:xfrm>
            <a:off x="9969500" y="2317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مِ</a:t>
            </a:r>
          </a:p>
        </p:txBody>
      </p:sp>
      <p:pic>
        <p:nvPicPr>
          <p:cNvPr id="11" name="Food 3" descr="Food 3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5000" y="4064000"/>
            <a:ext cx="1905000" cy="1905000"/>
          </a:xfrm>
          <a:prstGeom prst="rect">
            <a:avLst/>
          </a:prstGeom>
        </p:spPr>
      </p:pic>
      <p:sp>
        <p:nvSpPr>
          <p:cNvPr id="12" name="Food letter 3 رِ" descr="رِ">
            <a:hlinkClick action="ppaction://hlinksldjump" r:id="rId7"/>
          </p:cNvPr>
          <p:cNvSpPr/>
          <p:nvPr/>
        </p:nvSpPr>
        <p:spPr>
          <a:xfrm>
            <a:off x="7429500" y="4603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رِ</a:t>
            </a:r>
          </a:p>
        </p:txBody>
      </p:sp>
      <p:pic>
        <p:nvPicPr>
          <p:cNvPr id="13" name="Food 4" descr="Food 4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25000" y="4064000"/>
            <a:ext cx="1905000" cy="1905000"/>
          </a:xfrm>
          <a:prstGeom prst="rect">
            <a:avLst/>
          </a:prstGeom>
        </p:spPr>
      </p:pic>
      <p:sp>
        <p:nvSpPr>
          <p:cNvPr id="14" name="Food letter 4 تِ" descr="تِ">
            <a:hlinkClick action="ppaction://hlinksldjump" r:id="rId7"/>
          </p:cNvPr>
          <p:cNvSpPr/>
          <p:nvPr/>
        </p:nvSpPr>
        <p:spPr>
          <a:xfrm>
            <a:off x="9969500" y="4603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تِ</a:t>
            </a:r>
          </a:p>
        </p:txBody>
      </p:sp>
      <p:sp>
        <p:nvSpPr>
          <p:cNvPr id="15" name="Next button">
            <a:hlinkClick action="ppaction://hlinksldjump" r:id="rId8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Next arrow">
            <a:hlinkClick action="ppaction://hlinksldjump" r:id="rId8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 spd="med">
    <p:fade/>
  </p:transition>
</p:sld>
</file>

<file path=ppt/slides/slide338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921000" y="190500"/>
            <a:ext cx="6350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Feed me"/>
          <p:cNvSpPr/>
          <p:nvPr/>
        </p:nvSpPr>
        <p:spPr>
          <a:xfrm>
            <a:off x="3048000" y="190500"/>
            <a:ext cx="4826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600" b="1" lang="en-US">
                <a:solidFill>
                  <a:srgbClr val="2E2640"/>
                </a:solidFill>
                <a:latin typeface="Arial"/>
                <a:cs typeface="Arial"/>
              </a:rPr>
              <a:t>Feed me</a:t>
            </a:r>
          </a:p>
        </p:txBody>
      </p:sp>
      <p:sp>
        <p:nvSpPr>
          <p:cNvPr id="5" name="Find ظِ" descr="ظِ"/>
          <p:cNvSpPr/>
          <p:nvPr/>
        </p:nvSpPr>
        <p:spPr>
          <a:xfrm>
            <a:off x="78740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ظِ</a:t>
            </a:r>
          </a:p>
        </p:txBody>
      </p:sp>
      <p:pic>
        <p:nvPicPr>
          <p:cNvPr id="6" name="Monster" descr="Monste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2095500"/>
            <a:ext cx="3810000" cy="3810000"/>
          </a:xfrm>
          <a:prstGeom prst="rect">
            <a:avLst/>
          </a:prstGeom>
        </p:spPr>
      </p:pic>
      <p:pic>
        <p:nvPicPr>
          <p:cNvPr id="7" name="Food 1" descr="Food 1">
            <a:hlinkClick action="ppaction://hlinksldjump" r:id="rId6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5000" y="1778000"/>
            <a:ext cx="1905000" cy="1905000"/>
          </a:xfrm>
          <a:prstGeom prst="rect">
            <a:avLst/>
          </a:prstGeom>
        </p:spPr>
      </p:pic>
      <p:sp>
        <p:nvSpPr>
          <p:cNvPr id="8" name="Food letter 1 ظِ" descr="ظِ">
            <a:hlinkClick action="ppaction://hlinksldjump" r:id="rId6"/>
          </p:cNvPr>
          <p:cNvSpPr/>
          <p:nvPr/>
        </p:nvSpPr>
        <p:spPr>
          <a:xfrm>
            <a:off x="7429500" y="2317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ظِ</a:t>
            </a:r>
          </a:p>
        </p:txBody>
      </p:sp>
      <p:pic>
        <p:nvPicPr>
          <p:cNvPr id="9" name="Food 2" descr="Food 2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25000" y="1778000"/>
            <a:ext cx="1905000" cy="1905000"/>
          </a:xfrm>
          <a:prstGeom prst="rect">
            <a:avLst/>
          </a:prstGeom>
        </p:spPr>
      </p:pic>
      <p:sp>
        <p:nvSpPr>
          <p:cNvPr id="10" name="Food letter 2 مِ" descr="مِ">
            <a:hlinkClick action="ppaction://hlinksldjump" r:id="rId7"/>
          </p:cNvPr>
          <p:cNvSpPr/>
          <p:nvPr/>
        </p:nvSpPr>
        <p:spPr>
          <a:xfrm>
            <a:off x="9969500" y="2317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مِ</a:t>
            </a:r>
          </a:p>
        </p:txBody>
      </p:sp>
      <p:pic>
        <p:nvPicPr>
          <p:cNvPr id="11" name="Food 3" descr="Food 3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5000" y="4064000"/>
            <a:ext cx="1905000" cy="1905000"/>
          </a:xfrm>
          <a:prstGeom prst="rect">
            <a:avLst/>
          </a:prstGeom>
        </p:spPr>
      </p:pic>
      <p:sp>
        <p:nvSpPr>
          <p:cNvPr id="12" name="Food letter 3 رِ" descr="رِ">
            <a:hlinkClick action="ppaction://hlinksldjump" r:id="rId7"/>
          </p:cNvPr>
          <p:cNvSpPr/>
          <p:nvPr/>
        </p:nvSpPr>
        <p:spPr>
          <a:xfrm>
            <a:off x="7429500" y="4603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رِ</a:t>
            </a:r>
          </a:p>
        </p:txBody>
      </p:sp>
      <p:pic>
        <p:nvPicPr>
          <p:cNvPr id="13" name="Food 4" descr="Food 4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25000" y="4064000"/>
            <a:ext cx="1905000" cy="1905000"/>
          </a:xfrm>
          <a:prstGeom prst="rect">
            <a:avLst/>
          </a:prstGeom>
        </p:spPr>
      </p:pic>
      <p:sp>
        <p:nvSpPr>
          <p:cNvPr id="14" name="Food letter 4 تِ" descr="تِ">
            <a:hlinkClick action="ppaction://hlinksldjump" r:id="rId7"/>
          </p:cNvPr>
          <p:cNvSpPr/>
          <p:nvPr/>
        </p:nvSpPr>
        <p:spPr>
          <a:xfrm>
            <a:off x="9969500" y="4603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تِ</a:t>
            </a:r>
          </a:p>
        </p:txBody>
      </p:sp>
      <p:sp>
        <p:nvSpPr>
          <p:cNvPr id="15" name="No, thanks!" descr="No, thanks!"/>
          <p:cNvSpPr/>
          <p:nvPr/>
        </p:nvSpPr>
        <p:spPr>
          <a:xfrm>
            <a:off x="3302000" y="1079500"/>
            <a:ext cx="3302000" cy="1524000"/>
          </a:xfrm>
          <a:prstGeom prst="cloudCallout">
            <a:avLst/>
          </a:prstGeom>
          <a:solidFill>
            <a:srgbClr val="FFFFFF"/>
          </a:solidFill>
          <a:ln w="50800">
            <a:solidFill>
              <a:srgbClr val="E5536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2500" b="1" lang="en-US">
                <a:solidFill>
                  <a:srgbClr val="E5536F"/>
                </a:solidFill>
                <a:latin typeface="Arial"/>
                <a:cs typeface="Arial"/>
              </a:rPr>
              <a:t>No, thanks!</a:t>
            </a:r>
          </a:p>
        </p:txBody>
      </p:sp>
      <p:sp>
        <p:nvSpPr>
          <p:cNvPr id="16" name="Next button">
            <a:hlinkClick action="ppaction://hlinksldjump" r:id="rId8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Next arrow">
            <a:hlinkClick action="ppaction://hlinksldjump" r:id="rId8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9" name="boing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53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" dur="4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4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9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921000" y="190500"/>
            <a:ext cx="6350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Feed me"/>
          <p:cNvSpPr/>
          <p:nvPr/>
        </p:nvSpPr>
        <p:spPr>
          <a:xfrm>
            <a:off x="3048000" y="190500"/>
            <a:ext cx="4826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600" b="1" lang="en-US">
                <a:solidFill>
                  <a:srgbClr val="2E2640"/>
                </a:solidFill>
                <a:latin typeface="Arial"/>
                <a:cs typeface="Arial"/>
              </a:rPr>
              <a:t>Feed me</a:t>
            </a:r>
          </a:p>
        </p:txBody>
      </p:sp>
      <p:sp>
        <p:nvSpPr>
          <p:cNvPr id="5" name="Find ظِ" descr="ظِ"/>
          <p:cNvSpPr/>
          <p:nvPr/>
        </p:nvSpPr>
        <p:spPr>
          <a:xfrm>
            <a:off x="78740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ظِ</a:t>
            </a:r>
          </a:p>
        </p:txBody>
      </p:sp>
      <p:pic>
        <p:nvPicPr>
          <p:cNvPr id="6" name="Monster" descr="Monste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2095500"/>
            <a:ext cx="3810000" cy="3810000"/>
          </a:xfrm>
          <a:prstGeom prst="rect">
            <a:avLst/>
          </a:prstGeom>
        </p:spPr>
      </p:pic>
      <p:pic>
        <p:nvPicPr>
          <p:cNvPr id="7" name="Food 2" descr="Food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25000" y="1778000"/>
            <a:ext cx="1905000" cy="1905000"/>
          </a:xfrm>
          <a:prstGeom prst="rect">
            <a:avLst/>
          </a:prstGeom>
        </p:spPr>
      </p:pic>
      <p:sp>
        <p:nvSpPr>
          <p:cNvPr id="8" name="Food letter 2 مِ" descr="مِ"/>
          <p:cNvSpPr/>
          <p:nvPr/>
        </p:nvSpPr>
        <p:spPr>
          <a:xfrm>
            <a:off x="9969500" y="2317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مِ</a:t>
            </a:r>
          </a:p>
        </p:txBody>
      </p:sp>
      <p:pic>
        <p:nvPicPr>
          <p:cNvPr id="9" name="Food 3" descr="Food 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85000" y="4064000"/>
            <a:ext cx="1905000" cy="1905000"/>
          </a:xfrm>
          <a:prstGeom prst="rect">
            <a:avLst/>
          </a:prstGeom>
        </p:spPr>
      </p:pic>
      <p:sp>
        <p:nvSpPr>
          <p:cNvPr id="10" name="Food letter 3 رِ" descr="رِ"/>
          <p:cNvSpPr/>
          <p:nvPr/>
        </p:nvSpPr>
        <p:spPr>
          <a:xfrm>
            <a:off x="7429500" y="4603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رِ</a:t>
            </a:r>
          </a:p>
        </p:txBody>
      </p:sp>
      <p:pic>
        <p:nvPicPr>
          <p:cNvPr id="11" name="Food 4" descr="Food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25000" y="4064000"/>
            <a:ext cx="1905000" cy="1905000"/>
          </a:xfrm>
          <a:prstGeom prst="rect">
            <a:avLst/>
          </a:prstGeom>
        </p:spPr>
      </p:pic>
      <p:sp>
        <p:nvSpPr>
          <p:cNvPr id="12" name="Food letter 4 تِ" descr="تِ"/>
          <p:cNvSpPr/>
          <p:nvPr/>
        </p:nvSpPr>
        <p:spPr>
          <a:xfrm>
            <a:off x="9969500" y="4603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تِ</a:t>
            </a:r>
          </a:p>
        </p:txBody>
      </p:sp>
      <p:sp>
        <p:nvSpPr>
          <p:cNvPr id="13" name="Yummy!" descr="Yummy!"/>
          <p:cNvSpPr/>
          <p:nvPr/>
        </p:nvSpPr>
        <p:spPr>
          <a:xfrm>
            <a:off x="3302000" y="1079500"/>
            <a:ext cx="3302000" cy="1524000"/>
          </a:xfrm>
          <a:prstGeom prst="cloudCallout">
            <a:avLst/>
          </a:prstGeom>
          <a:solidFill>
            <a:srgbClr val="FFFFFF"/>
          </a:solidFill>
          <a:ln w="50800">
            <a:solidFill>
              <a:srgbClr val="E5536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3200" b="1" lang="en-US">
                <a:solidFill>
                  <a:srgbClr val="E5536F"/>
                </a:solidFill>
                <a:latin typeface="Arial"/>
                <a:cs typeface="Arial"/>
              </a:rPr>
              <a:t>Yummy!</a:t>
            </a:r>
          </a:p>
        </p:txBody>
      </p:sp>
      <p:sp>
        <p:nvSpPr>
          <p:cNvPr id="14" name="Next button">
            <a:hlinkClick action="ppaction://hlinksldjump" r:id="rId6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Next arrow">
            <a:hlinkClick action="ppaction://hlinksldjump" r:id="rId6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6" name="sound anchor" descr="sound anchor (invisible)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2700" y="12700"/>
            <a:ext cx="25400" cy="25400"/>
          </a:xfrm>
          <a:prstGeom prst="rect">
            <a:avLst/>
          </a:prstGeom>
        </p:spPr>
      </p:pic>
    </p:spTree>
  </p:cSld>
  <p:clrMapOvr>
    <a:masterClrMapping/>
  </p:clrMapOvr>
  <p:transition advClick="0">
    <p:sndAc>
      <p:stSnd>
        <p:snd r:embed="rId7" name="munc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2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53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100000">
                                        <p:cTn id="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9" name="cheer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Catch every fish with"/>
          <p:cNvSpPr/>
          <p:nvPr/>
        </p:nvSpPr>
        <p:spPr>
          <a:xfrm>
            <a:off x="2730500" y="190500"/>
            <a:ext cx="546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000" b="1" lang="en-US">
                <a:solidFill>
                  <a:srgbClr val="2E2640"/>
                </a:solidFill>
                <a:latin typeface="Arial"/>
                <a:cs typeface="Arial"/>
              </a:rPr>
              <a:t>Catch every fish with</a:t>
            </a:r>
          </a:p>
        </p:txBody>
      </p:sp>
      <p:sp>
        <p:nvSpPr>
          <p:cNvPr id="5" name="Find عِ" descr="عِ"/>
          <p:cNvSpPr/>
          <p:nvPr/>
        </p:nvSpPr>
        <p:spPr>
          <a:xfrm>
            <a:off x="81915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عِ</a:t>
            </a:r>
          </a:p>
        </p:txBody>
      </p:sp>
      <p:sp>
        <p:nvSpPr>
          <p:cNvPr id="6" name="Star place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Fish 1" descr="Fish 1">
            <a:hlinkClick action="ppaction://hlinksldjump" r:id="rId6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0" y="1651000"/>
            <a:ext cx="2286000" cy="1416050"/>
          </a:xfrm>
          <a:prstGeom prst="rect">
            <a:avLst/>
          </a:prstGeom>
        </p:spPr>
      </p:pic>
      <p:sp>
        <p:nvSpPr>
          <p:cNvPr id="9" name="Fish letter 1 عِ" descr="عِ">
            <a:hlinkClick action="ppaction://hlinksldjump" r:id="rId6"/>
          </p:cNvPr>
          <p:cNvSpPr/>
          <p:nvPr/>
        </p:nvSpPr>
        <p:spPr>
          <a:xfrm>
            <a:off x="1682750" y="1885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عِ</a:t>
            </a:r>
          </a:p>
        </p:txBody>
      </p:sp>
      <p:pic>
        <p:nvPicPr>
          <p:cNvPr id="10" name="Fish 2" descr="Fish 2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67500" y="1905000"/>
            <a:ext cx="2286000" cy="1416050"/>
          </a:xfrm>
          <a:prstGeom prst="rect">
            <a:avLst/>
          </a:prstGeom>
        </p:spPr>
      </p:pic>
      <p:sp>
        <p:nvSpPr>
          <p:cNvPr id="11" name="Fish letter 2 ذِ" descr="ذِ">
            <a:hlinkClick action="ppaction://hlinksldjump" r:id="rId7"/>
          </p:cNvPr>
          <p:cNvSpPr/>
          <p:nvPr/>
        </p:nvSpPr>
        <p:spPr>
          <a:xfrm>
            <a:off x="7207250" y="2139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ذِ</a:t>
            </a:r>
          </a:p>
        </p:txBody>
      </p:sp>
      <p:pic>
        <p:nvPicPr>
          <p:cNvPr id="12" name="Fish 3" descr="Fish 3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56000" y="3302000"/>
            <a:ext cx="2286000" cy="1416050"/>
          </a:xfrm>
          <a:prstGeom prst="rect">
            <a:avLst/>
          </a:prstGeom>
        </p:spPr>
      </p:pic>
      <p:sp>
        <p:nvSpPr>
          <p:cNvPr id="13" name="Fish letter 3 تِ" descr="تِ">
            <a:hlinkClick action="ppaction://hlinksldjump" r:id="rId7"/>
          </p:cNvPr>
          <p:cNvSpPr/>
          <p:nvPr/>
        </p:nvSpPr>
        <p:spPr>
          <a:xfrm>
            <a:off x="4095750" y="3536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تِ</a:t>
            </a:r>
          </a:p>
        </p:txBody>
      </p:sp>
      <p:pic>
        <p:nvPicPr>
          <p:cNvPr id="14" name="Fish 4" descr="Fish 4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72500" y="3810000"/>
            <a:ext cx="2286000" cy="1416050"/>
          </a:xfrm>
          <a:prstGeom prst="rect">
            <a:avLst/>
          </a:prstGeom>
        </p:spPr>
      </p:pic>
      <p:sp>
        <p:nvSpPr>
          <p:cNvPr id="15" name="Fish letter 4 وِ" descr="وِ">
            <a:hlinkClick action="ppaction://hlinksldjump" r:id="rId7"/>
          </p:cNvPr>
          <p:cNvSpPr/>
          <p:nvPr/>
        </p:nvSpPr>
        <p:spPr>
          <a:xfrm>
            <a:off x="9112250" y="4044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وِ</a:t>
            </a:r>
          </a:p>
        </p:txBody>
      </p:sp>
      <p:pic>
        <p:nvPicPr>
          <p:cNvPr id="16" name="Fish 5" descr="Fish 5">
            <a:hlinkClick action="ppaction://hlinksldjump" r:id="rId8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87500" y="4826000"/>
            <a:ext cx="2286000" cy="1416050"/>
          </a:xfrm>
          <a:prstGeom prst="rect">
            <a:avLst/>
          </a:prstGeom>
        </p:spPr>
      </p:pic>
      <p:sp>
        <p:nvSpPr>
          <p:cNvPr id="17" name="Fish letter 5 عِ" descr="عِ">
            <a:hlinkClick action="ppaction://hlinksldjump" r:id="rId8"/>
          </p:cNvPr>
          <p:cNvSpPr/>
          <p:nvPr/>
        </p:nvSpPr>
        <p:spPr>
          <a:xfrm>
            <a:off x="2127250" y="5060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عِ</a:t>
            </a:r>
          </a:p>
        </p:txBody>
      </p:sp>
      <p:sp>
        <p:nvSpPr>
          <p:cNvPr id="18" name="Next button">
            <a:hlinkClick action="ppaction://hlinksldjump" r:id="rId9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Next arrow">
            <a:hlinkClick action="ppaction://hlinksldjump" r:id="rId9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4" dur="2600" fill="hold" repeatCount="indefinite" autoRev="1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6" dur="260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8" dur="2900" fill="hold" repeatCount="indefinite" autoRev="1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10" dur="2900" fill="hold" repeatCount="indefinite" autoRev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12" dur="320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14" dur="3200" fill="hold" repeatCount="indefinite" autoRev="1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7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16" dur="3500" fill="hold" repeatCount="indefinite" autoRev="1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9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18" dur="3500" fill="hold" repeatCount="indefinite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1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20" dur="3800" fill="hold" repeatCount="indefinite" autoRev="1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3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22" dur="3800" fill="hold" repeatCount="indefinite" autoRev="1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1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Catch every fish with"/>
          <p:cNvSpPr/>
          <p:nvPr/>
        </p:nvSpPr>
        <p:spPr>
          <a:xfrm>
            <a:off x="2730500" y="190500"/>
            <a:ext cx="546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000" b="1" lang="en-US">
                <a:solidFill>
                  <a:srgbClr val="2E2640"/>
                </a:solidFill>
                <a:latin typeface="Arial"/>
                <a:cs typeface="Arial"/>
              </a:rPr>
              <a:t>Catch every fish with</a:t>
            </a:r>
          </a:p>
        </p:txBody>
      </p:sp>
      <p:sp>
        <p:nvSpPr>
          <p:cNvPr id="5" name="Find عِ" descr="عِ"/>
          <p:cNvSpPr/>
          <p:nvPr/>
        </p:nvSpPr>
        <p:spPr>
          <a:xfrm>
            <a:off x="81915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عِ</a:t>
            </a:r>
          </a:p>
        </p:txBody>
      </p:sp>
      <p:sp>
        <p:nvSpPr>
          <p:cNvPr id="6" name="Star place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Fish 1" descr="Fish 1">
            <a:hlinkClick action="ppaction://hlinksldjump" r:id="rId6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0" y="1651000"/>
            <a:ext cx="2286000" cy="1416050"/>
          </a:xfrm>
          <a:prstGeom prst="rect">
            <a:avLst/>
          </a:prstGeom>
        </p:spPr>
      </p:pic>
      <p:sp>
        <p:nvSpPr>
          <p:cNvPr id="9" name="Fish letter 1 عِ" descr="عِ">
            <a:hlinkClick action="ppaction://hlinksldjump" r:id="rId6"/>
          </p:cNvPr>
          <p:cNvSpPr/>
          <p:nvPr/>
        </p:nvSpPr>
        <p:spPr>
          <a:xfrm>
            <a:off x="1682750" y="1885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عِ</a:t>
            </a:r>
          </a:p>
        </p:txBody>
      </p:sp>
      <p:pic>
        <p:nvPicPr>
          <p:cNvPr id="10" name="Fish 2" descr="Fish 2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67500" y="1905000"/>
            <a:ext cx="2286000" cy="1416050"/>
          </a:xfrm>
          <a:prstGeom prst="rect">
            <a:avLst/>
          </a:prstGeom>
        </p:spPr>
      </p:pic>
      <p:sp>
        <p:nvSpPr>
          <p:cNvPr id="11" name="Fish letter 2 ذِ" descr="ذِ">
            <a:hlinkClick action="ppaction://hlinksldjump" r:id="rId7"/>
          </p:cNvPr>
          <p:cNvSpPr/>
          <p:nvPr/>
        </p:nvSpPr>
        <p:spPr>
          <a:xfrm>
            <a:off x="7207250" y="2139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ذِ</a:t>
            </a:r>
          </a:p>
        </p:txBody>
      </p:sp>
      <p:pic>
        <p:nvPicPr>
          <p:cNvPr id="12" name="Fish 3" descr="Fish 3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56000" y="3302000"/>
            <a:ext cx="2286000" cy="1416050"/>
          </a:xfrm>
          <a:prstGeom prst="rect">
            <a:avLst/>
          </a:prstGeom>
        </p:spPr>
      </p:pic>
      <p:sp>
        <p:nvSpPr>
          <p:cNvPr id="13" name="Fish letter 3 تِ" descr="تِ">
            <a:hlinkClick action="ppaction://hlinksldjump" r:id="rId7"/>
          </p:cNvPr>
          <p:cNvSpPr/>
          <p:nvPr/>
        </p:nvSpPr>
        <p:spPr>
          <a:xfrm>
            <a:off x="4095750" y="3536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تِ</a:t>
            </a:r>
          </a:p>
        </p:txBody>
      </p:sp>
      <p:pic>
        <p:nvPicPr>
          <p:cNvPr id="14" name="Fish 4" descr="Fish 4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72500" y="3810000"/>
            <a:ext cx="2286000" cy="1416050"/>
          </a:xfrm>
          <a:prstGeom prst="rect">
            <a:avLst/>
          </a:prstGeom>
        </p:spPr>
      </p:pic>
      <p:sp>
        <p:nvSpPr>
          <p:cNvPr id="15" name="Fish letter 4 وِ" descr="وِ">
            <a:hlinkClick action="ppaction://hlinksldjump" r:id="rId7"/>
          </p:cNvPr>
          <p:cNvSpPr/>
          <p:nvPr/>
        </p:nvSpPr>
        <p:spPr>
          <a:xfrm>
            <a:off x="9112250" y="4044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وِ</a:t>
            </a:r>
          </a:p>
        </p:txBody>
      </p:sp>
      <p:pic>
        <p:nvPicPr>
          <p:cNvPr id="16" name="Fish 5" descr="Fish 5">
            <a:hlinkClick action="ppaction://hlinksldjump" r:id="rId8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87500" y="4826000"/>
            <a:ext cx="2286000" cy="1416050"/>
          </a:xfrm>
          <a:prstGeom prst="rect">
            <a:avLst/>
          </a:prstGeom>
        </p:spPr>
      </p:pic>
      <p:sp>
        <p:nvSpPr>
          <p:cNvPr id="17" name="Fish letter 5 عِ" descr="عِ">
            <a:hlinkClick action="ppaction://hlinksldjump" r:id="rId8"/>
          </p:cNvPr>
          <p:cNvSpPr/>
          <p:nvPr/>
        </p:nvSpPr>
        <p:spPr>
          <a:xfrm>
            <a:off x="2127250" y="5060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عِ</a:t>
            </a:r>
          </a:p>
        </p:txBody>
      </p:sp>
      <p:sp>
        <p:nvSpPr>
          <p:cNvPr id="18" name="Try again!" descr="Try again!"/>
          <p:cNvSpPr/>
          <p:nvPr/>
        </p:nvSpPr>
        <p:spPr>
          <a:xfrm>
            <a:off x="7937500" y="5270500"/>
            <a:ext cx="3048000" cy="1460500"/>
          </a:xfrm>
          <a:prstGeom prst="cloudCallout">
            <a:avLst/>
          </a:prstGeom>
          <a:solidFill>
            <a:srgbClr val="FFFFFF"/>
          </a:solidFill>
          <a:ln w="50800">
            <a:solidFill>
              <a:srgbClr val="E5536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2500" b="1" lang="en-US">
                <a:solidFill>
                  <a:srgbClr val="E5536F"/>
                </a:solidFill>
                <a:latin typeface="Arial"/>
                <a:cs typeface="Arial"/>
              </a:rPr>
              <a:t>Try again!</a:t>
            </a:r>
          </a:p>
        </p:txBody>
      </p:sp>
      <p:sp>
        <p:nvSpPr>
          <p:cNvPr id="19" name="Next button">
            <a:hlinkClick action="ppaction://hlinksldjump" r:id="rId9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Next arrow">
            <a:hlinkClick action="ppaction://hlinksldjump" r:id="rId9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10" name="boing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4" dur="2600" fill="hold" repeatCount="indefinite" autoRev="1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6" dur="260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8" dur="2900" fill="hold" repeatCount="indefinite" autoRev="1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10" dur="2900" fill="hold" repeatCount="indefinite" autoRev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12" dur="320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14" dur="3200" fill="hold" repeatCount="indefinite" autoRev="1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7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16" dur="3500" fill="hold" repeatCount="indefinite" autoRev="1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9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18" dur="3500" fill="hold" repeatCount="indefinite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1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20" dur="3800" fill="hold" repeatCount="indefinite" autoRev="1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3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22" dur="3800" fill="hold" repeatCount="indefinite" autoRev="1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8" presetID="53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2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Catch every fish with"/>
          <p:cNvSpPr/>
          <p:nvPr/>
        </p:nvSpPr>
        <p:spPr>
          <a:xfrm>
            <a:off x="2730500" y="190500"/>
            <a:ext cx="546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000" b="1" lang="en-US">
                <a:solidFill>
                  <a:srgbClr val="2E2640"/>
                </a:solidFill>
                <a:latin typeface="Arial"/>
                <a:cs typeface="Arial"/>
              </a:rPr>
              <a:t>Catch every fish with</a:t>
            </a:r>
          </a:p>
        </p:txBody>
      </p:sp>
      <p:sp>
        <p:nvSpPr>
          <p:cNvPr id="5" name="Find عِ" descr="عِ"/>
          <p:cNvSpPr/>
          <p:nvPr/>
        </p:nvSpPr>
        <p:spPr>
          <a:xfrm>
            <a:off x="81915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عِ</a:t>
            </a:r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Fish 2" descr="Fish 2">
            <a:hlinkClick action="ppaction://hlinksldjump" r:id="rId6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67500" y="1905000"/>
            <a:ext cx="2286000" cy="1416050"/>
          </a:xfrm>
          <a:prstGeom prst="rect">
            <a:avLst/>
          </a:prstGeom>
        </p:spPr>
      </p:pic>
      <p:sp>
        <p:nvSpPr>
          <p:cNvPr id="9" name="Fish letter 2 ذِ" descr="ذِ">
            <a:hlinkClick action="ppaction://hlinksldjump" r:id="rId6"/>
          </p:cNvPr>
          <p:cNvSpPr/>
          <p:nvPr/>
        </p:nvSpPr>
        <p:spPr>
          <a:xfrm>
            <a:off x="7207250" y="2139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ذِ</a:t>
            </a:r>
          </a:p>
        </p:txBody>
      </p:sp>
      <p:pic>
        <p:nvPicPr>
          <p:cNvPr id="10" name="Fish 3" descr="Fish 3">
            <a:hlinkClick action="ppaction://hlinksldjump" r:id="rId6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56000" y="3302000"/>
            <a:ext cx="2286000" cy="1416050"/>
          </a:xfrm>
          <a:prstGeom prst="rect">
            <a:avLst/>
          </a:prstGeom>
        </p:spPr>
      </p:pic>
      <p:sp>
        <p:nvSpPr>
          <p:cNvPr id="11" name="Fish letter 3 تِ" descr="تِ">
            <a:hlinkClick action="ppaction://hlinksldjump" r:id="rId6"/>
          </p:cNvPr>
          <p:cNvSpPr/>
          <p:nvPr/>
        </p:nvSpPr>
        <p:spPr>
          <a:xfrm>
            <a:off x="4095750" y="3536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تِ</a:t>
            </a:r>
          </a:p>
        </p:txBody>
      </p:sp>
      <p:pic>
        <p:nvPicPr>
          <p:cNvPr id="12" name="Fish 4" descr="Fish 4">
            <a:hlinkClick action="ppaction://hlinksldjump" r:id="rId6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72500" y="3810000"/>
            <a:ext cx="2286000" cy="1416050"/>
          </a:xfrm>
          <a:prstGeom prst="rect">
            <a:avLst/>
          </a:prstGeom>
        </p:spPr>
      </p:pic>
      <p:sp>
        <p:nvSpPr>
          <p:cNvPr id="13" name="Fish letter 4 وِ" descr="وِ">
            <a:hlinkClick action="ppaction://hlinksldjump" r:id="rId6"/>
          </p:cNvPr>
          <p:cNvSpPr/>
          <p:nvPr/>
        </p:nvSpPr>
        <p:spPr>
          <a:xfrm>
            <a:off x="9112250" y="4044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وِ</a:t>
            </a:r>
          </a:p>
        </p:txBody>
      </p:sp>
      <p:pic>
        <p:nvPicPr>
          <p:cNvPr id="14" name="Fish 5" descr="Fish 5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87500" y="4826000"/>
            <a:ext cx="2286000" cy="1416050"/>
          </a:xfrm>
          <a:prstGeom prst="rect">
            <a:avLst/>
          </a:prstGeom>
        </p:spPr>
      </p:pic>
      <p:sp>
        <p:nvSpPr>
          <p:cNvPr id="15" name="Fish letter 5 عِ" descr="عِ">
            <a:hlinkClick action="ppaction://hlinksldjump" r:id="rId7"/>
          </p:cNvPr>
          <p:cNvSpPr/>
          <p:nvPr/>
        </p:nvSpPr>
        <p:spPr>
          <a:xfrm>
            <a:off x="2127250" y="5060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عِ</a:t>
            </a:r>
          </a:p>
        </p:txBody>
      </p:sp>
      <p:sp>
        <p:nvSpPr>
          <p:cNvPr id="16" name="Next button">
            <a:hlinkClick action="ppaction://hlinksldjump" r:id="rId8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Next arrow">
            <a:hlinkClick action="ppaction://hlinksldjump" r:id="rId8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9" name="spla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9" dur="2900" fill="hold" repeatCount="indefinite" autoRev="1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2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11" dur="290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4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13" dur="3200" fill="hold" repeatCount="indefinite" autoRev="1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6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15" dur="3200" fill="hold" repeatCount="indefinite" autoRev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8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17" dur="350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0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19" dur="3500" fill="hold" repeatCount="indefinite" autoRev="1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2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21" dur="3800" fill="hold" repeatCount="indefinite" autoRev="1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4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23" dur="3800" fill="hold" repeatCount="indefinite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3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Catch every fish with"/>
          <p:cNvSpPr/>
          <p:nvPr/>
        </p:nvSpPr>
        <p:spPr>
          <a:xfrm>
            <a:off x="2730500" y="190500"/>
            <a:ext cx="546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000" b="1" lang="en-US">
                <a:solidFill>
                  <a:srgbClr val="2E2640"/>
                </a:solidFill>
                <a:latin typeface="Arial"/>
                <a:cs typeface="Arial"/>
              </a:rPr>
              <a:t>Catch every fish with</a:t>
            </a:r>
          </a:p>
        </p:txBody>
      </p:sp>
      <p:sp>
        <p:nvSpPr>
          <p:cNvPr id="5" name="Find عِ" descr="عِ"/>
          <p:cNvSpPr/>
          <p:nvPr/>
        </p:nvSpPr>
        <p:spPr>
          <a:xfrm>
            <a:off x="81915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عِ</a:t>
            </a:r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Fish 2" descr="Fish 2">
            <a:hlinkClick action="ppaction://hlinksldjump" r:id="rId6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67500" y="1905000"/>
            <a:ext cx="2286000" cy="1416050"/>
          </a:xfrm>
          <a:prstGeom prst="rect">
            <a:avLst/>
          </a:prstGeom>
        </p:spPr>
      </p:pic>
      <p:sp>
        <p:nvSpPr>
          <p:cNvPr id="9" name="Fish letter 2 ذِ" descr="ذِ">
            <a:hlinkClick action="ppaction://hlinksldjump" r:id="rId6"/>
          </p:cNvPr>
          <p:cNvSpPr/>
          <p:nvPr/>
        </p:nvSpPr>
        <p:spPr>
          <a:xfrm>
            <a:off x="7207250" y="2139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ذِ</a:t>
            </a:r>
          </a:p>
        </p:txBody>
      </p:sp>
      <p:pic>
        <p:nvPicPr>
          <p:cNvPr id="10" name="Fish 3" descr="Fish 3">
            <a:hlinkClick action="ppaction://hlinksldjump" r:id="rId6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56000" y="3302000"/>
            <a:ext cx="2286000" cy="1416050"/>
          </a:xfrm>
          <a:prstGeom prst="rect">
            <a:avLst/>
          </a:prstGeom>
        </p:spPr>
      </p:pic>
      <p:sp>
        <p:nvSpPr>
          <p:cNvPr id="11" name="Fish letter 3 تِ" descr="تِ">
            <a:hlinkClick action="ppaction://hlinksldjump" r:id="rId6"/>
          </p:cNvPr>
          <p:cNvSpPr/>
          <p:nvPr/>
        </p:nvSpPr>
        <p:spPr>
          <a:xfrm>
            <a:off x="4095750" y="3536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تِ</a:t>
            </a:r>
          </a:p>
        </p:txBody>
      </p:sp>
      <p:pic>
        <p:nvPicPr>
          <p:cNvPr id="12" name="Fish 4" descr="Fish 4">
            <a:hlinkClick action="ppaction://hlinksldjump" r:id="rId6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72500" y="3810000"/>
            <a:ext cx="2286000" cy="1416050"/>
          </a:xfrm>
          <a:prstGeom prst="rect">
            <a:avLst/>
          </a:prstGeom>
        </p:spPr>
      </p:pic>
      <p:sp>
        <p:nvSpPr>
          <p:cNvPr id="13" name="Fish letter 4 وِ" descr="وِ">
            <a:hlinkClick action="ppaction://hlinksldjump" r:id="rId6"/>
          </p:cNvPr>
          <p:cNvSpPr/>
          <p:nvPr/>
        </p:nvSpPr>
        <p:spPr>
          <a:xfrm>
            <a:off x="9112250" y="4044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وِ</a:t>
            </a:r>
          </a:p>
        </p:txBody>
      </p:sp>
      <p:pic>
        <p:nvPicPr>
          <p:cNvPr id="14" name="Fish 5" descr="Fish 5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87500" y="4826000"/>
            <a:ext cx="2286000" cy="1416050"/>
          </a:xfrm>
          <a:prstGeom prst="rect">
            <a:avLst/>
          </a:prstGeom>
        </p:spPr>
      </p:pic>
      <p:sp>
        <p:nvSpPr>
          <p:cNvPr id="15" name="Fish letter 5 عِ" descr="عِ">
            <a:hlinkClick action="ppaction://hlinksldjump" r:id="rId7"/>
          </p:cNvPr>
          <p:cNvSpPr/>
          <p:nvPr/>
        </p:nvSpPr>
        <p:spPr>
          <a:xfrm>
            <a:off x="2127250" y="5060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عِ</a:t>
            </a:r>
          </a:p>
        </p:txBody>
      </p:sp>
      <p:sp>
        <p:nvSpPr>
          <p:cNvPr id="16" name="Try again!" descr="Try again!"/>
          <p:cNvSpPr/>
          <p:nvPr/>
        </p:nvSpPr>
        <p:spPr>
          <a:xfrm>
            <a:off x="7937500" y="5270500"/>
            <a:ext cx="3048000" cy="1460500"/>
          </a:xfrm>
          <a:prstGeom prst="cloudCallout">
            <a:avLst/>
          </a:prstGeom>
          <a:solidFill>
            <a:srgbClr val="FFFFFF"/>
          </a:solidFill>
          <a:ln w="50800">
            <a:solidFill>
              <a:srgbClr val="E5536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2500" b="1" lang="en-US">
                <a:solidFill>
                  <a:srgbClr val="E5536F"/>
                </a:solidFill>
                <a:latin typeface="Arial"/>
                <a:cs typeface="Arial"/>
              </a:rPr>
              <a:t>Try again!</a:t>
            </a:r>
          </a:p>
        </p:txBody>
      </p:sp>
      <p:sp>
        <p:nvSpPr>
          <p:cNvPr id="17" name="Next button">
            <a:hlinkClick action="ppaction://hlinksldjump" r:id="rId8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Next arrow">
            <a:hlinkClick action="ppaction://hlinksldjump" r:id="rId8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9" name="boing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4" dur="2900" fill="hold" repeatCount="indefinite" autoRev="1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6" dur="290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8" dur="3200" fill="hold" repeatCount="indefinite" autoRev="1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10" dur="3200" fill="hold" repeatCount="indefinite" autoRev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12" dur="350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14" dur="3500" fill="hold" repeatCount="indefinite" autoRev="1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7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16" dur="3800" fill="hold" repeatCount="indefinite" autoRev="1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9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18" dur="3800" fill="hold" repeatCount="indefinite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4" presetID="53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4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Catch every fish with"/>
          <p:cNvSpPr/>
          <p:nvPr/>
        </p:nvSpPr>
        <p:spPr>
          <a:xfrm>
            <a:off x="2730500" y="190500"/>
            <a:ext cx="546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000" b="1" lang="en-US">
                <a:solidFill>
                  <a:srgbClr val="2E2640"/>
                </a:solidFill>
                <a:latin typeface="Arial"/>
                <a:cs typeface="Arial"/>
              </a:rPr>
              <a:t>Catch every fish with</a:t>
            </a:r>
          </a:p>
        </p:txBody>
      </p:sp>
      <p:sp>
        <p:nvSpPr>
          <p:cNvPr id="5" name="Find عِ" descr="عِ"/>
          <p:cNvSpPr/>
          <p:nvPr/>
        </p:nvSpPr>
        <p:spPr>
          <a:xfrm>
            <a:off x="81915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عِ</a:t>
            </a:r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Fish 1" descr="Fish 1">
            <a:hlinkClick action="ppaction://hlinksldjump" r:id="rId6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0" y="1651000"/>
            <a:ext cx="2286000" cy="1416050"/>
          </a:xfrm>
          <a:prstGeom prst="rect">
            <a:avLst/>
          </a:prstGeom>
        </p:spPr>
      </p:pic>
      <p:sp>
        <p:nvSpPr>
          <p:cNvPr id="9" name="Fish letter 1 عِ" descr="عِ">
            <a:hlinkClick action="ppaction://hlinksldjump" r:id="rId6"/>
          </p:cNvPr>
          <p:cNvSpPr/>
          <p:nvPr/>
        </p:nvSpPr>
        <p:spPr>
          <a:xfrm>
            <a:off x="1682750" y="1885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عِ</a:t>
            </a:r>
          </a:p>
        </p:txBody>
      </p:sp>
      <p:pic>
        <p:nvPicPr>
          <p:cNvPr id="10" name="Fish 2" descr="Fish 2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67500" y="1905000"/>
            <a:ext cx="2286000" cy="1416050"/>
          </a:xfrm>
          <a:prstGeom prst="rect">
            <a:avLst/>
          </a:prstGeom>
        </p:spPr>
      </p:pic>
      <p:sp>
        <p:nvSpPr>
          <p:cNvPr id="11" name="Fish letter 2 ذِ" descr="ذِ">
            <a:hlinkClick action="ppaction://hlinksldjump" r:id="rId7"/>
          </p:cNvPr>
          <p:cNvSpPr/>
          <p:nvPr/>
        </p:nvSpPr>
        <p:spPr>
          <a:xfrm>
            <a:off x="7207250" y="2139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ذِ</a:t>
            </a:r>
          </a:p>
        </p:txBody>
      </p:sp>
      <p:pic>
        <p:nvPicPr>
          <p:cNvPr id="12" name="Fish 3" descr="Fish 3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56000" y="3302000"/>
            <a:ext cx="2286000" cy="1416050"/>
          </a:xfrm>
          <a:prstGeom prst="rect">
            <a:avLst/>
          </a:prstGeom>
        </p:spPr>
      </p:pic>
      <p:sp>
        <p:nvSpPr>
          <p:cNvPr id="13" name="Fish letter 3 تِ" descr="تِ">
            <a:hlinkClick action="ppaction://hlinksldjump" r:id="rId7"/>
          </p:cNvPr>
          <p:cNvSpPr/>
          <p:nvPr/>
        </p:nvSpPr>
        <p:spPr>
          <a:xfrm>
            <a:off x="4095750" y="3536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تِ</a:t>
            </a:r>
          </a:p>
        </p:txBody>
      </p:sp>
      <p:pic>
        <p:nvPicPr>
          <p:cNvPr id="14" name="Fish 4" descr="Fish 4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72500" y="3810000"/>
            <a:ext cx="2286000" cy="1416050"/>
          </a:xfrm>
          <a:prstGeom prst="rect">
            <a:avLst/>
          </a:prstGeom>
        </p:spPr>
      </p:pic>
      <p:sp>
        <p:nvSpPr>
          <p:cNvPr id="15" name="Fish letter 4 وِ" descr="وِ">
            <a:hlinkClick action="ppaction://hlinksldjump" r:id="rId7"/>
          </p:cNvPr>
          <p:cNvSpPr/>
          <p:nvPr/>
        </p:nvSpPr>
        <p:spPr>
          <a:xfrm>
            <a:off x="9112250" y="4044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وِ</a:t>
            </a:r>
          </a:p>
        </p:txBody>
      </p:sp>
      <p:sp>
        <p:nvSpPr>
          <p:cNvPr id="16" name="Next button">
            <a:hlinkClick action="ppaction://hlinksldjump" r:id="rId8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Next arrow">
            <a:hlinkClick action="ppaction://hlinksldjump" r:id="rId8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9" name="spla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9" dur="2600" fill="hold" repeatCount="indefinite" autoRev="1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2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11" dur="260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4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13" dur="2900" fill="hold" repeatCount="indefinite" autoRev="1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6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15" dur="2900" fill="hold" repeatCount="indefinite" autoRev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8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17" dur="320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0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19" dur="3200" fill="hold" repeatCount="indefinite" autoRev="1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2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21" dur="3500" fill="hold" repeatCount="indefinite" autoRev="1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4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23" dur="3500" fill="hold" repeatCount="indefinite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5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Catch every fish with"/>
          <p:cNvSpPr/>
          <p:nvPr/>
        </p:nvSpPr>
        <p:spPr>
          <a:xfrm>
            <a:off x="2730500" y="190500"/>
            <a:ext cx="546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000" b="1" lang="en-US">
                <a:solidFill>
                  <a:srgbClr val="2E2640"/>
                </a:solidFill>
                <a:latin typeface="Arial"/>
                <a:cs typeface="Arial"/>
              </a:rPr>
              <a:t>Catch every fish with</a:t>
            </a:r>
          </a:p>
        </p:txBody>
      </p:sp>
      <p:sp>
        <p:nvSpPr>
          <p:cNvPr id="5" name="Find عِ" descr="عِ"/>
          <p:cNvSpPr/>
          <p:nvPr/>
        </p:nvSpPr>
        <p:spPr>
          <a:xfrm>
            <a:off x="81915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عِ</a:t>
            </a:r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Fish 1" descr="Fish 1">
            <a:hlinkClick action="ppaction://hlinksldjump" r:id="rId6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0" y="1651000"/>
            <a:ext cx="2286000" cy="1416050"/>
          </a:xfrm>
          <a:prstGeom prst="rect">
            <a:avLst/>
          </a:prstGeom>
        </p:spPr>
      </p:pic>
      <p:sp>
        <p:nvSpPr>
          <p:cNvPr id="9" name="Fish letter 1 عِ" descr="عِ">
            <a:hlinkClick action="ppaction://hlinksldjump" r:id="rId6"/>
          </p:cNvPr>
          <p:cNvSpPr/>
          <p:nvPr/>
        </p:nvSpPr>
        <p:spPr>
          <a:xfrm>
            <a:off x="1682750" y="1885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عِ</a:t>
            </a:r>
          </a:p>
        </p:txBody>
      </p:sp>
      <p:pic>
        <p:nvPicPr>
          <p:cNvPr id="10" name="Fish 2" descr="Fish 2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67500" y="1905000"/>
            <a:ext cx="2286000" cy="1416050"/>
          </a:xfrm>
          <a:prstGeom prst="rect">
            <a:avLst/>
          </a:prstGeom>
        </p:spPr>
      </p:pic>
      <p:sp>
        <p:nvSpPr>
          <p:cNvPr id="11" name="Fish letter 2 ذِ" descr="ذِ">
            <a:hlinkClick action="ppaction://hlinksldjump" r:id="rId7"/>
          </p:cNvPr>
          <p:cNvSpPr/>
          <p:nvPr/>
        </p:nvSpPr>
        <p:spPr>
          <a:xfrm>
            <a:off x="7207250" y="2139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ذِ</a:t>
            </a:r>
          </a:p>
        </p:txBody>
      </p:sp>
      <p:pic>
        <p:nvPicPr>
          <p:cNvPr id="12" name="Fish 3" descr="Fish 3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56000" y="3302000"/>
            <a:ext cx="2286000" cy="1416050"/>
          </a:xfrm>
          <a:prstGeom prst="rect">
            <a:avLst/>
          </a:prstGeom>
        </p:spPr>
      </p:pic>
      <p:sp>
        <p:nvSpPr>
          <p:cNvPr id="13" name="Fish letter 3 تِ" descr="تِ">
            <a:hlinkClick action="ppaction://hlinksldjump" r:id="rId7"/>
          </p:cNvPr>
          <p:cNvSpPr/>
          <p:nvPr/>
        </p:nvSpPr>
        <p:spPr>
          <a:xfrm>
            <a:off x="4095750" y="3536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تِ</a:t>
            </a:r>
          </a:p>
        </p:txBody>
      </p:sp>
      <p:pic>
        <p:nvPicPr>
          <p:cNvPr id="14" name="Fish 4" descr="Fish 4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72500" y="3810000"/>
            <a:ext cx="2286000" cy="1416050"/>
          </a:xfrm>
          <a:prstGeom prst="rect">
            <a:avLst/>
          </a:prstGeom>
        </p:spPr>
      </p:pic>
      <p:sp>
        <p:nvSpPr>
          <p:cNvPr id="15" name="Fish letter 4 وِ" descr="وِ">
            <a:hlinkClick action="ppaction://hlinksldjump" r:id="rId7"/>
          </p:cNvPr>
          <p:cNvSpPr/>
          <p:nvPr/>
        </p:nvSpPr>
        <p:spPr>
          <a:xfrm>
            <a:off x="9112250" y="4044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وِ</a:t>
            </a:r>
          </a:p>
        </p:txBody>
      </p:sp>
      <p:sp>
        <p:nvSpPr>
          <p:cNvPr id="16" name="Try again!" descr="Try again!"/>
          <p:cNvSpPr/>
          <p:nvPr/>
        </p:nvSpPr>
        <p:spPr>
          <a:xfrm>
            <a:off x="7937500" y="5270500"/>
            <a:ext cx="3048000" cy="1460500"/>
          </a:xfrm>
          <a:prstGeom prst="cloudCallout">
            <a:avLst/>
          </a:prstGeom>
          <a:solidFill>
            <a:srgbClr val="FFFFFF"/>
          </a:solidFill>
          <a:ln w="50800">
            <a:solidFill>
              <a:srgbClr val="E5536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2500" b="1" lang="en-US">
                <a:solidFill>
                  <a:srgbClr val="E5536F"/>
                </a:solidFill>
                <a:latin typeface="Arial"/>
                <a:cs typeface="Arial"/>
              </a:rPr>
              <a:t>Try again!</a:t>
            </a:r>
          </a:p>
        </p:txBody>
      </p:sp>
      <p:sp>
        <p:nvSpPr>
          <p:cNvPr id="17" name="Next button">
            <a:hlinkClick action="ppaction://hlinksldjump" r:id="rId8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Next arrow">
            <a:hlinkClick action="ppaction://hlinksldjump" r:id="rId8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9" name="boing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4" dur="2600" fill="hold" repeatCount="indefinite" autoRev="1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6" dur="260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8" dur="2900" fill="hold" repeatCount="indefinite" autoRev="1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10" dur="2900" fill="hold" repeatCount="indefinite" autoRev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12" dur="320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14" dur="3200" fill="hold" repeatCount="indefinite" autoRev="1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7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16" dur="3500" fill="hold" repeatCount="indefinite" autoRev="1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9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18" dur="3500" fill="hold" repeatCount="indefinite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4" presetID="53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6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Catch every fish with"/>
          <p:cNvSpPr/>
          <p:nvPr/>
        </p:nvSpPr>
        <p:spPr>
          <a:xfrm>
            <a:off x="2730500" y="190500"/>
            <a:ext cx="546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000" b="1" lang="en-US">
                <a:solidFill>
                  <a:srgbClr val="2E2640"/>
                </a:solidFill>
                <a:latin typeface="Arial"/>
                <a:cs typeface="Arial"/>
              </a:rPr>
              <a:t>Catch every fish with</a:t>
            </a:r>
          </a:p>
        </p:txBody>
      </p:sp>
      <p:sp>
        <p:nvSpPr>
          <p:cNvPr id="5" name="Find عِ" descr="عِ"/>
          <p:cNvSpPr/>
          <p:nvPr/>
        </p:nvSpPr>
        <p:spPr>
          <a:xfrm>
            <a:off x="81915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عِ</a:t>
            </a:r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Fish 2" descr="Fish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67500" y="1905000"/>
            <a:ext cx="2286000" cy="1416050"/>
          </a:xfrm>
          <a:prstGeom prst="rect">
            <a:avLst/>
          </a:prstGeom>
        </p:spPr>
      </p:pic>
      <p:sp>
        <p:nvSpPr>
          <p:cNvPr id="9" name="Fish letter 2 ذِ" descr="ذِ"/>
          <p:cNvSpPr/>
          <p:nvPr/>
        </p:nvSpPr>
        <p:spPr>
          <a:xfrm>
            <a:off x="7207250" y="2139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ذِ</a:t>
            </a:r>
          </a:p>
        </p:txBody>
      </p:sp>
      <p:pic>
        <p:nvPicPr>
          <p:cNvPr id="10" name="Fish 3" descr="Fish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56000" y="3302000"/>
            <a:ext cx="2286000" cy="1416050"/>
          </a:xfrm>
          <a:prstGeom prst="rect">
            <a:avLst/>
          </a:prstGeom>
        </p:spPr>
      </p:pic>
      <p:sp>
        <p:nvSpPr>
          <p:cNvPr id="11" name="Fish letter 3 تِ" descr="تِ"/>
          <p:cNvSpPr/>
          <p:nvPr/>
        </p:nvSpPr>
        <p:spPr>
          <a:xfrm>
            <a:off x="4095750" y="3536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تِ</a:t>
            </a:r>
          </a:p>
        </p:txBody>
      </p:sp>
      <p:pic>
        <p:nvPicPr>
          <p:cNvPr id="12" name="Fish 4" descr="Fish 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72500" y="3810000"/>
            <a:ext cx="2286000" cy="1416050"/>
          </a:xfrm>
          <a:prstGeom prst="rect">
            <a:avLst/>
          </a:prstGeom>
        </p:spPr>
      </p:pic>
      <p:sp>
        <p:nvSpPr>
          <p:cNvPr id="13" name="Fish letter 4 وِ" descr="وِ"/>
          <p:cNvSpPr/>
          <p:nvPr/>
        </p:nvSpPr>
        <p:spPr>
          <a:xfrm>
            <a:off x="9112250" y="4044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وِ</a:t>
            </a:r>
          </a:p>
        </p:txBody>
      </p:sp>
      <p:sp>
        <p:nvSpPr>
          <p:cNvPr id="14" name="Great job!" descr="Great job!"/>
          <p:cNvSpPr/>
          <p:nvPr/>
        </p:nvSpPr>
        <p:spPr>
          <a:xfrm>
            <a:off x="7937500" y="5270500"/>
            <a:ext cx="3048000" cy="1460500"/>
          </a:xfrm>
          <a:prstGeom prst="cloudCallout">
            <a:avLst/>
          </a:prstGeom>
          <a:solidFill>
            <a:srgbClr val="FFFFFF"/>
          </a:solidFill>
          <a:ln w="50800">
            <a:solidFill>
              <a:srgbClr val="2FB57A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2500" b="1" lang="en-US">
                <a:solidFill>
                  <a:srgbClr val="2FB57A"/>
                </a:solidFill>
                <a:latin typeface="Arial"/>
                <a:cs typeface="Arial"/>
              </a:rPr>
              <a:t>Great job!</a:t>
            </a:r>
          </a:p>
        </p:txBody>
      </p:sp>
      <p:sp>
        <p:nvSpPr>
          <p:cNvPr id="15" name="Next button">
            <a:hlinkClick action="ppaction://hlinksldjump" r:id="rId6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Next arrow">
            <a:hlinkClick action="ppaction://hlinksldjump" r:id="rId6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7" name="sound anchor" descr="sound anchor (invisible)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2700" y="12700"/>
            <a:ext cx="25400" cy="25400"/>
          </a:xfrm>
          <a:prstGeom prst="rect">
            <a:avLst/>
          </a:prstGeom>
        </p:spPr>
      </p:pic>
    </p:spTree>
  </p:cSld>
  <p:clrMapOvr>
    <a:masterClrMapping/>
  </p:clrMapOvr>
  <p:transition advClick="0">
    <p:sndAc>
      <p:stSnd>
        <p:snd r:embed="rId7" name="spla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9" dur="2900" fill="hold" repeatCount="indefinite" autoRev="1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2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11" dur="290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4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13" dur="3200" fill="hold" repeatCount="indefinite" autoRev="1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6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15" dur="3200" fill="hold" repeatCount="indefinite" autoRev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8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17" dur="350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0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19" dur="3500" fill="hold" repeatCount="indefinite" autoRev="1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5" presetID="53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2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100000">
                                        <p:cTn id="2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9" name="cheer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Tap every letter with"/>
          <p:cNvSpPr/>
          <p:nvPr/>
        </p:nvSpPr>
        <p:spPr>
          <a:xfrm>
            <a:off x="2730500" y="190500"/>
            <a:ext cx="546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000" b="1" lang="en-US">
                <a:solidFill>
                  <a:srgbClr val="2E2640"/>
                </a:solidFill>
                <a:latin typeface="Arial"/>
                <a:cs typeface="Arial"/>
              </a:rPr>
              <a:t>Tap every letter with</a:t>
            </a:r>
          </a:p>
        </p:txBody>
      </p:sp>
      <p:sp>
        <p:nvSpPr>
          <p:cNvPr id="5" name="Find عِ" descr="عِ"/>
          <p:cNvSpPr/>
          <p:nvPr/>
        </p:nvSpPr>
        <p:spPr>
          <a:xfrm>
            <a:off x="81915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عِ</a:t>
            </a:r>
          </a:p>
        </p:txBody>
      </p:sp>
      <p:sp>
        <p:nvSpPr>
          <p:cNvPr id="6" name="Star place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Hole 1"/>
          <p:cNvSpPr/>
          <p:nvPr/>
        </p:nvSpPr>
        <p:spPr>
          <a:xfrm>
            <a:off x="2349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ile 1 رِ" descr="رِ">
            <a:hlinkClick action="ppaction://hlinksldjump" r:id="rId3"/>
          </p:cNvPr>
          <p:cNvSpPr/>
          <p:nvPr/>
        </p:nvSpPr>
        <p:spPr>
          <a:xfrm>
            <a:off x="2635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رِ</a:t>
            </a:r>
          </a:p>
        </p:txBody>
      </p:sp>
      <p:sp>
        <p:nvSpPr>
          <p:cNvPr id="10" name="Hole 2"/>
          <p:cNvSpPr/>
          <p:nvPr/>
        </p:nvSpPr>
        <p:spPr>
          <a:xfrm>
            <a:off x="5143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ile 2 دِ" descr="دِ">
            <a:hlinkClick action="ppaction://hlinksldjump" r:id="rId3"/>
          </p:cNvPr>
          <p:cNvSpPr/>
          <p:nvPr/>
        </p:nvSpPr>
        <p:spPr>
          <a:xfrm>
            <a:off x="5429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دِ</a:t>
            </a:r>
          </a:p>
        </p:txBody>
      </p:sp>
      <p:sp>
        <p:nvSpPr>
          <p:cNvPr id="12" name="Hole 3"/>
          <p:cNvSpPr/>
          <p:nvPr/>
        </p:nvSpPr>
        <p:spPr>
          <a:xfrm>
            <a:off x="7937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ile 3 عِ" descr="عِ">
            <a:hlinkClick action="ppaction://hlinksldjump" r:id="rId4"/>
          </p:cNvPr>
          <p:cNvSpPr/>
          <p:nvPr/>
        </p:nvSpPr>
        <p:spPr>
          <a:xfrm>
            <a:off x="8223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عِ</a:t>
            </a:r>
          </a:p>
        </p:txBody>
      </p:sp>
      <p:sp>
        <p:nvSpPr>
          <p:cNvPr id="14" name="Hole 4"/>
          <p:cNvSpPr/>
          <p:nvPr/>
        </p:nvSpPr>
        <p:spPr>
          <a:xfrm>
            <a:off x="2349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ile 4 عِ" descr="عِ">
            <a:hlinkClick action="ppaction://hlinksldjump" r:id="rId5"/>
          </p:cNvPr>
          <p:cNvSpPr/>
          <p:nvPr/>
        </p:nvSpPr>
        <p:spPr>
          <a:xfrm>
            <a:off x="2635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عِ</a:t>
            </a:r>
          </a:p>
        </p:txBody>
      </p:sp>
      <p:sp>
        <p:nvSpPr>
          <p:cNvPr id="16" name="Hole 5"/>
          <p:cNvSpPr/>
          <p:nvPr/>
        </p:nvSpPr>
        <p:spPr>
          <a:xfrm>
            <a:off x="5143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ile 5 طِ" descr="طِ">
            <a:hlinkClick action="ppaction://hlinksldjump" r:id="rId3"/>
          </p:cNvPr>
          <p:cNvSpPr/>
          <p:nvPr/>
        </p:nvSpPr>
        <p:spPr>
          <a:xfrm>
            <a:off x="5429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طِ</a:t>
            </a:r>
          </a:p>
        </p:txBody>
      </p:sp>
      <p:sp>
        <p:nvSpPr>
          <p:cNvPr id="18" name="Hole 6"/>
          <p:cNvSpPr/>
          <p:nvPr/>
        </p:nvSpPr>
        <p:spPr>
          <a:xfrm>
            <a:off x="7937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ile 6 ظِ" descr="ظِ">
            <a:hlinkClick action="ppaction://hlinksldjump" r:id="rId3"/>
          </p:cNvPr>
          <p:cNvSpPr/>
          <p:nvPr/>
        </p:nvSpPr>
        <p:spPr>
          <a:xfrm>
            <a:off x="8223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ظِ</a:t>
            </a:r>
          </a:p>
        </p:txBody>
      </p:sp>
      <p:sp>
        <p:nvSpPr>
          <p:cNvPr id="20" name="Next button">
            <a:hlinkClick action="ppaction://hlinksldjump" r:id="rId6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Next arrow">
            <a:hlinkClick action="ppaction://hlinksldjump" r:id="rId6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6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4" dur="85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6" dur="970" fill="hold" repeatCount="indefinite" autoRev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8" dur="1090" fill="hold" repeatCount="indefinite" autoRev="1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0" dur="1210" fill="hold" repeatCount="indefinite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2" dur="1330" fill="hold" repeatCount="indefinite" autoRev="1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" presetID="0" presetClass="path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4" dur="1450" fill="hold" repeatCount="indefinite" autoRev="1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8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Tap every letter with"/>
          <p:cNvSpPr/>
          <p:nvPr/>
        </p:nvSpPr>
        <p:spPr>
          <a:xfrm>
            <a:off x="2730500" y="190500"/>
            <a:ext cx="546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000" b="1" lang="en-US">
                <a:solidFill>
                  <a:srgbClr val="2E2640"/>
                </a:solidFill>
                <a:latin typeface="Arial"/>
                <a:cs typeface="Arial"/>
              </a:rPr>
              <a:t>Tap every letter with</a:t>
            </a:r>
          </a:p>
        </p:txBody>
      </p:sp>
      <p:sp>
        <p:nvSpPr>
          <p:cNvPr id="5" name="Find عِ" descr="عِ"/>
          <p:cNvSpPr/>
          <p:nvPr/>
        </p:nvSpPr>
        <p:spPr>
          <a:xfrm>
            <a:off x="81915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عِ</a:t>
            </a:r>
          </a:p>
        </p:txBody>
      </p:sp>
      <p:sp>
        <p:nvSpPr>
          <p:cNvPr id="6" name="Star place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Hole 1"/>
          <p:cNvSpPr/>
          <p:nvPr/>
        </p:nvSpPr>
        <p:spPr>
          <a:xfrm>
            <a:off x="2349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ile 1 رِ" descr="رِ">
            <a:hlinkClick action="ppaction://hlinksldjump" r:id="rId3"/>
          </p:cNvPr>
          <p:cNvSpPr/>
          <p:nvPr/>
        </p:nvSpPr>
        <p:spPr>
          <a:xfrm>
            <a:off x="2635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رِ</a:t>
            </a:r>
          </a:p>
        </p:txBody>
      </p:sp>
      <p:sp>
        <p:nvSpPr>
          <p:cNvPr id="10" name="Hole 2"/>
          <p:cNvSpPr/>
          <p:nvPr/>
        </p:nvSpPr>
        <p:spPr>
          <a:xfrm>
            <a:off x="5143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ile 2 دِ" descr="دِ">
            <a:hlinkClick action="ppaction://hlinksldjump" r:id="rId3"/>
          </p:cNvPr>
          <p:cNvSpPr/>
          <p:nvPr/>
        </p:nvSpPr>
        <p:spPr>
          <a:xfrm>
            <a:off x="5429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دِ</a:t>
            </a:r>
          </a:p>
        </p:txBody>
      </p:sp>
      <p:sp>
        <p:nvSpPr>
          <p:cNvPr id="12" name="Hole 3"/>
          <p:cNvSpPr/>
          <p:nvPr/>
        </p:nvSpPr>
        <p:spPr>
          <a:xfrm>
            <a:off x="7937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ile 3 عِ" descr="عِ">
            <a:hlinkClick action="ppaction://hlinksldjump" r:id="rId4"/>
          </p:cNvPr>
          <p:cNvSpPr/>
          <p:nvPr/>
        </p:nvSpPr>
        <p:spPr>
          <a:xfrm>
            <a:off x="8223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عِ</a:t>
            </a:r>
          </a:p>
        </p:txBody>
      </p:sp>
      <p:sp>
        <p:nvSpPr>
          <p:cNvPr id="14" name="Hole 4"/>
          <p:cNvSpPr/>
          <p:nvPr/>
        </p:nvSpPr>
        <p:spPr>
          <a:xfrm>
            <a:off x="2349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ile 4 عِ" descr="عِ">
            <a:hlinkClick action="ppaction://hlinksldjump" r:id="rId5"/>
          </p:cNvPr>
          <p:cNvSpPr/>
          <p:nvPr/>
        </p:nvSpPr>
        <p:spPr>
          <a:xfrm>
            <a:off x="2635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عِ</a:t>
            </a:r>
          </a:p>
        </p:txBody>
      </p:sp>
      <p:sp>
        <p:nvSpPr>
          <p:cNvPr id="16" name="Hole 5"/>
          <p:cNvSpPr/>
          <p:nvPr/>
        </p:nvSpPr>
        <p:spPr>
          <a:xfrm>
            <a:off x="5143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ile 5 طِ" descr="طِ">
            <a:hlinkClick action="ppaction://hlinksldjump" r:id="rId3"/>
          </p:cNvPr>
          <p:cNvSpPr/>
          <p:nvPr/>
        </p:nvSpPr>
        <p:spPr>
          <a:xfrm>
            <a:off x="5429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طِ</a:t>
            </a:r>
          </a:p>
        </p:txBody>
      </p:sp>
      <p:sp>
        <p:nvSpPr>
          <p:cNvPr id="18" name="Hole 6"/>
          <p:cNvSpPr/>
          <p:nvPr/>
        </p:nvSpPr>
        <p:spPr>
          <a:xfrm>
            <a:off x="7937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ile 6 ظِ" descr="ظِ">
            <a:hlinkClick action="ppaction://hlinksldjump" r:id="rId3"/>
          </p:cNvPr>
          <p:cNvSpPr/>
          <p:nvPr/>
        </p:nvSpPr>
        <p:spPr>
          <a:xfrm>
            <a:off x="8223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ظِ</a:t>
            </a:r>
          </a:p>
        </p:txBody>
      </p:sp>
      <p:sp>
        <p:nvSpPr>
          <p:cNvPr id="20" name="Try again!" descr="Try again!"/>
          <p:cNvSpPr/>
          <p:nvPr/>
        </p:nvSpPr>
        <p:spPr>
          <a:xfrm>
            <a:off x="9080500" y="1016000"/>
            <a:ext cx="3048000" cy="1460500"/>
          </a:xfrm>
          <a:prstGeom prst="cloudCallout">
            <a:avLst/>
          </a:prstGeom>
          <a:solidFill>
            <a:srgbClr val="FFFFFF"/>
          </a:solidFill>
          <a:ln w="50800">
            <a:solidFill>
              <a:srgbClr val="E5536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2500" b="1" lang="en-US">
                <a:solidFill>
                  <a:srgbClr val="E5536F"/>
                </a:solidFill>
                <a:latin typeface="Arial"/>
                <a:cs typeface="Arial"/>
              </a:rPr>
              <a:t>Try again!</a:t>
            </a:r>
          </a:p>
        </p:txBody>
      </p:sp>
      <p:sp>
        <p:nvSpPr>
          <p:cNvPr id="21" name="Next button">
            <a:hlinkClick action="ppaction://hlinksldjump" r:id="rId6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Next arrow">
            <a:hlinkClick action="ppaction://hlinksldjump" r:id="rId6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7" name="boing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1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4" dur="85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6" dur="970" fill="hold" repeatCount="indefinite" autoRev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8" dur="1090" fill="hold" repeatCount="indefinite" autoRev="1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0" dur="1210" fill="hold" repeatCount="indefinite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2" dur="1330" fill="hold" repeatCount="indefinite" autoRev="1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" presetID="0" presetClass="path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4" dur="1450" fill="hold" repeatCount="indefinite" autoRev="1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0" presetID="53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" dur="4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4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9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Tap every letter with"/>
          <p:cNvSpPr/>
          <p:nvPr/>
        </p:nvSpPr>
        <p:spPr>
          <a:xfrm>
            <a:off x="2730500" y="190500"/>
            <a:ext cx="546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000" b="1" lang="en-US">
                <a:solidFill>
                  <a:srgbClr val="2E2640"/>
                </a:solidFill>
                <a:latin typeface="Arial"/>
                <a:cs typeface="Arial"/>
              </a:rPr>
              <a:t>Tap every letter with</a:t>
            </a:r>
          </a:p>
        </p:txBody>
      </p:sp>
      <p:sp>
        <p:nvSpPr>
          <p:cNvPr id="5" name="Find عِ" descr="عِ"/>
          <p:cNvSpPr/>
          <p:nvPr/>
        </p:nvSpPr>
        <p:spPr>
          <a:xfrm>
            <a:off x="81915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عِ</a:t>
            </a:r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Hole 1"/>
          <p:cNvSpPr/>
          <p:nvPr/>
        </p:nvSpPr>
        <p:spPr>
          <a:xfrm>
            <a:off x="2349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ile 1 رِ" descr="رِ">
            <a:hlinkClick action="ppaction://hlinksldjump" r:id="rId3"/>
          </p:cNvPr>
          <p:cNvSpPr/>
          <p:nvPr/>
        </p:nvSpPr>
        <p:spPr>
          <a:xfrm>
            <a:off x="2635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رِ</a:t>
            </a:r>
          </a:p>
        </p:txBody>
      </p:sp>
      <p:sp>
        <p:nvSpPr>
          <p:cNvPr id="10" name="Hole 2"/>
          <p:cNvSpPr/>
          <p:nvPr/>
        </p:nvSpPr>
        <p:spPr>
          <a:xfrm>
            <a:off x="5143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ile 2 دِ" descr="دِ">
            <a:hlinkClick action="ppaction://hlinksldjump" r:id="rId3"/>
          </p:cNvPr>
          <p:cNvSpPr/>
          <p:nvPr/>
        </p:nvSpPr>
        <p:spPr>
          <a:xfrm>
            <a:off x="5429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دِ</a:t>
            </a:r>
          </a:p>
        </p:txBody>
      </p:sp>
      <p:sp>
        <p:nvSpPr>
          <p:cNvPr id="12" name="Hole 3"/>
          <p:cNvSpPr/>
          <p:nvPr/>
        </p:nvSpPr>
        <p:spPr>
          <a:xfrm>
            <a:off x="7937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Hole 4"/>
          <p:cNvSpPr/>
          <p:nvPr/>
        </p:nvSpPr>
        <p:spPr>
          <a:xfrm>
            <a:off x="2349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ile 4 عِ" descr="عِ">
            <a:hlinkClick action="ppaction://hlinksldjump" r:id="rId4"/>
          </p:cNvPr>
          <p:cNvSpPr/>
          <p:nvPr/>
        </p:nvSpPr>
        <p:spPr>
          <a:xfrm>
            <a:off x="2635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عِ</a:t>
            </a:r>
          </a:p>
        </p:txBody>
      </p:sp>
      <p:sp>
        <p:nvSpPr>
          <p:cNvPr id="15" name="Hole 5"/>
          <p:cNvSpPr/>
          <p:nvPr/>
        </p:nvSpPr>
        <p:spPr>
          <a:xfrm>
            <a:off x="5143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ile 5 طِ" descr="طِ">
            <a:hlinkClick action="ppaction://hlinksldjump" r:id="rId3"/>
          </p:cNvPr>
          <p:cNvSpPr/>
          <p:nvPr/>
        </p:nvSpPr>
        <p:spPr>
          <a:xfrm>
            <a:off x="5429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طِ</a:t>
            </a:r>
          </a:p>
        </p:txBody>
      </p:sp>
      <p:sp>
        <p:nvSpPr>
          <p:cNvPr id="17" name="Hole 6"/>
          <p:cNvSpPr/>
          <p:nvPr/>
        </p:nvSpPr>
        <p:spPr>
          <a:xfrm>
            <a:off x="7937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ile 6 ظِ" descr="ظِ">
            <a:hlinkClick action="ppaction://hlinksldjump" r:id="rId3"/>
          </p:cNvPr>
          <p:cNvSpPr/>
          <p:nvPr/>
        </p:nvSpPr>
        <p:spPr>
          <a:xfrm>
            <a:off x="8223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ظِ</a:t>
            </a:r>
          </a:p>
        </p:txBody>
      </p:sp>
      <p:sp>
        <p:nvSpPr>
          <p:cNvPr id="19" name="Next button">
            <a:hlinkClick action="ppaction://hlinksldjump" r:id="rId5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Next arrow">
            <a:hlinkClick action="ppaction://hlinksldjump" r:id="rId5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6" name="bonk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9" dur="85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2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1" dur="970" fill="hold" repeatCount="indefinite" autoRev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4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3" dur="1210" fill="hold" repeatCount="indefinite" autoRev="1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6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5" dur="1330" fill="hold" repeatCount="indefinite" autoRev="1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8" presetID="0" presetClass="path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7" dur="1450" fill="hold" repeatCount="indefinite" autoRev="1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0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Tap every letter with"/>
          <p:cNvSpPr/>
          <p:nvPr/>
        </p:nvSpPr>
        <p:spPr>
          <a:xfrm>
            <a:off x="2730500" y="190500"/>
            <a:ext cx="546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000" b="1" lang="en-US">
                <a:solidFill>
                  <a:srgbClr val="2E2640"/>
                </a:solidFill>
                <a:latin typeface="Arial"/>
                <a:cs typeface="Arial"/>
              </a:rPr>
              <a:t>Tap every letter with</a:t>
            </a:r>
          </a:p>
        </p:txBody>
      </p:sp>
      <p:sp>
        <p:nvSpPr>
          <p:cNvPr id="5" name="Find عِ" descr="عِ"/>
          <p:cNvSpPr/>
          <p:nvPr/>
        </p:nvSpPr>
        <p:spPr>
          <a:xfrm>
            <a:off x="81915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عِ</a:t>
            </a:r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Hole 1"/>
          <p:cNvSpPr/>
          <p:nvPr/>
        </p:nvSpPr>
        <p:spPr>
          <a:xfrm>
            <a:off x="2349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ile 1 رِ" descr="رِ">
            <a:hlinkClick action="ppaction://hlinksldjump" r:id="rId3"/>
          </p:cNvPr>
          <p:cNvSpPr/>
          <p:nvPr/>
        </p:nvSpPr>
        <p:spPr>
          <a:xfrm>
            <a:off x="2635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رِ</a:t>
            </a:r>
          </a:p>
        </p:txBody>
      </p:sp>
      <p:sp>
        <p:nvSpPr>
          <p:cNvPr id="10" name="Hole 2"/>
          <p:cNvSpPr/>
          <p:nvPr/>
        </p:nvSpPr>
        <p:spPr>
          <a:xfrm>
            <a:off x="5143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ile 2 دِ" descr="دِ">
            <a:hlinkClick action="ppaction://hlinksldjump" r:id="rId3"/>
          </p:cNvPr>
          <p:cNvSpPr/>
          <p:nvPr/>
        </p:nvSpPr>
        <p:spPr>
          <a:xfrm>
            <a:off x="5429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دِ</a:t>
            </a:r>
          </a:p>
        </p:txBody>
      </p:sp>
      <p:sp>
        <p:nvSpPr>
          <p:cNvPr id="12" name="Hole 3"/>
          <p:cNvSpPr/>
          <p:nvPr/>
        </p:nvSpPr>
        <p:spPr>
          <a:xfrm>
            <a:off x="7937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Hole 4"/>
          <p:cNvSpPr/>
          <p:nvPr/>
        </p:nvSpPr>
        <p:spPr>
          <a:xfrm>
            <a:off x="2349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ile 4 عِ" descr="عِ">
            <a:hlinkClick action="ppaction://hlinksldjump" r:id="rId4"/>
          </p:cNvPr>
          <p:cNvSpPr/>
          <p:nvPr/>
        </p:nvSpPr>
        <p:spPr>
          <a:xfrm>
            <a:off x="2635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عِ</a:t>
            </a:r>
          </a:p>
        </p:txBody>
      </p:sp>
      <p:sp>
        <p:nvSpPr>
          <p:cNvPr id="15" name="Hole 5"/>
          <p:cNvSpPr/>
          <p:nvPr/>
        </p:nvSpPr>
        <p:spPr>
          <a:xfrm>
            <a:off x="5143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ile 5 طِ" descr="طِ">
            <a:hlinkClick action="ppaction://hlinksldjump" r:id="rId3"/>
          </p:cNvPr>
          <p:cNvSpPr/>
          <p:nvPr/>
        </p:nvSpPr>
        <p:spPr>
          <a:xfrm>
            <a:off x="5429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طِ</a:t>
            </a:r>
          </a:p>
        </p:txBody>
      </p:sp>
      <p:sp>
        <p:nvSpPr>
          <p:cNvPr id="17" name="Hole 6"/>
          <p:cNvSpPr/>
          <p:nvPr/>
        </p:nvSpPr>
        <p:spPr>
          <a:xfrm>
            <a:off x="7937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ile 6 ظِ" descr="ظِ">
            <a:hlinkClick action="ppaction://hlinksldjump" r:id="rId3"/>
          </p:cNvPr>
          <p:cNvSpPr/>
          <p:nvPr/>
        </p:nvSpPr>
        <p:spPr>
          <a:xfrm>
            <a:off x="8223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ظِ</a:t>
            </a:r>
          </a:p>
        </p:txBody>
      </p:sp>
      <p:sp>
        <p:nvSpPr>
          <p:cNvPr id="19" name="Try again!" descr="Try again!"/>
          <p:cNvSpPr/>
          <p:nvPr/>
        </p:nvSpPr>
        <p:spPr>
          <a:xfrm>
            <a:off x="9080500" y="1016000"/>
            <a:ext cx="3048000" cy="1460500"/>
          </a:xfrm>
          <a:prstGeom prst="cloudCallout">
            <a:avLst/>
          </a:prstGeom>
          <a:solidFill>
            <a:srgbClr val="FFFFFF"/>
          </a:solidFill>
          <a:ln w="50800">
            <a:solidFill>
              <a:srgbClr val="E5536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2500" b="1" lang="en-US">
                <a:solidFill>
                  <a:srgbClr val="E5536F"/>
                </a:solidFill>
                <a:latin typeface="Arial"/>
                <a:cs typeface="Arial"/>
              </a:rPr>
              <a:t>Try again!</a:t>
            </a:r>
          </a:p>
        </p:txBody>
      </p:sp>
      <p:sp>
        <p:nvSpPr>
          <p:cNvPr id="20" name="Next button">
            <a:hlinkClick action="ppaction://hlinksldjump" r:id="rId5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Next arrow">
            <a:hlinkClick action="ppaction://hlinksldjump" r:id="rId5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6" name="boing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4" dur="85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6" dur="970" fill="hold" repeatCount="indefinite" autoRev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8" dur="1210" fill="hold" repeatCount="indefinite" autoRev="1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0" dur="1330" fill="hold" repeatCount="indefinite" autoRev="1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2" dur="1450" fill="hold" repeatCount="indefinite" autoRev="1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8" presetID="53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4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4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1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Tap every letter with"/>
          <p:cNvSpPr/>
          <p:nvPr/>
        </p:nvSpPr>
        <p:spPr>
          <a:xfrm>
            <a:off x="2730500" y="190500"/>
            <a:ext cx="546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000" b="1" lang="en-US">
                <a:solidFill>
                  <a:srgbClr val="2E2640"/>
                </a:solidFill>
                <a:latin typeface="Arial"/>
                <a:cs typeface="Arial"/>
              </a:rPr>
              <a:t>Tap every letter with</a:t>
            </a:r>
          </a:p>
        </p:txBody>
      </p:sp>
      <p:sp>
        <p:nvSpPr>
          <p:cNvPr id="5" name="Find عِ" descr="عِ"/>
          <p:cNvSpPr/>
          <p:nvPr/>
        </p:nvSpPr>
        <p:spPr>
          <a:xfrm>
            <a:off x="81915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عِ</a:t>
            </a:r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Hole 1"/>
          <p:cNvSpPr/>
          <p:nvPr/>
        </p:nvSpPr>
        <p:spPr>
          <a:xfrm>
            <a:off x="2349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ile 1 رِ" descr="رِ">
            <a:hlinkClick action="ppaction://hlinksldjump" r:id="rId3"/>
          </p:cNvPr>
          <p:cNvSpPr/>
          <p:nvPr/>
        </p:nvSpPr>
        <p:spPr>
          <a:xfrm>
            <a:off x="2635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رِ</a:t>
            </a:r>
          </a:p>
        </p:txBody>
      </p:sp>
      <p:sp>
        <p:nvSpPr>
          <p:cNvPr id="10" name="Hole 2"/>
          <p:cNvSpPr/>
          <p:nvPr/>
        </p:nvSpPr>
        <p:spPr>
          <a:xfrm>
            <a:off x="5143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ile 2 دِ" descr="دِ">
            <a:hlinkClick action="ppaction://hlinksldjump" r:id="rId3"/>
          </p:cNvPr>
          <p:cNvSpPr/>
          <p:nvPr/>
        </p:nvSpPr>
        <p:spPr>
          <a:xfrm>
            <a:off x="5429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دِ</a:t>
            </a:r>
          </a:p>
        </p:txBody>
      </p:sp>
      <p:sp>
        <p:nvSpPr>
          <p:cNvPr id="12" name="Hole 3"/>
          <p:cNvSpPr/>
          <p:nvPr/>
        </p:nvSpPr>
        <p:spPr>
          <a:xfrm>
            <a:off x="7937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ile 3 عِ" descr="عِ">
            <a:hlinkClick action="ppaction://hlinksldjump" r:id="rId4"/>
          </p:cNvPr>
          <p:cNvSpPr/>
          <p:nvPr/>
        </p:nvSpPr>
        <p:spPr>
          <a:xfrm>
            <a:off x="8223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عِ</a:t>
            </a:r>
          </a:p>
        </p:txBody>
      </p:sp>
      <p:sp>
        <p:nvSpPr>
          <p:cNvPr id="14" name="Hole 4"/>
          <p:cNvSpPr/>
          <p:nvPr/>
        </p:nvSpPr>
        <p:spPr>
          <a:xfrm>
            <a:off x="2349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Hole 5"/>
          <p:cNvSpPr/>
          <p:nvPr/>
        </p:nvSpPr>
        <p:spPr>
          <a:xfrm>
            <a:off x="5143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ile 5 طِ" descr="طِ">
            <a:hlinkClick action="ppaction://hlinksldjump" r:id="rId3"/>
          </p:cNvPr>
          <p:cNvSpPr/>
          <p:nvPr/>
        </p:nvSpPr>
        <p:spPr>
          <a:xfrm>
            <a:off x="5429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طِ</a:t>
            </a:r>
          </a:p>
        </p:txBody>
      </p:sp>
      <p:sp>
        <p:nvSpPr>
          <p:cNvPr id="17" name="Hole 6"/>
          <p:cNvSpPr/>
          <p:nvPr/>
        </p:nvSpPr>
        <p:spPr>
          <a:xfrm>
            <a:off x="7937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ile 6 ظِ" descr="ظِ">
            <a:hlinkClick action="ppaction://hlinksldjump" r:id="rId3"/>
          </p:cNvPr>
          <p:cNvSpPr/>
          <p:nvPr/>
        </p:nvSpPr>
        <p:spPr>
          <a:xfrm>
            <a:off x="8223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ظِ</a:t>
            </a:r>
          </a:p>
        </p:txBody>
      </p:sp>
      <p:sp>
        <p:nvSpPr>
          <p:cNvPr id="19" name="Next button">
            <a:hlinkClick action="ppaction://hlinksldjump" r:id="rId5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Next arrow">
            <a:hlinkClick action="ppaction://hlinksldjump" r:id="rId5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6" name="bonk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9" dur="85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2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1" dur="970" fill="hold" repeatCount="indefinite" autoRev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4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3" dur="1090" fill="hold" repeatCount="indefinite" autoRev="1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6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5" dur="1330" fill="hold" repeatCount="indefinite" autoRev="1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8" presetID="0" presetClass="path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7" dur="1450" fill="hold" repeatCount="indefinite" autoRev="1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2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Tap every letter with"/>
          <p:cNvSpPr/>
          <p:nvPr/>
        </p:nvSpPr>
        <p:spPr>
          <a:xfrm>
            <a:off x="2730500" y="190500"/>
            <a:ext cx="546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000" b="1" lang="en-US">
                <a:solidFill>
                  <a:srgbClr val="2E2640"/>
                </a:solidFill>
                <a:latin typeface="Arial"/>
                <a:cs typeface="Arial"/>
              </a:rPr>
              <a:t>Tap every letter with</a:t>
            </a:r>
          </a:p>
        </p:txBody>
      </p:sp>
      <p:sp>
        <p:nvSpPr>
          <p:cNvPr id="5" name="Find عِ" descr="عِ"/>
          <p:cNvSpPr/>
          <p:nvPr/>
        </p:nvSpPr>
        <p:spPr>
          <a:xfrm>
            <a:off x="81915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عِ</a:t>
            </a:r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Hole 1"/>
          <p:cNvSpPr/>
          <p:nvPr/>
        </p:nvSpPr>
        <p:spPr>
          <a:xfrm>
            <a:off x="2349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ile 1 رِ" descr="رِ">
            <a:hlinkClick action="ppaction://hlinksldjump" r:id="rId3"/>
          </p:cNvPr>
          <p:cNvSpPr/>
          <p:nvPr/>
        </p:nvSpPr>
        <p:spPr>
          <a:xfrm>
            <a:off x="2635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رِ</a:t>
            </a:r>
          </a:p>
        </p:txBody>
      </p:sp>
      <p:sp>
        <p:nvSpPr>
          <p:cNvPr id="10" name="Hole 2"/>
          <p:cNvSpPr/>
          <p:nvPr/>
        </p:nvSpPr>
        <p:spPr>
          <a:xfrm>
            <a:off x="5143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ile 2 دِ" descr="دِ">
            <a:hlinkClick action="ppaction://hlinksldjump" r:id="rId3"/>
          </p:cNvPr>
          <p:cNvSpPr/>
          <p:nvPr/>
        </p:nvSpPr>
        <p:spPr>
          <a:xfrm>
            <a:off x="5429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دِ</a:t>
            </a:r>
          </a:p>
        </p:txBody>
      </p:sp>
      <p:sp>
        <p:nvSpPr>
          <p:cNvPr id="12" name="Hole 3"/>
          <p:cNvSpPr/>
          <p:nvPr/>
        </p:nvSpPr>
        <p:spPr>
          <a:xfrm>
            <a:off x="7937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ile 3 عِ" descr="عِ">
            <a:hlinkClick action="ppaction://hlinksldjump" r:id="rId4"/>
          </p:cNvPr>
          <p:cNvSpPr/>
          <p:nvPr/>
        </p:nvSpPr>
        <p:spPr>
          <a:xfrm>
            <a:off x="8223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عِ</a:t>
            </a:r>
          </a:p>
        </p:txBody>
      </p:sp>
      <p:sp>
        <p:nvSpPr>
          <p:cNvPr id="14" name="Hole 4"/>
          <p:cNvSpPr/>
          <p:nvPr/>
        </p:nvSpPr>
        <p:spPr>
          <a:xfrm>
            <a:off x="2349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Hole 5"/>
          <p:cNvSpPr/>
          <p:nvPr/>
        </p:nvSpPr>
        <p:spPr>
          <a:xfrm>
            <a:off x="5143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ile 5 طِ" descr="طِ">
            <a:hlinkClick action="ppaction://hlinksldjump" r:id="rId3"/>
          </p:cNvPr>
          <p:cNvSpPr/>
          <p:nvPr/>
        </p:nvSpPr>
        <p:spPr>
          <a:xfrm>
            <a:off x="5429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طِ</a:t>
            </a:r>
          </a:p>
        </p:txBody>
      </p:sp>
      <p:sp>
        <p:nvSpPr>
          <p:cNvPr id="17" name="Hole 6"/>
          <p:cNvSpPr/>
          <p:nvPr/>
        </p:nvSpPr>
        <p:spPr>
          <a:xfrm>
            <a:off x="7937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ile 6 ظِ" descr="ظِ">
            <a:hlinkClick action="ppaction://hlinksldjump" r:id="rId3"/>
          </p:cNvPr>
          <p:cNvSpPr/>
          <p:nvPr/>
        </p:nvSpPr>
        <p:spPr>
          <a:xfrm>
            <a:off x="8223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ظِ</a:t>
            </a:r>
          </a:p>
        </p:txBody>
      </p:sp>
      <p:sp>
        <p:nvSpPr>
          <p:cNvPr id="19" name="Try again!" descr="Try again!"/>
          <p:cNvSpPr/>
          <p:nvPr/>
        </p:nvSpPr>
        <p:spPr>
          <a:xfrm>
            <a:off x="9080500" y="1016000"/>
            <a:ext cx="3048000" cy="1460500"/>
          </a:xfrm>
          <a:prstGeom prst="cloudCallout">
            <a:avLst/>
          </a:prstGeom>
          <a:solidFill>
            <a:srgbClr val="FFFFFF"/>
          </a:solidFill>
          <a:ln w="50800">
            <a:solidFill>
              <a:srgbClr val="E5536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2500" b="1" lang="en-US">
                <a:solidFill>
                  <a:srgbClr val="E5536F"/>
                </a:solidFill>
                <a:latin typeface="Arial"/>
                <a:cs typeface="Arial"/>
              </a:rPr>
              <a:t>Try again!</a:t>
            </a:r>
          </a:p>
        </p:txBody>
      </p:sp>
      <p:sp>
        <p:nvSpPr>
          <p:cNvPr id="20" name="Next button">
            <a:hlinkClick action="ppaction://hlinksldjump" r:id="rId5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Next arrow">
            <a:hlinkClick action="ppaction://hlinksldjump" r:id="rId5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6" name="boing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4" dur="85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6" dur="970" fill="hold" repeatCount="indefinite" autoRev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8" dur="1090" fill="hold" repeatCount="indefinite" autoRev="1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0" dur="1330" fill="hold" repeatCount="indefinite" autoRev="1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2" dur="1450" fill="hold" repeatCount="indefinite" autoRev="1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8" presetID="53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4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4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3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Tap every letter with"/>
          <p:cNvSpPr/>
          <p:nvPr/>
        </p:nvSpPr>
        <p:spPr>
          <a:xfrm>
            <a:off x="2730500" y="190500"/>
            <a:ext cx="546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000" b="1" lang="en-US">
                <a:solidFill>
                  <a:srgbClr val="2E2640"/>
                </a:solidFill>
                <a:latin typeface="Arial"/>
                <a:cs typeface="Arial"/>
              </a:rPr>
              <a:t>Tap every letter with</a:t>
            </a:r>
          </a:p>
        </p:txBody>
      </p:sp>
      <p:sp>
        <p:nvSpPr>
          <p:cNvPr id="5" name="Find عِ" descr="عِ"/>
          <p:cNvSpPr/>
          <p:nvPr/>
        </p:nvSpPr>
        <p:spPr>
          <a:xfrm>
            <a:off x="81915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عِ</a:t>
            </a:r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Hole 1"/>
          <p:cNvSpPr/>
          <p:nvPr/>
        </p:nvSpPr>
        <p:spPr>
          <a:xfrm>
            <a:off x="2349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ile 1 رِ" descr="رِ"/>
          <p:cNvSpPr/>
          <p:nvPr/>
        </p:nvSpPr>
        <p:spPr>
          <a:xfrm>
            <a:off x="2635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رِ</a:t>
            </a:r>
          </a:p>
        </p:txBody>
      </p:sp>
      <p:sp>
        <p:nvSpPr>
          <p:cNvPr id="10" name="Hole 2"/>
          <p:cNvSpPr/>
          <p:nvPr/>
        </p:nvSpPr>
        <p:spPr>
          <a:xfrm>
            <a:off x="5143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ile 2 دِ" descr="دِ"/>
          <p:cNvSpPr/>
          <p:nvPr/>
        </p:nvSpPr>
        <p:spPr>
          <a:xfrm>
            <a:off x="5429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دِ</a:t>
            </a:r>
          </a:p>
        </p:txBody>
      </p:sp>
      <p:sp>
        <p:nvSpPr>
          <p:cNvPr id="12" name="Hole 3"/>
          <p:cNvSpPr/>
          <p:nvPr/>
        </p:nvSpPr>
        <p:spPr>
          <a:xfrm>
            <a:off x="7937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Hole 4"/>
          <p:cNvSpPr/>
          <p:nvPr/>
        </p:nvSpPr>
        <p:spPr>
          <a:xfrm>
            <a:off x="2349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Hole 5"/>
          <p:cNvSpPr/>
          <p:nvPr/>
        </p:nvSpPr>
        <p:spPr>
          <a:xfrm>
            <a:off x="5143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ile 5 طِ" descr="طِ"/>
          <p:cNvSpPr/>
          <p:nvPr/>
        </p:nvSpPr>
        <p:spPr>
          <a:xfrm>
            <a:off x="5429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طِ</a:t>
            </a:r>
          </a:p>
        </p:txBody>
      </p:sp>
      <p:sp>
        <p:nvSpPr>
          <p:cNvPr id="16" name="Hole 6"/>
          <p:cNvSpPr/>
          <p:nvPr/>
        </p:nvSpPr>
        <p:spPr>
          <a:xfrm>
            <a:off x="7937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ile 6 ظِ" descr="ظِ"/>
          <p:cNvSpPr/>
          <p:nvPr/>
        </p:nvSpPr>
        <p:spPr>
          <a:xfrm>
            <a:off x="8223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ظِ</a:t>
            </a:r>
          </a:p>
        </p:txBody>
      </p:sp>
      <p:sp>
        <p:nvSpPr>
          <p:cNvPr id="18" name="Great job!" descr="Great job!"/>
          <p:cNvSpPr/>
          <p:nvPr/>
        </p:nvSpPr>
        <p:spPr>
          <a:xfrm>
            <a:off x="9080500" y="1016000"/>
            <a:ext cx="3048000" cy="1460500"/>
          </a:xfrm>
          <a:prstGeom prst="cloudCallout">
            <a:avLst/>
          </a:prstGeom>
          <a:solidFill>
            <a:srgbClr val="FFFFFF"/>
          </a:solidFill>
          <a:ln w="50800">
            <a:solidFill>
              <a:srgbClr val="2FB57A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2500" b="1" lang="en-US">
                <a:solidFill>
                  <a:srgbClr val="2FB57A"/>
                </a:solidFill>
                <a:latin typeface="Arial"/>
                <a:cs typeface="Arial"/>
              </a:rPr>
              <a:t>Great job!</a:t>
            </a:r>
          </a:p>
        </p:txBody>
      </p:sp>
      <p:sp>
        <p:nvSpPr>
          <p:cNvPr id="19" name="Next button">
            <a:hlinkClick action="ppaction://hlinksldjump" r:id="rId3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Next arrow">
            <a:hlinkClick action="ppaction://hlinksldjump" r:id="rId3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1" name="sound anchor" descr="sound anchor (invisible)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700" y="12700"/>
            <a:ext cx="25400" cy="25400"/>
          </a:xfrm>
          <a:prstGeom prst="rect">
            <a:avLst/>
          </a:prstGeom>
        </p:spPr>
      </p:pic>
    </p:spTree>
  </p:cSld>
  <p:clrMapOvr>
    <a:masterClrMapping/>
  </p:clrMapOvr>
  <p:transition advClick="0">
    <p:sndAc>
      <p:stSnd>
        <p:snd r:embed="rId4" name="bonk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9" dur="85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2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1" dur="970" fill="hold" repeatCount="indefinite" autoRev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4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3" dur="1330" fill="hold" repeatCount="indefinite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6" presetID="0" presetClass="path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5" dur="1450" fill="hold" repeatCount="indefinite" autoRev="1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1" presetID="53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8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0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100000">
                                        <p:cTn id="2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6" name="cheer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Open a gift and read it!"/>
          <p:cNvSpPr/>
          <p:nvPr/>
        </p:nvSpPr>
        <p:spPr>
          <a:xfrm>
            <a:off x="2730500" y="190500"/>
            <a:ext cx="673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300" b="1" lang="en-US">
                <a:solidFill>
                  <a:srgbClr val="2E2640"/>
                </a:solidFill>
                <a:latin typeface="Arial"/>
                <a:cs typeface="Arial"/>
              </a:rPr>
              <a:t>Open a gift and read it!</a:t>
            </a:r>
          </a:p>
        </p:txBody>
      </p:sp>
      <p:pic>
        <p:nvPicPr>
          <p:cNvPr id="5" name="Gift box 1" descr="Gift box 1">
            <a:hlinkClick action="ppaction://hlinksldjump" r:id="rId11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2500" y="2317750"/>
            <a:ext cx="2286000" cy="1333500"/>
          </a:xfrm>
          <a:prstGeom prst="rect">
            <a:avLst/>
          </a:prstGeom>
        </p:spPr>
      </p:pic>
      <p:pic>
        <p:nvPicPr>
          <p:cNvPr id="6" name="Gift lid 1" descr="Gift lid 1">
            <a:hlinkClick action="ppaction://hlinksldjump" r:id="rId11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7250" y="1682750"/>
            <a:ext cx="2476500" cy="1238250"/>
          </a:xfrm>
          <a:prstGeom prst="rect">
            <a:avLst/>
          </a:prstGeom>
        </p:spPr>
      </p:pic>
      <p:pic>
        <p:nvPicPr>
          <p:cNvPr id="7" name="Gift box 2" descr="Gift box 2">
            <a:hlinkClick action="ppaction://hlinksldjump" r:id="rId12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19500" y="2317750"/>
            <a:ext cx="2286000" cy="1333500"/>
          </a:xfrm>
          <a:prstGeom prst="rect">
            <a:avLst/>
          </a:prstGeom>
        </p:spPr>
      </p:pic>
      <p:pic>
        <p:nvPicPr>
          <p:cNvPr id="8" name="Gift lid 2" descr="Gift lid 2">
            <a:hlinkClick action="ppaction://hlinksldjump" r:id="rId12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24250" y="1682750"/>
            <a:ext cx="2476500" cy="1238250"/>
          </a:xfrm>
          <a:prstGeom prst="rect">
            <a:avLst/>
          </a:prstGeom>
        </p:spPr>
      </p:pic>
      <p:pic>
        <p:nvPicPr>
          <p:cNvPr id="9" name="Gift box 3" descr="Gift box 3">
            <a:hlinkClick action="ppaction://hlinksldjump" r:id="rId13"/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86500" y="2317750"/>
            <a:ext cx="2286000" cy="1333500"/>
          </a:xfrm>
          <a:prstGeom prst="rect">
            <a:avLst/>
          </a:prstGeom>
        </p:spPr>
      </p:pic>
      <p:pic>
        <p:nvPicPr>
          <p:cNvPr id="10" name="Gift lid 3" descr="Gift lid 3">
            <a:hlinkClick action="ppaction://hlinksldjump" r:id="rId13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91250" y="1682750"/>
            <a:ext cx="2476500" cy="1238250"/>
          </a:xfrm>
          <a:prstGeom prst="rect">
            <a:avLst/>
          </a:prstGeom>
        </p:spPr>
      </p:pic>
      <p:pic>
        <p:nvPicPr>
          <p:cNvPr id="11" name="Gift box 4" descr="Gift box 4">
            <a:hlinkClick action="ppaction://hlinksldjump" r:id="rId14"/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953500" y="2317750"/>
            <a:ext cx="2286000" cy="1333500"/>
          </a:xfrm>
          <a:prstGeom prst="rect">
            <a:avLst/>
          </a:prstGeom>
        </p:spPr>
      </p:pic>
      <p:pic>
        <p:nvPicPr>
          <p:cNvPr id="12" name="Gift lid 4" descr="Gift lid 4">
            <a:hlinkClick action="ppaction://hlinksldjump" r:id="rId14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858250" y="1682750"/>
            <a:ext cx="2476500" cy="1238250"/>
          </a:xfrm>
          <a:prstGeom prst="rect">
            <a:avLst/>
          </a:prstGeom>
        </p:spPr>
      </p:pic>
      <p:pic>
        <p:nvPicPr>
          <p:cNvPr id="13" name="Gift box 5" descr="Gift box 5">
            <a:hlinkClick action="ppaction://hlinksldjump" r:id="rId15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2500" y="4730750"/>
            <a:ext cx="2286000" cy="1333500"/>
          </a:xfrm>
          <a:prstGeom prst="rect">
            <a:avLst/>
          </a:prstGeom>
        </p:spPr>
      </p:pic>
      <p:pic>
        <p:nvPicPr>
          <p:cNvPr id="14" name="Gift lid 5" descr="Gift lid 5">
            <a:hlinkClick action="ppaction://hlinksldjump" r:id="rId1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7250" y="4095750"/>
            <a:ext cx="2476500" cy="1238250"/>
          </a:xfrm>
          <a:prstGeom prst="rect">
            <a:avLst/>
          </a:prstGeom>
        </p:spPr>
      </p:pic>
      <p:pic>
        <p:nvPicPr>
          <p:cNvPr id="15" name="Gift box 6" descr="Gift box 6">
            <a:hlinkClick action="ppaction://hlinksldjump" r:id="rId16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19500" y="4730750"/>
            <a:ext cx="2286000" cy="1333500"/>
          </a:xfrm>
          <a:prstGeom prst="rect">
            <a:avLst/>
          </a:prstGeom>
        </p:spPr>
      </p:pic>
      <p:pic>
        <p:nvPicPr>
          <p:cNvPr id="16" name="Gift lid 6" descr="Gift lid 6">
            <a:hlinkClick action="ppaction://hlinksldjump" r:id="rId16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24250" y="4095750"/>
            <a:ext cx="2476500" cy="1238250"/>
          </a:xfrm>
          <a:prstGeom prst="rect">
            <a:avLst/>
          </a:prstGeom>
        </p:spPr>
      </p:pic>
      <p:pic>
        <p:nvPicPr>
          <p:cNvPr id="17" name="Gift box 7" descr="Gift box 7">
            <a:hlinkClick action="ppaction://hlinksldjump" r:id="rId17"/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86500" y="4730750"/>
            <a:ext cx="2286000" cy="1333500"/>
          </a:xfrm>
          <a:prstGeom prst="rect">
            <a:avLst/>
          </a:prstGeom>
        </p:spPr>
      </p:pic>
      <p:pic>
        <p:nvPicPr>
          <p:cNvPr id="18" name="Gift lid 7" descr="Gift lid 7">
            <a:hlinkClick action="ppaction://hlinksldjump" r:id="rId17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91250" y="4095750"/>
            <a:ext cx="2476500" cy="1238250"/>
          </a:xfrm>
          <a:prstGeom prst="rect">
            <a:avLst/>
          </a:prstGeom>
        </p:spPr>
      </p:pic>
      <p:pic>
        <p:nvPicPr>
          <p:cNvPr id="19" name="Gift box 8" descr="Gift box 8">
            <a:hlinkClick action="ppaction://hlinksldjump" r:id="rId18"/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953500" y="4730750"/>
            <a:ext cx="2286000" cy="1333500"/>
          </a:xfrm>
          <a:prstGeom prst="rect">
            <a:avLst/>
          </a:prstGeom>
        </p:spPr>
      </p:pic>
      <p:pic>
        <p:nvPicPr>
          <p:cNvPr id="20" name="Gift lid 8" descr="Gift lid 8">
            <a:hlinkClick action="ppaction://hlinksldjump" r:id="rId18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858250" y="4095750"/>
            <a:ext cx="2476500" cy="1238250"/>
          </a:xfrm>
          <a:prstGeom prst="rect">
            <a:avLst/>
          </a:prstGeom>
        </p:spPr>
      </p:pic>
      <p:sp>
        <p:nvSpPr>
          <p:cNvPr id="21" name="Next button">
            <a:hlinkClick action="ppaction://hlinksldjump" r:id="rId19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Next arrow">
            <a:hlinkClick action="ppaction://hlinksldjump" r:id="rId19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 spd="med">
    <p:fade/>
  </p:transition>
</p:sld>
</file>

<file path=ppt/slides/slide355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Read it!"/>
          <p:cNvSpPr/>
          <p:nvPr/>
        </p:nvSpPr>
        <p:spPr>
          <a:xfrm>
            <a:off x="2730500" y="190500"/>
            <a:ext cx="673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600" b="1" lang="en-US">
                <a:solidFill>
                  <a:srgbClr val="2E2640"/>
                </a:solidFill>
                <a:latin typeface="Arial"/>
                <a:cs typeface="Arial"/>
              </a:rPr>
              <a:t>Read it!</a:t>
            </a:r>
          </a:p>
        </p:txBody>
      </p:sp>
      <p:pic>
        <p:nvPicPr>
          <p:cNvPr id="5" name="Open gift box" descr="Open gift box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1500" y="4445000"/>
            <a:ext cx="3429000" cy="2000250"/>
          </a:xfrm>
          <a:prstGeom prst="rect">
            <a:avLst/>
          </a:prstGeom>
        </p:spPr>
      </p:pic>
      <p:pic>
        <p:nvPicPr>
          <p:cNvPr id="6" name="Gift lid" descr="Gift lid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500000">
            <a:off x="7937500" y="4064000"/>
            <a:ext cx="2476500" cy="1238250"/>
          </a:xfrm>
          <a:prstGeom prst="rect">
            <a:avLst/>
          </a:prstGeom>
        </p:spPr>
      </p:pic>
      <p:sp>
        <p:nvSpPr>
          <p:cNvPr id="7" name="Card طِيِ" descr="طِيِ"/>
          <p:cNvSpPr/>
          <p:nvPr/>
        </p:nvSpPr>
        <p:spPr>
          <a:xfrm>
            <a:off x="3556000" y="1397000"/>
            <a:ext cx="5080000" cy="27940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B8A1FF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15000" b="1" lang="ar-SA">
                <a:solidFill>
                  <a:srgbClr val="2E2640"/>
                </a:solidFill>
                <a:latin typeface="Arial"/>
                <a:cs typeface="Arial"/>
              </a:rPr>
              <a:t>طِيِ</a:t>
            </a:r>
          </a:p>
        </p:txBody>
      </p:sp>
      <p:sp>
        <p:nvSpPr>
          <p:cNvPr id="8" name="Back to the gifts" descr="◀  Back to the gifts">
            <a:hlinkClick action="ppaction://hlinksldjump" r:id="rId5"/>
          </p:cNvPr>
          <p:cNvSpPr/>
          <p:nvPr/>
        </p:nvSpPr>
        <p:spPr>
          <a:xfrm>
            <a:off x="381000" y="5715000"/>
            <a:ext cx="2667000" cy="762000"/>
          </a:xfrm>
          <a:prstGeom prst="roundRect">
            <a:avLst>
              <a:gd name="adj" fmla="val 30000"/>
            </a:avLst>
          </a:prstGeom>
          <a:solidFill>
            <a:srgbClr val="8A6CF0"/>
          </a:solidFill>
          <a:ln w="635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1500" b="1" lang="en-US">
                <a:solidFill>
                  <a:srgbClr val="FFFFFF"/>
                </a:solidFill>
                <a:latin typeface="Arial"/>
                <a:cs typeface="Arial"/>
              </a:rPr>
              <a:t>◀  Back to the gifts</a:t>
            </a:r>
          </a:p>
        </p:txBody>
      </p:sp>
      <p:sp>
        <p:nvSpPr>
          <p:cNvPr id="9" name="Next button">
            <a:hlinkClick action="ppaction://hlinksldjump" r:id="rId6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Next arrow">
            <a:hlinkClick action="ppaction://hlinksldjump" r:id="rId6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7" name="tad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53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6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Read it!"/>
          <p:cNvSpPr/>
          <p:nvPr/>
        </p:nvSpPr>
        <p:spPr>
          <a:xfrm>
            <a:off x="2730500" y="190500"/>
            <a:ext cx="673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600" b="1" lang="en-US">
                <a:solidFill>
                  <a:srgbClr val="2E2640"/>
                </a:solidFill>
                <a:latin typeface="Arial"/>
                <a:cs typeface="Arial"/>
              </a:rPr>
              <a:t>Read it!</a:t>
            </a:r>
          </a:p>
        </p:txBody>
      </p:sp>
      <p:pic>
        <p:nvPicPr>
          <p:cNvPr id="5" name="Open gift box" descr="Open gift box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1500" y="4445000"/>
            <a:ext cx="3429000" cy="2000250"/>
          </a:xfrm>
          <a:prstGeom prst="rect">
            <a:avLst/>
          </a:prstGeom>
        </p:spPr>
      </p:pic>
      <p:pic>
        <p:nvPicPr>
          <p:cNvPr id="6" name="Gift lid" descr="Gift lid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500000">
            <a:off x="7937500" y="4064000"/>
            <a:ext cx="2476500" cy="1238250"/>
          </a:xfrm>
          <a:prstGeom prst="rect">
            <a:avLst/>
          </a:prstGeom>
        </p:spPr>
      </p:pic>
      <p:sp>
        <p:nvSpPr>
          <p:cNvPr id="7" name="Card ظِ" descr="ظِ"/>
          <p:cNvSpPr/>
          <p:nvPr/>
        </p:nvSpPr>
        <p:spPr>
          <a:xfrm>
            <a:off x="3556000" y="1397000"/>
            <a:ext cx="5080000" cy="27940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B8A1FF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15000" b="1" lang="ar-SA">
                <a:solidFill>
                  <a:srgbClr val="2E2640"/>
                </a:solidFill>
                <a:latin typeface="Arial"/>
                <a:cs typeface="Arial"/>
              </a:rPr>
              <a:t>ظِ</a:t>
            </a:r>
          </a:p>
        </p:txBody>
      </p:sp>
      <p:sp>
        <p:nvSpPr>
          <p:cNvPr id="8" name="Back to the gifts" descr="◀  Back to the gifts">
            <a:hlinkClick action="ppaction://hlinksldjump" r:id="rId5"/>
          </p:cNvPr>
          <p:cNvSpPr/>
          <p:nvPr/>
        </p:nvSpPr>
        <p:spPr>
          <a:xfrm>
            <a:off x="381000" y="5715000"/>
            <a:ext cx="2667000" cy="762000"/>
          </a:xfrm>
          <a:prstGeom prst="roundRect">
            <a:avLst>
              <a:gd name="adj" fmla="val 30000"/>
            </a:avLst>
          </a:prstGeom>
          <a:solidFill>
            <a:srgbClr val="8A6CF0"/>
          </a:solidFill>
          <a:ln w="635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1500" b="1" lang="en-US">
                <a:solidFill>
                  <a:srgbClr val="FFFFFF"/>
                </a:solidFill>
                <a:latin typeface="Arial"/>
                <a:cs typeface="Arial"/>
              </a:rPr>
              <a:t>◀  Back to the gifts</a:t>
            </a:r>
          </a:p>
        </p:txBody>
      </p:sp>
      <p:sp>
        <p:nvSpPr>
          <p:cNvPr id="9" name="Next button">
            <a:hlinkClick action="ppaction://hlinksldjump" r:id="rId6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Next arrow">
            <a:hlinkClick action="ppaction://hlinksldjump" r:id="rId6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7" name="tad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53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7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Read it!"/>
          <p:cNvSpPr/>
          <p:nvPr/>
        </p:nvSpPr>
        <p:spPr>
          <a:xfrm>
            <a:off x="2730500" y="190500"/>
            <a:ext cx="673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600" b="1" lang="en-US">
                <a:solidFill>
                  <a:srgbClr val="2E2640"/>
                </a:solidFill>
                <a:latin typeface="Arial"/>
                <a:cs typeface="Arial"/>
              </a:rPr>
              <a:t>Read it!</a:t>
            </a:r>
          </a:p>
        </p:txBody>
      </p:sp>
      <p:pic>
        <p:nvPicPr>
          <p:cNvPr id="5" name="Open gift box" descr="Open gift box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1500" y="4445000"/>
            <a:ext cx="3429000" cy="2000250"/>
          </a:xfrm>
          <a:prstGeom prst="rect">
            <a:avLst/>
          </a:prstGeom>
        </p:spPr>
      </p:pic>
      <p:pic>
        <p:nvPicPr>
          <p:cNvPr id="6" name="Gift lid" descr="Gift lid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500000">
            <a:off x="7937500" y="4064000"/>
            <a:ext cx="2476500" cy="1238250"/>
          </a:xfrm>
          <a:prstGeom prst="rect">
            <a:avLst/>
          </a:prstGeom>
        </p:spPr>
      </p:pic>
      <p:sp>
        <p:nvSpPr>
          <p:cNvPr id="7" name="Card ضِ" descr="ضِ"/>
          <p:cNvSpPr/>
          <p:nvPr/>
        </p:nvSpPr>
        <p:spPr>
          <a:xfrm>
            <a:off x="3556000" y="1397000"/>
            <a:ext cx="5080000" cy="27940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B8A1FF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15000" b="1" lang="ar-SA">
                <a:solidFill>
                  <a:srgbClr val="2E2640"/>
                </a:solidFill>
                <a:latin typeface="Arial"/>
                <a:cs typeface="Arial"/>
              </a:rPr>
              <a:t>ضِ</a:t>
            </a:r>
          </a:p>
        </p:txBody>
      </p:sp>
      <p:sp>
        <p:nvSpPr>
          <p:cNvPr id="8" name="Back to the gifts" descr="◀  Back to the gifts">
            <a:hlinkClick action="ppaction://hlinksldjump" r:id="rId5"/>
          </p:cNvPr>
          <p:cNvSpPr/>
          <p:nvPr/>
        </p:nvSpPr>
        <p:spPr>
          <a:xfrm>
            <a:off x="381000" y="5715000"/>
            <a:ext cx="2667000" cy="762000"/>
          </a:xfrm>
          <a:prstGeom prst="roundRect">
            <a:avLst>
              <a:gd name="adj" fmla="val 30000"/>
            </a:avLst>
          </a:prstGeom>
          <a:solidFill>
            <a:srgbClr val="8A6CF0"/>
          </a:solidFill>
          <a:ln w="635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1500" b="1" lang="en-US">
                <a:solidFill>
                  <a:srgbClr val="FFFFFF"/>
                </a:solidFill>
                <a:latin typeface="Arial"/>
                <a:cs typeface="Arial"/>
              </a:rPr>
              <a:t>◀  Back to the gifts</a:t>
            </a:r>
          </a:p>
        </p:txBody>
      </p:sp>
      <p:sp>
        <p:nvSpPr>
          <p:cNvPr id="9" name="Next button">
            <a:hlinkClick action="ppaction://hlinksldjump" r:id="rId6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Next arrow">
            <a:hlinkClick action="ppaction://hlinksldjump" r:id="rId6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7" name="tad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53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8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Read it!"/>
          <p:cNvSpPr/>
          <p:nvPr/>
        </p:nvSpPr>
        <p:spPr>
          <a:xfrm>
            <a:off x="2730500" y="190500"/>
            <a:ext cx="673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600" b="1" lang="en-US">
                <a:solidFill>
                  <a:srgbClr val="2E2640"/>
                </a:solidFill>
                <a:latin typeface="Arial"/>
                <a:cs typeface="Arial"/>
              </a:rPr>
              <a:t>Read it!</a:t>
            </a:r>
          </a:p>
        </p:txBody>
      </p:sp>
      <p:pic>
        <p:nvPicPr>
          <p:cNvPr id="5" name="Open gift box" descr="Open gift box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1500" y="4445000"/>
            <a:ext cx="3429000" cy="2000250"/>
          </a:xfrm>
          <a:prstGeom prst="rect">
            <a:avLst/>
          </a:prstGeom>
        </p:spPr>
      </p:pic>
      <p:pic>
        <p:nvPicPr>
          <p:cNvPr id="6" name="Gift lid" descr="Gift lid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500000">
            <a:off x="7937500" y="4064000"/>
            <a:ext cx="2476500" cy="1238250"/>
          </a:xfrm>
          <a:prstGeom prst="rect">
            <a:avLst/>
          </a:prstGeom>
        </p:spPr>
      </p:pic>
      <p:sp>
        <p:nvSpPr>
          <p:cNvPr id="7" name="Card عِ" descr="عِ"/>
          <p:cNvSpPr/>
          <p:nvPr/>
        </p:nvSpPr>
        <p:spPr>
          <a:xfrm>
            <a:off x="3556000" y="1397000"/>
            <a:ext cx="5080000" cy="27940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B8A1FF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15000" b="1" lang="ar-SA">
                <a:solidFill>
                  <a:srgbClr val="2E2640"/>
                </a:solidFill>
                <a:latin typeface="Arial"/>
                <a:cs typeface="Arial"/>
              </a:rPr>
              <a:t>عِ</a:t>
            </a:r>
          </a:p>
        </p:txBody>
      </p:sp>
      <p:sp>
        <p:nvSpPr>
          <p:cNvPr id="8" name="Back to the gifts" descr="◀  Back to the gifts">
            <a:hlinkClick action="ppaction://hlinksldjump" r:id="rId5"/>
          </p:cNvPr>
          <p:cNvSpPr/>
          <p:nvPr/>
        </p:nvSpPr>
        <p:spPr>
          <a:xfrm>
            <a:off x="381000" y="5715000"/>
            <a:ext cx="2667000" cy="762000"/>
          </a:xfrm>
          <a:prstGeom prst="roundRect">
            <a:avLst>
              <a:gd name="adj" fmla="val 30000"/>
            </a:avLst>
          </a:prstGeom>
          <a:solidFill>
            <a:srgbClr val="8A6CF0"/>
          </a:solidFill>
          <a:ln w="635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1500" b="1" lang="en-US">
                <a:solidFill>
                  <a:srgbClr val="FFFFFF"/>
                </a:solidFill>
                <a:latin typeface="Arial"/>
                <a:cs typeface="Arial"/>
              </a:rPr>
              <a:t>◀  Back to the gifts</a:t>
            </a:r>
          </a:p>
        </p:txBody>
      </p:sp>
      <p:sp>
        <p:nvSpPr>
          <p:cNvPr id="9" name="Next button">
            <a:hlinkClick action="ppaction://hlinksldjump" r:id="rId6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Next arrow">
            <a:hlinkClick action="ppaction://hlinksldjump" r:id="rId6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7" name="tad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53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9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Read it!"/>
          <p:cNvSpPr/>
          <p:nvPr/>
        </p:nvSpPr>
        <p:spPr>
          <a:xfrm>
            <a:off x="2730500" y="190500"/>
            <a:ext cx="673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600" b="1" lang="en-US">
                <a:solidFill>
                  <a:srgbClr val="2E2640"/>
                </a:solidFill>
                <a:latin typeface="Arial"/>
                <a:cs typeface="Arial"/>
              </a:rPr>
              <a:t>Read it!</a:t>
            </a:r>
          </a:p>
        </p:txBody>
      </p:sp>
      <p:pic>
        <p:nvPicPr>
          <p:cNvPr id="5" name="Open gift box" descr="Open gift box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1500" y="4445000"/>
            <a:ext cx="3429000" cy="2000250"/>
          </a:xfrm>
          <a:prstGeom prst="rect">
            <a:avLst/>
          </a:prstGeom>
        </p:spPr>
      </p:pic>
      <p:pic>
        <p:nvPicPr>
          <p:cNvPr id="6" name="Gift lid" descr="Gift lid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500000">
            <a:off x="7937500" y="4064000"/>
            <a:ext cx="2476500" cy="1238250"/>
          </a:xfrm>
          <a:prstGeom prst="rect">
            <a:avLst/>
          </a:prstGeom>
        </p:spPr>
      </p:pic>
      <p:sp>
        <p:nvSpPr>
          <p:cNvPr id="7" name="Card ضِصِ" descr="ضِصِ"/>
          <p:cNvSpPr/>
          <p:nvPr/>
        </p:nvSpPr>
        <p:spPr>
          <a:xfrm>
            <a:off x="3556000" y="1397000"/>
            <a:ext cx="5080000" cy="27940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B8A1FF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15000" b="1" lang="ar-SA">
                <a:solidFill>
                  <a:srgbClr val="2E2640"/>
                </a:solidFill>
                <a:latin typeface="Arial"/>
                <a:cs typeface="Arial"/>
              </a:rPr>
              <a:t>ضِصِ</a:t>
            </a:r>
          </a:p>
        </p:txBody>
      </p:sp>
      <p:sp>
        <p:nvSpPr>
          <p:cNvPr id="8" name="Back to the gifts" descr="◀  Back to the gifts">
            <a:hlinkClick action="ppaction://hlinksldjump" r:id="rId5"/>
          </p:cNvPr>
          <p:cNvSpPr/>
          <p:nvPr/>
        </p:nvSpPr>
        <p:spPr>
          <a:xfrm>
            <a:off x="381000" y="5715000"/>
            <a:ext cx="2667000" cy="762000"/>
          </a:xfrm>
          <a:prstGeom prst="roundRect">
            <a:avLst>
              <a:gd name="adj" fmla="val 30000"/>
            </a:avLst>
          </a:prstGeom>
          <a:solidFill>
            <a:srgbClr val="8A6CF0"/>
          </a:solidFill>
          <a:ln w="635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1500" b="1" lang="en-US">
                <a:solidFill>
                  <a:srgbClr val="FFFFFF"/>
                </a:solidFill>
                <a:latin typeface="Arial"/>
                <a:cs typeface="Arial"/>
              </a:rPr>
              <a:t>◀  Back to the gifts</a:t>
            </a:r>
          </a:p>
        </p:txBody>
      </p:sp>
      <p:sp>
        <p:nvSpPr>
          <p:cNvPr id="9" name="Next button">
            <a:hlinkClick action="ppaction://hlinksldjump" r:id="rId6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Next arrow">
            <a:hlinkClick action="ppaction://hlinksldjump" r:id="rId6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7" name="tad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53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0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Read it!"/>
          <p:cNvSpPr/>
          <p:nvPr/>
        </p:nvSpPr>
        <p:spPr>
          <a:xfrm>
            <a:off x="2730500" y="190500"/>
            <a:ext cx="673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600" b="1" lang="en-US">
                <a:solidFill>
                  <a:srgbClr val="2E2640"/>
                </a:solidFill>
                <a:latin typeface="Arial"/>
                <a:cs typeface="Arial"/>
              </a:rPr>
              <a:t>Read it!</a:t>
            </a:r>
          </a:p>
        </p:txBody>
      </p:sp>
      <p:pic>
        <p:nvPicPr>
          <p:cNvPr id="5" name="Open gift box" descr="Open gift box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1500" y="4445000"/>
            <a:ext cx="3429000" cy="2000250"/>
          </a:xfrm>
          <a:prstGeom prst="rect">
            <a:avLst/>
          </a:prstGeom>
        </p:spPr>
      </p:pic>
      <p:pic>
        <p:nvPicPr>
          <p:cNvPr id="6" name="Gift lid" descr="Gift lid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500000">
            <a:off x="7937500" y="4064000"/>
            <a:ext cx="2476500" cy="1238250"/>
          </a:xfrm>
          <a:prstGeom prst="rect">
            <a:avLst/>
          </a:prstGeom>
        </p:spPr>
      </p:pic>
      <p:sp>
        <p:nvSpPr>
          <p:cNvPr id="7" name="Card ظِعِ" descr="ظِعِ"/>
          <p:cNvSpPr/>
          <p:nvPr/>
        </p:nvSpPr>
        <p:spPr>
          <a:xfrm>
            <a:off x="3556000" y="1397000"/>
            <a:ext cx="5080000" cy="27940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B8A1FF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15000" b="1" lang="ar-SA">
                <a:solidFill>
                  <a:srgbClr val="2E2640"/>
                </a:solidFill>
                <a:latin typeface="Arial"/>
                <a:cs typeface="Arial"/>
              </a:rPr>
              <a:t>ظِعِ</a:t>
            </a:r>
          </a:p>
        </p:txBody>
      </p:sp>
      <p:sp>
        <p:nvSpPr>
          <p:cNvPr id="8" name="Back to the gifts" descr="◀  Back to the gifts">
            <a:hlinkClick action="ppaction://hlinksldjump" r:id="rId5"/>
          </p:cNvPr>
          <p:cNvSpPr/>
          <p:nvPr/>
        </p:nvSpPr>
        <p:spPr>
          <a:xfrm>
            <a:off x="381000" y="5715000"/>
            <a:ext cx="2667000" cy="762000"/>
          </a:xfrm>
          <a:prstGeom prst="roundRect">
            <a:avLst>
              <a:gd name="adj" fmla="val 30000"/>
            </a:avLst>
          </a:prstGeom>
          <a:solidFill>
            <a:srgbClr val="8A6CF0"/>
          </a:solidFill>
          <a:ln w="635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1500" b="1" lang="en-US">
                <a:solidFill>
                  <a:srgbClr val="FFFFFF"/>
                </a:solidFill>
                <a:latin typeface="Arial"/>
                <a:cs typeface="Arial"/>
              </a:rPr>
              <a:t>◀  Back to the gifts</a:t>
            </a:r>
          </a:p>
        </p:txBody>
      </p:sp>
      <p:sp>
        <p:nvSpPr>
          <p:cNvPr id="9" name="Next button">
            <a:hlinkClick action="ppaction://hlinksldjump" r:id="rId6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Next arrow">
            <a:hlinkClick action="ppaction://hlinksldjump" r:id="rId6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7" name="tad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53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1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Read it!"/>
          <p:cNvSpPr/>
          <p:nvPr/>
        </p:nvSpPr>
        <p:spPr>
          <a:xfrm>
            <a:off x="2730500" y="190500"/>
            <a:ext cx="673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600" b="1" lang="en-US">
                <a:solidFill>
                  <a:srgbClr val="2E2640"/>
                </a:solidFill>
                <a:latin typeface="Arial"/>
                <a:cs typeface="Arial"/>
              </a:rPr>
              <a:t>Read it!</a:t>
            </a:r>
          </a:p>
        </p:txBody>
      </p:sp>
      <p:pic>
        <p:nvPicPr>
          <p:cNvPr id="5" name="Open gift box" descr="Open gift box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1500" y="4445000"/>
            <a:ext cx="3429000" cy="2000250"/>
          </a:xfrm>
          <a:prstGeom prst="rect">
            <a:avLst/>
          </a:prstGeom>
        </p:spPr>
      </p:pic>
      <p:pic>
        <p:nvPicPr>
          <p:cNvPr id="6" name="Gift lid" descr="Gift lid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500000">
            <a:off x="7937500" y="4064000"/>
            <a:ext cx="2476500" cy="1238250"/>
          </a:xfrm>
          <a:prstGeom prst="rect">
            <a:avLst/>
          </a:prstGeom>
        </p:spPr>
      </p:pic>
      <p:sp>
        <p:nvSpPr>
          <p:cNvPr id="7" name="Card طِ" descr="طِ"/>
          <p:cNvSpPr/>
          <p:nvPr/>
        </p:nvSpPr>
        <p:spPr>
          <a:xfrm>
            <a:off x="3556000" y="1397000"/>
            <a:ext cx="5080000" cy="27940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B8A1FF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15000" b="1" lang="ar-SA">
                <a:solidFill>
                  <a:srgbClr val="2E2640"/>
                </a:solidFill>
                <a:latin typeface="Arial"/>
                <a:cs typeface="Arial"/>
              </a:rPr>
              <a:t>طِ</a:t>
            </a:r>
          </a:p>
        </p:txBody>
      </p:sp>
      <p:sp>
        <p:nvSpPr>
          <p:cNvPr id="8" name="Back to the gifts" descr="◀  Back to the gifts">
            <a:hlinkClick action="ppaction://hlinksldjump" r:id="rId5"/>
          </p:cNvPr>
          <p:cNvSpPr/>
          <p:nvPr/>
        </p:nvSpPr>
        <p:spPr>
          <a:xfrm>
            <a:off x="381000" y="5715000"/>
            <a:ext cx="2667000" cy="762000"/>
          </a:xfrm>
          <a:prstGeom prst="roundRect">
            <a:avLst>
              <a:gd name="adj" fmla="val 30000"/>
            </a:avLst>
          </a:prstGeom>
          <a:solidFill>
            <a:srgbClr val="8A6CF0"/>
          </a:solidFill>
          <a:ln w="635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1500" b="1" lang="en-US">
                <a:solidFill>
                  <a:srgbClr val="FFFFFF"/>
                </a:solidFill>
                <a:latin typeface="Arial"/>
                <a:cs typeface="Arial"/>
              </a:rPr>
              <a:t>◀  Back to the gifts</a:t>
            </a:r>
          </a:p>
        </p:txBody>
      </p:sp>
      <p:sp>
        <p:nvSpPr>
          <p:cNvPr id="9" name="Next button">
            <a:hlinkClick action="ppaction://hlinksldjump" r:id="rId6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Next arrow">
            <a:hlinkClick action="ppaction://hlinksldjump" r:id="rId6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7" name="tad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53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2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Read it!"/>
          <p:cNvSpPr/>
          <p:nvPr/>
        </p:nvSpPr>
        <p:spPr>
          <a:xfrm>
            <a:off x="2730500" y="190500"/>
            <a:ext cx="673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600" b="1" lang="en-US">
                <a:solidFill>
                  <a:srgbClr val="2E2640"/>
                </a:solidFill>
                <a:latin typeface="Arial"/>
                <a:cs typeface="Arial"/>
              </a:rPr>
              <a:t>Read it!</a:t>
            </a:r>
          </a:p>
        </p:txBody>
      </p:sp>
      <p:pic>
        <p:nvPicPr>
          <p:cNvPr id="5" name="Open gift box" descr="Open gift box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1500" y="4445000"/>
            <a:ext cx="3429000" cy="2000250"/>
          </a:xfrm>
          <a:prstGeom prst="rect">
            <a:avLst/>
          </a:prstGeom>
        </p:spPr>
      </p:pic>
      <p:pic>
        <p:nvPicPr>
          <p:cNvPr id="6" name="Gift lid" descr="Gift lid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500000">
            <a:off x="7937500" y="4064000"/>
            <a:ext cx="2476500" cy="1238250"/>
          </a:xfrm>
          <a:prstGeom prst="rect">
            <a:avLst/>
          </a:prstGeom>
        </p:spPr>
      </p:pic>
      <p:sp>
        <p:nvSpPr>
          <p:cNvPr id="7" name="Card عِطِ" descr="عِطِ"/>
          <p:cNvSpPr/>
          <p:nvPr/>
        </p:nvSpPr>
        <p:spPr>
          <a:xfrm>
            <a:off x="3556000" y="1397000"/>
            <a:ext cx="5080000" cy="27940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B8A1FF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15000" b="1" lang="ar-SA">
                <a:solidFill>
                  <a:srgbClr val="2E2640"/>
                </a:solidFill>
                <a:latin typeface="Arial"/>
                <a:cs typeface="Arial"/>
              </a:rPr>
              <a:t>عِطِ</a:t>
            </a:r>
          </a:p>
        </p:txBody>
      </p:sp>
      <p:sp>
        <p:nvSpPr>
          <p:cNvPr id="8" name="Back to the gifts" descr="◀  Back to the gifts">
            <a:hlinkClick action="ppaction://hlinksldjump" r:id="rId5"/>
          </p:cNvPr>
          <p:cNvSpPr/>
          <p:nvPr/>
        </p:nvSpPr>
        <p:spPr>
          <a:xfrm>
            <a:off x="381000" y="5715000"/>
            <a:ext cx="2667000" cy="762000"/>
          </a:xfrm>
          <a:prstGeom prst="roundRect">
            <a:avLst>
              <a:gd name="adj" fmla="val 30000"/>
            </a:avLst>
          </a:prstGeom>
          <a:solidFill>
            <a:srgbClr val="8A6CF0"/>
          </a:solidFill>
          <a:ln w="635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1500" b="1" lang="en-US">
                <a:solidFill>
                  <a:srgbClr val="FFFFFF"/>
                </a:solidFill>
                <a:latin typeface="Arial"/>
                <a:cs typeface="Arial"/>
              </a:rPr>
              <a:t>◀  Back to the gifts</a:t>
            </a:r>
          </a:p>
        </p:txBody>
      </p:sp>
      <p:sp>
        <p:nvSpPr>
          <p:cNvPr id="9" name="Next button">
            <a:hlinkClick action="ppaction://hlinksldjump" r:id="rId6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Next arrow">
            <a:hlinkClick action="ppaction://hlinksldjump" r:id="rId6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7" name="tad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53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Pop every balloon with"/>
          <p:cNvSpPr/>
          <p:nvPr/>
        </p:nvSpPr>
        <p:spPr>
          <a:xfrm>
            <a:off x="2730500" y="190500"/>
            <a:ext cx="546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900" b="1" lang="en-US">
                <a:solidFill>
                  <a:srgbClr val="2E2640"/>
                </a:solidFill>
                <a:latin typeface="Arial"/>
                <a:cs typeface="Arial"/>
              </a:rPr>
              <a:t>Pop every balloon with</a:t>
            </a:r>
          </a:p>
        </p:txBody>
      </p:sp>
      <p:sp>
        <p:nvSpPr>
          <p:cNvPr id="5" name="Find غِ" descr="غِ"/>
          <p:cNvSpPr/>
          <p:nvPr/>
        </p:nvSpPr>
        <p:spPr>
          <a:xfrm>
            <a:off x="81915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غِ</a:t>
            </a:r>
          </a:p>
        </p:txBody>
      </p:sp>
      <p:sp>
        <p:nvSpPr>
          <p:cNvPr id="6" name="Star place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Balloon 1" descr="Balloon 1">
            <a:hlinkClick action="ppaction://hlinksldjump" r:id="rId5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5500" y="1905000"/>
            <a:ext cx="1651000" cy="2857500"/>
          </a:xfrm>
          <a:prstGeom prst="rect">
            <a:avLst/>
          </a:prstGeom>
        </p:spPr>
      </p:pic>
      <p:sp>
        <p:nvSpPr>
          <p:cNvPr id="9" name="Balloon letter 1 غِ" descr="غِ">
            <a:hlinkClick action="ppaction://hlinksldjump" r:id="rId5"/>
          </p:cNvPr>
          <p:cNvSpPr/>
          <p:nvPr/>
        </p:nvSpPr>
        <p:spPr>
          <a:xfrm>
            <a:off x="952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غِ</a:t>
            </a:r>
          </a:p>
        </p:txBody>
      </p:sp>
      <p:pic>
        <p:nvPicPr>
          <p:cNvPr id="10" name="Balloon 2" descr="Balloon 2">
            <a:hlinkClick action="ppaction://hlinksldjump" r:id="rId6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48000" y="2286000"/>
            <a:ext cx="1651000" cy="2857500"/>
          </a:xfrm>
          <a:prstGeom prst="rect">
            <a:avLst/>
          </a:prstGeom>
        </p:spPr>
      </p:pic>
      <p:sp>
        <p:nvSpPr>
          <p:cNvPr id="11" name="Balloon letter 2 تِ" descr="تِ">
            <a:hlinkClick action="ppaction://hlinksldjump" r:id="rId6"/>
          </p:cNvPr>
          <p:cNvSpPr/>
          <p:nvPr/>
        </p:nvSpPr>
        <p:spPr>
          <a:xfrm>
            <a:off x="3175000" y="2520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تِ</a:t>
            </a:r>
          </a:p>
        </p:txBody>
      </p:sp>
      <p:pic>
        <p:nvPicPr>
          <p:cNvPr id="12" name="Balloon 3" descr="Balloon 3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70500" y="1905000"/>
            <a:ext cx="1651000" cy="2857500"/>
          </a:xfrm>
          <a:prstGeom prst="rect">
            <a:avLst/>
          </a:prstGeom>
        </p:spPr>
      </p:pic>
      <p:sp>
        <p:nvSpPr>
          <p:cNvPr id="13" name="Balloon letter 3 غِ" descr="غِ">
            <a:hlinkClick action="ppaction://hlinksldjump" r:id="rId7"/>
          </p:cNvPr>
          <p:cNvSpPr/>
          <p:nvPr/>
        </p:nvSpPr>
        <p:spPr>
          <a:xfrm>
            <a:off x="5397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غِ</a:t>
            </a:r>
          </a:p>
        </p:txBody>
      </p:sp>
      <p:pic>
        <p:nvPicPr>
          <p:cNvPr id="14" name="Balloon 4" descr="Balloon 4">
            <a:hlinkClick action="ppaction://hlinksldjump" r:id="rId6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3000" y="2286000"/>
            <a:ext cx="1651000" cy="2857500"/>
          </a:xfrm>
          <a:prstGeom prst="rect">
            <a:avLst/>
          </a:prstGeom>
        </p:spPr>
      </p:pic>
      <p:sp>
        <p:nvSpPr>
          <p:cNvPr id="15" name="Balloon letter 4 سِ" descr="سِ">
            <a:hlinkClick action="ppaction://hlinksldjump" r:id="rId6"/>
          </p:cNvPr>
          <p:cNvSpPr/>
          <p:nvPr/>
        </p:nvSpPr>
        <p:spPr>
          <a:xfrm>
            <a:off x="7620000" y="2520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سِ</a:t>
            </a:r>
          </a:p>
        </p:txBody>
      </p:sp>
      <p:pic>
        <p:nvPicPr>
          <p:cNvPr id="16" name="Balloon 5" descr="Balloon 5">
            <a:hlinkClick action="ppaction://hlinksldjump" r:id="rId6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15500" y="1905000"/>
            <a:ext cx="1651000" cy="2857500"/>
          </a:xfrm>
          <a:prstGeom prst="rect">
            <a:avLst/>
          </a:prstGeom>
        </p:spPr>
      </p:pic>
      <p:sp>
        <p:nvSpPr>
          <p:cNvPr id="17" name="Balloon letter 5 هِ" descr="هِ">
            <a:hlinkClick action="ppaction://hlinksldjump" r:id="rId6"/>
          </p:cNvPr>
          <p:cNvSpPr/>
          <p:nvPr/>
        </p:nvSpPr>
        <p:spPr>
          <a:xfrm>
            <a:off x="9842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هِ</a:t>
            </a:r>
          </a:p>
        </p:txBody>
      </p:sp>
      <p:sp>
        <p:nvSpPr>
          <p:cNvPr id="18" name="Next button">
            <a:hlinkClick action="ppaction://hlinksldjump" r:id="rId8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Next arrow">
            <a:hlinkClick action="ppaction://hlinksldjump" r:id="rId8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4" dur="1500" fill="hold" repeatCount="indefinite" autoRev="1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6" dur="150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8" dur="1670" fill="hold" repeatCount="indefinite" autoRev="1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0" dur="1670" fill="hold" repeatCount="indefinite" autoRev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2" dur="184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4" dur="1840" fill="hold" repeatCount="indefinite" autoRev="1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7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6" dur="2010" fill="hold" repeatCount="indefinite" autoRev="1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9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8" dur="2010" fill="hold" repeatCount="indefinite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1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20" dur="2180" fill="hold" repeatCount="indefinite" autoRev="1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3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22" dur="2180" fill="hold" repeatCount="indefinite" autoRev="1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4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Pop every balloon with"/>
          <p:cNvSpPr/>
          <p:nvPr/>
        </p:nvSpPr>
        <p:spPr>
          <a:xfrm>
            <a:off x="2730500" y="190500"/>
            <a:ext cx="546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900" b="1" lang="en-US">
                <a:solidFill>
                  <a:srgbClr val="2E2640"/>
                </a:solidFill>
                <a:latin typeface="Arial"/>
                <a:cs typeface="Arial"/>
              </a:rPr>
              <a:t>Pop every balloon with</a:t>
            </a:r>
          </a:p>
        </p:txBody>
      </p:sp>
      <p:sp>
        <p:nvSpPr>
          <p:cNvPr id="5" name="Find غِ" descr="غِ"/>
          <p:cNvSpPr/>
          <p:nvPr/>
        </p:nvSpPr>
        <p:spPr>
          <a:xfrm>
            <a:off x="81915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غِ</a:t>
            </a:r>
          </a:p>
        </p:txBody>
      </p:sp>
      <p:sp>
        <p:nvSpPr>
          <p:cNvPr id="6" name="Star place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Balloon 1" descr="Balloon 1">
            <a:hlinkClick action="ppaction://hlinksldjump" r:id="rId5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5500" y="1905000"/>
            <a:ext cx="1651000" cy="2857500"/>
          </a:xfrm>
          <a:prstGeom prst="rect">
            <a:avLst/>
          </a:prstGeom>
        </p:spPr>
      </p:pic>
      <p:sp>
        <p:nvSpPr>
          <p:cNvPr id="9" name="Balloon letter 1 غِ" descr="غِ">
            <a:hlinkClick action="ppaction://hlinksldjump" r:id="rId5"/>
          </p:cNvPr>
          <p:cNvSpPr/>
          <p:nvPr/>
        </p:nvSpPr>
        <p:spPr>
          <a:xfrm>
            <a:off x="952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غِ</a:t>
            </a:r>
          </a:p>
        </p:txBody>
      </p:sp>
      <p:pic>
        <p:nvPicPr>
          <p:cNvPr id="10" name="Balloon 2" descr="Balloon 2">
            <a:hlinkClick action="ppaction://hlinksldjump" r:id="rId6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48000" y="2286000"/>
            <a:ext cx="1651000" cy="2857500"/>
          </a:xfrm>
          <a:prstGeom prst="rect">
            <a:avLst/>
          </a:prstGeom>
        </p:spPr>
      </p:pic>
      <p:sp>
        <p:nvSpPr>
          <p:cNvPr id="11" name="Balloon letter 2 تِ" descr="تِ">
            <a:hlinkClick action="ppaction://hlinksldjump" r:id="rId6"/>
          </p:cNvPr>
          <p:cNvSpPr/>
          <p:nvPr/>
        </p:nvSpPr>
        <p:spPr>
          <a:xfrm>
            <a:off x="3175000" y="2520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تِ</a:t>
            </a:r>
          </a:p>
        </p:txBody>
      </p:sp>
      <p:pic>
        <p:nvPicPr>
          <p:cNvPr id="12" name="Balloon 3" descr="Balloon 3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70500" y="1905000"/>
            <a:ext cx="1651000" cy="2857500"/>
          </a:xfrm>
          <a:prstGeom prst="rect">
            <a:avLst/>
          </a:prstGeom>
        </p:spPr>
      </p:pic>
      <p:sp>
        <p:nvSpPr>
          <p:cNvPr id="13" name="Balloon letter 3 غِ" descr="غِ">
            <a:hlinkClick action="ppaction://hlinksldjump" r:id="rId7"/>
          </p:cNvPr>
          <p:cNvSpPr/>
          <p:nvPr/>
        </p:nvSpPr>
        <p:spPr>
          <a:xfrm>
            <a:off x="5397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غِ</a:t>
            </a:r>
          </a:p>
        </p:txBody>
      </p:sp>
      <p:pic>
        <p:nvPicPr>
          <p:cNvPr id="14" name="Balloon 4" descr="Balloon 4">
            <a:hlinkClick action="ppaction://hlinksldjump" r:id="rId6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3000" y="2286000"/>
            <a:ext cx="1651000" cy="2857500"/>
          </a:xfrm>
          <a:prstGeom prst="rect">
            <a:avLst/>
          </a:prstGeom>
        </p:spPr>
      </p:pic>
      <p:sp>
        <p:nvSpPr>
          <p:cNvPr id="15" name="Balloon letter 4 سِ" descr="سِ">
            <a:hlinkClick action="ppaction://hlinksldjump" r:id="rId6"/>
          </p:cNvPr>
          <p:cNvSpPr/>
          <p:nvPr/>
        </p:nvSpPr>
        <p:spPr>
          <a:xfrm>
            <a:off x="7620000" y="2520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سِ</a:t>
            </a:r>
          </a:p>
        </p:txBody>
      </p:sp>
      <p:pic>
        <p:nvPicPr>
          <p:cNvPr id="16" name="Balloon 5" descr="Balloon 5">
            <a:hlinkClick action="ppaction://hlinksldjump" r:id="rId6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15500" y="1905000"/>
            <a:ext cx="1651000" cy="2857500"/>
          </a:xfrm>
          <a:prstGeom prst="rect">
            <a:avLst/>
          </a:prstGeom>
        </p:spPr>
      </p:pic>
      <p:sp>
        <p:nvSpPr>
          <p:cNvPr id="17" name="Balloon letter 5 هِ" descr="هِ">
            <a:hlinkClick action="ppaction://hlinksldjump" r:id="rId6"/>
          </p:cNvPr>
          <p:cNvSpPr/>
          <p:nvPr/>
        </p:nvSpPr>
        <p:spPr>
          <a:xfrm>
            <a:off x="9842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هِ</a:t>
            </a:r>
          </a:p>
        </p:txBody>
      </p:sp>
      <p:sp>
        <p:nvSpPr>
          <p:cNvPr id="18" name="Try again!" descr="Try again!"/>
          <p:cNvSpPr/>
          <p:nvPr/>
        </p:nvSpPr>
        <p:spPr>
          <a:xfrm>
            <a:off x="7937500" y="5270500"/>
            <a:ext cx="3048000" cy="1460500"/>
          </a:xfrm>
          <a:prstGeom prst="cloudCallout">
            <a:avLst/>
          </a:prstGeom>
          <a:solidFill>
            <a:srgbClr val="FFFFFF"/>
          </a:solidFill>
          <a:ln w="50800">
            <a:solidFill>
              <a:srgbClr val="E5536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2500" b="1" lang="en-US">
                <a:solidFill>
                  <a:srgbClr val="E5536F"/>
                </a:solidFill>
                <a:latin typeface="Arial"/>
                <a:cs typeface="Arial"/>
              </a:rPr>
              <a:t>Try again!</a:t>
            </a:r>
          </a:p>
        </p:txBody>
      </p:sp>
      <p:sp>
        <p:nvSpPr>
          <p:cNvPr id="19" name="Next button">
            <a:hlinkClick action="ppaction://hlinksldjump" r:id="rId8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Next arrow">
            <a:hlinkClick action="ppaction://hlinksldjump" r:id="rId8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9" name="boing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4" dur="1500" fill="hold" repeatCount="indefinite" autoRev="1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6" dur="150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8" dur="1670" fill="hold" repeatCount="indefinite" autoRev="1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0" dur="1670" fill="hold" repeatCount="indefinite" autoRev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2" dur="184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4" dur="1840" fill="hold" repeatCount="indefinite" autoRev="1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7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6" dur="2010" fill="hold" repeatCount="indefinite" autoRev="1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9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8" dur="2010" fill="hold" repeatCount="indefinite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1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20" dur="2180" fill="hold" repeatCount="indefinite" autoRev="1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3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22" dur="2180" fill="hold" repeatCount="indefinite" autoRev="1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8" presetID="53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5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Pop every balloon with"/>
          <p:cNvSpPr/>
          <p:nvPr/>
        </p:nvSpPr>
        <p:spPr>
          <a:xfrm>
            <a:off x="2730500" y="190500"/>
            <a:ext cx="546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900" b="1" lang="en-US">
                <a:solidFill>
                  <a:srgbClr val="2E2640"/>
                </a:solidFill>
                <a:latin typeface="Arial"/>
                <a:cs typeface="Arial"/>
              </a:rPr>
              <a:t>Pop every balloon with</a:t>
            </a:r>
          </a:p>
        </p:txBody>
      </p:sp>
      <p:sp>
        <p:nvSpPr>
          <p:cNvPr id="5" name="Find غِ" descr="غِ"/>
          <p:cNvSpPr/>
          <p:nvPr/>
        </p:nvSpPr>
        <p:spPr>
          <a:xfrm>
            <a:off x="81915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غِ</a:t>
            </a:r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Balloon 2" descr="Balloon 2">
            <a:hlinkClick action="ppaction://hlinksldjump" r:id="rId5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48000" y="2286000"/>
            <a:ext cx="1651000" cy="2857500"/>
          </a:xfrm>
          <a:prstGeom prst="rect">
            <a:avLst/>
          </a:prstGeom>
        </p:spPr>
      </p:pic>
      <p:sp>
        <p:nvSpPr>
          <p:cNvPr id="9" name="Balloon letter 2 تِ" descr="تِ">
            <a:hlinkClick action="ppaction://hlinksldjump" r:id="rId5"/>
          </p:cNvPr>
          <p:cNvSpPr/>
          <p:nvPr/>
        </p:nvSpPr>
        <p:spPr>
          <a:xfrm>
            <a:off x="3175000" y="2520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تِ</a:t>
            </a:r>
          </a:p>
        </p:txBody>
      </p:sp>
      <p:pic>
        <p:nvPicPr>
          <p:cNvPr id="10" name="Balloon 3" descr="Balloon 3">
            <a:hlinkClick action="ppaction://hlinksldjump" r:id="rId6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70500" y="1905000"/>
            <a:ext cx="1651000" cy="2857500"/>
          </a:xfrm>
          <a:prstGeom prst="rect">
            <a:avLst/>
          </a:prstGeom>
        </p:spPr>
      </p:pic>
      <p:sp>
        <p:nvSpPr>
          <p:cNvPr id="11" name="Balloon letter 3 غِ" descr="غِ">
            <a:hlinkClick action="ppaction://hlinksldjump" r:id="rId6"/>
          </p:cNvPr>
          <p:cNvSpPr/>
          <p:nvPr/>
        </p:nvSpPr>
        <p:spPr>
          <a:xfrm>
            <a:off x="5397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غِ</a:t>
            </a:r>
          </a:p>
        </p:txBody>
      </p:sp>
      <p:pic>
        <p:nvPicPr>
          <p:cNvPr id="12" name="Balloon 4" descr="Balloon 4">
            <a:hlinkClick action="ppaction://hlinksldjump" r:id="rId5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3000" y="2286000"/>
            <a:ext cx="1651000" cy="2857500"/>
          </a:xfrm>
          <a:prstGeom prst="rect">
            <a:avLst/>
          </a:prstGeom>
        </p:spPr>
      </p:pic>
      <p:sp>
        <p:nvSpPr>
          <p:cNvPr id="13" name="Balloon letter 4 سِ" descr="سِ">
            <a:hlinkClick action="ppaction://hlinksldjump" r:id="rId5"/>
          </p:cNvPr>
          <p:cNvSpPr/>
          <p:nvPr/>
        </p:nvSpPr>
        <p:spPr>
          <a:xfrm>
            <a:off x="7620000" y="2520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سِ</a:t>
            </a:r>
          </a:p>
        </p:txBody>
      </p:sp>
      <p:pic>
        <p:nvPicPr>
          <p:cNvPr id="14" name="Balloon 5" descr="Balloon 5">
            <a:hlinkClick action="ppaction://hlinksldjump"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15500" y="1905000"/>
            <a:ext cx="1651000" cy="2857500"/>
          </a:xfrm>
          <a:prstGeom prst="rect">
            <a:avLst/>
          </a:prstGeom>
        </p:spPr>
      </p:pic>
      <p:sp>
        <p:nvSpPr>
          <p:cNvPr id="15" name="Balloon letter 5 هِ" descr="هِ">
            <a:hlinkClick action="ppaction://hlinksldjump" r:id="rId5"/>
          </p:cNvPr>
          <p:cNvSpPr/>
          <p:nvPr/>
        </p:nvSpPr>
        <p:spPr>
          <a:xfrm>
            <a:off x="9842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هِ</a:t>
            </a:r>
          </a:p>
        </p:txBody>
      </p:sp>
      <p:sp>
        <p:nvSpPr>
          <p:cNvPr id="16" name="Next button">
            <a:hlinkClick action="ppaction://hlinksldjump" r:id="rId7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Next arrow">
            <a:hlinkClick action="ppaction://hlinksldjump" r:id="rId7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8" name="po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9" dur="1670" fill="hold" repeatCount="indefinite" autoRev="1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2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1" dur="167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4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3" dur="1840" fill="hold" repeatCount="indefinite" autoRev="1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6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5" dur="1840" fill="hold" repeatCount="indefinite" autoRev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8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7" dur="201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0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9" dur="2010" fill="hold" repeatCount="indefinite" autoRev="1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2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21" dur="2180" fill="hold" repeatCount="indefinite" autoRev="1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4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23" dur="2180" fill="hold" repeatCount="indefinite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6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Pop every balloon with"/>
          <p:cNvSpPr/>
          <p:nvPr/>
        </p:nvSpPr>
        <p:spPr>
          <a:xfrm>
            <a:off x="2730500" y="190500"/>
            <a:ext cx="546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900" b="1" lang="en-US">
                <a:solidFill>
                  <a:srgbClr val="2E2640"/>
                </a:solidFill>
                <a:latin typeface="Arial"/>
                <a:cs typeface="Arial"/>
              </a:rPr>
              <a:t>Pop every balloon with</a:t>
            </a:r>
          </a:p>
        </p:txBody>
      </p:sp>
      <p:sp>
        <p:nvSpPr>
          <p:cNvPr id="5" name="Find غِ" descr="غِ"/>
          <p:cNvSpPr/>
          <p:nvPr/>
        </p:nvSpPr>
        <p:spPr>
          <a:xfrm>
            <a:off x="81915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غِ</a:t>
            </a:r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Balloon 2" descr="Balloon 2">
            <a:hlinkClick action="ppaction://hlinksldjump" r:id="rId5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48000" y="2286000"/>
            <a:ext cx="1651000" cy="2857500"/>
          </a:xfrm>
          <a:prstGeom prst="rect">
            <a:avLst/>
          </a:prstGeom>
        </p:spPr>
      </p:pic>
      <p:sp>
        <p:nvSpPr>
          <p:cNvPr id="9" name="Balloon letter 2 تِ" descr="تِ">
            <a:hlinkClick action="ppaction://hlinksldjump" r:id="rId5"/>
          </p:cNvPr>
          <p:cNvSpPr/>
          <p:nvPr/>
        </p:nvSpPr>
        <p:spPr>
          <a:xfrm>
            <a:off x="3175000" y="2520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تِ</a:t>
            </a:r>
          </a:p>
        </p:txBody>
      </p:sp>
      <p:pic>
        <p:nvPicPr>
          <p:cNvPr id="10" name="Balloon 3" descr="Balloon 3">
            <a:hlinkClick action="ppaction://hlinksldjump" r:id="rId6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70500" y="1905000"/>
            <a:ext cx="1651000" cy="2857500"/>
          </a:xfrm>
          <a:prstGeom prst="rect">
            <a:avLst/>
          </a:prstGeom>
        </p:spPr>
      </p:pic>
      <p:sp>
        <p:nvSpPr>
          <p:cNvPr id="11" name="Balloon letter 3 غِ" descr="غِ">
            <a:hlinkClick action="ppaction://hlinksldjump" r:id="rId6"/>
          </p:cNvPr>
          <p:cNvSpPr/>
          <p:nvPr/>
        </p:nvSpPr>
        <p:spPr>
          <a:xfrm>
            <a:off x="5397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غِ</a:t>
            </a:r>
          </a:p>
        </p:txBody>
      </p:sp>
      <p:pic>
        <p:nvPicPr>
          <p:cNvPr id="12" name="Balloon 4" descr="Balloon 4">
            <a:hlinkClick action="ppaction://hlinksldjump" r:id="rId5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3000" y="2286000"/>
            <a:ext cx="1651000" cy="2857500"/>
          </a:xfrm>
          <a:prstGeom prst="rect">
            <a:avLst/>
          </a:prstGeom>
        </p:spPr>
      </p:pic>
      <p:sp>
        <p:nvSpPr>
          <p:cNvPr id="13" name="Balloon letter 4 سِ" descr="سِ">
            <a:hlinkClick action="ppaction://hlinksldjump" r:id="rId5"/>
          </p:cNvPr>
          <p:cNvSpPr/>
          <p:nvPr/>
        </p:nvSpPr>
        <p:spPr>
          <a:xfrm>
            <a:off x="7620000" y="2520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سِ</a:t>
            </a:r>
          </a:p>
        </p:txBody>
      </p:sp>
      <p:pic>
        <p:nvPicPr>
          <p:cNvPr id="14" name="Balloon 5" descr="Balloon 5">
            <a:hlinkClick action="ppaction://hlinksldjump"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15500" y="1905000"/>
            <a:ext cx="1651000" cy="2857500"/>
          </a:xfrm>
          <a:prstGeom prst="rect">
            <a:avLst/>
          </a:prstGeom>
        </p:spPr>
      </p:pic>
      <p:sp>
        <p:nvSpPr>
          <p:cNvPr id="15" name="Balloon letter 5 هِ" descr="هِ">
            <a:hlinkClick action="ppaction://hlinksldjump" r:id="rId5"/>
          </p:cNvPr>
          <p:cNvSpPr/>
          <p:nvPr/>
        </p:nvSpPr>
        <p:spPr>
          <a:xfrm>
            <a:off x="9842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هِ</a:t>
            </a:r>
          </a:p>
        </p:txBody>
      </p:sp>
      <p:sp>
        <p:nvSpPr>
          <p:cNvPr id="16" name="Try again!" descr="Try again!"/>
          <p:cNvSpPr/>
          <p:nvPr/>
        </p:nvSpPr>
        <p:spPr>
          <a:xfrm>
            <a:off x="7937500" y="5270500"/>
            <a:ext cx="3048000" cy="1460500"/>
          </a:xfrm>
          <a:prstGeom prst="cloudCallout">
            <a:avLst/>
          </a:prstGeom>
          <a:solidFill>
            <a:srgbClr val="FFFFFF"/>
          </a:solidFill>
          <a:ln w="50800">
            <a:solidFill>
              <a:srgbClr val="E5536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2500" b="1" lang="en-US">
                <a:solidFill>
                  <a:srgbClr val="E5536F"/>
                </a:solidFill>
                <a:latin typeface="Arial"/>
                <a:cs typeface="Arial"/>
              </a:rPr>
              <a:t>Try again!</a:t>
            </a:r>
          </a:p>
        </p:txBody>
      </p:sp>
      <p:sp>
        <p:nvSpPr>
          <p:cNvPr id="17" name="Next button">
            <a:hlinkClick action="ppaction://hlinksldjump" r:id="rId7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Next arrow">
            <a:hlinkClick action="ppaction://hlinksldjump" r:id="rId7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8" name="boing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4" dur="1670" fill="hold" repeatCount="indefinite" autoRev="1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6" dur="167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8" dur="1840" fill="hold" repeatCount="indefinite" autoRev="1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0" dur="1840" fill="hold" repeatCount="indefinite" autoRev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2" dur="201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4" dur="2010" fill="hold" repeatCount="indefinite" autoRev="1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7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6" dur="2180" fill="hold" repeatCount="indefinite" autoRev="1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9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8" dur="2180" fill="hold" repeatCount="indefinite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4" presetID="53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7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Pop every balloon with"/>
          <p:cNvSpPr/>
          <p:nvPr/>
        </p:nvSpPr>
        <p:spPr>
          <a:xfrm>
            <a:off x="2730500" y="190500"/>
            <a:ext cx="546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900" b="1" lang="en-US">
                <a:solidFill>
                  <a:srgbClr val="2E2640"/>
                </a:solidFill>
                <a:latin typeface="Arial"/>
                <a:cs typeface="Arial"/>
              </a:rPr>
              <a:t>Pop every balloon with</a:t>
            </a:r>
          </a:p>
        </p:txBody>
      </p:sp>
      <p:sp>
        <p:nvSpPr>
          <p:cNvPr id="5" name="Find غِ" descr="غِ"/>
          <p:cNvSpPr/>
          <p:nvPr/>
        </p:nvSpPr>
        <p:spPr>
          <a:xfrm>
            <a:off x="81915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غِ</a:t>
            </a:r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Balloon 1" descr="Balloon 1">
            <a:hlinkClick action="ppaction://hlinksldjump" r:id="rId5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5500" y="1905000"/>
            <a:ext cx="1651000" cy="2857500"/>
          </a:xfrm>
          <a:prstGeom prst="rect">
            <a:avLst/>
          </a:prstGeom>
        </p:spPr>
      </p:pic>
      <p:sp>
        <p:nvSpPr>
          <p:cNvPr id="9" name="Balloon letter 1 غِ" descr="غِ">
            <a:hlinkClick action="ppaction://hlinksldjump" r:id="rId5"/>
          </p:cNvPr>
          <p:cNvSpPr/>
          <p:nvPr/>
        </p:nvSpPr>
        <p:spPr>
          <a:xfrm>
            <a:off x="952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غِ</a:t>
            </a:r>
          </a:p>
        </p:txBody>
      </p:sp>
      <p:pic>
        <p:nvPicPr>
          <p:cNvPr id="10" name="Balloon 2" descr="Balloon 2">
            <a:hlinkClick action="ppaction://hlinksldjump" r:id="rId6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48000" y="2286000"/>
            <a:ext cx="1651000" cy="2857500"/>
          </a:xfrm>
          <a:prstGeom prst="rect">
            <a:avLst/>
          </a:prstGeom>
        </p:spPr>
      </p:pic>
      <p:sp>
        <p:nvSpPr>
          <p:cNvPr id="11" name="Balloon letter 2 تِ" descr="تِ">
            <a:hlinkClick action="ppaction://hlinksldjump" r:id="rId6"/>
          </p:cNvPr>
          <p:cNvSpPr/>
          <p:nvPr/>
        </p:nvSpPr>
        <p:spPr>
          <a:xfrm>
            <a:off x="3175000" y="2520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تِ</a:t>
            </a:r>
          </a:p>
        </p:txBody>
      </p:sp>
      <p:pic>
        <p:nvPicPr>
          <p:cNvPr id="12" name="Balloon 4" descr="Balloon 4">
            <a:hlinkClick action="ppaction://hlinksldjump" r:id="rId6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3000" y="2286000"/>
            <a:ext cx="1651000" cy="2857500"/>
          </a:xfrm>
          <a:prstGeom prst="rect">
            <a:avLst/>
          </a:prstGeom>
        </p:spPr>
      </p:pic>
      <p:sp>
        <p:nvSpPr>
          <p:cNvPr id="13" name="Balloon letter 4 سِ" descr="سِ">
            <a:hlinkClick action="ppaction://hlinksldjump" r:id="rId6"/>
          </p:cNvPr>
          <p:cNvSpPr/>
          <p:nvPr/>
        </p:nvSpPr>
        <p:spPr>
          <a:xfrm>
            <a:off x="7620000" y="2520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سِ</a:t>
            </a:r>
          </a:p>
        </p:txBody>
      </p:sp>
      <p:pic>
        <p:nvPicPr>
          <p:cNvPr id="14" name="Balloon 5" descr="Balloon 5">
            <a:hlinkClick action="ppaction://hlinksldjump" r:id="rId6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15500" y="1905000"/>
            <a:ext cx="1651000" cy="2857500"/>
          </a:xfrm>
          <a:prstGeom prst="rect">
            <a:avLst/>
          </a:prstGeom>
        </p:spPr>
      </p:pic>
      <p:sp>
        <p:nvSpPr>
          <p:cNvPr id="15" name="Balloon letter 5 هِ" descr="هِ">
            <a:hlinkClick action="ppaction://hlinksldjump" r:id="rId6"/>
          </p:cNvPr>
          <p:cNvSpPr/>
          <p:nvPr/>
        </p:nvSpPr>
        <p:spPr>
          <a:xfrm>
            <a:off x="9842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هِ</a:t>
            </a:r>
          </a:p>
        </p:txBody>
      </p:sp>
      <p:sp>
        <p:nvSpPr>
          <p:cNvPr id="16" name="Next button">
            <a:hlinkClick action="ppaction://hlinksldjump" r:id="rId7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Next arrow">
            <a:hlinkClick action="ppaction://hlinksldjump" r:id="rId7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8" name="po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9" dur="1500" fill="hold" repeatCount="indefinite" autoRev="1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2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1" dur="150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4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3" dur="1670" fill="hold" repeatCount="indefinite" autoRev="1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6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5" dur="1670" fill="hold" repeatCount="indefinite" autoRev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8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7" dur="201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0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9" dur="2010" fill="hold" repeatCount="indefinite" autoRev="1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2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21" dur="2180" fill="hold" repeatCount="indefinite" autoRev="1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4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23" dur="2180" fill="hold" repeatCount="indefinite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8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Pop every balloon with"/>
          <p:cNvSpPr/>
          <p:nvPr/>
        </p:nvSpPr>
        <p:spPr>
          <a:xfrm>
            <a:off x="2730500" y="190500"/>
            <a:ext cx="546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900" b="1" lang="en-US">
                <a:solidFill>
                  <a:srgbClr val="2E2640"/>
                </a:solidFill>
                <a:latin typeface="Arial"/>
                <a:cs typeface="Arial"/>
              </a:rPr>
              <a:t>Pop every balloon with</a:t>
            </a:r>
          </a:p>
        </p:txBody>
      </p:sp>
      <p:sp>
        <p:nvSpPr>
          <p:cNvPr id="5" name="Find غِ" descr="غِ"/>
          <p:cNvSpPr/>
          <p:nvPr/>
        </p:nvSpPr>
        <p:spPr>
          <a:xfrm>
            <a:off x="81915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غِ</a:t>
            </a:r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Balloon 1" descr="Balloon 1">
            <a:hlinkClick action="ppaction://hlinksldjump" r:id="rId5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5500" y="1905000"/>
            <a:ext cx="1651000" cy="2857500"/>
          </a:xfrm>
          <a:prstGeom prst="rect">
            <a:avLst/>
          </a:prstGeom>
        </p:spPr>
      </p:pic>
      <p:sp>
        <p:nvSpPr>
          <p:cNvPr id="9" name="Balloon letter 1 غِ" descr="غِ">
            <a:hlinkClick action="ppaction://hlinksldjump" r:id="rId5"/>
          </p:cNvPr>
          <p:cNvSpPr/>
          <p:nvPr/>
        </p:nvSpPr>
        <p:spPr>
          <a:xfrm>
            <a:off x="952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غِ</a:t>
            </a:r>
          </a:p>
        </p:txBody>
      </p:sp>
      <p:pic>
        <p:nvPicPr>
          <p:cNvPr id="10" name="Balloon 2" descr="Balloon 2">
            <a:hlinkClick action="ppaction://hlinksldjump" r:id="rId6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48000" y="2286000"/>
            <a:ext cx="1651000" cy="2857500"/>
          </a:xfrm>
          <a:prstGeom prst="rect">
            <a:avLst/>
          </a:prstGeom>
        </p:spPr>
      </p:pic>
      <p:sp>
        <p:nvSpPr>
          <p:cNvPr id="11" name="Balloon letter 2 تِ" descr="تِ">
            <a:hlinkClick action="ppaction://hlinksldjump" r:id="rId6"/>
          </p:cNvPr>
          <p:cNvSpPr/>
          <p:nvPr/>
        </p:nvSpPr>
        <p:spPr>
          <a:xfrm>
            <a:off x="3175000" y="2520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تِ</a:t>
            </a:r>
          </a:p>
        </p:txBody>
      </p:sp>
      <p:pic>
        <p:nvPicPr>
          <p:cNvPr id="12" name="Balloon 4" descr="Balloon 4">
            <a:hlinkClick action="ppaction://hlinksldjump" r:id="rId6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3000" y="2286000"/>
            <a:ext cx="1651000" cy="2857500"/>
          </a:xfrm>
          <a:prstGeom prst="rect">
            <a:avLst/>
          </a:prstGeom>
        </p:spPr>
      </p:pic>
      <p:sp>
        <p:nvSpPr>
          <p:cNvPr id="13" name="Balloon letter 4 سِ" descr="سِ">
            <a:hlinkClick action="ppaction://hlinksldjump" r:id="rId6"/>
          </p:cNvPr>
          <p:cNvSpPr/>
          <p:nvPr/>
        </p:nvSpPr>
        <p:spPr>
          <a:xfrm>
            <a:off x="7620000" y="2520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سِ</a:t>
            </a:r>
          </a:p>
        </p:txBody>
      </p:sp>
      <p:pic>
        <p:nvPicPr>
          <p:cNvPr id="14" name="Balloon 5" descr="Balloon 5">
            <a:hlinkClick action="ppaction://hlinksldjump" r:id="rId6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15500" y="1905000"/>
            <a:ext cx="1651000" cy="2857500"/>
          </a:xfrm>
          <a:prstGeom prst="rect">
            <a:avLst/>
          </a:prstGeom>
        </p:spPr>
      </p:pic>
      <p:sp>
        <p:nvSpPr>
          <p:cNvPr id="15" name="Balloon letter 5 هِ" descr="هِ">
            <a:hlinkClick action="ppaction://hlinksldjump" r:id="rId6"/>
          </p:cNvPr>
          <p:cNvSpPr/>
          <p:nvPr/>
        </p:nvSpPr>
        <p:spPr>
          <a:xfrm>
            <a:off x="9842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هِ</a:t>
            </a:r>
          </a:p>
        </p:txBody>
      </p:sp>
      <p:sp>
        <p:nvSpPr>
          <p:cNvPr id="16" name="Try again!" descr="Try again!"/>
          <p:cNvSpPr/>
          <p:nvPr/>
        </p:nvSpPr>
        <p:spPr>
          <a:xfrm>
            <a:off x="7937500" y="5270500"/>
            <a:ext cx="3048000" cy="1460500"/>
          </a:xfrm>
          <a:prstGeom prst="cloudCallout">
            <a:avLst/>
          </a:prstGeom>
          <a:solidFill>
            <a:srgbClr val="FFFFFF"/>
          </a:solidFill>
          <a:ln w="50800">
            <a:solidFill>
              <a:srgbClr val="E5536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2500" b="1" lang="en-US">
                <a:solidFill>
                  <a:srgbClr val="E5536F"/>
                </a:solidFill>
                <a:latin typeface="Arial"/>
                <a:cs typeface="Arial"/>
              </a:rPr>
              <a:t>Try again!</a:t>
            </a:r>
          </a:p>
        </p:txBody>
      </p:sp>
      <p:sp>
        <p:nvSpPr>
          <p:cNvPr id="17" name="Next button">
            <a:hlinkClick action="ppaction://hlinksldjump" r:id="rId7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Next arrow">
            <a:hlinkClick action="ppaction://hlinksldjump" r:id="rId7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8" name="boing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4" dur="1500" fill="hold" repeatCount="indefinite" autoRev="1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6" dur="150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8" dur="1670" fill="hold" repeatCount="indefinite" autoRev="1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0" dur="1670" fill="hold" repeatCount="indefinite" autoRev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2" dur="201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4" dur="2010" fill="hold" repeatCount="indefinite" autoRev="1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7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6" dur="2180" fill="hold" repeatCount="indefinite" autoRev="1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9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8" dur="2180" fill="hold" repeatCount="indefinite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4" presetID="53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9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Pop every balloon with"/>
          <p:cNvSpPr/>
          <p:nvPr/>
        </p:nvSpPr>
        <p:spPr>
          <a:xfrm>
            <a:off x="2730500" y="190500"/>
            <a:ext cx="546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900" b="1" lang="en-US">
                <a:solidFill>
                  <a:srgbClr val="2E2640"/>
                </a:solidFill>
                <a:latin typeface="Arial"/>
                <a:cs typeface="Arial"/>
              </a:rPr>
              <a:t>Pop every balloon with</a:t>
            </a:r>
          </a:p>
        </p:txBody>
      </p:sp>
      <p:sp>
        <p:nvSpPr>
          <p:cNvPr id="5" name="Find غِ" descr="غِ"/>
          <p:cNvSpPr/>
          <p:nvPr/>
        </p:nvSpPr>
        <p:spPr>
          <a:xfrm>
            <a:off x="81915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غِ</a:t>
            </a:r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Balloon 2" descr="Balloon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48000" y="2286000"/>
            <a:ext cx="1651000" cy="2857500"/>
          </a:xfrm>
          <a:prstGeom prst="rect">
            <a:avLst/>
          </a:prstGeom>
        </p:spPr>
      </p:pic>
      <p:sp>
        <p:nvSpPr>
          <p:cNvPr id="9" name="Balloon letter 2 تِ" descr="تِ"/>
          <p:cNvSpPr/>
          <p:nvPr/>
        </p:nvSpPr>
        <p:spPr>
          <a:xfrm>
            <a:off x="3175000" y="2520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تِ</a:t>
            </a:r>
          </a:p>
        </p:txBody>
      </p:sp>
      <p:pic>
        <p:nvPicPr>
          <p:cNvPr id="10" name="Balloon 4" descr="Balloon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3000" y="2286000"/>
            <a:ext cx="1651000" cy="2857500"/>
          </a:xfrm>
          <a:prstGeom prst="rect">
            <a:avLst/>
          </a:prstGeom>
        </p:spPr>
      </p:pic>
      <p:sp>
        <p:nvSpPr>
          <p:cNvPr id="11" name="Balloon letter 4 سِ" descr="سِ"/>
          <p:cNvSpPr/>
          <p:nvPr/>
        </p:nvSpPr>
        <p:spPr>
          <a:xfrm>
            <a:off x="7620000" y="2520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سِ</a:t>
            </a:r>
          </a:p>
        </p:txBody>
      </p:sp>
      <p:pic>
        <p:nvPicPr>
          <p:cNvPr id="12" name="Balloon 5" descr="Balloon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15500" y="1905000"/>
            <a:ext cx="1651000" cy="2857500"/>
          </a:xfrm>
          <a:prstGeom prst="rect">
            <a:avLst/>
          </a:prstGeom>
        </p:spPr>
      </p:pic>
      <p:sp>
        <p:nvSpPr>
          <p:cNvPr id="13" name="Balloon letter 5 هِ" descr="هِ"/>
          <p:cNvSpPr/>
          <p:nvPr/>
        </p:nvSpPr>
        <p:spPr>
          <a:xfrm>
            <a:off x="9842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هِ</a:t>
            </a:r>
          </a:p>
        </p:txBody>
      </p:sp>
      <p:sp>
        <p:nvSpPr>
          <p:cNvPr id="14" name="Great job!" descr="Great job!"/>
          <p:cNvSpPr/>
          <p:nvPr/>
        </p:nvSpPr>
        <p:spPr>
          <a:xfrm>
            <a:off x="7937500" y="5270500"/>
            <a:ext cx="3048000" cy="1460500"/>
          </a:xfrm>
          <a:prstGeom prst="cloudCallout">
            <a:avLst/>
          </a:prstGeom>
          <a:solidFill>
            <a:srgbClr val="FFFFFF"/>
          </a:solidFill>
          <a:ln w="50800">
            <a:solidFill>
              <a:srgbClr val="2FB57A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2500" b="1" lang="en-US">
                <a:solidFill>
                  <a:srgbClr val="2FB57A"/>
                </a:solidFill>
                <a:latin typeface="Arial"/>
                <a:cs typeface="Arial"/>
              </a:rPr>
              <a:t>Great job!</a:t>
            </a:r>
          </a:p>
        </p:txBody>
      </p:sp>
      <p:sp>
        <p:nvSpPr>
          <p:cNvPr id="15" name="Next button">
            <a:hlinkClick action="ppaction://hlinksldjump" r:id="rId5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Next arrow">
            <a:hlinkClick action="ppaction://hlinksldjump" r:id="rId5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7" name="sound anchor" descr="sound anchor (invisible)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700" y="12700"/>
            <a:ext cx="25400" cy="25400"/>
          </a:xfrm>
          <a:prstGeom prst="rect">
            <a:avLst/>
          </a:prstGeom>
        </p:spPr>
      </p:pic>
    </p:spTree>
  </p:cSld>
  <p:clrMapOvr>
    <a:masterClrMapping/>
  </p:clrMapOvr>
  <p:transition advClick="0">
    <p:sndAc>
      <p:stSnd>
        <p:snd r:embed="rId6" name="po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9" dur="1670" fill="hold" repeatCount="indefinite" autoRev="1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2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1" dur="167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4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3" dur="2010" fill="hold" repeatCount="indefinite" autoRev="1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6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5" dur="2010" fill="hold" repeatCount="indefinite" autoRev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8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7" dur="218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0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9" dur="2180" fill="hold" repeatCount="indefinite" autoRev="1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5" presetID="53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2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100000">
                                        <p:cTn id="2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8" name="cheer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921000" y="190500"/>
            <a:ext cx="6350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Feed me"/>
          <p:cNvSpPr/>
          <p:nvPr/>
        </p:nvSpPr>
        <p:spPr>
          <a:xfrm>
            <a:off x="3048000" y="190500"/>
            <a:ext cx="4826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600" b="1" lang="en-US">
                <a:solidFill>
                  <a:srgbClr val="2E2640"/>
                </a:solidFill>
                <a:latin typeface="Arial"/>
                <a:cs typeface="Arial"/>
              </a:rPr>
              <a:t>Feed me</a:t>
            </a:r>
          </a:p>
        </p:txBody>
      </p:sp>
      <p:sp>
        <p:nvSpPr>
          <p:cNvPr id="5" name="Find غِ" descr="غِ"/>
          <p:cNvSpPr/>
          <p:nvPr/>
        </p:nvSpPr>
        <p:spPr>
          <a:xfrm>
            <a:off x="78740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غِ</a:t>
            </a:r>
          </a:p>
        </p:txBody>
      </p:sp>
      <p:pic>
        <p:nvPicPr>
          <p:cNvPr id="6" name="Monster" descr="Monste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2095500"/>
            <a:ext cx="3810000" cy="3810000"/>
          </a:xfrm>
          <a:prstGeom prst="rect">
            <a:avLst/>
          </a:prstGeom>
        </p:spPr>
      </p:pic>
      <p:pic>
        <p:nvPicPr>
          <p:cNvPr id="7" name="Food 1" descr="Food 1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5000" y="1778000"/>
            <a:ext cx="1905000" cy="1905000"/>
          </a:xfrm>
          <a:prstGeom prst="rect">
            <a:avLst/>
          </a:prstGeom>
        </p:spPr>
      </p:pic>
      <p:sp>
        <p:nvSpPr>
          <p:cNvPr id="8" name="Food letter 1 بِ" descr="بِ">
            <a:hlinkClick action="ppaction://hlinksldjump" r:id="rId7"/>
          </p:cNvPr>
          <p:cNvSpPr/>
          <p:nvPr/>
        </p:nvSpPr>
        <p:spPr>
          <a:xfrm>
            <a:off x="7429500" y="2317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بِ</a:t>
            </a:r>
          </a:p>
        </p:txBody>
      </p:sp>
      <p:pic>
        <p:nvPicPr>
          <p:cNvPr id="9" name="Food 2" descr="Food 2">
            <a:hlinkClick action="ppaction://hlinksldjump" r:id="rId8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25000" y="1778000"/>
            <a:ext cx="1905000" cy="1905000"/>
          </a:xfrm>
          <a:prstGeom prst="rect">
            <a:avLst/>
          </a:prstGeom>
        </p:spPr>
      </p:pic>
      <p:sp>
        <p:nvSpPr>
          <p:cNvPr id="10" name="Food letter 2 غِ" descr="غِ">
            <a:hlinkClick action="ppaction://hlinksldjump" r:id="rId8"/>
          </p:cNvPr>
          <p:cNvSpPr/>
          <p:nvPr/>
        </p:nvSpPr>
        <p:spPr>
          <a:xfrm>
            <a:off x="9969500" y="2317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غِ</a:t>
            </a:r>
          </a:p>
        </p:txBody>
      </p:sp>
      <p:pic>
        <p:nvPicPr>
          <p:cNvPr id="11" name="Food 3" descr="Food 3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85000" y="4064000"/>
            <a:ext cx="1905000" cy="1905000"/>
          </a:xfrm>
          <a:prstGeom prst="rect">
            <a:avLst/>
          </a:prstGeom>
        </p:spPr>
      </p:pic>
      <p:sp>
        <p:nvSpPr>
          <p:cNvPr id="12" name="Food letter 3 سِ" descr="سِ">
            <a:hlinkClick action="ppaction://hlinksldjump" r:id="rId7"/>
          </p:cNvPr>
          <p:cNvSpPr/>
          <p:nvPr/>
        </p:nvSpPr>
        <p:spPr>
          <a:xfrm>
            <a:off x="7429500" y="4603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سِ</a:t>
            </a:r>
          </a:p>
        </p:txBody>
      </p:sp>
      <p:pic>
        <p:nvPicPr>
          <p:cNvPr id="13" name="Food 4" descr="Food 4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25000" y="4064000"/>
            <a:ext cx="1905000" cy="1905000"/>
          </a:xfrm>
          <a:prstGeom prst="rect">
            <a:avLst/>
          </a:prstGeom>
        </p:spPr>
      </p:pic>
      <p:sp>
        <p:nvSpPr>
          <p:cNvPr id="14" name="Food letter 4 فِ" descr="فِ">
            <a:hlinkClick action="ppaction://hlinksldjump" r:id="rId7"/>
          </p:cNvPr>
          <p:cNvSpPr/>
          <p:nvPr/>
        </p:nvSpPr>
        <p:spPr>
          <a:xfrm>
            <a:off x="9969500" y="4603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فِ</a:t>
            </a:r>
          </a:p>
        </p:txBody>
      </p:sp>
      <p:sp>
        <p:nvSpPr>
          <p:cNvPr id="15" name="Next button">
            <a:hlinkClick action="ppaction://hlinksldjump" r:id="rId9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Next arrow">
            <a:hlinkClick action="ppaction://hlinksldjump" r:id="rId9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 spd="med">
    <p:fade/>
  </p:transition>
</p:sld>
</file>

<file path=ppt/slides/slide371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921000" y="190500"/>
            <a:ext cx="6350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Feed me"/>
          <p:cNvSpPr/>
          <p:nvPr/>
        </p:nvSpPr>
        <p:spPr>
          <a:xfrm>
            <a:off x="3048000" y="190500"/>
            <a:ext cx="4826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600" b="1" lang="en-US">
                <a:solidFill>
                  <a:srgbClr val="2E2640"/>
                </a:solidFill>
                <a:latin typeface="Arial"/>
                <a:cs typeface="Arial"/>
              </a:rPr>
              <a:t>Feed me</a:t>
            </a:r>
          </a:p>
        </p:txBody>
      </p:sp>
      <p:sp>
        <p:nvSpPr>
          <p:cNvPr id="5" name="Find غِ" descr="غِ"/>
          <p:cNvSpPr/>
          <p:nvPr/>
        </p:nvSpPr>
        <p:spPr>
          <a:xfrm>
            <a:off x="78740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غِ</a:t>
            </a:r>
          </a:p>
        </p:txBody>
      </p:sp>
      <p:pic>
        <p:nvPicPr>
          <p:cNvPr id="6" name="Monster" descr="Monste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2095500"/>
            <a:ext cx="3810000" cy="3810000"/>
          </a:xfrm>
          <a:prstGeom prst="rect">
            <a:avLst/>
          </a:prstGeom>
        </p:spPr>
      </p:pic>
      <p:pic>
        <p:nvPicPr>
          <p:cNvPr id="7" name="Food 1" descr="Food 1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5000" y="1778000"/>
            <a:ext cx="1905000" cy="1905000"/>
          </a:xfrm>
          <a:prstGeom prst="rect">
            <a:avLst/>
          </a:prstGeom>
        </p:spPr>
      </p:pic>
      <p:sp>
        <p:nvSpPr>
          <p:cNvPr id="8" name="Food letter 1 بِ" descr="بِ">
            <a:hlinkClick action="ppaction://hlinksldjump" r:id="rId7"/>
          </p:cNvPr>
          <p:cNvSpPr/>
          <p:nvPr/>
        </p:nvSpPr>
        <p:spPr>
          <a:xfrm>
            <a:off x="7429500" y="2317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بِ</a:t>
            </a:r>
          </a:p>
        </p:txBody>
      </p:sp>
      <p:pic>
        <p:nvPicPr>
          <p:cNvPr id="9" name="Food 2" descr="Food 2">
            <a:hlinkClick action="ppaction://hlinksldjump" r:id="rId8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25000" y="1778000"/>
            <a:ext cx="1905000" cy="1905000"/>
          </a:xfrm>
          <a:prstGeom prst="rect">
            <a:avLst/>
          </a:prstGeom>
        </p:spPr>
      </p:pic>
      <p:sp>
        <p:nvSpPr>
          <p:cNvPr id="10" name="Food letter 2 غِ" descr="غِ">
            <a:hlinkClick action="ppaction://hlinksldjump" r:id="rId8"/>
          </p:cNvPr>
          <p:cNvSpPr/>
          <p:nvPr/>
        </p:nvSpPr>
        <p:spPr>
          <a:xfrm>
            <a:off x="9969500" y="2317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غِ</a:t>
            </a:r>
          </a:p>
        </p:txBody>
      </p:sp>
      <p:pic>
        <p:nvPicPr>
          <p:cNvPr id="11" name="Food 3" descr="Food 3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85000" y="4064000"/>
            <a:ext cx="1905000" cy="1905000"/>
          </a:xfrm>
          <a:prstGeom prst="rect">
            <a:avLst/>
          </a:prstGeom>
        </p:spPr>
      </p:pic>
      <p:sp>
        <p:nvSpPr>
          <p:cNvPr id="12" name="Food letter 3 سِ" descr="سِ">
            <a:hlinkClick action="ppaction://hlinksldjump" r:id="rId7"/>
          </p:cNvPr>
          <p:cNvSpPr/>
          <p:nvPr/>
        </p:nvSpPr>
        <p:spPr>
          <a:xfrm>
            <a:off x="7429500" y="4603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سِ</a:t>
            </a:r>
          </a:p>
        </p:txBody>
      </p:sp>
      <p:pic>
        <p:nvPicPr>
          <p:cNvPr id="13" name="Food 4" descr="Food 4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25000" y="4064000"/>
            <a:ext cx="1905000" cy="1905000"/>
          </a:xfrm>
          <a:prstGeom prst="rect">
            <a:avLst/>
          </a:prstGeom>
        </p:spPr>
      </p:pic>
      <p:sp>
        <p:nvSpPr>
          <p:cNvPr id="14" name="Food letter 4 فِ" descr="فِ">
            <a:hlinkClick action="ppaction://hlinksldjump" r:id="rId7"/>
          </p:cNvPr>
          <p:cNvSpPr/>
          <p:nvPr/>
        </p:nvSpPr>
        <p:spPr>
          <a:xfrm>
            <a:off x="9969500" y="4603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فِ</a:t>
            </a:r>
          </a:p>
        </p:txBody>
      </p:sp>
      <p:sp>
        <p:nvSpPr>
          <p:cNvPr id="15" name="No, thanks!" descr="No, thanks!"/>
          <p:cNvSpPr/>
          <p:nvPr/>
        </p:nvSpPr>
        <p:spPr>
          <a:xfrm>
            <a:off x="3302000" y="1079500"/>
            <a:ext cx="3302000" cy="1524000"/>
          </a:xfrm>
          <a:prstGeom prst="cloudCallout">
            <a:avLst/>
          </a:prstGeom>
          <a:solidFill>
            <a:srgbClr val="FFFFFF"/>
          </a:solidFill>
          <a:ln w="50800">
            <a:solidFill>
              <a:srgbClr val="E5536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2500" b="1" lang="en-US">
                <a:solidFill>
                  <a:srgbClr val="E5536F"/>
                </a:solidFill>
                <a:latin typeface="Arial"/>
                <a:cs typeface="Arial"/>
              </a:rPr>
              <a:t>No, thanks!</a:t>
            </a:r>
          </a:p>
        </p:txBody>
      </p:sp>
      <p:sp>
        <p:nvSpPr>
          <p:cNvPr id="16" name="Next button">
            <a:hlinkClick action="ppaction://hlinksldjump" r:id="rId9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Next arrow">
            <a:hlinkClick action="ppaction://hlinksldjump" r:id="rId9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10" name="boing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53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" dur="4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4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2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921000" y="190500"/>
            <a:ext cx="6350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Feed me"/>
          <p:cNvSpPr/>
          <p:nvPr/>
        </p:nvSpPr>
        <p:spPr>
          <a:xfrm>
            <a:off x="3048000" y="190500"/>
            <a:ext cx="4826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600" b="1" lang="en-US">
                <a:solidFill>
                  <a:srgbClr val="2E2640"/>
                </a:solidFill>
                <a:latin typeface="Arial"/>
                <a:cs typeface="Arial"/>
              </a:rPr>
              <a:t>Feed me</a:t>
            </a:r>
          </a:p>
        </p:txBody>
      </p:sp>
      <p:sp>
        <p:nvSpPr>
          <p:cNvPr id="5" name="Find غِ" descr="غِ"/>
          <p:cNvSpPr/>
          <p:nvPr/>
        </p:nvSpPr>
        <p:spPr>
          <a:xfrm>
            <a:off x="78740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غِ</a:t>
            </a:r>
          </a:p>
        </p:txBody>
      </p:sp>
      <p:pic>
        <p:nvPicPr>
          <p:cNvPr id="6" name="Monster" descr="Monste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2095500"/>
            <a:ext cx="3810000" cy="3810000"/>
          </a:xfrm>
          <a:prstGeom prst="rect">
            <a:avLst/>
          </a:prstGeom>
        </p:spPr>
      </p:pic>
      <p:pic>
        <p:nvPicPr>
          <p:cNvPr id="7" name="Food 1" descr="Food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5000" y="1778000"/>
            <a:ext cx="1905000" cy="1905000"/>
          </a:xfrm>
          <a:prstGeom prst="rect">
            <a:avLst/>
          </a:prstGeom>
        </p:spPr>
      </p:pic>
      <p:sp>
        <p:nvSpPr>
          <p:cNvPr id="8" name="Food letter 1 بِ" descr="بِ"/>
          <p:cNvSpPr/>
          <p:nvPr/>
        </p:nvSpPr>
        <p:spPr>
          <a:xfrm>
            <a:off x="7429500" y="2317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بِ</a:t>
            </a:r>
          </a:p>
        </p:txBody>
      </p:sp>
      <p:pic>
        <p:nvPicPr>
          <p:cNvPr id="9" name="Food 3" descr="Food 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85000" y="4064000"/>
            <a:ext cx="1905000" cy="1905000"/>
          </a:xfrm>
          <a:prstGeom prst="rect">
            <a:avLst/>
          </a:prstGeom>
        </p:spPr>
      </p:pic>
      <p:sp>
        <p:nvSpPr>
          <p:cNvPr id="10" name="Food letter 3 سِ" descr="سِ"/>
          <p:cNvSpPr/>
          <p:nvPr/>
        </p:nvSpPr>
        <p:spPr>
          <a:xfrm>
            <a:off x="7429500" y="4603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سِ</a:t>
            </a:r>
          </a:p>
        </p:txBody>
      </p:sp>
      <p:pic>
        <p:nvPicPr>
          <p:cNvPr id="11" name="Food 4" descr="Food 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25000" y="4064000"/>
            <a:ext cx="1905000" cy="1905000"/>
          </a:xfrm>
          <a:prstGeom prst="rect">
            <a:avLst/>
          </a:prstGeom>
        </p:spPr>
      </p:pic>
      <p:sp>
        <p:nvSpPr>
          <p:cNvPr id="12" name="Food letter 4 فِ" descr="فِ"/>
          <p:cNvSpPr/>
          <p:nvPr/>
        </p:nvSpPr>
        <p:spPr>
          <a:xfrm>
            <a:off x="9969500" y="4603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فِ</a:t>
            </a:r>
          </a:p>
        </p:txBody>
      </p:sp>
      <p:sp>
        <p:nvSpPr>
          <p:cNvPr id="13" name="Yummy!" descr="Yummy!"/>
          <p:cNvSpPr/>
          <p:nvPr/>
        </p:nvSpPr>
        <p:spPr>
          <a:xfrm>
            <a:off x="3302000" y="1079500"/>
            <a:ext cx="3302000" cy="1524000"/>
          </a:xfrm>
          <a:prstGeom prst="cloudCallout">
            <a:avLst/>
          </a:prstGeom>
          <a:solidFill>
            <a:srgbClr val="FFFFFF"/>
          </a:solidFill>
          <a:ln w="50800">
            <a:solidFill>
              <a:srgbClr val="E5536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3200" b="1" lang="en-US">
                <a:solidFill>
                  <a:srgbClr val="E5536F"/>
                </a:solidFill>
                <a:latin typeface="Arial"/>
                <a:cs typeface="Arial"/>
              </a:rPr>
              <a:t>Yummy!</a:t>
            </a:r>
          </a:p>
        </p:txBody>
      </p:sp>
      <p:sp>
        <p:nvSpPr>
          <p:cNvPr id="14" name="Next button">
            <a:hlinkClick action="ppaction://hlinksldjump" r:id="rId7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Next arrow">
            <a:hlinkClick action="ppaction://hlinksldjump" r:id="rId7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6" name="sound anchor" descr="sound anchor (invisible)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2700" y="12700"/>
            <a:ext cx="25400" cy="25400"/>
          </a:xfrm>
          <a:prstGeom prst="rect">
            <a:avLst/>
          </a:prstGeom>
        </p:spPr>
      </p:pic>
    </p:spTree>
  </p:cSld>
  <p:clrMapOvr>
    <a:masterClrMapping/>
  </p:clrMapOvr>
  <p:transition advClick="0">
    <p:sndAc>
      <p:stSnd>
        <p:snd r:embed="rId8" name="munc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2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53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100000">
                                        <p:cTn id="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0" name="cheer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286000" y="190500"/>
            <a:ext cx="7620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Build the word, then tap GO!"/>
          <p:cNvSpPr/>
          <p:nvPr/>
        </p:nvSpPr>
        <p:spPr>
          <a:xfrm>
            <a:off x="2413000" y="190500"/>
            <a:ext cx="52705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200" b="1" lang="en-US">
                <a:solidFill>
                  <a:srgbClr val="2E2640"/>
                </a:solidFill>
                <a:latin typeface="Arial"/>
                <a:cs typeface="Arial"/>
              </a:rPr>
              <a:t>Build the word, then tap GO!</a:t>
            </a:r>
          </a:p>
        </p:txBody>
      </p:sp>
      <p:sp>
        <p:nvSpPr>
          <p:cNvPr id="5" name="Find سَمِعَ" descr="سَمِعَ"/>
          <p:cNvSpPr/>
          <p:nvPr/>
        </p:nvSpPr>
        <p:spPr>
          <a:xfrm>
            <a:off x="7683500" y="228600"/>
            <a:ext cx="20955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سَمِعَ</a:t>
            </a:r>
          </a:p>
        </p:txBody>
      </p:sp>
      <p:pic>
        <p:nvPicPr>
          <p:cNvPr id="6" name="Engine" descr="Engin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000" y="3937000"/>
            <a:ext cx="2667000" cy="1911350"/>
          </a:xfrm>
          <a:prstGeom prst="rect">
            <a:avLst/>
          </a:prstGeom>
        </p:spPr>
      </p:pic>
      <p:pic>
        <p:nvPicPr>
          <p:cNvPr id="7" name="Wagon 1" descr="Wagon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75000" y="4381500"/>
            <a:ext cx="1778000" cy="1543050"/>
          </a:xfrm>
          <a:prstGeom prst="rect">
            <a:avLst/>
          </a:prstGeom>
        </p:spPr>
      </p:pic>
      <p:pic>
        <p:nvPicPr>
          <p:cNvPr id="8" name="Wagon 2" descr="Wagon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16500" y="4381500"/>
            <a:ext cx="1778000" cy="1543050"/>
          </a:xfrm>
          <a:prstGeom prst="rect">
            <a:avLst/>
          </a:prstGeom>
        </p:spPr>
      </p:pic>
      <p:pic>
        <p:nvPicPr>
          <p:cNvPr id="9" name="Wagon 3" descr="Wagon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0" y="4381500"/>
            <a:ext cx="1778000" cy="1543050"/>
          </a:xfrm>
          <a:prstGeom prst="rect">
            <a:avLst/>
          </a:prstGeom>
        </p:spPr>
      </p:pic>
      <p:sp>
        <p:nvSpPr>
          <p:cNvPr id="10" name="Card مِ" descr="مِ">
            <a:hlinkClick action="ppaction://hlinksldjump" r:id="rId5"/>
          </p:cNvPr>
          <p:cNvSpPr/>
          <p:nvPr/>
        </p:nvSpPr>
        <p:spPr>
          <a:xfrm>
            <a:off x="3302000" y="1778000"/>
            <a:ext cx="1206500" cy="12065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FFB347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6200" b="1" lang="ar-SA">
                <a:solidFill>
                  <a:srgbClr val="2E2640"/>
                </a:solidFill>
                <a:latin typeface="Arial"/>
                <a:cs typeface="Arial"/>
              </a:rPr>
              <a:t>مِ</a:t>
            </a:r>
          </a:p>
        </p:txBody>
      </p:sp>
      <p:sp>
        <p:nvSpPr>
          <p:cNvPr id="11" name="Card سَ" descr="سَ">
            <a:hlinkClick action="ppaction://hlinksldjump" r:id="rId6"/>
          </p:cNvPr>
          <p:cNvSpPr/>
          <p:nvPr/>
        </p:nvSpPr>
        <p:spPr>
          <a:xfrm>
            <a:off x="4953000" y="1778000"/>
            <a:ext cx="1206500" cy="12065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FFB347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6200" b="1" lang="ar-SA">
                <a:solidFill>
                  <a:srgbClr val="2E2640"/>
                </a:solidFill>
                <a:latin typeface="Arial"/>
                <a:cs typeface="Arial"/>
              </a:rPr>
              <a:t>سَ</a:t>
            </a:r>
          </a:p>
        </p:txBody>
      </p:sp>
      <p:sp>
        <p:nvSpPr>
          <p:cNvPr id="12" name="Card عَ" descr="عَ">
            <a:hlinkClick action="ppaction://hlinksldjump" r:id="rId5"/>
          </p:cNvPr>
          <p:cNvSpPr/>
          <p:nvPr/>
        </p:nvSpPr>
        <p:spPr>
          <a:xfrm>
            <a:off x="6604000" y="1778000"/>
            <a:ext cx="1206500" cy="12065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FFB347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6200" b="1" lang="ar-SA">
                <a:solidFill>
                  <a:srgbClr val="2E2640"/>
                </a:solidFill>
                <a:latin typeface="Arial"/>
                <a:cs typeface="Arial"/>
              </a:rPr>
              <a:t>عَ</a:t>
            </a:r>
          </a:p>
        </p:txBody>
      </p:sp>
      <p:sp>
        <p:nvSpPr>
          <p:cNvPr id="13" name="Next button">
            <a:hlinkClick action="ppaction://hlinksldjump" r:id="rId7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Next arrow">
            <a:hlinkClick action="ppaction://hlinksldjump" r:id="rId7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 spd="med">
    <p:fade/>
  </p:transition>
</p:sld>
</file>

<file path=ppt/slides/slide374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286000" y="190500"/>
            <a:ext cx="7620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Build the word, then tap GO!"/>
          <p:cNvSpPr/>
          <p:nvPr/>
        </p:nvSpPr>
        <p:spPr>
          <a:xfrm>
            <a:off x="2413000" y="190500"/>
            <a:ext cx="52705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200" b="1" lang="en-US">
                <a:solidFill>
                  <a:srgbClr val="2E2640"/>
                </a:solidFill>
                <a:latin typeface="Arial"/>
                <a:cs typeface="Arial"/>
              </a:rPr>
              <a:t>Build the word, then tap GO!</a:t>
            </a:r>
          </a:p>
        </p:txBody>
      </p:sp>
      <p:sp>
        <p:nvSpPr>
          <p:cNvPr id="5" name="Find سَمِعَ" descr="سَمِعَ"/>
          <p:cNvSpPr/>
          <p:nvPr/>
        </p:nvSpPr>
        <p:spPr>
          <a:xfrm>
            <a:off x="7683500" y="228600"/>
            <a:ext cx="20955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سَمِعَ</a:t>
            </a:r>
          </a:p>
        </p:txBody>
      </p:sp>
      <p:pic>
        <p:nvPicPr>
          <p:cNvPr id="6" name="Engine" descr="Engin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000" y="3937000"/>
            <a:ext cx="2667000" cy="1911350"/>
          </a:xfrm>
          <a:prstGeom prst="rect">
            <a:avLst/>
          </a:prstGeom>
        </p:spPr>
      </p:pic>
      <p:pic>
        <p:nvPicPr>
          <p:cNvPr id="7" name="Wagon 1" descr="Wagon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75000" y="4381500"/>
            <a:ext cx="1778000" cy="1543050"/>
          </a:xfrm>
          <a:prstGeom prst="rect">
            <a:avLst/>
          </a:prstGeom>
        </p:spPr>
      </p:pic>
      <p:pic>
        <p:nvPicPr>
          <p:cNvPr id="8" name="Wagon 2" descr="Wagon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16500" y="4381500"/>
            <a:ext cx="1778000" cy="1543050"/>
          </a:xfrm>
          <a:prstGeom prst="rect">
            <a:avLst/>
          </a:prstGeom>
        </p:spPr>
      </p:pic>
      <p:pic>
        <p:nvPicPr>
          <p:cNvPr id="9" name="Wagon 3" descr="Wagon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0" y="4381500"/>
            <a:ext cx="1778000" cy="1543050"/>
          </a:xfrm>
          <a:prstGeom prst="rect">
            <a:avLst/>
          </a:prstGeom>
        </p:spPr>
      </p:pic>
      <p:sp>
        <p:nvSpPr>
          <p:cNvPr id="10" name="Wagon letter 1" descr="سَ"/>
          <p:cNvSpPr/>
          <p:nvPr/>
        </p:nvSpPr>
        <p:spPr>
          <a:xfrm>
            <a:off x="7099300" y="4737100"/>
            <a:ext cx="1295400" cy="6604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3800" b="1" lang="ar-SA">
                <a:solidFill>
                  <a:srgbClr val="2E2640"/>
                </a:solidFill>
                <a:latin typeface="Arial"/>
                <a:cs typeface="Arial"/>
              </a:rPr>
              <a:t>سَ</a:t>
            </a:r>
          </a:p>
        </p:txBody>
      </p:sp>
      <p:sp>
        <p:nvSpPr>
          <p:cNvPr id="11" name="Card مِ" descr="مِ">
            <a:hlinkClick action="ppaction://hlinksldjump" r:id="rId5"/>
          </p:cNvPr>
          <p:cNvSpPr/>
          <p:nvPr/>
        </p:nvSpPr>
        <p:spPr>
          <a:xfrm>
            <a:off x="3302000" y="1778000"/>
            <a:ext cx="1206500" cy="12065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FFB347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6200" b="1" lang="ar-SA">
                <a:solidFill>
                  <a:srgbClr val="2E2640"/>
                </a:solidFill>
                <a:latin typeface="Arial"/>
                <a:cs typeface="Arial"/>
              </a:rPr>
              <a:t>مِ</a:t>
            </a:r>
          </a:p>
        </p:txBody>
      </p:sp>
      <p:sp>
        <p:nvSpPr>
          <p:cNvPr id="12" name="Card عَ" descr="عَ">
            <a:hlinkClick action="ppaction://hlinksldjump" r:id="rId6"/>
          </p:cNvPr>
          <p:cNvSpPr/>
          <p:nvPr/>
        </p:nvSpPr>
        <p:spPr>
          <a:xfrm>
            <a:off x="6604000" y="1778000"/>
            <a:ext cx="1206500" cy="12065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FFB347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6200" b="1" lang="ar-SA">
                <a:solidFill>
                  <a:srgbClr val="2E2640"/>
                </a:solidFill>
                <a:latin typeface="Arial"/>
                <a:cs typeface="Arial"/>
              </a:rPr>
              <a:t>عَ</a:t>
            </a:r>
          </a:p>
        </p:txBody>
      </p:sp>
      <p:sp>
        <p:nvSpPr>
          <p:cNvPr id="13" name="Next button">
            <a:hlinkClick action="ppaction://hlinksldjump" r:id="rId7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Next arrow">
            <a:hlinkClick action="ppaction://hlinksldjump" r:id="rId7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8" name="ding.wav"/>
      </p:stSnd>
    </p:sndAc>
  </p:transition>
</p:sld>
</file>

<file path=ppt/slides/slide375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286000" y="190500"/>
            <a:ext cx="7620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Build the word, then tap GO!"/>
          <p:cNvSpPr/>
          <p:nvPr/>
        </p:nvSpPr>
        <p:spPr>
          <a:xfrm>
            <a:off x="2413000" y="190500"/>
            <a:ext cx="52705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200" b="1" lang="en-US">
                <a:solidFill>
                  <a:srgbClr val="2E2640"/>
                </a:solidFill>
                <a:latin typeface="Arial"/>
                <a:cs typeface="Arial"/>
              </a:rPr>
              <a:t>Build the word, then tap GO!</a:t>
            </a:r>
          </a:p>
        </p:txBody>
      </p:sp>
      <p:sp>
        <p:nvSpPr>
          <p:cNvPr id="5" name="Find سَمِعَ" descr="سَمِعَ"/>
          <p:cNvSpPr/>
          <p:nvPr/>
        </p:nvSpPr>
        <p:spPr>
          <a:xfrm>
            <a:off x="7683500" y="228600"/>
            <a:ext cx="20955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سَمِعَ</a:t>
            </a:r>
          </a:p>
        </p:txBody>
      </p:sp>
      <p:pic>
        <p:nvPicPr>
          <p:cNvPr id="6" name="Engine" descr="Engin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000" y="3937000"/>
            <a:ext cx="2667000" cy="1911350"/>
          </a:xfrm>
          <a:prstGeom prst="rect">
            <a:avLst/>
          </a:prstGeom>
        </p:spPr>
      </p:pic>
      <p:pic>
        <p:nvPicPr>
          <p:cNvPr id="7" name="Wagon 1" descr="Wagon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75000" y="4381500"/>
            <a:ext cx="1778000" cy="1543050"/>
          </a:xfrm>
          <a:prstGeom prst="rect">
            <a:avLst/>
          </a:prstGeom>
        </p:spPr>
      </p:pic>
      <p:pic>
        <p:nvPicPr>
          <p:cNvPr id="8" name="Wagon 2" descr="Wagon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16500" y="4381500"/>
            <a:ext cx="1778000" cy="1543050"/>
          </a:xfrm>
          <a:prstGeom prst="rect">
            <a:avLst/>
          </a:prstGeom>
        </p:spPr>
      </p:pic>
      <p:pic>
        <p:nvPicPr>
          <p:cNvPr id="9" name="Wagon 3" descr="Wagon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0" y="4381500"/>
            <a:ext cx="1778000" cy="1543050"/>
          </a:xfrm>
          <a:prstGeom prst="rect">
            <a:avLst/>
          </a:prstGeom>
        </p:spPr>
      </p:pic>
      <p:sp>
        <p:nvSpPr>
          <p:cNvPr id="10" name="Wagon letter 1" descr="سَ"/>
          <p:cNvSpPr/>
          <p:nvPr/>
        </p:nvSpPr>
        <p:spPr>
          <a:xfrm>
            <a:off x="7099300" y="4737100"/>
            <a:ext cx="1295400" cy="6604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3800" b="1" lang="ar-SA">
                <a:solidFill>
                  <a:srgbClr val="2E2640"/>
                </a:solidFill>
                <a:latin typeface="Arial"/>
                <a:cs typeface="Arial"/>
              </a:rPr>
              <a:t>سَ</a:t>
            </a:r>
          </a:p>
        </p:txBody>
      </p:sp>
      <p:sp>
        <p:nvSpPr>
          <p:cNvPr id="11" name="Wagon letter 2" descr="مِ"/>
          <p:cNvSpPr/>
          <p:nvPr/>
        </p:nvSpPr>
        <p:spPr>
          <a:xfrm>
            <a:off x="5257800" y="4737100"/>
            <a:ext cx="1295400" cy="6604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3800" b="1" lang="ar-SA">
                <a:solidFill>
                  <a:srgbClr val="2E2640"/>
                </a:solidFill>
                <a:latin typeface="Arial"/>
                <a:cs typeface="Arial"/>
              </a:rPr>
              <a:t>مِ</a:t>
            </a:r>
          </a:p>
        </p:txBody>
      </p:sp>
      <p:sp>
        <p:nvSpPr>
          <p:cNvPr id="12" name="Card عَ" descr="عَ">
            <a:hlinkClick action="ppaction://hlinksldjump" r:id="rId5"/>
          </p:cNvPr>
          <p:cNvSpPr/>
          <p:nvPr/>
        </p:nvSpPr>
        <p:spPr>
          <a:xfrm>
            <a:off x="6604000" y="1778000"/>
            <a:ext cx="1206500" cy="12065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FFB347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6200" b="1" lang="ar-SA">
                <a:solidFill>
                  <a:srgbClr val="2E2640"/>
                </a:solidFill>
                <a:latin typeface="Arial"/>
                <a:cs typeface="Arial"/>
              </a:rPr>
              <a:t>عَ</a:t>
            </a:r>
          </a:p>
        </p:txBody>
      </p:sp>
      <p:sp>
        <p:nvSpPr>
          <p:cNvPr id="13" name="Next button">
            <a:hlinkClick action="ppaction://hlinksldjump" r:id="rId6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Next arrow">
            <a:hlinkClick action="ppaction://hlinksldjump" r:id="rId6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7" name="ding.wav"/>
      </p:stSnd>
    </p:sndAc>
  </p:transition>
</p:sld>
</file>

<file path=ppt/slides/slide376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286000" y="190500"/>
            <a:ext cx="7620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Build the word, then tap GO!"/>
          <p:cNvSpPr/>
          <p:nvPr/>
        </p:nvSpPr>
        <p:spPr>
          <a:xfrm>
            <a:off x="2413000" y="190500"/>
            <a:ext cx="52705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200" b="1" lang="en-US">
                <a:solidFill>
                  <a:srgbClr val="2E2640"/>
                </a:solidFill>
                <a:latin typeface="Arial"/>
                <a:cs typeface="Arial"/>
              </a:rPr>
              <a:t>Build the word, then tap GO!</a:t>
            </a:r>
          </a:p>
        </p:txBody>
      </p:sp>
      <p:sp>
        <p:nvSpPr>
          <p:cNvPr id="5" name="Find سَمِعَ" descr="سَمِعَ"/>
          <p:cNvSpPr/>
          <p:nvPr/>
        </p:nvSpPr>
        <p:spPr>
          <a:xfrm>
            <a:off x="7683500" y="228600"/>
            <a:ext cx="20955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سَمِعَ</a:t>
            </a:r>
          </a:p>
        </p:txBody>
      </p:sp>
      <p:pic>
        <p:nvPicPr>
          <p:cNvPr id="6" name="Engine" descr="Engin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000" y="3937000"/>
            <a:ext cx="2667000" cy="1911350"/>
          </a:xfrm>
          <a:prstGeom prst="rect">
            <a:avLst/>
          </a:prstGeom>
        </p:spPr>
      </p:pic>
      <p:pic>
        <p:nvPicPr>
          <p:cNvPr id="7" name="Wagon 1" descr="Wagon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75000" y="4381500"/>
            <a:ext cx="1778000" cy="1543050"/>
          </a:xfrm>
          <a:prstGeom prst="rect">
            <a:avLst/>
          </a:prstGeom>
        </p:spPr>
      </p:pic>
      <p:pic>
        <p:nvPicPr>
          <p:cNvPr id="8" name="Wagon 2" descr="Wagon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16500" y="4381500"/>
            <a:ext cx="1778000" cy="1543050"/>
          </a:xfrm>
          <a:prstGeom prst="rect">
            <a:avLst/>
          </a:prstGeom>
        </p:spPr>
      </p:pic>
      <p:pic>
        <p:nvPicPr>
          <p:cNvPr id="9" name="Wagon 3" descr="Wagon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0" y="4381500"/>
            <a:ext cx="1778000" cy="1543050"/>
          </a:xfrm>
          <a:prstGeom prst="rect">
            <a:avLst/>
          </a:prstGeom>
        </p:spPr>
      </p:pic>
      <p:sp>
        <p:nvSpPr>
          <p:cNvPr id="10" name="Wagon letter 1" descr="سَ"/>
          <p:cNvSpPr/>
          <p:nvPr/>
        </p:nvSpPr>
        <p:spPr>
          <a:xfrm>
            <a:off x="7099300" y="4737100"/>
            <a:ext cx="1295400" cy="6604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3800" b="1" lang="ar-SA">
                <a:solidFill>
                  <a:srgbClr val="2E2640"/>
                </a:solidFill>
                <a:latin typeface="Arial"/>
                <a:cs typeface="Arial"/>
              </a:rPr>
              <a:t>سَ</a:t>
            </a:r>
          </a:p>
        </p:txBody>
      </p:sp>
      <p:sp>
        <p:nvSpPr>
          <p:cNvPr id="11" name="Wagon letter 2" descr="مِ"/>
          <p:cNvSpPr/>
          <p:nvPr/>
        </p:nvSpPr>
        <p:spPr>
          <a:xfrm>
            <a:off x="5257800" y="4737100"/>
            <a:ext cx="1295400" cy="6604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3800" b="1" lang="ar-SA">
                <a:solidFill>
                  <a:srgbClr val="2E2640"/>
                </a:solidFill>
                <a:latin typeface="Arial"/>
                <a:cs typeface="Arial"/>
              </a:rPr>
              <a:t>مِ</a:t>
            </a:r>
          </a:p>
        </p:txBody>
      </p:sp>
      <p:sp>
        <p:nvSpPr>
          <p:cNvPr id="12" name="Wagon letter 3" descr="عَ"/>
          <p:cNvSpPr/>
          <p:nvPr/>
        </p:nvSpPr>
        <p:spPr>
          <a:xfrm>
            <a:off x="3416300" y="4737100"/>
            <a:ext cx="1295400" cy="6604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3800" b="1" lang="ar-SA">
                <a:solidFill>
                  <a:srgbClr val="2E2640"/>
                </a:solidFill>
                <a:latin typeface="Arial"/>
                <a:cs typeface="Arial"/>
              </a:rPr>
              <a:t>عَ</a:t>
            </a:r>
          </a:p>
        </p:txBody>
      </p:sp>
      <p:sp>
        <p:nvSpPr>
          <p:cNvPr id="13" name="GO button" descr="GO!">
            <a:hlinkClick action="ppaction://hlinksldjump" r:id="rId5"/>
          </p:cNvPr>
          <p:cNvSpPr/>
          <p:nvPr/>
        </p:nvSpPr>
        <p:spPr>
          <a:xfrm>
            <a:off x="9271000" y="1905000"/>
            <a:ext cx="1460500" cy="889000"/>
          </a:xfrm>
          <a:prstGeom prst="roundRect">
            <a:avLst>
              <a:gd name="adj" fmla="val 30000"/>
            </a:avLst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4800" b="1" lang="en-US">
                <a:solidFill>
                  <a:srgbClr val="FFFFFF"/>
                </a:solidFill>
                <a:latin typeface="Arial"/>
                <a:cs typeface="Arial"/>
              </a:rPr>
              <a:t>GO!</a:t>
            </a:r>
          </a:p>
        </p:txBody>
      </p:sp>
      <p:sp>
        <p:nvSpPr>
          <p:cNvPr id="14" name="Next button">
            <a:hlinkClick action="ppaction://hlinksldjump" r:id="rId6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Next arrow">
            <a:hlinkClick action="ppaction://hlinksldjump" r:id="rId6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7" name="ding.wav"/>
      </p:stSnd>
    </p:sndAc>
  </p:transition>
</p:sld>
</file>

<file path=ppt/slides/slide377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286000" y="190500"/>
            <a:ext cx="7620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Build the word, then tap GO!"/>
          <p:cNvSpPr/>
          <p:nvPr/>
        </p:nvSpPr>
        <p:spPr>
          <a:xfrm>
            <a:off x="2413000" y="190500"/>
            <a:ext cx="52705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200" b="1" lang="en-US">
                <a:solidFill>
                  <a:srgbClr val="2E2640"/>
                </a:solidFill>
                <a:latin typeface="Arial"/>
                <a:cs typeface="Arial"/>
              </a:rPr>
              <a:t>Build the word, then tap GO!</a:t>
            </a:r>
          </a:p>
        </p:txBody>
      </p:sp>
      <p:sp>
        <p:nvSpPr>
          <p:cNvPr id="5" name="Find سَمِعَ" descr="سَمِعَ"/>
          <p:cNvSpPr/>
          <p:nvPr/>
        </p:nvSpPr>
        <p:spPr>
          <a:xfrm>
            <a:off x="7683500" y="228600"/>
            <a:ext cx="20955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سَمِعَ</a:t>
            </a:r>
          </a:p>
        </p:txBody>
      </p:sp>
      <p:pic>
        <p:nvPicPr>
          <p:cNvPr id="6" name="Engine" descr="Engin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000" y="3937000"/>
            <a:ext cx="2667000" cy="1911350"/>
          </a:xfrm>
          <a:prstGeom prst="rect">
            <a:avLst/>
          </a:prstGeom>
        </p:spPr>
      </p:pic>
      <p:pic>
        <p:nvPicPr>
          <p:cNvPr id="7" name="Wagon 1" descr="Wagon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75000" y="4381500"/>
            <a:ext cx="1778000" cy="1543050"/>
          </a:xfrm>
          <a:prstGeom prst="rect">
            <a:avLst/>
          </a:prstGeom>
        </p:spPr>
      </p:pic>
      <p:pic>
        <p:nvPicPr>
          <p:cNvPr id="8" name="Wagon 2" descr="Wagon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16500" y="4381500"/>
            <a:ext cx="1778000" cy="1543050"/>
          </a:xfrm>
          <a:prstGeom prst="rect">
            <a:avLst/>
          </a:prstGeom>
        </p:spPr>
      </p:pic>
      <p:pic>
        <p:nvPicPr>
          <p:cNvPr id="9" name="Wagon 3" descr="Wagon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0" y="4381500"/>
            <a:ext cx="1778000" cy="1543050"/>
          </a:xfrm>
          <a:prstGeom prst="rect">
            <a:avLst/>
          </a:prstGeom>
        </p:spPr>
      </p:pic>
      <p:sp>
        <p:nvSpPr>
          <p:cNvPr id="10" name="Card مِ" descr="مِ">
            <a:hlinkClick action="ppaction://hlinksldjump" r:id="rId5"/>
          </p:cNvPr>
          <p:cNvSpPr/>
          <p:nvPr/>
        </p:nvSpPr>
        <p:spPr>
          <a:xfrm>
            <a:off x="3302000" y="1778000"/>
            <a:ext cx="1206500" cy="12065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FFB347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6200" b="1" lang="ar-SA">
                <a:solidFill>
                  <a:srgbClr val="2E2640"/>
                </a:solidFill>
                <a:latin typeface="Arial"/>
                <a:cs typeface="Arial"/>
              </a:rPr>
              <a:t>مِ</a:t>
            </a:r>
          </a:p>
        </p:txBody>
      </p:sp>
      <p:sp>
        <p:nvSpPr>
          <p:cNvPr id="11" name="Card سَ" descr="سَ">
            <a:hlinkClick action="ppaction://hlinksldjump" r:id="rId6"/>
          </p:cNvPr>
          <p:cNvSpPr/>
          <p:nvPr/>
        </p:nvSpPr>
        <p:spPr>
          <a:xfrm>
            <a:off x="4953000" y="1778000"/>
            <a:ext cx="1206500" cy="12065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FFB347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6200" b="1" lang="ar-SA">
                <a:solidFill>
                  <a:srgbClr val="2E2640"/>
                </a:solidFill>
                <a:latin typeface="Arial"/>
                <a:cs typeface="Arial"/>
              </a:rPr>
              <a:t>سَ</a:t>
            </a:r>
          </a:p>
        </p:txBody>
      </p:sp>
      <p:sp>
        <p:nvSpPr>
          <p:cNvPr id="12" name="Card عَ" descr="عَ">
            <a:hlinkClick action="ppaction://hlinksldjump" r:id="rId5"/>
          </p:cNvPr>
          <p:cNvSpPr/>
          <p:nvPr/>
        </p:nvSpPr>
        <p:spPr>
          <a:xfrm>
            <a:off x="6604000" y="1778000"/>
            <a:ext cx="1206500" cy="12065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FFB347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6200" b="1" lang="ar-SA">
                <a:solidFill>
                  <a:srgbClr val="2E2640"/>
                </a:solidFill>
                <a:latin typeface="Arial"/>
                <a:cs typeface="Arial"/>
              </a:rPr>
              <a:t>عَ</a:t>
            </a:r>
          </a:p>
        </p:txBody>
      </p:sp>
      <p:sp>
        <p:nvSpPr>
          <p:cNvPr id="13" name="Try again!" descr="Try again!"/>
          <p:cNvSpPr/>
          <p:nvPr/>
        </p:nvSpPr>
        <p:spPr>
          <a:xfrm>
            <a:off x="8255000" y="2667000"/>
            <a:ext cx="3048000" cy="1460500"/>
          </a:xfrm>
          <a:prstGeom prst="cloudCallout">
            <a:avLst/>
          </a:prstGeom>
          <a:solidFill>
            <a:srgbClr val="FFFFFF"/>
          </a:solidFill>
          <a:ln w="50800">
            <a:solidFill>
              <a:srgbClr val="E5536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2500" b="1" lang="en-US">
                <a:solidFill>
                  <a:srgbClr val="E5536F"/>
                </a:solidFill>
                <a:latin typeface="Arial"/>
                <a:cs typeface="Arial"/>
              </a:rPr>
              <a:t>Try again!</a:t>
            </a:r>
          </a:p>
        </p:txBody>
      </p:sp>
      <p:sp>
        <p:nvSpPr>
          <p:cNvPr id="14" name="Next button">
            <a:hlinkClick action="ppaction://hlinksldjump" r:id="rId7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Next arrow">
            <a:hlinkClick action="ppaction://hlinksldjump" r:id="rId7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8" name="boing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53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8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286000" y="190500"/>
            <a:ext cx="7620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Build the word, then tap GO!"/>
          <p:cNvSpPr/>
          <p:nvPr/>
        </p:nvSpPr>
        <p:spPr>
          <a:xfrm>
            <a:off x="2413000" y="190500"/>
            <a:ext cx="52705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200" b="1" lang="en-US">
                <a:solidFill>
                  <a:srgbClr val="2E2640"/>
                </a:solidFill>
                <a:latin typeface="Arial"/>
                <a:cs typeface="Arial"/>
              </a:rPr>
              <a:t>Build the word, then tap GO!</a:t>
            </a:r>
          </a:p>
        </p:txBody>
      </p:sp>
      <p:sp>
        <p:nvSpPr>
          <p:cNvPr id="5" name="Find سَمِعَ" descr="سَمِعَ"/>
          <p:cNvSpPr/>
          <p:nvPr/>
        </p:nvSpPr>
        <p:spPr>
          <a:xfrm>
            <a:off x="7683500" y="228600"/>
            <a:ext cx="20955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سَمِعَ</a:t>
            </a:r>
          </a:p>
        </p:txBody>
      </p:sp>
      <p:pic>
        <p:nvPicPr>
          <p:cNvPr id="6" name="Engine" descr="Engin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000" y="3937000"/>
            <a:ext cx="2667000" cy="1911350"/>
          </a:xfrm>
          <a:prstGeom prst="rect">
            <a:avLst/>
          </a:prstGeom>
        </p:spPr>
      </p:pic>
      <p:pic>
        <p:nvPicPr>
          <p:cNvPr id="7" name="Wagon 1" descr="Wagon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75000" y="4381500"/>
            <a:ext cx="1778000" cy="1543050"/>
          </a:xfrm>
          <a:prstGeom prst="rect">
            <a:avLst/>
          </a:prstGeom>
        </p:spPr>
      </p:pic>
      <p:pic>
        <p:nvPicPr>
          <p:cNvPr id="8" name="Wagon 2" descr="Wagon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16500" y="4381500"/>
            <a:ext cx="1778000" cy="1543050"/>
          </a:xfrm>
          <a:prstGeom prst="rect">
            <a:avLst/>
          </a:prstGeom>
        </p:spPr>
      </p:pic>
      <p:pic>
        <p:nvPicPr>
          <p:cNvPr id="9" name="Wagon 3" descr="Wagon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0" y="4381500"/>
            <a:ext cx="1778000" cy="1543050"/>
          </a:xfrm>
          <a:prstGeom prst="rect">
            <a:avLst/>
          </a:prstGeom>
        </p:spPr>
      </p:pic>
      <p:sp>
        <p:nvSpPr>
          <p:cNvPr id="10" name="Wagon letter 1" descr="سَ"/>
          <p:cNvSpPr/>
          <p:nvPr/>
        </p:nvSpPr>
        <p:spPr>
          <a:xfrm>
            <a:off x="7099300" y="4737100"/>
            <a:ext cx="1295400" cy="6604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3800" b="1" lang="ar-SA">
                <a:solidFill>
                  <a:srgbClr val="2E2640"/>
                </a:solidFill>
                <a:latin typeface="Arial"/>
                <a:cs typeface="Arial"/>
              </a:rPr>
              <a:t>سَ</a:t>
            </a:r>
          </a:p>
        </p:txBody>
      </p:sp>
      <p:sp>
        <p:nvSpPr>
          <p:cNvPr id="11" name="Card مِ" descr="مِ">
            <a:hlinkClick action="ppaction://hlinksldjump" r:id="rId5"/>
          </p:cNvPr>
          <p:cNvSpPr/>
          <p:nvPr/>
        </p:nvSpPr>
        <p:spPr>
          <a:xfrm>
            <a:off x="3302000" y="1778000"/>
            <a:ext cx="1206500" cy="12065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FFB347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6200" b="1" lang="ar-SA">
                <a:solidFill>
                  <a:srgbClr val="2E2640"/>
                </a:solidFill>
                <a:latin typeface="Arial"/>
                <a:cs typeface="Arial"/>
              </a:rPr>
              <a:t>مِ</a:t>
            </a:r>
          </a:p>
        </p:txBody>
      </p:sp>
      <p:sp>
        <p:nvSpPr>
          <p:cNvPr id="12" name="Card عَ" descr="عَ">
            <a:hlinkClick action="ppaction://hlinksldjump" r:id="rId6"/>
          </p:cNvPr>
          <p:cNvSpPr/>
          <p:nvPr/>
        </p:nvSpPr>
        <p:spPr>
          <a:xfrm>
            <a:off x="6604000" y="1778000"/>
            <a:ext cx="1206500" cy="12065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FFB347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6200" b="1" lang="ar-SA">
                <a:solidFill>
                  <a:srgbClr val="2E2640"/>
                </a:solidFill>
                <a:latin typeface="Arial"/>
                <a:cs typeface="Arial"/>
              </a:rPr>
              <a:t>عَ</a:t>
            </a:r>
          </a:p>
        </p:txBody>
      </p:sp>
      <p:sp>
        <p:nvSpPr>
          <p:cNvPr id="13" name="Try again!" descr="Try again!"/>
          <p:cNvSpPr/>
          <p:nvPr/>
        </p:nvSpPr>
        <p:spPr>
          <a:xfrm>
            <a:off x="8255000" y="2667000"/>
            <a:ext cx="3048000" cy="1460500"/>
          </a:xfrm>
          <a:prstGeom prst="cloudCallout">
            <a:avLst/>
          </a:prstGeom>
          <a:solidFill>
            <a:srgbClr val="FFFFFF"/>
          </a:solidFill>
          <a:ln w="50800">
            <a:solidFill>
              <a:srgbClr val="E5536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2500" b="1" lang="en-US">
                <a:solidFill>
                  <a:srgbClr val="E5536F"/>
                </a:solidFill>
                <a:latin typeface="Arial"/>
                <a:cs typeface="Arial"/>
              </a:rPr>
              <a:t>Try again!</a:t>
            </a:r>
          </a:p>
        </p:txBody>
      </p:sp>
      <p:sp>
        <p:nvSpPr>
          <p:cNvPr id="14" name="Next button">
            <a:hlinkClick action="ppaction://hlinksldjump" r:id="rId7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Next arrow">
            <a:hlinkClick action="ppaction://hlinksldjump" r:id="rId7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8" name="boing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53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9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286000" y="190500"/>
            <a:ext cx="7620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Build the word, then tap GO!"/>
          <p:cNvSpPr/>
          <p:nvPr/>
        </p:nvSpPr>
        <p:spPr>
          <a:xfrm>
            <a:off x="2413000" y="190500"/>
            <a:ext cx="52705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200" b="1" lang="en-US">
                <a:solidFill>
                  <a:srgbClr val="2E2640"/>
                </a:solidFill>
                <a:latin typeface="Arial"/>
                <a:cs typeface="Arial"/>
              </a:rPr>
              <a:t>Build the word, then tap GO!</a:t>
            </a:r>
          </a:p>
        </p:txBody>
      </p:sp>
      <p:sp>
        <p:nvSpPr>
          <p:cNvPr id="5" name="Find سَمِعَ" descr="سَمِعَ"/>
          <p:cNvSpPr/>
          <p:nvPr/>
        </p:nvSpPr>
        <p:spPr>
          <a:xfrm>
            <a:off x="7683500" y="228600"/>
            <a:ext cx="20955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سَمِعَ</a:t>
            </a:r>
          </a:p>
        </p:txBody>
      </p:sp>
      <p:pic>
        <p:nvPicPr>
          <p:cNvPr id="6" name="Engine" descr="Engin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000" y="3937000"/>
            <a:ext cx="2667000" cy="1911350"/>
          </a:xfrm>
          <a:prstGeom prst="rect">
            <a:avLst/>
          </a:prstGeom>
        </p:spPr>
      </p:pic>
      <p:pic>
        <p:nvPicPr>
          <p:cNvPr id="7" name="Wagon 1" descr="Wagon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75000" y="4381500"/>
            <a:ext cx="1778000" cy="1543050"/>
          </a:xfrm>
          <a:prstGeom prst="rect">
            <a:avLst/>
          </a:prstGeom>
        </p:spPr>
      </p:pic>
      <p:pic>
        <p:nvPicPr>
          <p:cNvPr id="8" name="Wagon 2" descr="Wagon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16500" y="4381500"/>
            <a:ext cx="1778000" cy="1543050"/>
          </a:xfrm>
          <a:prstGeom prst="rect">
            <a:avLst/>
          </a:prstGeom>
        </p:spPr>
      </p:pic>
      <p:pic>
        <p:nvPicPr>
          <p:cNvPr id="9" name="Wagon 3" descr="Wagon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0" y="4381500"/>
            <a:ext cx="1778000" cy="1543050"/>
          </a:xfrm>
          <a:prstGeom prst="rect">
            <a:avLst/>
          </a:prstGeom>
        </p:spPr>
      </p:pic>
      <p:sp>
        <p:nvSpPr>
          <p:cNvPr id="10" name="Wagon letter 1" descr="سَ"/>
          <p:cNvSpPr/>
          <p:nvPr/>
        </p:nvSpPr>
        <p:spPr>
          <a:xfrm>
            <a:off x="7099300" y="4737100"/>
            <a:ext cx="1295400" cy="6604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3800" b="1" lang="ar-SA">
                <a:solidFill>
                  <a:srgbClr val="2E2640"/>
                </a:solidFill>
                <a:latin typeface="Arial"/>
                <a:cs typeface="Arial"/>
              </a:rPr>
              <a:t>سَ</a:t>
            </a:r>
          </a:p>
        </p:txBody>
      </p:sp>
      <p:sp>
        <p:nvSpPr>
          <p:cNvPr id="11" name="Wagon letter 2" descr="مِ"/>
          <p:cNvSpPr/>
          <p:nvPr/>
        </p:nvSpPr>
        <p:spPr>
          <a:xfrm>
            <a:off x="5257800" y="4737100"/>
            <a:ext cx="1295400" cy="6604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3800" b="1" lang="ar-SA">
                <a:solidFill>
                  <a:srgbClr val="2E2640"/>
                </a:solidFill>
                <a:latin typeface="Arial"/>
                <a:cs typeface="Arial"/>
              </a:rPr>
              <a:t>مِ</a:t>
            </a:r>
          </a:p>
        </p:txBody>
      </p:sp>
      <p:sp>
        <p:nvSpPr>
          <p:cNvPr id="12" name="Wagon letter 3" descr="عَ"/>
          <p:cNvSpPr/>
          <p:nvPr/>
        </p:nvSpPr>
        <p:spPr>
          <a:xfrm>
            <a:off x="3416300" y="4737100"/>
            <a:ext cx="1295400" cy="6604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3800" b="1" lang="ar-SA">
                <a:solidFill>
                  <a:srgbClr val="2E2640"/>
                </a:solidFill>
                <a:latin typeface="Arial"/>
                <a:cs typeface="Arial"/>
              </a:rPr>
              <a:t>عَ</a:t>
            </a:r>
          </a:p>
        </p:txBody>
      </p:sp>
      <p:sp>
        <p:nvSpPr>
          <p:cNvPr id="13" name="Word" descr="سَمِعَ"/>
          <p:cNvSpPr/>
          <p:nvPr/>
        </p:nvSpPr>
        <p:spPr>
          <a:xfrm>
            <a:off x="2921000" y="1905000"/>
            <a:ext cx="6350000" cy="2095500"/>
          </a:xfrm>
          <a:prstGeom prst="roundRect">
            <a:avLst>
              <a:gd name="adj" fmla="val 20000"/>
            </a:avLst>
          </a:prstGeom>
          <a:solidFill>
            <a:srgbClr val="FFFFFF">
              <a:alpha val="94000"/>
            </a:srgbClr>
          </a:solidFill>
          <a:ln w="76200">
            <a:solidFill>
              <a:srgbClr val="FFB347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11000" b="1" lang="ar-SA">
                <a:solidFill>
                  <a:srgbClr val="2E2640"/>
                </a:solidFill>
                <a:latin typeface="Arial"/>
                <a:cs typeface="Arial"/>
              </a:rPr>
              <a:t>سَمِعَ</a:t>
            </a:r>
          </a:p>
        </p:txBody>
      </p:sp>
      <p:sp>
        <p:nvSpPr>
          <p:cNvPr id="14" name="Next button">
            <a:hlinkClick action="ppaction://hlinksldjump" r:id="rId5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Next arrow">
            <a:hlinkClick action="ppaction://hlinksldjump" r:id="rId5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6" name="sound anchor" descr="sound anchor (invisible)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700" y="12700"/>
            <a:ext cx="25400" cy="25400"/>
          </a:xfrm>
          <a:prstGeom prst="rect">
            <a:avLst/>
          </a:prstGeom>
        </p:spPr>
      </p:pic>
    </p:spTree>
  </p:cSld>
  <p:clrMapOvr>
    <a:masterClrMapping/>
  </p:clrMapOvr>
  <p:transition advClick="0">
    <p:sndAc>
      <p:stSnd>
        <p:snd r:embed="rId6" name="whist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6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-1.2500 0.0000 E" pathEditMode="relative" ptsTypes="AA">
                                      <p:cBhvr>
                                        <p:cTn id="4" dur="26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-1.2500 0.0000 E" pathEditMode="relative" ptsTypes="AA">
                                      <p:cBhvr>
                                        <p:cTn id="6" dur="26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-1.2500 0.0000 E" pathEditMode="relative" ptsTypes="AA">
                                      <p:cBhvr>
                                        <p:cTn id="8" dur="26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-1.2500 0.0000 E" pathEditMode="relative" ptsTypes="AA">
                                      <p:cBhvr>
                                        <p:cTn id="10" dur="26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-1.2500 0.0000 E" pathEditMode="relative" ptsTypes="AA">
                                      <p:cBhvr>
                                        <p:cTn id="12" dur="26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-1.2500 0.0000 E" pathEditMode="relative" ptsTypes="AA">
                                      <p:cBhvr>
                                        <p:cTn id="14" dur="26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7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-1.2500 0.0000 E" pathEditMode="relative" ptsTypes="AA">
                                      <p:cBhvr>
                                        <p:cTn id="16" dur="26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2" presetID="53" presetClass="entr" presetSubtype="0" fill="hold" nodeType="withEffect">
                                  <p:stCondLst>
                                    <p:cond delay="29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29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100000">
                                        <p:cTn id="2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8" name="cheer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Catch every fish with"/>
          <p:cNvSpPr/>
          <p:nvPr/>
        </p:nvSpPr>
        <p:spPr>
          <a:xfrm>
            <a:off x="2730500" y="190500"/>
            <a:ext cx="546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000" b="1" lang="en-US">
                <a:solidFill>
                  <a:srgbClr val="2E2640"/>
                </a:solidFill>
                <a:latin typeface="Arial"/>
                <a:cs typeface="Arial"/>
              </a:rPr>
              <a:t>Catch every fish with</a:t>
            </a:r>
          </a:p>
        </p:txBody>
      </p:sp>
      <p:sp>
        <p:nvSpPr>
          <p:cNvPr id="5" name="Find فِ" descr="فِ"/>
          <p:cNvSpPr/>
          <p:nvPr/>
        </p:nvSpPr>
        <p:spPr>
          <a:xfrm>
            <a:off x="81915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فِ</a:t>
            </a:r>
          </a:p>
        </p:txBody>
      </p:sp>
      <p:sp>
        <p:nvSpPr>
          <p:cNvPr id="6" name="Star place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Fish 1" descr="Fish 1">
            <a:hlinkClick action="ppaction://hlinksldjump" r:id="rId6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0" y="1651000"/>
            <a:ext cx="2286000" cy="1416050"/>
          </a:xfrm>
          <a:prstGeom prst="rect">
            <a:avLst/>
          </a:prstGeom>
        </p:spPr>
      </p:pic>
      <p:sp>
        <p:nvSpPr>
          <p:cNvPr id="9" name="Fish letter 1 صِ" descr="صِ">
            <a:hlinkClick action="ppaction://hlinksldjump" r:id="rId6"/>
          </p:cNvPr>
          <p:cNvSpPr/>
          <p:nvPr/>
        </p:nvSpPr>
        <p:spPr>
          <a:xfrm>
            <a:off x="1682750" y="1885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صِ</a:t>
            </a:r>
          </a:p>
        </p:txBody>
      </p:sp>
      <p:pic>
        <p:nvPicPr>
          <p:cNvPr id="10" name="Fish 2" descr="Fish 2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67500" y="1905000"/>
            <a:ext cx="2286000" cy="1416050"/>
          </a:xfrm>
          <a:prstGeom prst="rect">
            <a:avLst/>
          </a:prstGeom>
        </p:spPr>
      </p:pic>
      <p:sp>
        <p:nvSpPr>
          <p:cNvPr id="11" name="Fish letter 2 فِ" descr="فِ">
            <a:hlinkClick action="ppaction://hlinksldjump" r:id="rId7"/>
          </p:cNvPr>
          <p:cNvSpPr/>
          <p:nvPr/>
        </p:nvSpPr>
        <p:spPr>
          <a:xfrm>
            <a:off x="7207250" y="2139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فِ</a:t>
            </a:r>
          </a:p>
        </p:txBody>
      </p:sp>
      <p:pic>
        <p:nvPicPr>
          <p:cNvPr id="12" name="Fish 3" descr="Fish 3">
            <a:hlinkClick action="ppaction://hlinksldjump" r:id="rId6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56000" y="3302000"/>
            <a:ext cx="2286000" cy="1416050"/>
          </a:xfrm>
          <a:prstGeom prst="rect">
            <a:avLst/>
          </a:prstGeom>
        </p:spPr>
      </p:pic>
      <p:sp>
        <p:nvSpPr>
          <p:cNvPr id="13" name="Fish letter 3 خِ" descr="خِ">
            <a:hlinkClick action="ppaction://hlinksldjump" r:id="rId6"/>
          </p:cNvPr>
          <p:cNvSpPr/>
          <p:nvPr/>
        </p:nvSpPr>
        <p:spPr>
          <a:xfrm>
            <a:off x="4095750" y="3536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خِ</a:t>
            </a:r>
          </a:p>
        </p:txBody>
      </p:sp>
      <p:pic>
        <p:nvPicPr>
          <p:cNvPr id="14" name="Fish 4" descr="Fish 4">
            <a:hlinkClick action="ppaction://hlinksldjump" r:id="rId6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72500" y="3810000"/>
            <a:ext cx="2286000" cy="1416050"/>
          </a:xfrm>
          <a:prstGeom prst="rect">
            <a:avLst/>
          </a:prstGeom>
        </p:spPr>
      </p:pic>
      <p:sp>
        <p:nvSpPr>
          <p:cNvPr id="15" name="Fish letter 4 رِ" descr="رِ">
            <a:hlinkClick action="ppaction://hlinksldjump" r:id="rId6"/>
          </p:cNvPr>
          <p:cNvSpPr/>
          <p:nvPr/>
        </p:nvSpPr>
        <p:spPr>
          <a:xfrm>
            <a:off x="9112250" y="4044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رِ</a:t>
            </a:r>
          </a:p>
        </p:txBody>
      </p:sp>
      <p:pic>
        <p:nvPicPr>
          <p:cNvPr id="16" name="Fish 5" descr="Fish 5">
            <a:hlinkClick action="ppaction://hlinksldjump" r:id="rId8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87500" y="4826000"/>
            <a:ext cx="2286000" cy="1416050"/>
          </a:xfrm>
          <a:prstGeom prst="rect">
            <a:avLst/>
          </a:prstGeom>
        </p:spPr>
      </p:pic>
      <p:sp>
        <p:nvSpPr>
          <p:cNvPr id="17" name="Fish letter 5 فِ" descr="فِ">
            <a:hlinkClick action="ppaction://hlinksldjump" r:id="rId8"/>
          </p:cNvPr>
          <p:cNvSpPr/>
          <p:nvPr/>
        </p:nvSpPr>
        <p:spPr>
          <a:xfrm>
            <a:off x="2127250" y="5060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فِ</a:t>
            </a:r>
          </a:p>
        </p:txBody>
      </p:sp>
      <p:sp>
        <p:nvSpPr>
          <p:cNvPr id="18" name="Next button">
            <a:hlinkClick action="ppaction://hlinksldjump" r:id="rId9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Next arrow">
            <a:hlinkClick action="ppaction://hlinksldjump" r:id="rId9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4" dur="2600" fill="hold" repeatCount="indefinite" autoRev="1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6" dur="260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8" dur="2900" fill="hold" repeatCount="indefinite" autoRev="1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10" dur="2900" fill="hold" repeatCount="indefinite" autoRev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12" dur="320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14" dur="3200" fill="hold" repeatCount="indefinite" autoRev="1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7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16" dur="3500" fill="hold" repeatCount="indefinite" autoRev="1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9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18" dur="3500" fill="hold" repeatCount="indefinite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1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20" dur="3800" fill="hold" repeatCount="indefinite" autoRev="1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3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22" dur="3800" fill="hold" repeatCount="indefinite" autoRev="1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1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Catch every fish with"/>
          <p:cNvSpPr/>
          <p:nvPr/>
        </p:nvSpPr>
        <p:spPr>
          <a:xfrm>
            <a:off x="2730500" y="190500"/>
            <a:ext cx="546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000" b="1" lang="en-US">
                <a:solidFill>
                  <a:srgbClr val="2E2640"/>
                </a:solidFill>
                <a:latin typeface="Arial"/>
                <a:cs typeface="Arial"/>
              </a:rPr>
              <a:t>Catch every fish with</a:t>
            </a:r>
          </a:p>
        </p:txBody>
      </p:sp>
      <p:sp>
        <p:nvSpPr>
          <p:cNvPr id="5" name="Find فِ" descr="فِ"/>
          <p:cNvSpPr/>
          <p:nvPr/>
        </p:nvSpPr>
        <p:spPr>
          <a:xfrm>
            <a:off x="81915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فِ</a:t>
            </a:r>
          </a:p>
        </p:txBody>
      </p:sp>
      <p:sp>
        <p:nvSpPr>
          <p:cNvPr id="6" name="Star place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Fish 1" descr="Fish 1">
            <a:hlinkClick action="ppaction://hlinksldjump" r:id="rId6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0" y="1651000"/>
            <a:ext cx="2286000" cy="1416050"/>
          </a:xfrm>
          <a:prstGeom prst="rect">
            <a:avLst/>
          </a:prstGeom>
        </p:spPr>
      </p:pic>
      <p:sp>
        <p:nvSpPr>
          <p:cNvPr id="9" name="Fish letter 1 صِ" descr="صِ">
            <a:hlinkClick action="ppaction://hlinksldjump" r:id="rId6"/>
          </p:cNvPr>
          <p:cNvSpPr/>
          <p:nvPr/>
        </p:nvSpPr>
        <p:spPr>
          <a:xfrm>
            <a:off x="1682750" y="1885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صِ</a:t>
            </a:r>
          </a:p>
        </p:txBody>
      </p:sp>
      <p:pic>
        <p:nvPicPr>
          <p:cNvPr id="10" name="Fish 2" descr="Fish 2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67500" y="1905000"/>
            <a:ext cx="2286000" cy="1416050"/>
          </a:xfrm>
          <a:prstGeom prst="rect">
            <a:avLst/>
          </a:prstGeom>
        </p:spPr>
      </p:pic>
      <p:sp>
        <p:nvSpPr>
          <p:cNvPr id="11" name="Fish letter 2 فِ" descr="فِ">
            <a:hlinkClick action="ppaction://hlinksldjump" r:id="rId7"/>
          </p:cNvPr>
          <p:cNvSpPr/>
          <p:nvPr/>
        </p:nvSpPr>
        <p:spPr>
          <a:xfrm>
            <a:off x="7207250" y="2139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فِ</a:t>
            </a:r>
          </a:p>
        </p:txBody>
      </p:sp>
      <p:pic>
        <p:nvPicPr>
          <p:cNvPr id="12" name="Fish 3" descr="Fish 3">
            <a:hlinkClick action="ppaction://hlinksldjump" r:id="rId6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56000" y="3302000"/>
            <a:ext cx="2286000" cy="1416050"/>
          </a:xfrm>
          <a:prstGeom prst="rect">
            <a:avLst/>
          </a:prstGeom>
        </p:spPr>
      </p:pic>
      <p:sp>
        <p:nvSpPr>
          <p:cNvPr id="13" name="Fish letter 3 خِ" descr="خِ">
            <a:hlinkClick action="ppaction://hlinksldjump" r:id="rId6"/>
          </p:cNvPr>
          <p:cNvSpPr/>
          <p:nvPr/>
        </p:nvSpPr>
        <p:spPr>
          <a:xfrm>
            <a:off x="4095750" y="3536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خِ</a:t>
            </a:r>
          </a:p>
        </p:txBody>
      </p:sp>
      <p:pic>
        <p:nvPicPr>
          <p:cNvPr id="14" name="Fish 4" descr="Fish 4">
            <a:hlinkClick action="ppaction://hlinksldjump" r:id="rId6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72500" y="3810000"/>
            <a:ext cx="2286000" cy="1416050"/>
          </a:xfrm>
          <a:prstGeom prst="rect">
            <a:avLst/>
          </a:prstGeom>
        </p:spPr>
      </p:pic>
      <p:sp>
        <p:nvSpPr>
          <p:cNvPr id="15" name="Fish letter 4 رِ" descr="رِ">
            <a:hlinkClick action="ppaction://hlinksldjump" r:id="rId6"/>
          </p:cNvPr>
          <p:cNvSpPr/>
          <p:nvPr/>
        </p:nvSpPr>
        <p:spPr>
          <a:xfrm>
            <a:off x="9112250" y="4044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رِ</a:t>
            </a:r>
          </a:p>
        </p:txBody>
      </p:sp>
      <p:pic>
        <p:nvPicPr>
          <p:cNvPr id="16" name="Fish 5" descr="Fish 5">
            <a:hlinkClick action="ppaction://hlinksldjump" r:id="rId8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87500" y="4826000"/>
            <a:ext cx="2286000" cy="1416050"/>
          </a:xfrm>
          <a:prstGeom prst="rect">
            <a:avLst/>
          </a:prstGeom>
        </p:spPr>
      </p:pic>
      <p:sp>
        <p:nvSpPr>
          <p:cNvPr id="17" name="Fish letter 5 فِ" descr="فِ">
            <a:hlinkClick action="ppaction://hlinksldjump" r:id="rId8"/>
          </p:cNvPr>
          <p:cNvSpPr/>
          <p:nvPr/>
        </p:nvSpPr>
        <p:spPr>
          <a:xfrm>
            <a:off x="2127250" y="5060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فِ</a:t>
            </a:r>
          </a:p>
        </p:txBody>
      </p:sp>
      <p:sp>
        <p:nvSpPr>
          <p:cNvPr id="18" name="Try again!" descr="Try again!"/>
          <p:cNvSpPr/>
          <p:nvPr/>
        </p:nvSpPr>
        <p:spPr>
          <a:xfrm>
            <a:off x="7937500" y="5270500"/>
            <a:ext cx="3048000" cy="1460500"/>
          </a:xfrm>
          <a:prstGeom prst="cloudCallout">
            <a:avLst/>
          </a:prstGeom>
          <a:solidFill>
            <a:srgbClr val="FFFFFF"/>
          </a:solidFill>
          <a:ln w="50800">
            <a:solidFill>
              <a:srgbClr val="E5536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2500" b="1" lang="en-US">
                <a:solidFill>
                  <a:srgbClr val="E5536F"/>
                </a:solidFill>
                <a:latin typeface="Arial"/>
                <a:cs typeface="Arial"/>
              </a:rPr>
              <a:t>Try again!</a:t>
            </a:r>
          </a:p>
        </p:txBody>
      </p:sp>
      <p:sp>
        <p:nvSpPr>
          <p:cNvPr id="19" name="Next button">
            <a:hlinkClick action="ppaction://hlinksldjump" r:id="rId9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Next arrow">
            <a:hlinkClick action="ppaction://hlinksldjump" r:id="rId9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10" name="boing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4" dur="2600" fill="hold" repeatCount="indefinite" autoRev="1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6" dur="260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8" dur="2900" fill="hold" repeatCount="indefinite" autoRev="1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10" dur="2900" fill="hold" repeatCount="indefinite" autoRev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12" dur="320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14" dur="3200" fill="hold" repeatCount="indefinite" autoRev="1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7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16" dur="3500" fill="hold" repeatCount="indefinite" autoRev="1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9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18" dur="3500" fill="hold" repeatCount="indefinite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1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20" dur="3800" fill="hold" repeatCount="indefinite" autoRev="1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3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22" dur="3800" fill="hold" repeatCount="indefinite" autoRev="1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8" presetID="53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2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Catch every fish with"/>
          <p:cNvSpPr/>
          <p:nvPr/>
        </p:nvSpPr>
        <p:spPr>
          <a:xfrm>
            <a:off x="2730500" y="190500"/>
            <a:ext cx="546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000" b="1" lang="en-US">
                <a:solidFill>
                  <a:srgbClr val="2E2640"/>
                </a:solidFill>
                <a:latin typeface="Arial"/>
                <a:cs typeface="Arial"/>
              </a:rPr>
              <a:t>Catch every fish with</a:t>
            </a:r>
          </a:p>
        </p:txBody>
      </p:sp>
      <p:sp>
        <p:nvSpPr>
          <p:cNvPr id="5" name="Find فِ" descr="فِ"/>
          <p:cNvSpPr/>
          <p:nvPr/>
        </p:nvSpPr>
        <p:spPr>
          <a:xfrm>
            <a:off x="81915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فِ</a:t>
            </a:r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Fish 1" descr="Fish 1">
            <a:hlinkClick action="ppaction://hlinksldjump" r:id="rId5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0" y="1651000"/>
            <a:ext cx="2286000" cy="1416050"/>
          </a:xfrm>
          <a:prstGeom prst="rect">
            <a:avLst/>
          </a:prstGeom>
        </p:spPr>
      </p:pic>
      <p:sp>
        <p:nvSpPr>
          <p:cNvPr id="9" name="Fish letter 1 صِ" descr="صِ">
            <a:hlinkClick action="ppaction://hlinksldjump" r:id="rId5"/>
          </p:cNvPr>
          <p:cNvSpPr/>
          <p:nvPr/>
        </p:nvSpPr>
        <p:spPr>
          <a:xfrm>
            <a:off x="1682750" y="1885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صِ</a:t>
            </a:r>
          </a:p>
        </p:txBody>
      </p:sp>
      <p:pic>
        <p:nvPicPr>
          <p:cNvPr id="10" name="Fish 3" descr="Fish 3">
            <a:hlinkClick action="ppaction://hlinksldjump" r:id="rId5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56000" y="3302000"/>
            <a:ext cx="2286000" cy="1416050"/>
          </a:xfrm>
          <a:prstGeom prst="rect">
            <a:avLst/>
          </a:prstGeom>
        </p:spPr>
      </p:pic>
      <p:sp>
        <p:nvSpPr>
          <p:cNvPr id="11" name="Fish letter 3 خِ" descr="خِ">
            <a:hlinkClick action="ppaction://hlinksldjump" r:id="rId5"/>
          </p:cNvPr>
          <p:cNvSpPr/>
          <p:nvPr/>
        </p:nvSpPr>
        <p:spPr>
          <a:xfrm>
            <a:off x="4095750" y="3536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خِ</a:t>
            </a:r>
          </a:p>
        </p:txBody>
      </p:sp>
      <p:pic>
        <p:nvPicPr>
          <p:cNvPr id="12" name="Fish 4" descr="Fish 4">
            <a:hlinkClick action="ppaction://hlinksldjump" r:id="rId5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72500" y="3810000"/>
            <a:ext cx="2286000" cy="1416050"/>
          </a:xfrm>
          <a:prstGeom prst="rect">
            <a:avLst/>
          </a:prstGeom>
        </p:spPr>
      </p:pic>
      <p:sp>
        <p:nvSpPr>
          <p:cNvPr id="13" name="Fish letter 4 رِ" descr="رِ">
            <a:hlinkClick action="ppaction://hlinksldjump" r:id="rId5"/>
          </p:cNvPr>
          <p:cNvSpPr/>
          <p:nvPr/>
        </p:nvSpPr>
        <p:spPr>
          <a:xfrm>
            <a:off x="9112250" y="4044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رِ</a:t>
            </a:r>
          </a:p>
        </p:txBody>
      </p:sp>
      <p:pic>
        <p:nvPicPr>
          <p:cNvPr id="14" name="Fish 5" descr="Fish 5">
            <a:hlinkClick action="ppaction://hlinksldjump" r:id="rId6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87500" y="4826000"/>
            <a:ext cx="2286000" cy="1416050"/>
          </a:xfrm>
          <a:prstGeom prst="rect">
            <a:avLst/>
          </a:prstGeom>
        </p:spPr>
      </p:pic>
      <p:sp>
        <p:nvSpPr>
          <p:cNvPr id="15" name="Fish letter 5 فِ" descr="فِ">
            <a:hlinkClick action="ppaction://hlinksldjump" r:id="rId6"/>
          </p:cNvPr>
          <p:cNvSpPr/>
          <p:nvPr/>
        </p:nvSpPr>
        <p:spPr>
          <a:xfrm>
            <a:off x="2127250" y="5060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فِ</a:t>
            </a:r>
          </a:p>
        </p:txBody>
      </p:sp>
      <p:sp>
        <p:nvSpPr>
          <p:cNvPr id="16" name="Next button">
            <a:hlinkClick action="ppaction://hlinksldjump" r:id="rId7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Next arrow">
            <a:hlinkClick action="ppaction://hlinksldjump" r:id="rId7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8" name="spla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9" dur="2600" fill="hold" repeatCount="indefinite" autoRev="1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2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11" dur="260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4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13" dur="3200" fill="hold" repeatCount="indefinite" autoRev="1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6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15" dur="3200" fill="hold" repeatCount="indefinite" autoRev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8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17" dur="350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0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19" dur="3500" fill="hold" repeatCount="indefinite" autoRev="1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2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21" dur="3800" fill="hold" repeatCount="indefinite" autoRev="1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4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23" dur="3800" fill="hold" repeatCount="indefinite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3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Catch every fish with"/>
          <p:cNvSpPr/>
          <p:nvPr/>
        </p:nvSpPr>
        <p:spPr>
          <a:xfrm>
            <a:off x="2730500" y="190500"/>
            <a:ext cx="546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000" b="1" lang="en-US">
                <a:solidFill>
                  <a:srgbClr val="2E2640"/>
                </a:solidFill>
                <a:latin typeface="Arial"/>
                <a:cs typeface="Arial"/>
              </a:rPr>
              <a:t>Catch every fish with</a:t>
            </a:r>
          </a:p>
        </p:txBody>
      </p:sp>
      <p:sp>
        <p:nvSpPr>
          <p:cNvPr id="5" name="Find فِ" descr="فِ"/>
          <p:cNvSpPr/>
          <p:nvPr/>
        </p:nvSpPr>
        <p:spPr>
          <a:xfrm>
            <a:off x="81915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فِ</a:t>
            </a:r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Fish 1" descr="Fish 1">
            <a:hlinkClick action="ppaction://hlinksldjump" r:id="rId5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0" y="1651000"/>
            <a:ext cx="2286000" cy="1416050"/>
          </a:xfrm>
          <a:prstGeom prst="rect">
            <a:avLst/>
          </a:prstGeom>
        </p:spPr>
      </p:pic>
      <p:sp>
        <p:nvSpPr>
          <p:cNvPr id="9" name="Fish letter 1 صِ" descr="صِ">
            <a:hlinkClick action="ppaction://hlinksldjump" r:id="rId5"/>
          </p:cNvPr>
          <p:cNvSpPr/>
          <p:nvPr/>
        </p:nvSpPr>
        <p:spPr>
          <a:xfrm>
            <a:off x="1682750" y="1885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صِ</a:t>
            </a:r>
          </a:p>
        </p:txBody>
      </p:sp>
      <p:pic>
        <p:nvPicPr>
          <p:cNvPr id="10" name="Fish 3" descr="Fish 3">
            <a:hlinkClick action="ppaction://hlinksldjump" r:id="rId5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56000" y="3302000"/>
            <a:ext cx="2286000" cy="1416050"/>
          </a:xfrm>
          <a:prstGeom prst="rect">
            <a:avLst/>
          </a:prstGeom>
        </p:spPr>
      </p:pic>
      <p:sp>
        <p:nvSpPr>
          <p:cNvPr id="11" name="Fish letter 3 خِ" descr="خِ">
            <a:hlinkClick action="ppaction://hlinksldjump" r:id="rId5"/>
          </p:cNvPr>
          <p:cNvSpPr/>
          <p:nvPr/>
        </p:nvSpPr>
        <p:spPr>
          <a:xfrm>
            <a:off x="4095750" y="3536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خِ</a:t>
            </a:r>
          </a:p>
        </p:txBody>
      </p:sp>
      <p:pic>
        <p:nvPicPr>
          <p:cNvPr id="12" name="Fish 4" descr="Fish 4">
            <a:hlinkClick action="ppaction://hlinksldjump" r:id="rId5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72500" y="3810000"/>
            <a:ext cx="2286000" cy="1416050"/>
          </a:xfrm>
          <a:prstGeom prst="rect">
            <a:avLst/>
          </a:prstGeom>
        </p:spPr>
      </p:pic>
      <p:sp>
        <p:nvSpPr>
          <p:cNvPr id="13" name="Fish letter 4 رِ" descr="رِ">
            <a:hlinkClick action="ppaction://hlinksldjump" r:id="rId5"/>
          </p:cNvPr>
          <p:cNvSpPr/>
          <p:nvPr/>
        </p:nvSpPr>
        <p:spPr>
          <a:xfrm>
            <a:off x="9112250" y="4044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رِ</a:t>
            </a:r>
          </a:p>
        </p:txBody>
      </p:sp>
      <p:pic>
        <p:nvPicPr>
          <p:cNvPr id="14" name="Fish 5" descr="Fish 5">
            <a:hlinkClick action="ppaction://hlinksldjump" r:id="rId6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87500" y="4826000"/>
            <a:ext cx="2286000" cy="1416050"/>
          </a:xfrm>
          <a:prstGeom prst="rect">
            <a:avLst/>
          </a:prstGeom>
        </p:spPr>
      </p:pic>
      <p:sp>
        <p:nvSpPr>
          <p:cNvPr id="15" name="Fish letter 5 فِ" descr="فِ">
            <a:hlinkClick action="ppaction://hlinksldjump" r:id="rId6"/>
          </p:cNvPr>
          <p:cNvSpPr/>
          <p:nvPr/>
        </p:nvSpPr>
        <p:spPr>
          <a:xfrm>
            <a:off x="2127250" y="5060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فِ</a:t>
            </a:r>
          </a:p>
        </p:txBody>
      </p:sp>
      <p:sp>
        <p:nvSpPr>
          <p:cNvPr id="16" name="Try again!" descr="Try again!"/>
          <p:cNvSpPr/>
          <p:nvPr/>
        </p:nvSpPr>
        <p:spPr>
          <a:xfrm>
            <a:off x="7937500" y="5270500"/>
            <a:ext cx="3048000" cy="1460500"/>
          </a:xfrm>
          <a:prstGeom prst="cloudCallout">
            <a:avLst/>
          </a:prstGeom>
          <a:solidFill>
            <a:srgbClr val="FFFFFF"/>
          </a:solidFill>
          <a:ln w="50800">
            <a:solidFill>
              <a:srgbClr val="E5536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2500" b="1" lang="en-US">
                <a:solidFill>
                  <a:srgbClr val="E5536F"/>
                </a:solidFill>
                <a:latin typeface="Arial"/>
                <a:cs typeface="Arial"/>
              </a:rPr>
              <a:t>Try again!</a:t>
            </a:r>
          </a:p>
        </p:txBody>
      </p:sp>
      <p:sp>
        <p:nvSpPr>
          <p:cNvPr id="17" name="Next button">
            <a:hlinkClick action="ppaction://hlinksldjump" r:id="rId7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Next arrow">
            <a:hlinkClick action="ppaction://hlinksldjump" r:id="rId7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8" name="boing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4" dur="2600" fill="hold" repeatCount="indefinite" autoRev="1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6" dur="260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8" dur="3200" fill="hold" repeatCount="indefinite" autoRev="1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10" dur="3200" fill="hold" repeatCount="indefinite" autoRev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12" dur="350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14" dur="3500" fill="hold" repeatCount="indefinite" autoRev="1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7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16" dur="3800" fill="hold" repeatCount="indefinite" autoRev="1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9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18" dur="3800" fill="hold" repeatCount="indefinite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4" presetID="53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4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Catch every fish with"/>
          <p:cNvSpPr/>
          <p:nvPr/>
        </p:nvSpPr>
        <p:spPr>
          <a:xfrm>
            <a:off x="2730500" y="190500"/>
            <a:ext cx="546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000" b="1" lang="en-US">
                <a:solidFill>
                  <a:srgbClr val="2E2640"/>
                </a:solidFill>
                <a:latin typeface="Arial"/>
                <a:cs typeface="Arial"/>
              </a:rPr>
              <a:t>Catch every fish with</a:t>
            </a:r>
          </a:p>
        </p:txBody>
      </p:sp>
      <p:sp>
        <p:nvSpPr>
          <p:cNvPr id="5" name="Find فِ" descr="فِ"/>
          <p:cNvSpPr/>
          <p:nvPr/>
        </p:nvSpPr>
        <p:spPr>
          <a:xfrm>
            <a:off x="81915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فِ</a:t>
            </a:r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Fish 1" descr="Fish 1">
            <a:hlinkClick action="ppaction://hlinksldjump" r:id="rId5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0" y="1651000"/>
            <a:ext cx="2286000" cy="1416050"/>
          </a:xfrm>
          <a:prstGeom prst="rect">
            <a:avLst/>
          </a:prstGeom>
        </p:spPr>
      </p:pic>
      <p:sp>
        <p:nvSpPr>
          <p:cNvPr id="9" name="Fish letter 1 صِ" descr="صِ">
            <a:hlinkClick action="ppaction://hlinksldjump" r:id="rId5"/>
          </p:cNvPr>
          <p:cNvSpPr/>
          <p:nvPr/>
        </p:nvSpPr>
        <p:spPr>
          <a:xfrm>
            <a:off x="1682750" y="1885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صِ</a:t>
            </a:r>
          </a:p>
        </p:txBody>
      </p:sp>
      <p:pic>
        <p:nvPicPr>
          <p:cNvPr id="10" name="Fish 2" descr="Fish 2">
            <a:hlinkClick action="ppaction://hlinksldjump" r:id="rId6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67500" y="1905000"/>
            <a:ext cx="2286000" cy="1416050"/>
          </a:xfrm>
          <a:prstGeom prst="rect">
            <a:avLst/>
          </a:prstGeom>
        </p:spPr>
      </p:pic>
      <p:sp>
        <p:nvSpPr>
          <p:cNvPr id="11" name="Fish letter 2 فِ" descr="فِ">
            <a:hlinkClick action="ppaction://hlinksldjump" r:id="rId6"/>
          </p:cNvPr>
          <p:cNvSpPr/>
          <p:nvPr/>
        </p:nvSpPr>
        <p:spPr>
          <a:xfrm>
            <a:off x="7207250" y="2139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فِ</a:t>
            </a:r>
          </a:p>
        </p:txBody>
      </p:sp>
      <p:pic>
        <p:nvPicPr>
          <p:cNvPr id="12" name="Fish 3" descr="Fish 3">
            <a:hlinkClick action="ppaction://hlinksldjump" r:id="rId5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56000" y="3302000"/>
            <a:ext cx="2286000" cy="1416050"/>
          </a:xfrm>
          <a:prstGeom prst="rect">
            <a:avLst/>
          </a:prstGeom>
        </p:spPr>
      </p:pic>
      <p:sp>
        <p:nvSpPr>
          <p:cNvPr id="13" name="Fish letter 3 خِ" descr="خِ">
            <a:hlinkClick action="ppaction://hlinksldjump" r:id="rId5"/>
          </p:cNvPr>
          <p:cNvSpPr/>
          <p:nvPr/>
        </p:nvSpPr>
        <p:spPr>
          <a:xfrm>
            <a:off x="4095750" y="3536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خِ</a:t>
            </a:r>
          </a:p>
        </p:txBody>
      </p:sp>
      <p:pic>
        <p:nvPicPr>
          <p:cNvPr id="14" name="Fish 4" descr="Fish 4">
            <a:hlinkClick action="ppaction://hlinksldjump" r:id="rId5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72500" y="3810000"/>
            <a:ext cx="2286000" cy="1416050"/>
          </a:xfrm>
          <a:prstGeom prst="rect">
            <a:avLst/>
          </a:prstGeom>
        </p:spPr>
      </p:pic>
      <p:sp>
        <p:nvSpPr>
          <p:cNvPr id="15" name="Fish letter 4 رِ" descr="رِ">
            <a:hlinkClick action="ppaction://hlinksldjump" r:id="rId5"/>
          </p:cNvPr>
          <p:cNvSpPr/>
          <p:nvPr/>
        </p:nvSpPr>
        <p:spPr>
          <a:xfrm>
            <a:off x="9112250" y="4044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رِ</a:t>
            </a:r>
          </a:p>
        </p:txBody>
      </p:sp>
      <p:sp>
        <p:nvSpPr>
          <p:cNvPr id="16" name="Next button">
            <a:hlinkClick action="ppaction://hlinksldjump" r:id="rId7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Next arrow">
            <a:hlinkClick action="ppaction://hlinksldjump" r:id="rId7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8" name="spla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9" dur="2600" fill="hold" repeatCount="indefinite" autoRev="1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2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11" dur="260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4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13" dur="2900" fill="hold" repeatCount="indefinite" autoRev="1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6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15" dur="2900" fill="hold" repeatCount="indefinite" autoRev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8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17" dur="320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0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19" dur="3200" fill="hold" repeatCount="indefinite" autoRev="1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2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21" dur="3500" fill="hold" repeatCount="indefinite" autoRev="1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4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23" dur="3500" fill="hold" repeatCount="indefinite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5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Catch every fish with"/>
          <p:cNvSpPr/>
          <p:nvPr/>
        </p:nvSpPr>
        <p:spPr>
          <a:xfrm>
            <a:off x="2730500" y="190500"/>
            <a:ext cx="546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000" b="1" lang="en-US">
                <a:solidFill>
                  <a:srgbClr val="2E2640"/>
                </a:solidFill>
                <a:latin typeface="Arial"/>
                <a:cs typeface="Arial"/>
              </a:rPr>
              <a:t>Catch every fish with</a:t>
            </a:r>
          </a:p>
        </p:txBody>
      </p:sp>
      <p:sp>
        <p:nvSpPr>
          <p:cNvPr id="5" name="Find فِ" descr="فِ"/>
          <p:cNvSpPr/>
          <p:nvPr/>
        </p:nvSpPr>
        <p:spPr>
          <a:xfrm>
            <a:off x="81915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فِ</a:t>
            </a:r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Fish 1" descr="Fish 1">
            <a:hlinkClick action="ppaction://hlinksldjump" r:id="rId5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0" y="1651000"/>
            <a:ext cx="2286000" cy="1416050"/>
          </a:xfrm>
          <a:prstGeom prst="rect">
            <a:avLst/>
          </a:prstGeom>
        </p:spPr>
      </p:pic>
      <p:sp>
        <p:nvSpPr>
          <p:cNvPr id="9" name="Fish letter 1 صِ" descr="صِ">
            <a:hlinkClick action="ppaction://hlinksldjump" r:id="rId5"/>
          </p:cNvPr>
          <p:cNvSpPr/>
          <p:nvPr/>
        </p:nvSpPr>
        <p:spPr>
          <a:xfrm>
            <a:off x="1682750" y="1885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صِ</a:t>
            </a:r>
          </a:p>
        </p:txBody>
      </p:sp>
      <p:pic>
        <p:nvPicPr>
          <p:cNvPr id="10" name="Fish 2" descr="Fish 2">
            <a:hlinkClick action="ppaction://hlinksldjump" r:id="rId6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67500" y="1905000"/>
            <a:ext cx="2286000" cy="1416050"/>
          </a:xfrm>
          <a:prstGeom prst="rect">
            <a:avLst/>
          </a:prstGeom>
        </p:spPr>
      </p:pic>
      <p:sp>
        <p:nvSpPr>
          <p:cNvPr id="11" name="Fish letter 2 فِ" descr="فِ">
            <a:hlinkClick action="ppaction://hlinksldjump" r:id="rId6"/>
          </p:cNvPr>
          <p:cNvSpPr/>
          <p:nvPr/>
        </p:nvSpPr>
        <p:spPr>
          <a:xfrm>
            <a:off x="7207250" y="2139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فِ</a:t>
            </a:r>
          </a:p>
        </p:txBody>
      </p:sp>
      <p:pic>
        <p:nvPicPr>
          <p:cNvPr id="12" name="Fish 3" descr="Fish 3">
            <a:hlinkClick action="ppaction://hlinksldjump" r:id="rId5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56000" y="3302000"/>
            <a:ext cx="2286000" cy="1416050"/>
          </a:xfrm>
          <a:prstGeom prst="rect">
            <a:avLst/>
          </a:prstGeom>
        </p:spPr>
      </p:pic>
      <p:sp>
        <p:nvSpPr>
          <p:cNvPr id="13" name="Fish letter 3 خِ" descr="خِ">
            <a:hlinkClick action="ppaction://hlinksldjump" r:id="rId5"/>
          </p:cNvPr>
          <p:cNvSpPr/>
          <p:nvPr/>
        </p:nvSpPr>
        <p:spPr>
          <a:xfrm>
            <a:off x="4095750" y="3536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خِ</a:t>
            </a:r>
          </a:p>
        </p:txBody>
      </p:sp>
      <p:pic>
        <p:nvPicPr>
          <p:cNvPr id="14" name="Fish 4" descr="Fish 4">
            <a:hlinkClick action="ppaction://hlinksldjump" r:id="rId5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72500" y="3810000"/>
            <a:ext cx="2286000" cy="1416050"/>
          </a:xfrm>
          <a:prstGeom prst="rect">
            <a:avLst/>
          </a:prstGeom>
        </p:spPr>
      </p:pic>
      <p:sp>
        <p:nvSpPr>
          <p:cNvPr id="15" name="Fish letter 4 رِ" descr="رِ">
            <a:hlinkClick action="ppaction://hlinksldjump" r:id="rId5"/>
          </p:cNvPr>
          <p:cNvSpPr/>
          <p:nvPr/>
        </p:nvSpPr>
        <p:spPr>
          <a:xfrm>
            <a:off x="9112250" y="4044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رِ</a:t>
            </a:r>
          </a:p>
        </p:txBody>
      </p:sp>
      <p:sp>
        <p:nvSpPr>
          <p:cNvPr id="16" name="Try again!" descr="Try again!"/>
          <p:cNvSpPr/>
          <p:nvPr/>
        </p:nvSpPr>
        <p:spPr>
          <a:xfrm>
            <a:off x="7937500" y="5270500"/>
            <a:ext cx="3048000" cy="1460500"/>
          </a:xfrm>
          <a:prstGeom prst="cloudCallout">
            <a:avLst/>
          </a:prstGeom>
          <a:solidFill>
            <a:srgbClr val="FFFFFF"/>
          </a:solidFill>
          <a:ln w="50800">
            <a:solidFill>
              <a:srgbClr val="E5536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2500" b="1" lang="en-US">
                <a:solidFill>
                  <a:srgbClr val="E5536F"/>
                </a:solidFill>
                <a:latin typeface="Arial"/>
                <a:cs typeface="Arial"/>
              </a:rPr>
              <a:t>Try again!</a:t>
            </a:r>
          </a:p>
        </p:txBody>
      </p:sp>
      <p:sp>
        <p:nvSpPr>
          <p:cNvPr id="17" name="Next button">
            <a:hlinkClick action="ppaction://hlinksldjump" r:id="rId7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Next arrow">
            <a:hlinkClick action="ppaction://hlinksldjump" r:id="rId7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8" name="boing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4" dur="2600" fill="hold" repeatCount="indefinite" autoRev="1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6" dur="260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8" dur="2900" fill="hold" repeatCount="indefinite" autoRev="1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10" dur="2900" fill="hold" repeatCount="indefinite" autoRev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12" dur="320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14" dur="3200" fill="hold" repeatCount="indefinite" autoRev="1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7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16" dur="3500" fill="hold" repeatCount="indefinite" autoRev="1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9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18" dur="3500" fill="hold" repeatCount="indefinite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4" presetID="53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6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Catch every fish with"/>
          <p:cNvSpPr/>
          <p:nvPr/>
        </p:nvSpPr>
        <p:spPr>
          <a:xfrm>
            <a:off x="2730500" y="190500"/>
            <a:ext cx="546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000" b="1" lang="en-US">
                <a:solidFill>
                  <a:srgbClr val="2E2640"/>
                </a:solidFill>
                <a:latin typeface="Arial"/>
                <a:cs typeface="Arial"/>
              </a:rPr>
              <a:t>Catch every fish with</a:t>
            </a:r>
          </a:p>
        </p:txBody>
      </p:sp>
      <p:sp>
        <p:nvSpPr>
          <p:cNvPr id="5" name="Find فِ" descr="فِ"/>
          <p:cNvSpPr/>
          <p:nvPr/>
        </p:nvSpPr>
        <p:spPr>
          <a:xfrm>
            <a:off x="81915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فِ</a:t>
            </a:r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Fish 1" descr="Fish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0" y="1651000"/>
            <a:ext cx="2286000" cy="1416050"/>
          </a:xfrm>
          <a:prstGeom prst="rect">
            <a:avLst/>
          </a:prstGeom>
        </p:spPr>
      </p:pic>
      <p:sp>
        <p:nvSpPr>
          <p:cNvPr id="9" name="Fish letter 1 صِ" descr="صِ"/>
          <p:cNvSpPr/>
          <p:nvPr/>
        </p:nvSpPr>
        <p:spPr>
          <a:xfrm>
            <a:off x="1682750" y="1885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صِ</a:t>
            </a:r>
          </a:p>
        </p:txBody>
      </p:sp>
      <p:pic>
        <p:nvPicPr>
          <p:cNvPr id="10" name="Fish 3" descr="Fish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56000" y="3302000"/>
            <a:ext cx="2286000" cy="1416050"/>
          </a:xfrm>
          <a:prstGeom prst="rect">
            <a:avLst/>
          </a:prstGeom>
        </p:spPr>
      </p:pic>
      <p:sp>
        <p:nvSpPr>
          <p:cNvPr id="11" name="Fish letter 3 خِ" descr="خِ"/>
          <p:cNvSpPr/>
          <p:nvPr/>
        </p:nvSpPr>
        <p:spPr>
          <a:xfrm>
            <a:off x="4095750" y="3536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خِ</a:t>
            </a:r>
          </a:p>
        </p:txBody>
      </p:sp>
      <p:pic>
        <p:nvPicPr>
          <p:cNvPr id="12" name="Fish 4" descr="Fish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72500" y="3810000"/>
            <a:ext cx="2286000" cy="1416050"/>
          </a:xfrm>
          <a:prstGeom prst="rect">
            <a:avLst/>
          </a:prstGeom>
        </p:spPr>
      </p:pic>
      <p:sp>
        <p:nvSpPr>
          <p:cNvPr id="13" name="Fish letter 4 رِ" descr="رِ"/>
          <p:cNvSpPr/>
          <p:nvPr/>
        </p:nvSpPr>
        <p:spPr>
          <a:xfrm>
            <a:off x="9112250" y="4044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رِ</a:t>
            </a:r>
          </a:p>
        </p:txBody>
      </p:sp>
      <p:sp>
        <p:nvSpPr>
          <p:cNvPr id="14" name="Great job!" descr="Great job!"/>
          <p:cNvSpPr/>
          <p:nvPr/>
        </p:nvSpPr>
        <p:spPr>
          <a:xfrm>
            <a:off x="7937500" y="5270500"/>
            <a:ext cx="3048000" cy="1460500"/>
          </a:xfrm>
          <a:prstGeom prst="cloudCallout">
            <a:avLst/>
          </a:prstGeom>
          <a:solidFill>
            <a:srgbClr val="FFFFFF"/>
          </a:solidFill>
          <a:ln w="50800">
            <a:solidFill>
              <a:srgbClr val="2FB57A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2500" b="1" lang="en-US">
                <a:solidFill>
                  <a:srgbClr val="2FB57A"/>
                </a:solidFill>
                <a:latin typeface="Arial"/>
                <a:cs typeface="Arial"/>
              </a:rPr>
              <a:t>Great job!</a:t>
            </a:r>
          </a:p>
        </p:txBody>
      </p:sp>
      <p:sp>
        <p:nvSpPr>
          <p:cNvPr id="15" name="Next button">
            <a:hlinkClick action="ppaction://hlinksldjump" r:id="rId4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Next arrow">
            <a:hlinkClick action="ppaction://hlinksldjump" r:id="rId4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7" name="sound anchor" descr="sound anchor (invisible)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700" y="12700"/>
            <a:ext cx="25400" cy="25400"/>
          </a:xfrm>
          <a:prstGeom prst="rect">
            <a:avLst/>
          </a:prstGeom>
        </p:spPr>
      </p:pic>
    </p:spTree>
  </p:cSld>
  <p:clrMapOvr>
    <a:masterClrMapping/>
  </p:clrMapOvr>
  <p:transition advClick="0">
    <p:sndAc>
      <p:stSnd>
        <p:snd r:embed="rId5" name="spla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9" dur="2600" fill="hold" repeatCount="indefinite" autoRev="1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2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11" dur="260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4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13" dur="3200" fill="hold" repeatCount="indefinite" autoRev="1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6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15" dur="3200" fill="hold" repeatCount="indefinite" autoRev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8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17" dur="350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0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19" dur="3500" fill="hold" repeatCount="indefinite" autoRev="1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5" presetID="53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2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100000">
                                        <p:cTn id="2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7" name="cheer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Tap every letter with"/>
          <p:cNvSpPr/>
          <p:nvPr/>
        </p:nvSpPr>
        <p:spPr>
          <a:xfrm>
            <a:off x="2730500" y="190500"/>
            <a:ext cx="546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000" b="1" lang="en-US">
                <a:solidFill>
                  <a:srgbClr val="2E2640"/>
                </a:solidFill>
                <a:latin typeface="Arial"/>
                <a:cs typeface="Arial"/>
              </a:rPr>
              <a:t>Tap every letter with</a:t>
            </a:r>
          </a:p>
        </p:txBody>
      </p:sp>
      <p:sp>
        <p:nvSpPr>
          <p:cNvPr id="5" name="Find فِ" descr="فِ"/>
          <p:cNvSpPr/>
          <p:nvPr/>
        </p:nvSpPr>
        <p:spPr>
          <a:xfrm>
            <a:off x="81915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فِ</a:t>
            </a:r>
          </a:p>
        </p:txBody>
      </p:sp>
      <p:sp>
        <p:nvSpPr>
          <p:cNvPr id="6" name="Star place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Hole 1"/>
          <p:cNvSpPr/>
          <p:nvPr/>
        </p:nvSpPr>
        <p:spPr>
          <a:xfrm>
            <a:off x="2349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ile 1 عِ" descr="عِ">
            <a:hlinkClick action="ppaction://hlinksldjump" r:id="rId3"/>
          </p:cNvPr>
          <p:cNvSpPr/>
          <p:nvPr/>
        </p:nvSpPr>
        <p:spPr>
          <a:xfrm>
            <a:off x="2635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عِ</a:t>
            </a:r>
          </a:p>
        </p:txBody>
      </p:sp>
      <p:sp>
        <p:nvSpPr>
          <p:cNvPr id="10" name="Hole 2"/>
          <p:cNvSpPr/>
          <p:nvPr/>
        </p:nvSpPr>
        <p:spPr>
          <a:xfrm>
            <a:off x="5143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ile 2 كِ" descr="كِ">
            <a:hlinkClick action="ppaction://hlinksldjump" r:id="rId3"/>
          </p:cNvPr>
          <p:cNvSpPr/>
          <p:nvPr/>
        </p:nvSpPr>
        <p:spPr>
          <a:xfrm>
            <a:off x="5429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كِ</a:t>
            </a:r>
          </a:p>
        </p:txBody>
      </p:sp>
      <p:sp>
        <p:nvSpPr>
          <p:cNvPr id="12" name="Hole 3"/>
          <p:cNvSpPr/>
          <p:nvPr/>
        </p:nvSpPr>
        <p:spPr>
          <a:xfrm>
            <a:off x="7937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ile 3 زِ" descr="زِ">
            <a:hlinkClick action="ppaction://hlinksldjump" r:id="rId3"/>
          </p:cNvPr>
          <p:cNvSpPr/>
          <p:nvPr/>
        </p:nvSpPr>
        <p:spPr>
          <a:xfrm>
            <a:off x="8223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زِ</a:t>
            </a:r>
          </a:p>
        </p:txBody>
      </p:sp>
      <p:sp>
        <p:nvSpPr>
          <p:cNvPr id="14" name="Hole 4"/>
          <p:cNvSpPr/>
          <p:nvPr/>
        </p:nvSpPr>
        <p:spPr>
          <a:xfrm>
            <a:off x="2349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ile 4 مِ" descr="مِ">
            <a:hlinkClick action="ppaction://hlinksldjump" r:id="rId3"/>
          </p:cNvPr>
          <p:cNvSpPr/>
          <p:nvPr/>
        </p:nvSpPr>
        <p:spPr>
          <a:xfrm>
            <a:off x="2635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مِ</a:t>
            </a:r>
          </a:p>
        </p:txBody>
      </p:sp>
      <p:sp>
        <p:nvSpPr>
          <p:cNvPr id="16" name="Hole 5"/>
          <p:cNvSpPr/>
          <p:nvPr/>
        </p:nvSpPr>
        <p:spPr>
          <a:xfrm>
            <a:off x="5143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ile 5 فِ" descr="فِ">
            <a:hlinkClick action="ppaction://hlinksldjump" r:id="rId4"/>
          </p:cNvPr>
          <p:cNvSpPr/>
          <p:nvPr/>
        </p:nvSpPr>
        <p:spPr>
          <a:xfrm>
            <a:off x="5429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فِ</a:t>
            </a:r>
          </a:p>
        </p:txBody>
      </p:sp>
      <p:sp>
        <p:nvSpPr>
          <p:cNvPr id="18" name="Hole 6"/>
          <p:cNvSpPr/>
          <p:nvPr/>
        </p:nvSpPr>
        <p:spPr>
          <a:xfrm>
            <a:off x="7937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ile 6 فِ" descr="فِ">
            <a:hlinkClick action="ppaction://hlinksldjump" r:id="rId5"/>
          </p:cNvPr>
          <p:cNvSpPr/>
          <p:nvPr/>
        </p:nvSpPr>
        <p:spPr>
          <a:xfrm>
            <a:off x="8223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فِ</a:t>
            </a:r>
          </a:p>
        </p:txBody>
      </p:sp>
      <p:sp>
        <p:nvSpPr>
          <p:cNvPr id="20" name="Next button">
            <a:hlinkClick action="ppaction://hlinksldjump" r:id="rId6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Next arrow">
            <a:hlinkClick action="ppaction://hlinksldjump" r:id="rId6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6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4" dur="85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6" dur="970" fill="hold" repeatCount="indefinite" autoRev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8" dur="1090" fill="hold" repeatCount="indefinite" autoRev="1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0" dur="1210" fill="hold" repeatCount="indefinite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2" dur="1330" fill="hold" repeatCount="indefinite" autoRev="1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" presetID="0" presetClass="path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4" dur="1450" fill="hold" repeatCount="indefinite" autoRev="1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8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Tap every letter with"/>
          <p:cNvSpPr/>
          <p:nvPr/>
        </p:nvSpPr>
        <p:spPr>
          <a:xfrm>
            <a:off x="2730500" y="190500"/>
            <a:ext cx="546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000" b="1" lang="en-US">
                <a:solidFill>
                  <a:srgbClr val="2E2640"/>
                </a:solidFill>
                <a:latin typeface="Arial"/>
                <a:cs typeface="Arial"/>
              </a:rPr>
              <a:t>Tap every letter with</a:t>
            </a:r>
          </a:p>
        </p:txBody>
      </p:sp>
      <p:sp>
        <p:nvSpPr>
          <p:cNvPr id="5" name="Find فِ" descr="فِ"/>
          <p:cNvSpPr/>
          <p:nvPr/>
        </p:nvSpPr>
        <p:spPr>
          <a:xfrm>
            <a:off x="81915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فِ</a:t>
            </a:r>
          </a:p>
        </p:txBody>
      </p:sp>
      <p:sp>
        <p:nvSpPr>
          <p:cNvPr id="6" name="Star place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Hole 1"/>
          <p:cNvSpPr/>
          <p:nvPr/>
        </p:nvSpPr>
        <p:spPr>
          <a:xfrm>
            <a:off x="2349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ile 1 عِ" descr="عِ">
            <a:hlinkClick action="ppaction://hlinksldjump" r:id="rId3"/>
          </p:cNvPr>
          <p:cNvSpPr/>
          <p:nvPr/>
        </p:nvSpPr>
        <p:spPr>
          <a:xfrm>
            <a:off x="2635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عِ</a:t>
            </a:r>
          </a:p>
        </p:txBody>
      </p:sp>
      <p:sp>
        <p:nvSpPr>
          <p:cNvPr id="10" name="Hole 2"/>
          <p:cNvSpPr/>
          <p:nvPr/>
        </p:nvSpPr>
        <p:spPr>
          <a:xfrm>
            <a:off x="5143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ile 2 كِ" descr="كِ">
            <a:hlinkClick action="ppaction://hlinksldjump" r:id="rId3"/>
          </p:cNvPr>
          <p:cNvSpPr/>
          <p:nvPr/>
        </p:nvSpPr>
        <p:spPr>
          <a:xfrm>
            <a:off x="5429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كِ</a:t>
            </a:r>
          </a:p>
        </p:txBody>
      </p:sp>
      <p:sp>
        <p:nvSpPr>
          <p:cNvPr id="12" name="Hole 3"/>
          <p:cNvSpPr/>
          <p:nvPr/>
        </p:nvSpPr>
        <p:spPr>
          <a:xfrm>
            <a:off x="7937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ile 3 زِ" descr="زِ">
            <a:hlinkClick action="ppaction://hlinksldjump" r:id="rId3"/>
          </p:cNvPr>
          <p:cNvSpPr/>
          <p:nvPr/>
        </p:nvSpPr>
        <p:spPr>
          <a:xfrm>
            <a:off x="8223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زِ</a:t>
            </a:r>
          </a:p>
        </p:txBody>
      </p:sp>
      <p:sp>
        <p:nvSpPr>
          <p:cNvPr id="14" name="Hole 4"/>
          <p:cNvSpPr/>
          <p:nvPr/>
        </p:nvSpPr>
        <p:spPr>
          <a:xfrm>
            <a:off x="2349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ile 4 مِ" descr="مِ">
            <a:hlinkClick action="ppaction://hlinksldjump" r:id="rId3"/>
          </p:cNvPr>
          <p:cNvSpPr/>
          <p:nvPr/>
        </p:nvSpPr>
        <p:spPr>
          <a:xfrm>
            <a:off x="2635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مِ</a:t>
            </a:r>
          </a:p>
        </p:txBody>
      </p:sp>
      <p:sp>
        <p:nvSpPr>
          <p:cNvPr id="16" name="Hole 5"/>
          <p:cNvSpPr/>
          <p:nvPr/>
        </p:nvSpPr>
        <p:spPr>
          <a:xfrm>
            <a:off x="5143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ile 5 فِ" descr="فِ">
            <a:hlinkClick action="ppaction://hlinksldjump" r:id="rId4"/>
          </p:cNvPr>
          <p:cNvSpPr/>
          <p:nvPr/>
        </p:nvSpPr>
        <p:spPr>
          <a:xfrm>
            <a:off x="5429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فِ</a:t>
            </a:r>
          </a:p>
        </p:txBody>
      </p:sp>
      <p:sp>
        <p:nvSpPr>
          <p:cNvPr id="18" name="Hole 6"/>
          <p:cNvSpPr/>
          <p:nvPr/>
        </p:nvSpPr>
        <p:spPr>
          <a:xfrm>
            <a:off x="7937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ile 6 فِ" descr="فِ">
            <a:hlinkClick action="ppaction://hlinksldjump" r:id="rId5"/>
          </p:cNvPr>
          <p:cNvSpPr/>
          <p:nvPr/>
        </p:nvSpPr>
        <p:spPr>
          <a:xfrm>
            <a:off x="8223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فِ</a:t>
            </a:r>
          </a:p>
        </p:txBody>
      </p:sp>
      <p:sp>
        <p:nvSpPr>
          <p:cNvPr id="20" name="Try again!" descr="Try again!"/>
          <p:cNvSpPr/>
          <p:nvPr/>
        </p:nvSpPr>
        <p:spPr>
          <a:xfrm>
            <a:off x="9080500" y="1016000"/>
            <a:ext cx="3048000" cy="1460500"/>
          </a:xfrm>
          <a:prstGeom prst="cloudCallout">
            <a:avLst/>
          </a:prstGeom>
          <a:solidFill>
            <a:srgbClr val="FFFFFF"/>
          </a:solidFill>
          <a:ln w="50800">
            <a:solidFill>
              <a:srgbClr val="E5536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2500" b="1" lang="en-US">
                <a:solidFill>
                  <a:srgbClr val="E5536F"/>
                </a:solidFill>
                <a:latin typeface="Arial"/>
                <a:cs typeface="Arial"/>
              </a:rPr>
              <a:t>Try again!</a:t>
            </a:r>
          </a:p>
        </p:txBody>
      </p:sp>
      <p:sp>
        <p:nvSpPr>
          <p:cNvPr id="21" name="Next button">
            <a:hlinkClick action="ppaction://hlinksldjump" r:id="rId6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Next arrow">
            <a:hlinkClick action="ppaction://hlinksldjump" r:id="rId6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7" name="boing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1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4" dur="85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6" dur="970" fill="hold" repeatCount="indefinite" autoRev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8" dur="1090" fill="hold" repeatCount="indefinite" autoRev="1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0" dur="1210" fill="hold" repeatCount="indefinite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2" dur="1330" fill="hold" repeatCount="indefinite" autoRev="1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" presetID="0" presetClass="path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4" dur="1450" fill="hold" repeatCount="indefinite" autoRev="1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0" presetID="53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" dur="4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4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9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Tap every letter with"/>
          <p:cNvSpPr/>
          <p:nvPr/>
        </p:nvSpPr>
        <p:spPr>
          <a:xfrm>
            <a:off x="2730500" y="190500"/>
            <a:ext cx="546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000" b="1" lang="en-US">
                <a:solidFill>
                  <a:srgbClr val="2E2640"/>
                </a:solidFill>
                <a:latin typeface="Arial"/>
                <a:cs typeface="Arial"/>
              </a:rPr>
              <a:t>Tap every letter with</a:t>
            </a:r>
          </a:p>
        </p:txBody>
      </p:sp>
      <p:sp>
        <p:nvSpPr>
          <p:cNvPr id="5" name="Find فِ" descr="فِ"/>
          <p:cNvSpPr/>
          <p:nvPr/>
        </p:nvSpPr>
        <p:spPr>
          <a:xfrm>
            <a:off x="81915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فِ</a:t>
            </a:r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Hole 1"/>
          <p:cNvSpPr/>
          <p:nvPr/>
        </p:nvSpPr>
        <p:spPr>
          <a:xfrm>
            <a:off x="2349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ile 1 عِ" descr="عِ">
            <a:hlinkClick action="ppaction://hlinksldjump" r:id="rId3"/>
          </p:cNvPr>
          <p:cNvSpPr/>
          <p:nvPr/>
        </p:nvSpPr>
        <p:spPr>
          <a:xfrm>
            <a:off x="2635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عِ</a:t>
            </a:r>
          </a:p>
        </p:txBody>
      </p:sp>
      <p:sp>
        <p:nvSpPr>
          <p:cNvPr id="10" name="Hole 2"/>
          <p:cNvSpPr/>
          <p:nvPr/>
        </p:nvSpPr>
        <p:spPr>
          <a:xfrm>
            <a:off x="5143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ile 2 كِ" descr="كِ">
            <a:hlinkClick action="ppaction://hlinksldjump" r:id="rId3"/>
          </p:cNvPr>
          <p:cNvSpPr/>
          <p:nvPr/>
        </p:nvSpPr>
        <p:spPr>
          <a:xfrm>
            <a:off x="5429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كِ</a:t>
            </a:r>
          </a:p>
        </p:txBody>
      </p:sp>
      <p:sp>
        <p:nvSpPr>
          <p:cNvPr id="12" name="Hole 3"/>
          <p:cNvSpPr/>
          <p:nvPr/>
        </p:nvSpPr>
        <p:spPr>
          <a:xfrm>
            <a:off x="7937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ile 3 زِ" descr="زِ">
            <a:hlinkClick action="ppaction://hlinksldjump" r:id="rId3"/>
          </p:cNvPr>
          <p:cNvSpPr/>
          <p:nvPr/>
        </p:nvSpPr>
        <p:spPr>
          <a:xfrm>
            <a:off x="8223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زِ</a:t>
            </a:r>
          </a:p>
        </p:txBody>
      </p:sp>
      <p:sp>
        <p:nvSpPr>
          <p:cNvPr id="14" name="Hole 4"/>
          <p:cNvSpPr/>
          <p:nvPr/>
        </p:nvSpPr>
        <p:spPr>
          <a:xfrm>
            <a:off x="2349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ile 4 مِ" descr="مِ">
            <a:hlinkClick action="ppaction://hlinksldjump" r:id="rId3"/>
          </p:cNvPr>
          <p:cNvSpPr/>
          <p:nvPr/>
        </p:nvSpPr>
        <p:spPr>
          <a:xfrm>
            <a:off x="2635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مِ</a:t>
            </a:r>
          </a:p>
        </p:txBody>
      </p:sp>
      <p:sp>
        <p:nvSpPr>
          <p:cNvPr id="16" name="Hole 5"/>
          <p:cNvSpPr/>
          <p:nvPr/>
        </p:nvSpPr>
        <p:spPr>
          <a:xfrm>
            <a:off x="5143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Hole 6"/>
          <p:cNvSpPr/>
          <p:nvPr/>
        </p:nvSpPr>
        <p:spPr>
          <a:xfrm>
            <a:off x="7937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ile 6 فِ" descr="فِ">
            <a:hlinkClick action="ppaction://hlinksldjump" r:id="rId4"/>
          </p:cNvPr>
          <p:cNvSpPr/>
          <p:nvPr/>
        </p:nvSpPr>
        <p:spPr>
          <a:xfrm>
            <a:off x="8223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فِ</a:t>
            </a:r>
          </a:p>
        </p:txBody>
      </p:sp>
      <p:sp>
        <p:nvSpPr>
          <p:cNvPr id="19" name="Next button">
            <a:hlinkClick action="ppaction://hlinksldjump" r:id="rId5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Next arrow">
            <a:hlinkClick action="ppaction://hlinksldjump" r:id="rId5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6" name="bonk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9" dur="85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2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1" dur="970" fill="hold" repeatCount="indefinite" autoRev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4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3" dur="1090" fill="hold" repeatCount="indefinite" autoRev="1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6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5" dur="1210" fill="hold" repeatCount="indefinite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8" presetID="0" presetClass="path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7" dur="1450" fill="hold" repeatCount="indefinite" autoRev="1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0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Tap every letter with"/>
          <p:cNvSpPr/>
          <p:nvPr/>
        </p:nvSpPr>
        <p:spPr>
          <a:xfrm>
            <a:off x="2730500" y="190500"/>
            <a:ext cx="546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000" b="1" lang="en-US">
                <a:solidFill>
                  <a:srgbClr val="2E2640"/>
                </a:solidFill>
                <a:latin typeface="Arial"/>
                <a:cs typeface="Arial"/>
              </a:rPr>
              <a:t>Tap every letter with</a:t>
            </a:r>
          </a:p>
        </p:txBody>
      </p:sp>
      <p:sp>
        <p:nvSpPr>
          <p:cNvPr id="5" name="Find فِ" descr="فِ"/>
          <p:cNvSpPr/>
          <p:nvPr/>
        </p:nvSpPr>
        <p:spPr>
          <a:xfrm>
            <a:off x="81915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فِ</a:t>
            </a:r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Hole 1"/>
          <p:cNvSpPr/>
          <p:nvPr/>
        </p:nvSpPr>
        <p:spPr>
          <a:xfrm>
            <a:off x="2349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ile 1 عِ" descr="عِ">
            <a:hlinkClick action="ppaction://hlinksldjump" r:id="rId3"/>
          </p:cNvPr>
          <p:cNvSpPr/>
          <p:nvPr/>
        </p:nvSpPr>
        <p:spPr>
          <a:xfrm>
            <a:off x="2635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عِ</a:t>
            </a:r>
          </a:p>
        </p:txBody>
      </p:sp>
      <p:sp>
        <p:nvSpPr>
          <p:cNvPr id="10" name="Hole 2"/>
          <p:cNvSpPr/>
          <p:nvPr/>
        </p:nvSpPr>
        <p:spPr>
          <a:xfrm>
            <a:off x="5143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ile 2 كِ" descr="كِ">
            <a:hlinkClick action="ppaction://hlinksldjump" r:id="rId3"/>
          </p:cNvPr>
          <p:cNvSpPr/>
          <p:nvPr/>
        </p:nvSpPr>
        <p:spPr>
          <a:xfrm>
            <a:off x="5429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كِ</a:t>
            </a:r>
          </a:p>
        </p:txBody>
      </p:sp>
      <p:sp>
        <p:nvSpPr>
          <p:cNvPr id="12" name="Hole 3"/>
          <p:cNvSpPr/>
          <p:nvPr/>
        </p:nvSpPr>
        <p:spPr>
          <a:xfrm>
            <a:off x="7937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ile 3 زِ" descr="زِ">
            <a:hlinkClick action="ppaction://hlinksldjump" r:id="rId3"/>
          </p:cNvPr>
          <p:cNvSpPr/>
          <p:nvPr/>
        </p:nvSpPr>
        <p:spPr>
          <a:xfrm>
            <a:off x="8223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زِ</a:t>
            </a:r>
          </a:p>
        </p:txBody>
      </p:sp>
      <p:sp>
        <p:nvSpPr>
          <p:cNvPr id="14" name="Hole 4"/>
          <p:cNvSpPr/>
          <p:nvPr/>
        </p:nvSpPr>
        <p:spPr>
          <a:xfrm>
            <a:off x="2349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ile 4 مِ" descr="مِ">
            <a:hlinkClick action="ppaction://hlinksldjump" r:id="rId3"/>
          </p:cNvPr>
          <p:cNvSpPr/>
          <p:nvPr/>
        </p:nvSpPr>
        <p:spPr>
          <a:xfrm>
            <a:off x="2635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مِ</a:t>
            </a:r>
          </a:p>
        </p:txBody>
      </p:sp>
      <p:sp>
        <p:nvSpPr>
          <p:cNvPr id="16" name="Hole 5"/>
          <p:cNvSpPr/>
          <p:nvPr/>
        </p:nvSpPr>
        <p:spPr>
          <a:xfrm>
            <a:off x="5143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Hole 6"/>
          <p:cNvSpPr/>
          <p:nvPr/>
        </p:nvSpPr>
        <p:spPr>
          <a:xfrm>
            <a:off x="7937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ile 6 فِ" descr="فِ">
            <a:hlinkClick action="ppaction://hlinksldjump" r:id="rId4"/>
          </p:cNvPr>
          <p:cNvSpPr/>
          <p:nvPr/>
        </p:nvSpPr>
        <p:spPr>
          <a:xfrm>
            <a:off x="8223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فِ</a:t>
            </a:r>
          </a:p>
        </p:txBody>
      </p:sp>
      <p:sp>
        <p:nvSpPr>
          <p:cNvPr id="19" name="Try again!" descr="Try again!"/>
          <p:cNvSpPr/>
          <p:nvPr/>
        </p:nvSpPr>
        <p:spPr>
          <a:xfrm>
            <a:off x="9080500" y="1016000"/>
            <a:ext cx="3048000" cy="1460500"/>
          </a:xfrm>
          <a:prstGeom prst="cloudCallout">
            <a:avLst/>
          </a:prstGeom>
          <a:solidFill>
            <a:srgbClr val="FFFFFF"/>
          </a:solidFill>
          <a:ln w="50800">
            <a:solidFill>
              <a:srgbClr val="E5536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2500" b="1" lang="en-US">
                <a:solidFill>
                  <a:srgbClr val="E5536F"/>
                </a:solidFill>
                <a:latin typeface="Arial"/>
                <a:cs typeface="Arial"/>
              </a:rPr>
              <a:t>Try again!</a:t>
            </a:r>
          </a:p>
        </p:txBody>
      </p:sp>
      <p:sp>
        <p:nvSpPr>
          <p:cNvPr id="20" name="Next button">
            <a:hlinkClick action="ppaction://hlinksldjump" r:id="rId5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Next arrow">
            <a:hlinkClick action="ppaction://hlinksldjump" r:id="rId5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6" name="boing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4" dur="85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6" dur="970" fill="hold" repeatCount="indefinite" autoRev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8" dur="1090" fill="hold" repeatCount="indefinite" autoRev="1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0" dur="1210" fill="hold" repeatCount="indefinite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2" dur="1450" fill="hold" repeatCount="indefinite" autoRev="1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8" presetID="53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4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4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1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Tap every letter with"/>
          <p:cNvSpPr/>
          <p:nvPr/>
        </p:nvSpPr>
        <p:spPr>
          <a:xfrm>
            <a:off x="2730500" y="190500"/>
            <a:ext cx="546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000" b="1" lang="en-US">
                <a:solidFill>
                  <a:srgbClr val="2E2640"/>
                </a:solidFill>
                <a:latin typeface="Arial"/>
                <a:cs typeface="Arial"/>
              </a:rPr>
              <a:t>Tap every letter with</a:t>
            </a:r>
          </a:p>
        </p:txBody>
      </p:sp>
      <p:sp>
        <p:nvSpPr>
          <p:cNvPr id="5" name="Find فِ" descr="فِ"/>
          <p:cNvSpPr/>
          <p:nvPr/>
        </p:nvSpPr>
        <p:spPr>
          <a:xfrm>
            <a:off x="81915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فِ</a:t>
            </a:r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Hole 1"/>
          <p:cNvSpPr/>
          <p:nvPr/>
        </p:nvSpPr>
        <p:spPr>
          <a:xfrm>
            <a:off x="2349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ile 1 عِ" descr="عِ">
            <a:hlinkClick action="ppaction://hlinksldjump" r:id="rId3"/>
          </p:cNvPr>
          <p:cNvSpPr/>
          <p:nvPr/>
        </p:nvSpPr>
        <p:spPr>
          <a:xfrm>
            <a:off x="2635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عِ</a:t>
            </a:r>
          </a:p>
        </p:txBody>
      </p:sp>
      <p:sp>
        <p:nvSpPr>
          <p:cNvPr id="10" name="Hole 2"/>
          <p:cNvSpPr/>
          <p:nvPr/>
        </p:nvSpPr>
        <p:spPr>
          <a:xfrm>
            <a:off x="5143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ile 2 كِ" descr="كِ">
            <a:hlinkClick action="ppaction://hlinksldjump" r:id="rId3"/>
          </p:cNvPr>
          <p:cNvSpPr/>
          <p:nvPr/>
        </p:nvSpPr>
        <p:spPr>
          <a:xfrm>
            <a:off x="5429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كِ</a:t>
            </a:r>
          </a:p>
        </p:txBody>
      </p:sp>
      <p:sp>
        <p:nvSpPr>
          <p:cNvPr id="12" name="Hole 3"/>
          <p:cNvSpPr/>
          <p:nvPr/>
        </p:nvSpPr>
        <p:spPr>
          <a:xfrm>
            <a:off x="7937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ile 3 زِ" descr="زِ">
            <a:hlinkClick action="ppaction://hlinksldjump" r:id="rId3"/>
          </p:cNvPr>
          <p:cNvSpPr/>
          <p:nvPr/>
        </p:nvSpPr>
        <p:spPr>
          <a:xfrm>
            <a:off x="8223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زِ</a:t>
            </a:r>
          </a:p>
        </p:txBody>
      </p:sp>
      <p:sp>
        <p:nvSpPr>
          <p:cNvPr id="14" name="Hole 4"/>
          <p:cNvSpPr/>
          <p:nvPr/>
        </p:nvSpPr>
        <p:spPr>
          <a:xfrm>
            <a:off x="2349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ile 4 مِ" descr="مِ">
            <a:hlinkClick action="ppaction://hlinksldjump" r:id="rId3"/>
          </p:cNvPr>
          <p:cNvSpPr/>
          <p:nvPr/>
        </p:nvSpPr>
        <p:spPr>
          <a:xfrm>
            <a:off x="2635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مِ</a:t>
            </a:r>
          </a:p>
        </p:txBody>
      </p:sp>
      <p:sp>
        <p:nvSpPr>
          <p:cNvPr id="16" name="Hole 5"/>
          <p:cNvSpPr/>
          <p:nvPr/>
        </p:nvSpPr>
        <p:spPr>
          <a:xfrm>
            <a:off x="5143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ile 5 فِ" descr="فِ">
            <a:hlinkClick action="ppaction://hlinksldjump" r:id="rId4"/>
          </p:cNvPr>
          <p:cNvSpPr/>
          <p:nvPr/>
        </p:nvSpPr>
        <p:spPr>
          <a:xfrm>
            <a:off x="5429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فِ</a:t>
            </a:r>
          </a:p>
        </p:txBody>
      </p:sp>
      <p:sp>
        <p:nvSpPr>
          <p:cNvPr id="18" name="Hole 6"/>
          <p:cNvSpPr/>
          <p:nvPr/>
        </p:nvSpPr>
        <p:spPr>
          <a:xfrm>
            <a:off x="7937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Next button">
            <a:hlinkClick action="ppaction://hlinksldjump" r:id="rId5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Next arrow">
            <a:hlinkClick action="ppaction://hlinksldjump" r:id="rId5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6" name="bonk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9" dur="85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2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1" dur="970" fill="hold" repeatCount="indefinite" autoRev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4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3" dur="1090" fill="hold" repeatCount="indefinite" autoRev="1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6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5" dur="1210" fill="hold" repeatCount="indefinite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8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7" dur="1330" fill="hold" repeatCount="indefinite" autoRev="1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2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Tap every letter with"/>
          <p:cNvSpPr/>
          <p:nvPr/>
        </p:nvSpPr>
        <p:spPr>
          <a:xfrm>
            <a:off x="2730500" y="190500"/>
            <a:ext cx="546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000" b="1" lang="en-US">
                <a:solidFill>
                  <a:srgbClr val="2E2640"/>
                </a:solidFill>
                <a:latin typeface="Arial"/>
                <a:cs typeface="Arial"/>
              </a:rPr>
              <a:t>Tap every letter with</a:t>
            </a:r>
          </a:p>
        </p:txBody>
      </p:sp>
      <p:sp>
        <p:nvSpPr>
          <p:cNvPr id="5" name="Find فِ" descr="فِ"/>
          <p:cNvSpPr/>
          <p:nvPr/>
        </p:nvSpPr>
        <p:spPr>
          <a:xfrm>
            <a:off x="81915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فِ</a:t>
            </a:r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Hole 1"/>
          <p:cNvSpPr/>
          <p:nvPr/>
        </p:nvSpPr>
        <p:spPr>
          <a:xfrm>
            <a:off x="2349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ile 1 عِ" descr="عِ">
            <a:hlinkClick action="ppaction://hlinksldjump" r:id="rId3"/>
          </p:cNvPr>
          <p:cNvSpPr/>
          <p:nvPr/>
        </p:nvSpPr>
        <p:spPr>
          <a:xfrm>
            <a:off x="2635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عِ</a:t>
            </a:r>
          </a:p>
        </p:txBody>
      </p:sp>
      <p:sp>
        <p:nvSpPr>
          <p:cNvPr id="10" name="Hole 2"/>
          <p:cNvSpPr/>
          <p:nvPr/>
        </p:nvSpPr>
        <p:spPr>
          <a:xfrm>
            <a:off x="5143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ile 2 كِ" descr="كِ">
            <a:hlinkClick action="ppaction://hlinksldjump" r:id="rId3"/>
          </p:cNvPr>
          <p:cNvSpPr/>
          <p:nvPr/>
        </p:nvSpPr>
        <p:spPr>
          <a:xfrm>
            <a:off x="5429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كِ</a:t>
            </a:r>
          </a:p>
        </p:txBody>
      </p:sp>
      <p:sp>
        <p:nvSpPr>
          <p:cNvPr id="12" name="Hole 3"/>
          <p:cNvSpPr/>
          <p:nvPr/>
        </p:nvSpPr>
        <p:spPr>
          <a:xfrm>
            <a:off x="7937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ile 3 زِ" descr="زِ">
            <a:hlinkClick action="ppaction://hlinksldjump" r:id="rId3"/>
          </p:cNvPr>
          <p:cNvSpPr/>
          <p:nvPr/>
        </p:nvSpPr>
        <p:spPr>
          <a:xfrm>
            <a:off x="8223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زِ</a:t>
            </a:r>
          </a:p>
        </p:txBody>
      </p:sp>
      <p:sp>
        <p:nvSpPr>
          <p:cNvPr id="14" name="Hole 4"/>
          <p:cNvSpPr/>
          <p:nvPr/>
        </p:nvSpPr>
        <p:spPr>
          <a:xfrm>
            <a:off x="2349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ile 4 مِ" descr="مِ">
            <a:hlinkClick action="ppaction://hlinksldjump" r:id="rId3"/>
          </p:cNvPr>
          <p:cNvSpPr/>
          <p:nvPr/>
        </p:nvSpPr>
        <p:spPr>
          <a:xfrm>
            <a:off x="2635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مِ</a:t>
            </a:r>
          </a:p>
        </p:txBody>
      </p:sp>
      <p:sp>
        <p:nvSpPr>
          <p:cNvPr id="16" name="Hole 5"/>
          <p:cNvSpPr/>
          <p:nvPr/>
        </p:nvSpPr>
        <p:spPr>
          <a:xfrm>
            <a:off x="5143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ile 5 فِ" descr="فِ">
            <a:hlinkClick action="ppaction://hlinksldjump" r:id="rId4"/>
          </p:cNvPr>
          <p:cNvSpPr/>
          <p:nvPr/>
        </p:nvSpPr>
        <p:spPr>
          <a:xfrm>
            <a:off x="5429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فِ</a:t>
            </a:r>
          </a:p>
        </p:txBody>
      </p:sp>
      <p:sp>
        <p:nvSpPr>
          <p:cNvPr id="18" name="Hole 6"/>
          <p:cNvSpPr/>
          <p:nvPr/>
        </p:nvSpPr>
        <p:spPr>
          <a:xfrm>
            <a:off x="7937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ry again!" descr="Try again!"/>
          <p:cNvSpPr/>
          <p:nvPr/>
        </p:nvSpPr>
        <p:spPr>
          <a:xfrm>
            <a:off x="9080500" y="1016000"/>
            <a:ext cx="3048000" cy="1460500"/>
          </a:xfrm>
          <a:prstGeom prst="cloudCallout">
            <a:avLst/>
          </a:prstGeom>
          <a:solidFill>
            <a:srgbClr val="FFFFFF"/>
          </a:solidFill>
          <a:ln w="50800">
            <a:solidFill>
              <a:srgbClr val="E5536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2500" b="1" lang="en-US">
                <a:solidFill>
                  <a:srgbClr val="E5536F"/>
                </a:solidFill>
                <a:latin typeface="Arial"/>
                <a:cs typeface="Arial"/>
              </a:rPr>
              <a:t>Try again!</a:t>
            </a:r>
          </a:p>
        </p:txBody>
      </p:sp>
      <p:sp>
        <p:nvSpPr>
          <p:cNvPr id="20" name="Next button">
            <a:hlinkClick action="ppaction://hlinksldjump" r:id="rId5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Next arrow">
            <a:hlinkClick action="ppaction://hlinksldjump" r:id="rId5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6" name="boing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4" dur="85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6" dur="970" fill="hold" repeatCount="indefinite" autoRev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8" dur="1090" fill="hold" repeatCount="indefinite" autoRev="1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0" dur="1210" fill="hold" repeatCount="indefinite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2" dur="1330" fill="hold" repeatCount="indefinite" autoRev="1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8" presetID="53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4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4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3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Tap every letter with"/>
          <p:cNvSpPr/>
          <p:nvPr/>
        </p:nvSpPr>
        <p:spPr>
          <a:xfrm>
            <a:off x="2730500" y="190500"/>
            <a:ext cx="546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000" b="1" lang="en-US">
                <a:solidFill>
                  <a:srgbClr val="2E2640"/>
                </a:solidFill>
                <a:latin typeface="Arial"/>
                <a:cs typeface="Arial"/>
              </a:rPr>
              <a:t>Tap every letter with</a:t>
            </a:r>
          </a:p>
        </p:txBody>
      </p:sp>
      <p:sp>
        <p:nvSpPr>
          <p:cNvPr id="5" name="Find فِ" descr="فِ"/>
          <p:cNvSpPr/>
          <p:nvPr/>
        </p:nvSpPr>
        <p:spPr>
          <a:xfrm>
            <a:off x="81915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فِ</a:t>
            </a:r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Hole 1"/>
          <p:cNvSpPr/>
          <p:nvPr/>
        </p:nvSpPr>
        <p:spPr>
          <a:xfrm>
            <a:off x="2349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ile 1 عِ" descr="عِ"/>
          <p:cNvSpPr/>
          <p:nvPr/>
        </p:nvSpPr>
        <p:spPr>
          <a:xfrm>
            <a:off x="2635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عِ</a:t>
            </a:r>
          </a:p>
        </p:txBody>
      </p:sp>
      <p:sp>
        <p:nvSpPr>
          <p:cNvPr id="10" name="Hole 2"/>
          <p:cNvSpPr/>
          <p:nvPr/>
        </p:nvSpPr>
        <p:spPr>
          <a:xfrm>
            <a:off x="5143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ile 2 كِ" descr="كِ"/>
          <p:cNvSpPr/>
          <p:nvPr/>
        </p:nvSpPr>
        <p:spPr>
          <a:xfrm>
            <a:off x="5429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كِ</a:t>
            </a:r>
          </a:p>
        </p:txBody>
      </p:sp>
      <p:sp>
        <p:nvSpPr>
          <p:cNvPr id="12" name="Hole 3"/>
          <p:cNvSpPr/>
          <p:nvPr/>
        </p:nvSpPr>
        <p:spPr>
          <a:xfrm>
            <a:off x="7937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ile 3 زِ" descr="زِ"/>
          <p:cNvSpPr/>
          <p:nvPr/>
        </p:nvSpPr>
        <p:spPr>
          <a:xfrm>
            <a:off x="8223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زِ</a:t>
            </a:r>
          </a:p>
        </p:txBody>
      </p:sp>
      <p:sp>
        <p:nvSpPr>
          <p:cNvPr id="14" name="Hole 4"/>
          <p:cNvSpPr/>
          <p:nvPr/>
        </p:nvSpPr>
        <p:spPr>
          <a:xfrm>
            <a:off x="2349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ile 4 مِ" descr="مِ"/>
          <p:cNvSpPr/>
          <p:nvPr/>
        </p:nvSpPr>
        <p:spPr>
          <a:xfrm>
            <a:off x="2635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مِ</a:t>
            </a:r>
          </a:p>
        </p:txBody>
      </p:sp>
      <p:sp>
        <p:nvSpPr>
          <p:cNvPr id="16" name="Hole 5"/>
          <p:cNvSpPr/>
          <p:nvPr/>
        </p:nvSpPr>
        <p:spPr>
          <a:xfrm>
            <a:off x="5143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Hole 6"/>
          <p:cNvSpPr/>
          <p:nvPr/>
        </p:nvSpPr>
        <p:spPr>
          <a:xfrm>
            <a:off x="7937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Great job!" descr="Great job!"/>
          <p:cNvSpPr/>
          <p:nvPr/>
        </p:nvSpPr>
        <p:spPr>
          <a:xfrm>
            <a:off x="9080500" y="1016000"/>
            <a:ext cx="3048000" cy="1460500"/>
          </a:xfrm>
          <a:prstGeom prst="cloudCallout">
            <a:avLst/>
          </a:prstGeom>
          <a:solidFill>
            <a:srgbClr val="FFFFFF"/>
          </a:solidFill>
          <a:ln w="50800">
            <a:solidFill>
              <a:srgbClr val="2FB57A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2500" b="1" lang="en-US">
                <a:solidFill>
                  <a:srgbClr val="2FB57A"/>
                </a:solidFill>
                <a:latin typeface="Arial"/>
                <a:cs typeface="Arial"/>
              </a:rPr>
              <a:t>Great job!</a:t>
            </a:r>
          </a:p>
        </p:txBody>
      </p:sp>
      <p:sp>
        <p:nvSpPr>
          <p:cNvPr id="19" name="Next button">
            <a:hlinkClick action="ppaction://hlinksldjump" r:id="rId3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Next arrow">
            <a:hlinkClick action="ppaction://hlinksldjump" r:id="rId3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1" name="sound anchor" descr="sound anchor (invisible)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700" y="12700"/>
            <a:ext cx="25400" cy="25400"/>
          </a:xfrm>
          <a:prstGeom prst="rect">
            <a:avLst/>
          </a:prstGeom>
        </p:spPr>
      </p:pic>
    </p:spTree>
  </p:cSld>
  <p:clrMapOvr>
    <a:masterClrMapping/>
  </p:clrMapOvr>
  <p:transition advClick="0">
    <p:sndAc>
      <p:stSnd>
        <p:snd r:embed="rId4" name="bonk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9" dur="85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2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1" dur="970" fill="hold" repeatCount="indefinite" autoRev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4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3" dur="1090" fill="hold" repeatCount="indefinite" autoRev="1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6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5" dur="1210" fill="hold" repeatCount="indefinite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1" presetID="53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8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0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100000">
                                        <p:cTn id="2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6" name="cheer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Pop every balloon with"/>
          <p:cNvSpPr/>
          <p:nvPr/>
        </p:nvSpPr>
        <p:spPr>
          <a:xfrm>
            <a:off x="2730500" y="190500"/>
            <a:ext cx="546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900" b="1" lang="en-US">
                <a:solidFill>
                  <a:srgbClr val="2E2640"/>
                </a:solidFill>
                <a:latin typeface="Arial"/>
                <a:cs typeface="Arial"/>
              </a:rPr>
              <a:t>Pop every balloon with</a:t>
            </a:r>
          </a:p>
        </p:txBody>
      </p:sp>
      <p:sp>
        <p:nvSpPr>
          <p:cNvPr id="5" name="Find قِ" descr="قِ"/>
          <p:cNvSpPr/>
          <p:nvPr/>
        </p:nvSpPr>
        <p:spPr>
          <a:xfrm>
            <a:off x="81915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قِ</a:t>
            </a:r>
          </a:p>
        </p:txBody>
      </p:sp>
      <p:sp>
        <p:nvSpPr>
          <p:cNvPr id="6" name="Star place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Balloon 1" descr="Balloon 1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5500" y="1905000"/>
            <a:ext cx="1651000" cy="2857500"/>
          </a:xfrm>
          <a:prstGeom prst="rect">
            <a:avLst/>
          </a:prstGeom>
        </p:spPr>
      </p:pic>
      <p:sp>
        <p:nvSpPr>
          <p:cNvPr id="9" name="Balloon letter 1 وِ" descr="وِ">
            <a:hlinkClick action="ppaction://hlinksldjump" r:id="rId7"/>
          </p:cNvPr>
          <p:cNvSpPr/>
          <p:nvPr/>
        </p:nvSpPr>
        <p:spPr>
          <a:xfrm>
            <a:off x="952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وِ</a:t>
            </a:r>
          </a:p>
        </p:txBody>
      </p:sp>
      <p:pic>
        <p:nvPicPr>
          <p:cNvPr id="10" name="Balloon 2" descr="Balloon 2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48000" y="2286000"/>
            <a:ext cx="1651000" cy="2857500"/>
          </a:xfrm>
          <a:prstGeom prst="rect">
            <a:avLst/>
          </a:prstGeom>
        </p:spPr>
      </p:pic>
      <p:sp>
        <p:nvSpPr>
          <p:cNvPr id="11" name="Balloon letter 2 ضِ" descr="ضِ">
            <a:hlinkClick action="ppaction://hlinksldjump" r:id="rId7"/>
          </p:cNvPr>
          <p:cNvSpPr/>
          <p:nvPr/>
        </p:nvSpPr>
        <p:spPr>
          <a:xfrm>
            <a:off x="3175000" y="2520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ضِ</a:t>
            </a:r>
          </a:p>
        </p:txBody>
      </p:sp>
      <p:pic>
        <p:nvPicPr>
          <p:cNvPr id="12" name="Balloon 3" descr="Balloon 3">
            <a:hlinkClick action="ppaction://hlinksldjump" r:id="rId8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70500" y="1905000"/>
            <a:ext cx="1651000" cy="2857500"/>
          </a:xfrm>
          <a:prstGeom prst="rect">
            <a:avLst/>
          </a:prstGeom>
        </p:spPr>
      </p:pic>
      <p:sp>
        <p:nvSpPr>
          <p:cNvPr id="13" name="Balloon letter 3 قِ" descr="قِ">
            <a:hlinkClick action="ppaction://hlinksldjump" r:id="rId8"/>
          </p:cNvPr>
          <p:cNvSpPr/>
          <p:nvPr/>
        </p:nvSpPr>
        <p:spPr>
          <a:xfrm>
            <a:off x="5397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قِ</a:t>
            </a:r>
          </a:p>
        </p:txBody>
      </p:sp>
      <p:pic>
        <p:nvPicPr>
          <p:cNvPr id="14" name="Balloon 4" descr="Balloon 4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3000" y="2286000"/>
            <a:ext cx="1651000" cy="2857500"/>
          </a:xfrm>
          <a:prstGeom prst="rect">
            <a:avLst/>
          </a:prstGeom>
        </p:spPr>
      </p:pic>
      <p:sp>
        <p:nvSpPr>
          <p:cNvPr id="15" name="Balloon letter 4 رِ" descr="رِ">
            <a:hlinkClick action="ppaction://hlinksldjump" r:id="rId7"/>
          </p:cNvPr>
          <p:cNvSpPr/>
          <p:nvPr/>
        </p:nvSpPr>
        <p:spPr>
          <a:xfrm>
            <a:off x="7620000" y="2520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رِ</a:t>
            </a:r>
          </a:p>
        </p:txBody>
      </p:sp>
      <p:pic>
        <p:nvPicPr>
          <p:cNvPr id="16" name="Balloon 5" descr="Balloon 5">
            <a:hlinkClick action="ppaction://hlinksldjump" r:id="rId9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715500" y="1905000"/>
            <a:ext cx="1651000" cy="2857500"/>
          </a:xfrm>
          <a:prstGeom prst="rect">
            <a:avLst/>
          </a:prstGeom>
        </p:spPr>
      </p:pic>
      <p:sp>
        <p:nvSpPr>
          <p:cNvPr id="17" name="Balloon letter 5 قِ" descr="قِ">
            <a:hlinkClick action="ppaction://hlinksldjump" r:id="rId9"/>
          </p:cNvPr>
          <p:cNvSpPr/>
          <p:nvPr/>
        </p:nvSpPr>
        <p:spPr>
          <a:xfrm>
            <a:off x="9842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قِ</a:t>
            </a:r>
          </a:p>
        </p:txBody>
      </p:sp>
      <p:sp>
        <p:nvSpPr>
          <p:cNvPr id="18" name="Next button">
            <a:hlinkClick action="ppaction://hlinksldjump" r:id="rId10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Next arrow">
            <a:hlinkClick action="ppaction://hlinksldjump" r:id="rId10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4" dur="1500" fill="hold" repeatCount="indefinite" autoRev="1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6" dur="150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8" dur="1670" fill="hold" repeatCount="indefinite" autoRev="1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0" dur="1670" fill="hold" repeatCount="indefinite" autoRev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2" dur="184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4" dur="1840" fill="hold" repeatCount="indefinite" autoRev="1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7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6" dur="2010" fill="hold" repeatCount="indefinite" autoRev="1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9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8" dur="2010" fill="hold" repeatCount="indefinite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1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20" dur="2180" fill="hold" repeatCount="indefinite" autoRev="1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3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22" dur="2180" fill="hold" repeatCount="indefinite" autoRev="1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5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Pop every balloon with"/>
          <p:cNvSpPr/>
          <p:nvPr/>
        </p:nvSpPr>
        <p:spPr>
          <a:xfrm>
            <a:off x="2730500" y="190500"/>
            <a:ext cx="546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900" b="1" lang="en-US">
                <a:solidFill>
                  <a:srgbClr val="2E2640"/>
                </a:solidFill>
                <a:latin typeface="Arial"/>
                <a:cs typeface="Arial"/>
              </a:rPr>
              <a:t>Pop every balloon with</a:t>
            </a:r>
          </a:p>
        </p:txBody>
      </p:sp>
      <p:sp>
        <p:nvSpPr>
          <p:cNvPr id="5" name="Find قِ" descr="قِ"/>
          <p:cNvSpPr/>
          <p:nvPr/>
        </p:nvSpPr>
        <p:spPr>
          <a:xfrm>
            <a:off x="81915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قِ</a:t>
            </a:r>
          </a:p>
        </p:txBody>
      </p:sp>
      <p:sp>
        <p:nvSpPr>
          <p:cNvPr id="6" name="Star place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Balloon 1" descr="Balloon 1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5500" y="1905000"/>
            <a:ext cx="1651000" cy="2857500"/>
          </a:xfrm>
          <a:prstGeom prst="rect">
            <a:avLst/>
          </a:prstGeom>
        </p:spPr>
      </p:pic>
      <p:sp>
        <p:nvSpPr>
          <p:cNvPr id="9" name="Balloon letter 1 وِ" descr="وِ">
            <a:hlinkClick action="ppaction://hlinksldjump" r:id="rId7"/>
          </p:cNvPr>
          <p:cNvSpPr/>
          <p:nvPr/>
        </p:nvSpPr>
        <p:spPr>
          <a:xfrm>
            <a:off x="952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وِ</a:t>
            </a:r>
          </a:p>
        </p:txBody>
      </p:sp>
      <p:pic>
        <p:nvPicPr>
          <p:cNvPr id="10" name="Balloon 2" descr="Balloon 2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48000" y="2286000"/>
            <a:ext cx="1651000" cy="2857500"/>
          </a:xfrm>
          <a:prstGeom prst="rect">
            <a:avLst/>
          </a:prstGeom>
        </p:spPr>
      </p:pic>
      <p:sp>
        <p:nvSpPr>
          <p:cNvPr id="11" name="Balloon letter 2 ضِ" descr="ضِ">
            <a:hlinkClick action="ppaction://hlinksldjump" r:id="rId7"/>
          </p:cNvPr>
          <p:cNvSpPr/>
          <p:nvPr/>
        </p:nvSpPr>
        <p:spPr>
          <a:xfrm>
            <a:off x="3175000" y="2520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ضِ</a:t>
            </a:r>
          </a:p>
        </p:txBody>
      </p:sp>
      <p:pic>
        <p:nvPicPr>
          <p:cNvPr id="12" name="Balloon 3" descr="Balloon 3">
            <a:hlinkClick action="ppaction://hlinksldjump" r:id="rId8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70500" y="1905000"/>
            <a:ext cx="1651000" cy="2857500"/>
          </a:xfrm>
          <a:prstGeom prst="rect">
            <a:avLst/>
          </a:prstGeom>
        </p:spPr>
      </p:pic>
      <p:sp>
        <p:nvSpPr>
          <p:cNvPr id="13" name="Balloon letter 3 قِ" descr="قِ">
            <a:hlinkClick action="ppaction://hlinksldjump" r:id="rId8"/>
          </p:cNvPr>
          <p:cNvSpPr/>
          <p:nvPr/>
        </p:nvSpPr>
        <p:spPr>
          <a:xfrm>
            <a:off x="5397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قِ</a:t>
            </a:r>
          </a:p>
        </p:txBody>
      </p:sp>
      <p:pic>
        <p:nvPicPr>
          <p:cNvPr id="14" name="Balloon 4" descr="Balloon 4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3000" y="2286000"/>
            <a:ext cx="1651000" cy="2857500"/>
          </a:xfrm>
          <a:prstGeom prst="rect">
            <a:avLst/>
          </a:prstGeom>
        </p:spPr>
      </p:pic>
      <p:sp>
        <p:nvSpPr>
          <p:cNvPr id="15" name="Balloon letter 4 رِ" descr="رِ">
            <a:hlinkClick action="ppaction://hlinksldjump" r:id="rId7"/>
          </p:cNvPr>
          <p:cNvSpPr/>
          <p:nvPr/>
        </p:nvSpPr>
        <p:spPr>
          <a:xfrm>
            <a:off x="7620000" y="2520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رِ</a:t>
            </a:r>
          </a:p>
        </p:txBody>
      </p:sp>
      <p:pic>
        <p:nvPicPr>
          <p:cNvPr id="16" name="Balloon 5" descr="Balloon 5">
            <a:hlinkClick action="ppaction://hlinksldjump" r:id="rId9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715500" y="1905000"/>
            <a:ext cx="1651000" cy="2857500"/>
          </a:xfrm>
          <a:prstGeom prst="rect">
            <a:avLst/>
          </a:prstGeom>
        </p:spPr>
      </p:pic>
      <p:sp>
        <p:nvSpPr>
          <p:cNvPr id="17" name="Balloon letter 5 قِ" descr="قِ">
            <a:hlinkClick action="ppaction://hlinksldjump" r:id="rId9"/>
          </p:cNvPr>
          <p:cNvSpPr/>
          <p:nvPr/>
        </p:nvSpPr>
        <p:spPr>
          <a:xfrm>
            <a:off x="9842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قِ</a:t>
            </a:r>
          </a:p>
        </p:txBody>
      </p:sp>
      <p:sp>
        <p:nvSpPr>
          <p:cNvPr id="18" name="Try again!" descr="Try again!"/>
          <p:cNvSpPr/>
          <p:nvPr/>
        </p:nvSpPr>
        <p:spPr>
          <a:xfrm>
            <a:off x="7937500" y="5270500"/>
            <a:ext cx="3048000" cy="1460500"/>
          </a:xfrm>
          <a:prstGeom prst="cloudCallout">
            <a:avLst/>
          </a:prstGeom>
          <a:solidFill>
            <a:srgbClr val="FFFFFF"/>
          </a:solidFill>
          <a:ln w="50800">
            <a:solidFill>
              <a:srgbClr val="E5536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2500" b="1" lang="en-US">
                <a:solidFill>
                  <a:srgbClr val="E5536F"/>
                </a:solidFill>
                <a:latin typeface="Arial"/>
                <a:cs typeface="Arial"/>
              </a:rPr>
              <a:t>Try again!</a:t>
            </a:r>
          </a:p>
        </p:txBody>
      </p:sp>
      <p:sp>
        <p:nvSpPr>
          <p:cNvPr id="19" name="Next button">
            <a:hlinkClick action="ppaction://hlinksldjump" r:id="rId10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Next arrow">
            <a:hlinkClick action="ppaction://hlinksldjump" r:id="rId10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11" name="boing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4" dur="1500" fill="hold" repeatCount="indefinite" autoRev="1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6" dur="150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8" dur="1670" fill="hold" repeatCount="indefinite" autoRev="1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0" dur="1670" fill="hold" repeatCount="indefinite" autoRev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2" dur="184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4" dur="1840" fill="hold" repeatCount="indefinite" autoRev="1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7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6" dur="2010" fill="hold" repeatCount="indefinite" autoRev="1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9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8" dur="2010" fill="hold" repeatCount="indefinite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1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20" dur="2180" fill="hold" repeatCount="indefinite" autoRev="1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3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22" dur="2180" fill="hold" repeatCount="indefinite" autoRev="1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8" presetID="53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6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Pop every balloon with"/>
          <p:cNvSpPr/>
          <p:nvPr/>
        </p:nvSpPr>
        <p:spPr>
          <a:xfrm>
            <a:off x="2730500" y="190500"/>
            <a:ext cx="546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900" b="1" lang="en-US">
                <a:solidFill>
                  <a:srgbClr val="2E2640"/>
                </a:solidFill>
                <a:latin typeface="Arial"/>
                <a:cs typeface="Arial"/>
              </a:rPr>
              <a:t>Pop every balloon with</a:t>
            </a:r>
          </a:p>
        </p:txBody>
      </p:sp>
      <p:sp>
        <p:nvSpPr>
          <p:cNvPr id="5" name="Find قِ" descr="قِ"/>
          <p:cNvSpPr/>
          <p:nvPr/>
        </p:nvSpPr>
        <p:spPr>
          <a:xfrm>
            <a:off x="81915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قِ</a:t>
            </a:r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Balloon 1" descr="Balloon 1">
            <a:hlinkClick action="ppaction://hlinksldjump" r:id="rId6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5500" y="1905000"/>
            <a:ext cx="1651000" cy="2857500"/>
          </a:xfrm>
          <a:prstGeom prst="rect">
            <a:avLst/>
          </a:prstGeom>
        </p:spPr>
      </p:pic>
      <p:sp>
        <p:nvSpPr>
          <p:cNvPr id="9" name="Balloon letter 1 وِ" descr="وِ">
            <a:hlinkClick action="ppaction://hlinksldjump" r:id="rId6"/>
          </p:cNvPr>
          <p:cNvSpPr/>
          <p:nvPr/>
        </p:nvSpPr>
        <p:spPr>
          <a:xfrm>
            <a:off x="952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وِ</a:t>
            </a:r>
          </a:p>
        </p:txBody>
      </p:sp>
      <p:pic>
        <p:nvPicPr>
          <p:cNvPr id="10" name="Balloon 2" descr="Balloon 2">
            <a:hlinkClick action="ppaction://hlinksldjump" r:id="rId6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48000" y="2286000"/>
            <a:ext cx="1651000" cy="2857500"/>
          </a:xfrm>
          <a:prstGeom prst="rect">
            <a:avLst/>
          </a:prstGeom>
        </p:spPr>
      </p:pic>
      <p:sp>
        <p:nvSpPr>
          <p:cNvPr id="11" name="Balloon letter 2 ضِ" descr="ضِ">
            <a:hlinkClick action="ppaction://hlinksldjump" r:id="rId6"/>
          </p:cNvPr>
          <p:cNvSpPr/>
          <p:nvPr/>
        </p:nvSpPr>
        <p:spPr>
          <a:xfrm>
            <a:off x="3175000" y="2520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ضِ</a:t>
            </a:r>
          </a:p>
        </p:txBody>
      </p:sp>
      <p:pic>
        <p:nvPicPr>
          <p:cNvPr id="12" name="Balloon 4" descr="Balloon 4">
            <a:hlinkClick action="ppaction://hlinksldjump" r:id="rId6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3000" y="2286000"/>
            <a:ext cx="1651000" cy="2857500"/>
          </a:xfrm>
          <a:prstGeom prst="rect">
            <a:avLst/>
          </a:prstGeom>
        </p:spPr>
      </p:pic>
      <p:sp>
        <p:nvSpPr>
          <p:cNvPr id="13" name="Balloon letter 4 رِ" descr="رِ">
            <a:hlinkClick action="ppaction://hlinksldjump" r:id="rId6"/>
          </p:cNvPr>
          <p:cNvSpPr/>
          <p:nvPr/>
        </p:nvSpPr>
        <p:spPr>
          <a:xfrm>
            <a:off x="7620000" y="2520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رِ</a:t>
            </a:r>
          </a:p>
        </p:txBody>
      </p:sp>
      <p:pic>
        <p:nvPicPr>
          <p:cNvPr id="14" name="Balloon 5" descr="Balloon 5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15500" y="1905000"/>
            <a:ext cx="1651000" cy="2857500"/>
          </a:xfrm>
          <a:prstGeom prst="rect">
            <a:avLst/>
          </a:prstGeom>
        </p:spPr>
      </p:pic>
      <p:sp>
        <p:nvSpPr>
          <p:cNvPr id="15" name="Balloon letter 5 قِ" descr="قِ">
            <a:hlinkClick action="ppaction://hlinksldjump" r:id="rId7"/>
          </p:cNvPr>
          <p:cNvSpPr/>
          <p:nvPr/>
        </p:nvSpPr>
        <p:spPr>
          <a:xfrm>
            <a:off x="9842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قِ</a:t>
            </a:r>
          </a:p>
        </p:txBody>
      </p:sp>
      <p:sp>
        <p:nvSpPr>
          <p:cNvPr id="16" name="Next button">
            <a:hlinkClick action="ppaction://hlinksldjump" r:id="rId8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Next arrow">
            <a:hlinkClick action="ppaction://hlinksldjump" r:id="rId8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9" name="po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9" dur="1500" fill="hold" repeatCount="indefinite" autoRev="1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2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1" dur="150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4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3" dur="1670" fill="hold" repeatCount="indefinite" autoRev="1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6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5" dur="1670" fill="hold" repeatCount="indefinite" autoRev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8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7" dur="201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0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9" dur="2010" fill="hold" repeatCount="indefinite" autoRev="1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2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21" dur="2180" fill="hold" repeatCount="indefinite" autoRev="1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4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23" dur="2180" fill="hold" repeatCount="indefinite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7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Pop every balloon with"/>
          <p:cNvSpPr/>
          <p:nvPr/>
        </p:nvSpPr>
        <p:spPr>
          <a:xfrm>
            <a:off x="2730500" y="190500"/>
            <a:ext cx="546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900" b="1" lang="en-US">
                <a:solidFill>
                  <a:srgbClr val="2E2640"/>
                </a:solidFill>
                <a:latin typeface="Arial"/>
                <a:cs typeface="Arial"/>
              </a:rPr>
              <a:t>Pop every balloon with</a:t>
            </a:r>
          </a:p>
        </p:txBody>
      </p:sp>
      <p:sp>
        <p:nvSpPr>
          <p:cNvPr id="5" name="Find قِ" descr="قِ"/>
          <p:cNvSpPr/>
          <p:nvPr/>
        </p:nvSpPr>
        <p:spPr>
          <a:xfrm>
            <a:off x="81915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قِ</a:t>
            </a:r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Balloon 1" descr="Balloon 1">
            <a:hlinkClick action="ppaction://hlinksldjump" r:id="rId6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5500" y="1905000"/>
            <a:ext cx="1651000" cy="2857500"/>
          </a:xfrm>
          <a:prstGeom prst="rect">
            <a:avLst/>
          </a:prstGeom>
        </p:spPr>
      </p:pic>
      <p:sp>
        <p:nvSpPr>
          <p:cNvPr id="9" name="Balloon letter 1 وِ" descr="وِ">
            <a:hlinkClick action="ppaction://hlinksldjump" r:id="rId6"/>
          </p:cNvPr>
          <p:cNvSpPr/>
          <p:nvPr/>
        </p:nvSpPr>
        <p:spPr>
          <a:xfrm>
            <a:off x="952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وِ</a:t>
            </a:r>
          </a:p>
        </p:txBody>
      </p:sp>
      <p:pic>
        <p:nvPicPr>
          <p:cNvPr id="10" name="Balloon 2" descr="Balloon 2">
            <a:hlinkClick action="ppaction://hlinksldjump" r:id="rId6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48000" y="2286000"/>
            <a:ext cx="1651000" cy="2857500"/>
          </a:xfrm>
          <a:prstGeom prst="rect">
            <a:avLst/>
          </a:prstGeom>
        </p:spPr>
      </p:pic>
      <p:sp>
        <p:nvSpPr>
          <p:cNvPr id="11" name="Balloon letter 2 ضِ" descr="ضِ">
            <a:hlinkClick action="ppaction://hlinksldjump" r:id="rId6"/>
          </p:cNvPr>
          <p:cNvSpPr/>
          <p:nvPr/>
        </p:nvSpPr>
        <p:spPr>
          <a:xfrm>
            <a:off x="3175000" y="2520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ضِ</a:t>
            </a:r>
          </a:p>
        </p:txBody>
      </p:sp>
      <p:pic>
        <p:nvPicPr>
          <p:cNvPr id="12" name="Balloon 4" descr="Balloon 4">
            <a:hlinkClick action="ppaction://hlinksldjump" r:id="rId6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3000" y="2286000"/>
            <a:ext cx="1651000" cy="2857500"/>
          </a:xfrm>
          <a:prstGeom prst="rect">
            <a:avLst/>
          </a:prstGeom>
        </p:spPr>
      </p:pic>
      <p:sp>
        <p:nvSpPr>
          <p:cNvPr id="13" name="Balloon letter 4 رِ" descr="رِ">
            <a:hlinkClick action="ppaction://hlinksldjump" r:id="rId6"/>
          </p:cNvPr>
          <p:cNvSpPr/>
          <p:nvPr/>
        </p:nvSpPr>
        <p:spPr>
          <a:xfrm>
            <a:off x="7620000" y="2520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رِ</a:t>
            </a:r>
          </a:p>
        </p:txBody>
      </p:sp>
      <p:pic>
        <p:nvPicPr>
          <p:cNvPr id="14" name="Balloon 5" descr="Balloon 5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15500" y="1905000"/>
            <a:ext cx="1651000" cy="2857500"/>
          </a:xfrm>
          <a:prstGeom prst="rect">
            <a:avLst/>
          </a:prstGeom>
        </p:spPr>
      </p:pic>
      <p:sp>
        <p:nvSpPr>
          <p:cNvPr id="15" name="Balloon letter 5 قِ" descr="قِ">
            <a:hlinkClick action="ppaction://hlinksldjump" r:id="rId7"/>
          </p:cNvPr>
          <p:cNvSpPr/>
          <p:nvPr/>
        </p:nvSpPr>
        <p:spPr>
          <a:xfrm>
            <a:off x="9842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قِ</a:t>
            </a:r>
          </a:p>
        </p:txBody>
      </p:sp>
      <p:sp>
        <p:nvSpPr>
          <p:cNvPr id="16" name="Try again!" descr="Try again!"/>
          <p:cNvSpPr/>
          <p:nvPr/>
        </p:nvSpPr>
        <p:spPr>
          <a:xfrm>
            <a:off x="7937500" y="5270500"/>
            <a:ext cx="3048000" cy="1460500"/>
          </a:xfrm>
          <a:prstGeom prst="cloudCallout">
            <a:avLst/>
          </a:prstGeom>
          <a:solidFill>
            <a:srgbClr val="FFFFFF"/>
          </a:solidFill>
          <a:ln w="50800">
            <a:solidFill>
              <a:srgbClr val="E5536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2500" b="1" lang="en-US">
                <a:solidFill>
                  <a:srgbClr val="E5536F"/>
                </a:solidFill>
                <a:latin typeface="Arial"/>
                <a:cs typeface="Arial"/>
              </a:rPr>
              <a:t>Try again!</a:t>
            </a:r>
          </a:p>
        </p:txBody>
      </p:sp>
      <p:sp>
        <p:nvSpPr>
          <p:cNvPr id="17" name="Next button">
            <a:hlinkClick action="ppaction://hlinksldjump" r:id="rId8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Next arrow">
            <a:hlinkClick action="ppaction://hlinksldjump" r:id="rId8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9" name="boing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4" dur="1500" fill="hold" repeatCount="indefinite" autoRev="1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6" dur="150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8" dur="1670" fill="hold" repeatCount="indefinite" autoRev="1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0" dur="1670" fill="hold" repeatCount="indefinite" autoRev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2" dur="201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4" dur="2010" fill="hold" repeatCount="indefinite" autoRev="1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7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6" dur="2180" fill="hold" repeatCount="indefinite" autoRev="1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9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8" dur="2180" fill="hold" repeatCount="indefinite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4" presetID="53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8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Pop every balloon with"/>
          <p:cNvSpPr/>
          <p:nvPr/>
        </p:nvSpPr>
        <p:spPr>
          <a:xfrm>
            <a:off x="2730500" y="190500"/>
            <a:ext cx="546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900" b="1" lang="en-US">
                <a:solidFill>
                  <a:srgbClr val="2E2640"/>
                </a:solidFill>
                <a:latin typeface="Arial"/>
                <a:cs typeface="Arial"/>
              </a:rPr>
              <a:t>Pop every balloon with</a:t>
            </a:r>
          </a:p>
        </p:txBody>
      </p:sp>
      <p:sp>
        <p:nvSpPr>
          <p:cNvPr id="5" name="Find قِ" descr="قِ"/>
          <p:cNvSpPr/>
          <p:nvPr/>
        </p:nvSpPr>
        <p:spPr>
          <a:xfrm>
            <a:off x="81915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قِ</a:t>
            </a:r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Balloon 1" descr="Balloon 1">
            <a:hlinkClick action="ppaction://hlinksldjump" r:id="rId6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5500" y="1905000"/>
            <a:ext cx="1651000" cy="2857500"/>
          </a:xfrm>
          <a:prstGeom prst="rect">
            <a:avLst/>
          </a:prstGeom>
        </p:spPr>
      </p:pic>
      <p:sp>
        <p:nvSpPr>
          <p:cNvPr id="9" name="Balloon letter 1 وِ" descr="وِ">
            <a:hlinkClick action="ppaction://hlinksldjump" r:id="rId6"/>
          </p:cNvPr>
          <p:cNvSpPr/>
          <p:nvPr/>
        </p:nvSpPr>
        <p:spPr>
          <a:xfrm>
            <a:off x="952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وِ</a:t>
            </a:r>
          </a:p>
        </p:txBody>
      </p:sp>
      <p:pic>
        <p:nvPicPr>
          <p:cNvPr id="10" name="Balloon 2" descr="Balloon 2">
            <a:hlinkClick action="ppaction://hlinksldjump" r:id="rId6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48000" y="2286000"/>
            <a:ext cx="1651000" cy="2857500"/>
          </a:xfrm>
          <a:prstGeom prst="rect">
            <a:avLst/>
          </a:prstGeom>
        </p:spPr>
      </p:pic>
      <p:sp>
        <p:nvSpPr>
          <p:cNvPr id="11" name="Balloon letter 2 ضِ" descr="ضِ">
            <a:hlinkClick action="ppaction://hlinksldjump" r:id="rId6"/>
          </p:cNvPr>
          <p:cNvSpPr/>
          <p:nvPr/>
        </p:nvSpPr>
        <p:spPr>
          <a:xfrm>
            <a:off x="3175000" y="2520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ضِ</a:t>
            </a:r>
          </a:p>
        </p:txBody>
      </p:sp>
      <p:pic>
        <p:nvPicPr>
          <p:cNvPr id="12" name="Balloon 3" descr="Balloon 3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70500" y="1905000"/>
            <a:ext cx="1651000" cy="2857500"/>
          </a:xfrm>
          <a:prstGeom prst="rect">
            <a:avLst/>
          </a:prstGeom>
        </p:spPr>
      </p:pic>
      <p:sp>
        <p:nvSpPr>
          <p:cNvPr id="13" name="Balloon letter 3 قِ" descr="قِ">
            <a:hlinkClick action="ppaction://hlinksldjump" r:id="rId7"/>
          </p:cNvPr>
          <p:cNvSpPr/>
          <p:nvPr/>
        </p:nvSpPr>
        <p:spPr>
          <a:xfrm>
            <a:off x="5397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قِ</a:t>
            </a:r>
          </a:p>
        </p:txBody>
      </p:sp>
      <p:pic>
        <p:nvPicPr>
          <p:cNvPr id="14" name="Balloon 4" descr="Balloon 4">
            <a:hlinkClick action="ppaction://hlinksldjump" r:id="rId6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3000" y="2286000"/>
            <a:ext cx="1651000" cy="2857500"/>
          </a:xfrm>
          <a:prstGeom prst="rect">
            <a:avLst/>
          </a:prstGeom>
        </p:spPr>
      </p:pic>
      <p:sp>
        <p:nvSpPr>
          <p:cNvPr id="15" name="Balloon letter 4 رِ" descr="رِ">
            <a:hlinkClick action="ppaction://hlinksldjump" r:id="rId6"/>
          </p:cNvPr>
          <p:cNvSpPr/>
          <p:nvPr/>
        </p:nvSpPr>
        <p:spPr>
          <a:xfrm>
            <a:off x="7620000" y="2520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رِ</a:t>
            </a:r>
          </a:p>
        </p:txBody>
      </p:sp>
      <p:sp>
        <p:nvSpPr>
          <p:cNvPr id="16" name="Next button">
            <a:hlinkClick action="ppaction://hlinksldjump" r:id="rId8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Next arrow">
            <a:hlinkClick action="ppaction://hlinksldjump" r:id="rId8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9" name="po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9" dur="1500" fill="hold" repeatCount="indefinite" autoRev="1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2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1" dur="150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4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3" dur="1670" fill="hold" repeatCount="indefinite" autoRev="1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6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5" dur="1670" fill="hold" repeatCount="indefinite" autoRev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8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7" dur="184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0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9" dur="1840" fill="hold" repeatCount="indefinite" autoRev="1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2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21" dur="2010" fill="hold" repeatCount="indefinite" autoRev="1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4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23" dur="2010" fill="hold" repeatCount="indefinite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9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Pop every balloon with"/>
          <p:cNvSpPr/>
          <p:nvPr/>
        </p:nvSpPr>
        <p:spPr>
          <a:xfrm>
            <a:off x="2730500" y="190500"/>
            <a:ext cx="546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900" b="1" lang="en-US">
                <a:solidFill>
                  <a:srgbClr val="2E2640"/>
                </a:solidFill>
                <a:latin typeface="Arial"/>
                <a:cs typeface="Arial"/>
              </a:rPr>
              <a:t>Pop every balloon with</a:t>
            </a:r>
          </a:p>
        </p:txBody>
      </p:sp>
      <p:sp>
        <p:nvSpPr>
          <p:cNvPr id="5" name="Find قِ" descr="قِ"/>
          <p:cNvSpPr/>
          <p:nvPr/>
        </p:nvSpPr>
        <p:spPr>
          <a:xfrm>
            <a:off x="81915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قِ</a:t>
            </a:r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Balloon 1" descr="Balloon 1">
            <a:hlinkClick action="ppaction://hlinksldjump" r:id="rId6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5500" y="1905000"/>
            <a:ext cx="1651000" cy="2857500"/>
          </a:xfrm>
          <a:prstGeom prst="rect">
            <a:avLst/>
          </a:prstGeom>
        </p:spPr>
      </p:pic>
      <p:sp>
        <p:nvSpPr>
          <p:cNvPr id="9" name="Balloon letter 1 وِ" descr="وِ">
            <a:hlinkClick action="ppaction://hlinksldjump" r:id="rId6"/>
          </p:cNvPr>
          <p:cNvSpPr/>
          <p:nvPr/>
        </p:nvSpPr>
        <p:spPr>
          <a:xfrm>
            <a:off x="952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وِ</a:t>
            </a:r>
          </a:p>
        </p:txBody>
      </p:sp>
      <p:pic>
        <p:nvPicPr>
          <p:cNvPr id="10" name="Balloon 2" descr="Balloon 2">
            <a:hlinkClick action="ppaction://hlinksldjump" r:id="rId6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48000" y="2286000"/>
            <a:ext cx="1651000" cy="2857500"/>
          </a:xfrm>
          <a:prstGeom prst="rect">
            <a:avLst/>
          </a:prstGeom>
        </p:spPr>
      </p:pic>
      <p:sp>
        <p:nvSpPr>
          <p:cNvPr id="11" name="Balloon letter 2 ضِ" descr="ضِ">
            <a:hlinkClick action="ppaction://hlinksldjump" r:id="rId6"/>
          </p:cNvPr>
          <p:cNvSpPr/>
          <p:nvPr/>
        </p:nvSpPr>
        <p:spPr>
          <a:xfrm>
            <a:off x="3175000" y="2520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ضِ</a:t>
            </a:r>
          </a:p>
        </p:txBody>
      </p:sp>
      <p:pic>
        <p:nvPicPr>
          <p:cNvPr id="12" name="Balloon 3" descr="Balloon 3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70500" y="1905000"/>
            <a:ext cx="1651000" cy="2857500"/>
          </a:xfrm>
          <a:prstGeom prst="rect">
            <a:avLst/>
          </a:prstGeom>
        </p:spPr>
      </p:pic>
      <p:sp>
        <p:nvSpPr>
          <p:cNvPr id="13" name="Balloon letter 3 قِ" descr="قِ">
            <a:hlinkClick action="ppaction://hlinksldjump" r:id="rId7"/>
          </p:cNvPr>
          <p:cNvSpPr/>
          <p:nvPr/>
        </p:nvSpPr>
        <p:spPr>
          <a:xfrm>
            <a:off x="5397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قِ</a:t>
            </a:r>
          </a:p>
        </p:txBody>
      </p:sp>
      <p:pic>
        <p:nvPicPr>
          <p:cNvPr id="14" name="Balloon 4" descr="Balloon 4">
            <a:hlinkClick action="ppaction://hlinksldjump" r:id="rId6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3000" y="2286000"/>
            <a:ext cx="1651000" cy="2857500"/>
          </a:xfrm>
          <a:prstGeom prst="rect">
            <a:avLst/>
          </a:prstGeom>
        </p:spPr>
      </p:pic>
      <p:sp>
        <p:nvSpPr>
          <p:cNvPr id="15" name="Balloon letter 4 رِ" descr="رِ">
            <a:hlinkClick action="ppaction://hlinksldjump" r:id="rId6"/>
          </p:cNvPr>
          <p:cNvSpPr/>
          <p:nvPr/>
        </p:nvSpPr>
        <p:spPr>
          <a:xfrm>
            <a:off x="7620000" y="2520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رِ</a:t>
            </a:r>
          </a:p>
        </p:txBody>
      </p:sp>
      <p:sp>
        <p:nvSpPr>
          <p:cNvPr id="16" name="Try again!" descr="Try again!"/>
          <p:cNvSpPr/>
          <p:nvPr/>
        </p:nvSpPr>
        <p:spPr>
          <a:xfrm>
            <a:off x="7937500" y="5270500"/>
            <a:ext cx="3048000" cy="1460500"/>
          </a:xfrm>
          <a:prstGeom prst="cloudCallout">
            <a:avLst/>
          </a:prstGeom>
          <a:solidFill>
            <a:srgbClr val="FFFFFF"/>
          </a:solidFill>
          <a:ln w="50800">
            <a:solidFill>
              <a:srgbClr val="E5536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2500" b="1" lang="en-US">
                <a:solidFill>
                  <a:srgbClr val="E5536F"/>
                </a:solidFill>
                <a:latin typeface="Arial"/>
                <a:cs typeface="Arial"/>
              </a:rPr>
              <a:t>Try again!</a:t>
            </a:r>
          </a:p>
        </p:txBody>
      </p:sp>
      <p:sp>
        <p:nvSpPr>
          <p:cNvPr id="17" name="Next button">
            <a:hlinkClick action="ppaction://hlinksldjump" r:id="rId8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Next arrow">
            <a:hlinkClick action="ppaction://hlinksldjump" r:id="rId8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9" name="boing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4" dur="1500" fill="hold" repeatCount="indefinite" autoRev="1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6" dur="150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8" dur="1670" fill="hold" repeatCount="indefinite" autoRev="1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0" dur="1670" fill="hold" repeatCount="indefinite" autoRev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2" dur="184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4" dur="1840" fill="hold" repeatCount="indefinite" autoRev="1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7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6" dur="2010" fill="hold" repeatCount="indefinite" autoRev="1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9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8" dur="2010" fill="hold" repeatCount="indefinite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4" presetID="53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0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Pop every balloon with"/>
          <p:cNvSpPr/>
          <p:nvPr/>
        </p:nvSpPr>
        <p:spPr>
          <a:xfrm>
            <a:off x="2730500" y="190500"/>
            <a:ext cx="546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900" b="1" lang="en-US">
                <a:solidFill>
                  <a:srgbClr val="2E2640"/>
                </a:solidFill>
                <a:latin typeface="Arial"/>
                <a:cs typeface="Arial"/>
              </a:rPr>
              <a:t>Pop every balloon with</a:t>
            </a:r>
          </a:p>
        </p:txBody>
      </p:sp>
      <p:sp>
        <p:nvSpPr>
          <p:cNvPr id="5" name="Find قِ" descr="قِ"/>
          <p:cNvSpPr/>
          <p:nvPr/>
        </p:nvSpPr>
        <p:spPr>
          <a:xfrm>
            <a:off x="81915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قِ</a:t>
            </a:r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Balloon 1" descr="Balloon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5500" y="1905000"/>
            <a:ext cx="1651000" cy="2857500"/>
          </a:xfrm>
          <a:prstGeom prst="rect">
            <a:avLst/>
          </a:prstGeom>
        </p:spPr>
      </p:pic>
      <p:sp>
        <p:nvSpPr>
          <p:cNvPr id="9" name="Balloon letter 1 وِ" descr="وِ"/>
          <p:cNvSpPr/>
          <p:nvPr/>
        </p:nvSpPr>
        <p:spPr>
          <a:xfrm>
            <a:off x="952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وِ</a:t>
            </a:r>
          </a:p>
        </p:txBody>
      </p:sp>
      <p:pic>
        <p:nvPicPr>
          <p:cNvPr id="10" name="Balloon 2" descr="Balloon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48000" y="2286000"/>
            <a:ext cx="1651000" cy="2857500"/>
          </a:xfrm>
          <a:prstGeom prst="rect">
            <a:avLst/>
          </a:prstGeom>
        </p:spPr>
      </p:pic>
      <p:sp>
        <p:nvSpPr>
          <p:cNvPr id="11" name="Balloon letter 2 ضِ" descr="ضِ"/>
          <p:cNvSpPr/>
          <p:nvPr/>
        </p:nvSpPr>
        <p:spPr>
          <a:xfrm>
            <a:off x="3175000" y="2520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ضِ</a:t>
            </a:r>
          </a:p>
        </p:txBody>
      </p:sp>
      <p:pic>
        <p:nvPicPr>
          <p:cNvPr id="12" name="Balloon 4" descr="Balloon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3000" y="2286000"/>
            <a:ext cx="1651000" cy="2857500"/>
          </a:xfrm>
          <a:prstGeom prst="rect">
            <a:avLst/>
          </a:prstGeom>
        </p:spPr>
      </p:pic>
      <p:sp>
        <p:nvSpPr>
          <p:cNvPr id="13" name="Balloon letter 4 رِ" descr="رِ"/>
          <p:cNvSpPr/>
          <p:nvPr/>
        </p:nvSpPr>
        <p:spPr>
          <a:xfrm>
            <a:off x="7620000" y="2520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رِ</a:t>
            </a:r>
          </a:p>
        </p:txBody>
      </p:sp>
      <p:sp>
        <p:nvSpPr>
          <p:cNvPr id="14" name="Great job!" descr="Great job!"/>
          <p:cNvSpPr/>
          <p:nvPr/>
        </p:nvSpPr>
        <p:spPr>
          <a:xfrm>
            <a:off x="7937500" y="5270500"/>
            <a:ext cx="3048000" cy="1460500"/>
          </a:xfrm>
          <a:prstGeom prst="cloudCallout">
            <a:avLst/>
          </a:prstGeom>
          <a:solidFill>
            <a:srgbClr val="FFFFFF"/>
          </a:solidFill>
          <a:ln w="50800">
            <a:solidFill>
              <a:srgbClr val="2FB57A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2500" b="1" lang="en-US">
                <a:solidFill>
                  <a:srgbClr val="2FB57A"/>
                </a:solidFill>
                <a:latin typeface="Arial"/>
                <a:cs typeface="Arial"/>
              </a:rPr>
              <a:t>Great job!</a:t>
            </a:r>
          </a:p>
        </p:txBody>
      </p:sp>
      <p:sp>
        <p:nvSpPr>
          <p:cNvPr id="15" name="Next button">
            <a:hlinkClick action="ppaction://hlinksldjump" r:id="rId5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Next arrow">
            <a:hlinkClick action="ppaction://hlinksldjump" r:id="rId5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7" name="sound anchor" descr="sound anchor (invisible)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700" y="12700"/>
            <a:ext cx="25400" cy="25400"/>
          </a:xfrm>
          <a:prstGeom prst="rect">
            <a:avLst/>
          </a:prstGeom>
        </p:spPr>
      </p:pic>
    </p:spTree>
  </p:cSld>
  <p:clrMapOvr>
    <a:masterClrMapping/>
  </p:clrMapOvr>
  <p:transition advClick="0">
    <p:sndAc>
      <p:stSnd>
        <p:snd r:embed="rId6" name="po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9" dur="1500" fill="hold" repeatCount="indefinite" autoRev="1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2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1" dur="150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4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3" dur="1670" fill="hold" repeatCount="indefinite" autoRev="1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6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5" dur="1670" fill="hold" repeatCount="indefinite" autoRev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8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7" dur="201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0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9" dur="2010" fill="hold" repeatCount="indefinite" autoRev="1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5" presetID="53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2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100000">
                                        <p:cTn id="2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8" name="cheer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921000" y="190500"/>
            <a:ext cx="6350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Feed me"/>
          <p:cNvSpPr/>
          <p:nvPr/>
        </p:nvSpPr>
        <p:spPr>
          <a:xfrm>
            <a:off x="3048000" y="190500"/>
            <a:ext cx="4826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600" b="1" lang="en-US">
                <a:solidFill>
                  <a:srgbClr val="2E2640"/>
                </a:solidFill>
                <a:latin typeface="Arial"/>
                <a:cs typeface="Arial"/>
              </a:rPr>
              <a:t>Feed me</a:t>
            </a:r>
          </a:p>
        </p:txBody>
      </p:sp>
      <p:sp>
        <p:nvSpPr>
          <p:cNvPr id="5" name="Find قِ" descr="قِ"/>
          <p:cNvSpPr/>
          <p:nvPr/>
        </p:nvSpPr>
        <p:spPr>
          <a:xfrm>
            <a:off x="78740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قِ</a:t>
            </a:r>
          </a:p>
        </p:txBody>
      </p:sp>
      <p:pic>
        <p:nvPicPr>
          <p:cNvPr id="6" name="Monster" descr="Monste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2095500"/>
            <a:ext cx="3810000" cy="3810000"/>
          </a:xfrm>
          <a:prstGeom prst="rect">
            <a:avLst/>
          </a:prstGeom>
        </p:spPr>
      </p:pic>
      <p:pic>
        <p:nvPicPr>
          <p:cNvPr id="7" name="Food 1" descr="Food 1">
            <a:hlinkClick action="ppaction://hlinksldjump" r:id="rId6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5000" y="1778000"/>
            <a:ext cx="1905000" cy="1905000"/>
          </a:xfrm>
          <a:prstGeom prst="rect">
            <a:avLst/>
          </a:prstGeom>
        </p:spPr>
      </p:pic>
      <p:sp>
        <p:nvSpPr>
          <p:cNvPr id="8" name="Food letter 1 صِ" descr="صِ">
            <a:hlinkClick action="ppaction://hlinksldjump" r:id="rId6"/>
          </p:cNvPr>
          <p:cNvSpPr/>
          <p:nvPr/>
        </p:nvSpPr>
        <p:spPr>
          <a:xfrm>
            <a:off x="7429500" y="2317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صِ</a:t>
            </a:r>
          </a:p>
        </p:txBody>
      </p:sp>
      <p:pic>
        <p:nvPicPr>
          <p:cNvPr id="9" name="Food 2" descr="Food 2">
            <a:hlinkClick action="ppaction://hlinksldjump" r:id="rId6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25000" y="1778000"/>
            <a:ext cx="1905000" cy="1905000"/>
          </a:xfrm>
          <a:prstGeom prst="rect">
            <a:avLst/>
          </a:prstGeom>
        </p:spPr>
      </p:pic>
      <p:sp>
        <p:nvSpPr>
          <p:cNvPr id="10" name="Food letter 2 غِ" descr="غِ">
            <a:hlinkClick action="ppaction://hlinksldjump" r:id="rId6"/>
          </p:cNvPr>
          <p:cNvSpPr/>
          <p:nvPr/>
        </p:nvSpPr>
        <p:spPr>
          <a:xfrm>
            <a:off x="9969500" y="2317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غِ</a:t>
            </a:r>
          </a:p>
        </p:txBody>
      </p:sp>
      <p:pic>
        <p:nvPicPr>
          <p:cNvPr id="11" name="Food 3" descr="Food 3">
            <a:hlinkClick action="ppaction://hlinksldjump" r:id="rId6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85000" y="4064000"/>
            <a:ext cx="1905000" cy="1905000"/>
          </a:xfrm>
          <a:prstGeom prst="rect">
            <a:avLst/>
          </a:prstGeom>
        </p:spPr>
      </p:pic>
      <p:sp>
        <p:nvSpPr>
          <p:cNvPr id="12" name="Food letter 3 طِ" descr="طِ">
            <a:hlinkClick action="ppaction://hlinksldjump" r:id="rId6"/>
          </p:cNvPr>
          <p:cNvSpPr/>
          <p:nvPr/>
        </p:nvSpPr>
        <p:spPr>
          <a:xfrm>
            <a:off x="7429500" y="4603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طِ</a:t>
            </a:r>
          </a:p>
        </p:txBody>
      </p:sp>
      <p:pic>
        <p:nvPicPr>
          <p:cNvPr id="13" name="Food 4" descr="Food 4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25000" y="4064000"/>
            <a:ext cx="1905000" cy="1905000"/>
          </a:xfrm>
          <a:prstGeom prst="rect">
            <a:avLst/>
          </a:prstGeom>
        </p:spPr>
      </p:pic>
      <p:sp>
        <p:nvSpPr>
          <p:cNvPr id="14" name="Food letter 4 قِ" descr="قِ">
            <a:hlinkClick action="ppaction://hlinksldjump" r:id="rId7"/>
          </p:cNvPr>
          <p:cNvSpPr/>
          <p:nvPr/>
        </p:nvSpPr>
        <p:spPr>
          <a:xfrm>
            <a:off x="9969500" y="4603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قِ</a:t>
            </a:r>
          </a:p>
        </p:txBody>
      </p:sp>
      <p:sp>
        <p:nvSpPr>
          <p:cNvPr id="15" name="Next button">
            <a:hlinkClick action="ppaction://hlinksldjump" r:id="rId8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Next arrow">
            <a:hlinkClick action="ppaction://hlinksldjump" r:id="rId8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 spd="med">
    <p:fade/>
  </p:transition>
</p:sld>
</file>

<file path=ppt/slides/slide402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921000" y="190500"/>
            <a:ext cx="6350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Feed me"/>
          <p:cNvSpPr/>
          <p:nvPr/>
        </p:nvSpPr>
        <p:spPr>
          <a:xfrm>
            <a:off x="3048000" y="190500"/>
            <a:ext cx="4826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600" b="1" lang="en-US">
                <a:solidFill>
                  <a:srgbClr val="2E2640"/>
                </a:solidFill>
                <a:latin typeface="Arial"/>
                <a:cs typeface="Arial"/>
              </a:rPr>
              <a:t>Feed me</a:t>
            </a:r>
          </a:p>
        </p:txBody>
      </p:sp>
      <p:sp>
        <p:nvSpPr>
          <p:cNvPr id="5" name="Find قِ" descr="قِ"/>
          <p:cNvSpPr/>
          <p:nvPr/>
        </p:nvSpPr>
        <p:spPr>
          <a:xfrm>
            <a:off x="78740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قِ</a:t>
            </a:r>
          </a:p>
        </p:txBody>
      </p:sp>
      <p:pic>
        <p:nvPicPr>
          <p:cNvPr id="6" name="Monster" descr="Monste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2095500"/>
            <a:ext cx="3810000" cy="3810000"/>
          </a:xfrm>
          <a:prstGeom prst="rect">
            <a:avLst/>
          </a:prstGeom>
        </p:spPr>
      </p:pic>
      <p:pic>
        <p:nvPicPr>
          <p:cNvPr id="7" name="Food 1" descr="Food 1">
            <a:hlinkClick action="ppaction://hlinksldjump" r:id="rId6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5000" y="1778000"/>
            <a:ext cx="1905000" cy="1905000"/>
          </a:xfrm>
          <a:prstGeom prst="rect">
            <a:avLst/>
          </a:prstGeom>
        </p:spPr>
      </p:pic>
      <p:sp>
        <p:nvSpPr>
          <p:cNvPr id="8" name="Food letter 1 صِ" descr="صِ">
            <a:hlinkClick action="ppaction://hlinksldjump" r:id="rId6"/>
          </p:cNvPr>
          <p:cNvSpPr/>
          <p:nvPr/>
        </p:nvSpPr>
        <p:spPr>
          <a:xfrm>
            <a:off x="7429500" y="2317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صِ</a:t>
            </a:r>
          </a:p>
        </p:txBody>
      </p:sp>
      <p:pic>
        <p:nvPicPr>
          <p:cNvPr id="9" name="Food 2" descr="Food 2">
            <a:hlinkClick action="ppaction://hlinksldjump" r:id="rId6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25000" y="1778000"/>
            <a:ext cx="1905000" cy="1905000"/>
          </a:xfrm>
          <a:prstGeom prst="rect">
            <a:avLst/>
          </a:prstGeom>
        </p:spPr>
      </p:pic>
      <p:sp>
        <p:nvSpPr>
          <p:cNvPr id="10" name="Food letter 2 غِ" descr="غِ">
            <a:hlinkClick action="ppaction://hlinksldjump" r:id="rId6"/>
          </p:cNvPr>
          <p:cNvSpPr/>
          <p:nvPr/>
        </p:nvSpPr>
        <p:spPr>
          <a:xfrm>
            <a:off x="9969500" y="2317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غِ</a:t>
            </a:r>
          </a:p>
        </p:txBody>
      </p:sp>
      <p:pic>
        <p:nvPicPr>
          <p:cNvPr id="11" name="Food 3" descr="Food 3">
            <a:hlinkClick action="ppaction://hlinksldjump" r:id="rId6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85000" y="4064000"/>
            <a:ext cx="1905000" cy="1905000"/>
          </a:xfrm>
          <a:prstGeom prst="rect">
            <a:avLst/>
          </a:prstGeom>
        </p:spPr>
      </p:pic>
      <p:sp>
        <p:nvSpPr>
          <p:cNvPr id="12" name="Food letter 3 طِ" descr="طِ">
            <a:hlinkClick action="ppaction://hlinksldjump" r:id="rId6"/>
          </p:cNvPr>
          <p:cNvSpPr/>
          <p:nvPr/>
        </p:nvSpPr>
        <p:spPr>
          <a:xfrm>
            <a:off x="7429500" y="4603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طِ</a:t>
            </a:r>
          </a:p>
        </p:txBody>
      </p:sp>
      <p:pic>
        <p:nvPicPr>
          <p:cNvPr id="13" name="Food 4" descr="Food 4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25000" y="4064000"/>
            <a:ext cx="1905000" cy="1905000"/>
          </a:xfrm>
          <a:prstGeom prst="rect">
            <a:avLst/>
          </a:prstGeom>
        </p:spPr>
      </p:pic>
      <p:sp>
        <p:nvSpPr>
          <p:cNvPr id="14" name="Food letter 4 قِ" descr="قِ">
            <a:hlinkClick action="ppaction://hlinksldjump" r:id="rId7"/>
          </p:cNvPr>
          <p:cNvSpPr/>
          <p:nvPr/>
        </p:nvSpPr>
        <p:spPr>
          <a:xfrm>
            <a:off x="9969500" y="4603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قِ</a:t>
            </a:r>
          </a:p>
        </p:txBody>
      </p:sp>
      <p:sp>
        <p:nvSpPr>
          <p:cNvPr id="15" name="No, thanks!" descr="No, thanks!"/>
          <p:cNvSpPr/>
          <p:nvPr/>
        </p:nvSpPr>
        <p:spPr>
          <a:xfrm>
            <a:off x="3302000" y="1079500"/>
            <a:ext cx="3302000" cy="1524000"/>
          </a:xfrm>
          <a:prstGeom prst="cloudCallout">
            <a:avLst/>
          </a:prstGeom>
          <a:solidFill>
            <a:srgbClr val="FFFFFF"/>
          </a:solidFill>
          <a:ln w="50800">
            <a:solidFill>
              <a:srgbClr val="E5536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2500" b="1" lang="en-US">
                <a:solidFill>
                  <a:srgbClr val="E5536F"/>
                </a:solidFill>
                <a:latin typeface="Arial"/>
                <a:cs typeface="Arial"/>
              </a:rPr>
              <a:t>No, thanks!</a:t>
            </a:r>
          </a:p>
        </p:txBody>
      </p:sp>
      <p:sp>
        <p:nvSpPr>
          <p:cNvPr id="16" name="Next button">
            <a:hlinkClick action="ppaction://hlinksldjump" r:id="rId8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Next arrow">
            <a:hlinkClick action="ppaction://hlinksldjump" r:id="rId8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9" name="boing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53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" dur="4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4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3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921000" y="190500"/>
            <a:ext cx="6350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Feed me"/>
          <p:cNvSpPr/>
          <p:nvPr/>
        </p:nvSpPr>
        <p:spPr>
          <a:xfrm>
            <a:off x="3048000" y="190500"/>
            <a:ext cx="4826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600" b="1" lang="en-US">
                <a:solidFill>
                  <a:srgbClr val="2E2640"/>
                </a:solidFill>
                <a:latin typeface="Arial"/>
                <a:cs typeface="Arial"/>
              </a:rPr>
              <a:t>Feed me</a:t>
            </a:r>
          </a:p>
        </p:txBody>
      </p:sp>
      <p:sp>
        <p:nvSpPr>
          <p:cNvPr id="5" name="Find قِ" descr="قِ"/>
          <p:cNvSpPr/>
          <p:nvPr/>
        </p:nvSpPr>
        <p:spPr>
          <a:xfrm>
            <a:off x="78740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قِ</a:t>
            </a:r>
          </a:p>
        </p:txBody>
      </p:sp>
      <p:pic>
        <p:nvPicPr>
          <p:cNvPr id="6" name="Monster" descr="Monste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2095500"/>
            <a:ext cx="3810000" cy="3810000"/>
          </a:xfrm>
          <a:prstGeom prst="rect">
            <a:avLst/>
          </a:prstGeom>
        </p:spPr>
      </p:pic>
      <p:pic>
        <p:nvPicPr>
          <p:cNvPr id="7" name="Food 1" descr="Food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5000" y="1778000"/>
            <a:ext cx="1905000" cy="1905000"/>
          </a:xfrm>
          <a:prstGeom prst="rect">
            <a:avLst/>
          </a:prstGeom>
        </p:spPr>
      </p:pic>
      <p:sp>
        <p:nvSpPr>
          <p:cNvPr id="8" name="Food letter 1 صِ" descr="صِ"/>
          <p:cNvSpPr/>
          <p:nvPr/>
        </p:nvSpPr>
        <p:spPr>
          <a:xfrm>
            <a:off x="7429500" y="2317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صِ</a:t>
            </a:r>
          </a:p>
        </p:txBody>
      </p:sp>
      <p:pic>
        <p:nvPicPr>
          <p:cNvPr id="9" name="Food 2" descr="Food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25000" y="1778000"/>
            <a:ext cx="1905000" cy="1905000"/>
          </a:xfrm>
          <a:prstGeom prst="rect">
            <a:avLst/>
          </a:prstGeom>
        </p:spPr>
      </p:pic>
      <p:sp>
        <p:nvSpPr>
          <p:cNvPr id="10" name="Food letter 2 غِ" descr="غِ"/>
          <p:cNvSpPr/>
          <p:nvPr/>
        </p:nvSpPr>
        <p:spPr>
          <a:xfrm>
            <a:off x="9969500" y="2317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غِ</a:t>
            </a:r>
          </a:p>
        </p:txBody>
      </p:sp>
      <p:pic>
        <p:nvPicPr>
          <p:cNvPr id="11" name="Food 3" descr="Food 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85000" y="4064000"/>
            <a:ext cx="1905000" cy="1905000"/>
          </a:xfrm>
          <a:prstGeom prst="rect">
            <a:avLst/>
          </a:prstGeom>
        </p:spPr>
      </p:pic>
      <p:sp>
        <p:nvSpPr>
          <p:cNvPr id="12" name="Food letter 3 طِ" descr="طِ"/>
          <p:cNvSpPr/>
          <p:nvPr/>
        </p:nvSpPr>
        <p:spPr>
          <a:xfrm>
            <a:off x="7429500" y="4603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طِ</a:t>
            </a:r>
          </a:p>
        </p:txBody>
      </p:sp>
      <p:sp>
        <p:nvSpPr>
          <p:cNvPr id="13" name="Yummy!" descr="Yummy!"/>
          <p:cNvSpPr/>
          <p:nvPr/>
        </p:nvSpPr>
        <p:spPr>
          <a:xfrm>
            <a:off x="3302000" y="1079500"/>
            <a:ext cx="3302000" cy="1524000"/>
          </a:xfrm>
          <a:prstGeom prst="cloudCallout">
            <a:avLst/>
          </a:prstGeom>
          <a:solidFill>
            <a:srgbClr val="FFFFFF"/>
          </a:solidFill>
          <a:ln w="50800">
            <a:solidFill>
              <a:srgbClr val="E5536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3200" b="1" lang="en-US">
                <a:solidFill>
                  <a:srgbClr val="E5536F"/>
                </a:solidFill>
                <a:latin typeface="Arial"/>
                <a:cs typeface="Arial"/>
              </a:rPr>
              <a:t>Yummy!</a:t>
            </a:r>
          </a:p>
        </p:txBody>
      </p:sp>
      <p:sp>
        <p:nvSpPr>
          <p:cNvPr id="14" name="Next button">
            <a:hlinkClick action="ppaction://hlinksldjump" r:id="rId6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Next arrow">
            <a:hlinkClick action="ppaction://hlinksldjump" r:id="rId6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6" name="sound anchor" descr="sound anchor (invisible)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2700" y="12700"/>
            <a:ext cx="25400" cy="25400"/>
          </a:xfrm>
          <a:prstGeom prst="rect">
            <a:avLst/>
          </a:prstGeom>
        </p:spPr>
      </p:pic>
    </p:spTree>
  </p:cSld>
  <p:clrMapOvr>
    <a:masterClrMapping/>
  </p:clrMapOvr>
  <p:transition advClick="0">
    <p:sndAc>
      <p:stSnd>
        <p:snd r:embed="rId7" name="munc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2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53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100000">
                                        <p:cTn id="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9" name="cheer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Catch every fish with"/>
          <p:cNvSpPr/>
          <p:nvPr/>
        </p:nvSpPr>
        <p:spPr>
          <a:xfrm>
            <a:off x="2730500" y="190500"/>
            <a:ext cx="546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000" b="1" lang="en-US">
                <a:solidFill>
                  <a:srgbClr val="2E2640"/>
                </a:solidFill>
                <a:latin typeface="Arial"/>
                <a:cs typeface="Arial"/>
              </a:rPr>
              <a:t>Catch every fish with</a:t>
            </a:r>
          </a:p>
        </p:txBody>
      </p:sp>
      <p:sp>
        <p:nvSpPr>
          <p:cNvPr id="5" name="Find كِ" descr="كِ"/>
          <p:cNvSpPr/>
          <p:nvPr/>
        </p:nvSpPr>
        <p:spPr>
          <a:xfrm>
            <a:off x="81915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كِ</a:t>
            </a:r>
          </a:p>
        </p:txBody>
      </p:sp>
      <p:sp>
        <p:nvSpPr>
          <p:cNvPr id="6" name="Star place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Fish 1" descr="Fish 1">
            <a:hlinkClick action="ppaction://hlinksldjump" r:id="rId6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0" y="1651000"/>
            <a:ext cx="2286000" cy="1416050"/>
          </a:xfrm>
          <a:prstGeom prst="rect">
            <a:avLst/>
          </a:prstGeom>
        </p:spPr>
      </p:pic>
      <p:sp>
        <p:nvSpPr>
          <p:cNvPr id="9" name="Fish letter 1 كِ" descr="كِ">
            <a:hlinkClick action="ppaction://hlinksldjump" r:id="rId6"/>
          </p:cNvPr>
          <p:cNvSpPr/>
          <p:nvPr/>
        </p:nvSpPr>
        <p:spPr>
          <a:xfrm>
            <a:off x="1682750" y="1885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كِ</a:t>
            </a:r>
          </a:p>
        </p:txBody>
      </p:sp>
      <p:pic>
        <p:nvPicPr>
          <p:cNvPr id="10" name="Fish 2" descr="Fish 2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67500" y="1905000"/>
            <a:ext cx="2286000" cy="1416050"/>
          </a:xfrm>
          <a:prstGeom prst="rect">
            <a:avLst/>
          </a:prstGeom>
        </p:spPr>
      </p:pic>
      <p:sp>
        <p:nvSpPr>
          <p:cNvPr id="11" name="Fish letter 2 كِ" descr="كِ">
            <a:hlinkClick action="ppaction://hlinksldjump" r:id="rId7"/>
          </p:cNvPr>
          <p:cNvSpPr/>
          <p:nvPr/>
        </p:nvSpPr>
        <p:spPr>
          <a:xfrm>
            <a:off x="7207250" y="2139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كِ</a:t>
            </a:r>
          </a:p>
        </p:txBody>
      </p:sp>
      <p:pic>
        <p:nvPicPr>
          <p:cNvPr id="12" name="Fish 3" descr="Fish 3">
            <a:hlinkClick action="ppaction://hlinksldjump" r:id="rId8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56000" y="3302000"/>
            <a:ext cx="2286000" cy="1416050"/>
          </a:xfrm>
          <a:prstGeom prst="rect">
            <a:avLst/>
          </a:prstGeom>
        </p:spPr>
      </p:pic>
      <p:sp>
        <p:nvSpPr>
          <p:cNvPr id="13" name="Fish letter 3 غِ" descr="غِ">
            <a:hlinkClick action="ppaction://hlinksldjump" r:id="rId8"/>
          </p:cNvPr>
          <p:cNvSpPr/>
          <p:nvPr/>
        </p:nvSpPr>
        <p:spPr>
          <a:xfrm>
            <a:off x="4095750" y="3536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غِ</a:t>
            </a:r>
          </a:p>
        </p:txBody>
      </p:sp>
      <p:pic>
        <p:nvPicPr>
          <p:cNvPr id="14" name="Fish 4" descr="Fish 4">
            <a:hlinkClick action="ppaction://hlinksldjump" r:id="rId8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72500" y="3810000"/>
            <a:ext cx="2286000" cy="1416050"/>
          </a:xfrm>
          <a:prstGeom prst="rect">
            <a:avLst/>
          </a:prstGeom>
        </p:spPr>
      </p:pic>
      <p:sp>
        <p:nvSpPr>
          <p:cNvPr id="15" name="Fish letter 4 زِ" descr="زِ">
            <a:hlinkClick action="ppaction://hlinksldjump" r:id="rId8"/>
          </p:cNvPr>
          <p:cNvSpPr/>
          <p:nvPr/>
        </p:nvSpPr>
        <p:spPr>
          <a:xfrm>
            <a:off x="9112250" y="4044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زِ</a:t>
            </a:r>
          </a:p>
        </p:txBody>
      </p:sp>
      <p:pic>
        <p:nvPicPr>
          <p:cNvPr id="16" name="Fish 5" descr="Fish 5">
            <a:hlinkClick action="ppaction://hlinksldjump" r:id="rId8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87500" y="4826000"/>
            <a:ext cx="2286000" cy="1416050"/>
          </a:xfrm>
          <a:prstGeom prst="rect">
            <a:avLst/>
          </a:prstGeom>
        </p:spPr>
      </p:pic>
      <p:sp>
        <p:nvSpPr>
          <p:cNvPr id="17" name="Fish letter 5 فِ" descr="فِ">
            <a:hlinkClick action="ppaction://hlinksldjump" r:id="rId8"/>
          </p:cNvPr>
          <p:cNvSpPr/>
          <p:nvPr/>
        </p:nvSpPr>
        <p:spPr>
          <a:xfrm>
            <a:off x="2127250" y="5060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فِ</a:t>
            </a:r>
          </a:p>
        </p:txBody>
      </p:sp>
      <p:sp>
        <p:nvSpPr>
          <p:cNvPr id="18" name="Next button">
            <a:hlinkClick action="ppaction://hlinksldjump" r:id="rId9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Next arrow">
            <a:hlinkClick action="ppaction://hlinksldjump" r:id="rId9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4" dur="2600" fill="hold" repeatCount="indefinite" autoRev="1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6" dur="260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8" dur="2900" fill="hold" repeatCount="indefinite" autoRev="1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10" dur="2900" fill="hold" repeatCount="indefinite" autoRev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12" dur="320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14" dur="3200" fill="hold" repeatCount="indefinite" autoRev="1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7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16" dur="3500" fill="hold" repeatCount="indefinite" autoRev="1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9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18" dur="3500" fill="hold" repeatCount="indefinite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1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20" dur="3800" fill="hold" repeatCount="indefinite" autoRev="1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3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22" dur="3800" fill="hold" repeatCount="indefinite" autoRev="1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5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Catch every fish with"/>
          <p:cNvSpPr/>
          <p:nvPr/>
        </p:nvSpPr>
        <p:spPr>
          <a:xfrm>
            <a:off x="2730500" y="190500"/>
            <a:ext cx="546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000" b="1" lang="en-US">
                <a:solidFill>
                  <a:srgbClr val="2E2640"/>
                </a:solidFill>
                <a:latin typeface="Arial"/>
                <a:cs typeface="Arial"/>
              </a:rPr>
              <a:t>Catch every fish with</a:t>
            </a:r>
          </a:p>
        </p:txBody>
      </p:sp>
      <p:sp>
        <p:nvSpPr>
          <p:cNvPr id="5" name="Find كِ" descr="كِ"/>
          <p:cNvSpPr/>
          <p:nvPr/>
        </p:nvSpPr>
        <p:spPr>
          <a:xfrm>
            <a:off x="81915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كِ</a:t>
            </a:r>
          </a:p>
        </p:txBody>
      </p:sp>
      <p:sp>
        <p:nvSpPr>
          <p:cNvPr id="6" name="Star place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Fish 1" descr="Fish 1">
            <a:hlinkClick action="ppaction://hlinksldjump" r:id="rId6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0" y="1651000"/>
            <a:ext cx="2286000" cy="1416050"/>
          </a:xfrm>
          <a:prstGeom prst="rect">
            <a:avLst/>
          </a:prstGeom>
        </p:spPr>
      </p:pic>
      <p:sp>
        <p:nvSpPr>
          <p:cNvPr id="9" name="Fish letter 1 كِ" descr="كِ">
            <a:hlinkClick action="ppaction://hlinksldjump" r:id="rId6"/>
          </p:cNvPr>
          <p:cNvSpPr/>
          <p:nvPr/>
        </p:nvSpPr>
        <p:spPr>
          <a:xfrm>
            <a:off x="1682750" y="1885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كِ</a:t>
            </a:r>
          </a:p>
        </p:txBody>
      </p:sp>
      <p:pic>
        <p:nvPicPr>
          <p:cNvPr id="10" name="Fish 2" descr="Fish 2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67500" y="1905000"/>
            <a:ext cx="2286000" cy="1416050"/>
          </a:xfrm>
          <a:prstGeom prst="rect">
            <a:avLst/>
          </a:prstGeom>
        </p:spPr>
      </p:pic>
      <p:sp>
        <p:nvSpPr>
          <p:cNvPr id="11" name="Fish letter 2 كِ" descr="كِ">
            <a:hlinkClick action="ppaction://hlinksldjump" r:id="rId7"/>
          </p:cNvPr>
          <p:cNvSpPr/>
          <p:nvPr/>
        </p:nvSpPr>
        <p:spPr>
          <a:xfrm>
            <a:off x="7207250" y="2139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كِ</a:t>
            </a:r>
          </a:p>
        </p:txBody>
      </p:sp>
      <p:pic>
        <p:nvPicPr>
          <p:cNvPr id="12" name="Fish 3" descr="Fish 3">
            <a:hlinkClick action="ppaction://hlinksldjump" r:id="rId8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56000" y="3302000"/>
            <a:ext cx="2286000" cy="1416050"/>
          </a:xfrm>
          <a:prstGeom prst="rect">
            <a:avLst/>
          </a:prstGeom>
        </p:spPr>
      </p:pic>
      <p:sp>
        <p:nvSpPr>
          <p:cNvPr id="13" name="Fish letter 3 غِ" descr="غِ">
            <a:hlinkClick action="ppaction://hlinksldjump" r:id="rId8"/>
          </p:cNvPr>
          <p:cNvSpPr/>
          <p:nvPr/>
        </p:nvSpPr>
        <p:spPr>
          <a:xfrm>
            <a:off x="4095750" y="3536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غِ</a:t>
            </a:r>
          </a:p>
        </p:txBody>
      </p:sp>
      <p:pic>
        <p:nvPicPr>
          <p:cNvPr id="14" name="Fish 4" descr="Fish 4">
            <a:hlinkClick action="ppaction://hlinksldjump" r:id="rId8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72500" y="3810000"/>
            <a:ext cx="2286000" cy="1416050"/>
          </a:xfrm>
          <a:prstGeom prst="rect">
            <a:avLst/>
          </a:prstGeom>
        </p:spPr>
      </p:pic>
      <p:sp>
        <p:nvSpPr>
          <p:cNvPr id="15" name="Fish letter 4 زِ" descr="زِ">
            <a:hlinkClick action="ppaction://hlinksldjump" r:id="rId8"/>
          </p:cNvPr>
          <p:cNvSpPr/>
          <p:nvPr/>
        </p:nvSpPr>
        <p:spPr>
          <a:xfrm>
            <a:off x="9112250" y="4044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زِ</a:t>
            </a:r>
          </a:p>
        </p:txBody>
      </p:sp>
      <p:pic>
        <p:nvPicPr>
          <p:cNvPr id="16" name="Fish 5" descr="Fish 5">
            <a:hlinkClick action="ppaction://hlinksldjump" r:id="rId8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87500" y="4826000"/>
            <a:ext cx="2286000" cy="1416050"/>
          </a:xfrm>
          <a:prstGeom prst="rect">
            <a:avLst/>
          </a:prstGeom>
        </p:spPr>
      </p:pic>
      <p:sp>
        <p:nvSpPr>
          <p:cNvPr id="17" name="Fish letter 5 فِ" descr="فِ">
            <a:hlinkClick action="ppaction://hlinksldjump" r:id="rId8"/>
          </p:cNvPr>
          <p:cNvSpPr/>
          <p:nvPr/>
        </p:nvSpPr>
        <p:spPr>
          <a:xfrm>
            <a:off x="2127250" y="5060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فِ</a:t>
            </a:r>
          </a:p>
        </p:txBody>
      </p:sp>
      <p:sp>
        <p:nvSpPr>
          <p:cNvPr id="18" name="Try again!" descr="Try again!"/>
          <p:cNvSpPr/>
          <p:nvPr/>
        </p:nvSpPr>
        <p:spPr>
          <a:xfrm>
            <a:off x="7937500" y="5270500"/>
            <a:ext cx="3048000" cy="1460500"/>
          </a:xfrm>
          <a:prstGeom prst="cloudCallout">
            <a:avLst/>
          </a:prstGeom>
          <a:solidFill>
            <a:srgbClr val="FFFFFF"/>
          </a:solidFill>
          <a:ln w="50800">
            <a:solidFill>
              <a:srgbClr val="E5536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2500" b="1" lang="en-US">
                <a:solidFill>
                  <a:srgbClr val="E5536F"/>
                </a:solidFill>
                <a:latin typeface="Arial"/>
                <a:cs typeface="Arial"/>
              </a:rPr>
              <a:t>Try again!</a:t>
            </a:r>
          </a:p>
        </p:txBody>
      </p:sp>
      <p:sp>
        <p:nvSpPr>
          <p:cNvPr id="19" name="Next button">
            <a:hlinkClick action="ppaction://hlinksldjump" r:id="rId9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Next arrow">
            <a:hlinkClick action="ppaction://hlinksldjump" r:id="rId9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10" name="boing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4" dur="2600" fill="hold" repeatCount="indefinite" autoRev="1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6" dur="260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8" dur="2900" fill="hold" repeatCount="indefinite" autoRev="1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10" dur="2900" fill="hold" repeatCount="indefinite" autoRev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12" dur="320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14" dur="3200" fill="hold" repeatCount="indefinite" autoRev="1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7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16" dur="3500" fill="hold" repeatCount="indefinite" autoRev="1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9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18" dur="3500" fill="hold" repeatCount="indefinite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1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20" dur="3800" fill="hold" repeatCount="indefinite" autoRev="1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3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22" dur="3800" fill="hold" repeatCount="indefinite" autoRev="1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8" presetID="53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6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Catch every fish with"/>
          <p:cNvSpPr/>
          <p:nvPr/>
        </p:nvSpPr>
        <p:spPr>
          <a:xfrm>
            <a:off x="2730500" y="190500"/>
            <a:ext cx="546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000" b="1" lang="en-US">
                <a:solidFill>
                  <a:srgbClr val="2E2640"/>
                </a:solidFill>
                <a:latin typeface="Arial"/>
                <a:cs typeface="Arial"/>
              </a:rPr>
              <a:t>Catch every fish with</a:t>
            </a:r>
          </a:p>
        </p:txBody>
      </p:sp>
      <p:sp>
        <p:nvSpPr>
          <p:cNvPr id="5" name="Find كِ" descr="كِ"/>
          <p:cNvSpPr/>
          <p:nvPr/>
        </p:nvSpPr>
        <p:spPr>
          <a:xfrm>
            <a:off x="81915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كِ</a:t>
            </a:r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Fish 2" descr="Fish 2">
            <a:hlinkClick action="ppaction://hlinksldjump" r:id="rId5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67500" y="1905000"/>
            <a:ext cx="2286000" cy="1416050"/>
          </a:xfrm>
          <a:prstGeom prst="rect">
            <a:avLst/>
          </a:prstGeom>
        </p:spPr>
      </p:pic>
      <p:sp>
        <p:nvSpPr>
          <p:cNvPr id="9" name="Fish letter 2 كِ" descr="كِ">
            <a:hlinkClick action="ppaction://hlinksldjump" r:id="rId5"/>
          </p:cNvPr>
          <p:cNvSpPr/>
          <p:nvPr/>
        </p:nvSpPr>
        <p:spPr>
          <a:xfrm>
            <a:off x="7207250" y="2139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كِ</a:t>
            </a:r>
          </a:p>
        </p:txBody>
      </p:sp>
      <p:pic>
        <p:nvPicPr>
          <p:cNvPr id="10" name="Fish 3" descr="Fish 3">
            <a:hlinkClick action="ppaction://hlinksldjump" r:id="rId6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56000" y="3302000"/>
            <a:ext cx="2286000" cy="1416050"/>
          </a:xfrm>
          <a:prstGeom prst="rect">
            <a:avLst/>
          </a:prstGeom>
        </p:spPr>
      </p:pic>
      <p:sp>
        <p:nvSpPr>
          <p:cNvPr id="11" name="Fish letter 3 غِ" descr="غِ">
            <a:hlinkClick action="ppaction://hlinksldjump" r:id="rId6"/>
          </p:cNvPr>
          <p:cNvSpPr/>
          <p:nvPr/>
        </p:nvSpPr>
        <p:spPr>
          <a:xfrm>
            <a:off x="4095750" y="3536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غِ</a:t>
            </a:r>
          </a:p>
        </p:txBody>
      </p:sp>
      <p:pic>
        <p:nvPicPr>
          <p:cNvPr id="12" name="Fish 4" descr="Fish 4">
            <a:hlinkClick action="ppaction://hlinksldjump" r:id="rId6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72500" y="3810000"/>
            <a:ext cx="2286000" cy="1416050"/>
          </a:xfrm>
          <a:prstGeom prst="rect">
            <a:avLst/>
          </a:prstGeom>
        </p:spPr>
      </p:pic>
      <p:sp>
        <p:nvSpPr>
          <p:cNvPr id="13" name="Fish letter 4 زِ" descr="زِ">
            <a:hlinkClick action="ppaction://hlinksldjump" r:id="rId6"/>
          </p:cNvPr>
          <p:cNvSpPr/>
          <p:nvPr/>
        </p:nvSpPr>
        <p:spPr>
          <a:xfrm>
            <a:off x="9112250" y="4044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زِ</a:t>
            </a:r>
          </a:p>
        </p:txBody>
      </p:sp>
      <p:pic>
        <p:nvPicPr>
          <p:cNvPr id="14" name="Fish 5" descr="Fish 5">
            <a:hlinkClick action="ppaction://hlinksldjump" r:id="rId6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87500" y="4826000"/>
            <a:ext cx="2286000" cy="1416050"/>
          </a:xfrm>
          <a:prstGeom prst="rect">
            <a:avLst/>
          </a:prstGeom>
        </p:spPr>
      </p:pic>
      <p:sp>
        <p:nvSpPr>
          <p:cNvPr id="15" name="Fish letter 5 فِ" descr="فِ">
            <a:hlinkClick action="ppaction://hlinksldjump" r:id="rId6"/>
          </p:cNvPr>
          <p:cNvSpPr/>
          <p:nvPr/>
        </p:nvSpPr>
        <p:spPr>
          <a:xfrm>
            <a:off x="2127250" y="5060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فِ</a:t>
            </a:r>
          </a:p>
        </p:txBody>
      </p:sp>
      <p:sp>
        <p:nvSpPr>
          <p:cNvPr id="16" name="Next button">
            <a:hlinkClick action="ppaction://hlinksldjump" r:id="rId7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Next arrow">
            <a:hlinkClick action="ppaction://hlinksldjump" r:id="rId7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8" name="spla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9" dur="2900" fill="hold" repeatCount="indefinite" autoRev="1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2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11" dur="290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4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13" dur="3200" fill="hold" repeatCount="indefinite" autoRev="1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6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15" dur="3200" fill="hold" repeatCount="indefinite" autoRev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8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17" dur="350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0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19" dur="3500" fill="hold" repeatCount="indefinite" autoRev="1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2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21" dur="3800" fill="hold" repeatCount="indefinite" autoRev="1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4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23" dur="3800" fill="hold" repeatCount="indefinite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7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Catch every fish with"/>
          <p:cNvSpPr/>
          <p:nvPr/>
        </p:nvSpPr>
        <p:spPr>
          <a:xfrm>
            <a:off x="2730500" y="190500"/>
            <a:ext cx="546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000" b="1" lang="en-US">
                <a:solidFill>
                  <a:srgbClr val="2E2640"/>
                </a:solidFill>
                <a:latin typeface="Arial"/>
                <a:cs typeface="Arial"/>
              </a:rPr>
              <a:t>Catch every fish with</a:t>
            </a:r>
          </a:p>
        </p:txBody>
      </p:sp>
      <p:sp>
        <p:nvSpPr>
          <p:cNvPr id="5" name="Find كِ" descr="كِ"/>
          <p:cNvSpPr/>
          <p:nvPr/>
        </p:nvSpPr>
        <p:spPr>
          <a:xfrm>
            <a:off x="81915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كِ</a:t>
            </a:r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Fish 2" descr="Fish 2">
            <a:hlinkClick action="ppaction://hlinksldjump" r:id="rId5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67500" y="1905000"/>
            <a:ext cx="2286000" cy="1416050"/>
          </a:xfrm>
          <a:prstGeom prst="rect">
            <a:avLst/>
          </a:prstGeom>
        </p:spPr>
      </p:pic>
      <p:sp>
        <p:nvSpPr>
          <p:cNvPr id="9" name="Fish letter 2 كِ" descr="كِ">
            <a:hlinkClick action="ppaction://hlinksldjump" r:id="rId5"/>
          </p:cNvPr>
          <p:cNvSpPr/>
          <p:nvPr/>
        </p:nvSpPr>
        <p:spPr>
          <a:xfrm>
            <a:off x="7207250" y="2139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كِ</a:t>
            </a:r>
          </a:p>
        </p:txBody>
      </p:sp>
      <p:pic>
        <p:nvPicPr>
          <p:cNvPr id="10" name="Fish 3" descr="Fish 3">
            <a:hlinkClick action="ppaction://hlinksldjump" r:id="rId6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56000" y="3302000"/>
            <a:ext cx="2286000" cy="1416050"/>
          </a:xfrm>
          <a:prstGeom prst="rect">
            <a:avLst/>
          </a:prstGeom>
        </p:spPr>
      </p:pic>
      <p:sp>
        <p:nvSpPr>
          <p:cNvPr id="11" name="Fish letter 3 غِ" descr="غِ">
            <a:hlinkClick action="ppaction://hlinksldjump" r:id="rId6"/>
          </p:cNvPr>
          <p:cNvSpPr/>
          <p:nvPr/>
        </p:nvSpPr>
        <p:spPr>
          <a:xfrm>
            <a:off x="4095750" y="3536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غِ</a:t>
            </a:r>
          </a:p>
        </p:txBody>
      </p:sp>
      <p:pic>
        <p:nvPicPr>
          <p:cNvPr id="12" name="Fish 4" descr="Fish 4">
            <a:hlinkClick action="ppaction://hlinksldjump" r:id="rId6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72500" y="3810000"/>
            <a:ext cx="2286000" cy="1416050"/>
          </a:xfrm>
          <a:prstGeom prst="rect">
            <a:avLst/>
          </a:prstGeom>
        </p:spPr>
      </p:pic>
      <p:sp>
        <p:nvSpPr>
          <p:cNvPr id="13" name="Fish letter 4 زِ" descr="زِ">
            <a:hlinkClick action="ppaction://hlinksldjump" r:id="rId6"/>
          </p:cNvPr>
          <p:cNvSpPr/>
          <p:nvPr/>
        </p:nvSpPr>
        <p:spPr>
          <a:xfrm>
            <a:off x="9112250" y="4044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زِ</a:t>
            </a:r>
          </a:p>
        </p:txBody>
      </p:sp>
      <p:pic>
        <p:nvPicPr>
          <p:cNvPr id="14" name="Fish 5" descr="Fish 5">
            <a:hlinkClick action="ppaction://hlinksldjump" r:id="rId6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87500" y="4826000"/>
            <a:ext cx="2286000" cy="1416050"/>
          </a:xfrm>
          <a:prstGeom prst="rect">
            <a:avLst/>
          </a:prstGeom>
        </p:spPr>
      </p:pic>
      <p:sp>
        <p:nvSpPr>
          <p:cNvPr id="15" name="Fish letter 5 فِ" descr="فِ">
            <a:hlinkClick action="ppaction://hlinksldjump" r:id="rId6"/>
          </p:cNvPr>
          <p:cNvSpPr/>
          <p:nvPr/>
        </p:nvSpPr>
        <p:spPr>
          <a:xfrm>
            <a:off x="2127250" y="5060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فِ</a:t>
            </a:r>
          </a:p>
        </p:txBody>
      </p:sp>
      <p:sp>
        <p:nvSpPr>
          <p:cNvPr id="16" name="Try again!" descr="Try again!"/>
          <p:cNvSpPr/>
          <p:nvPr/>
        </p:nvSpPr>
        <p:spPr>
          <a:xfrm>
            <a:off x="7937500" y="5270500"/>
            <a:ext cx="3048000" cy="1460500"/>
          </a:xfrm>
          <a:prstGeom prst="cloudCallout">
            <a:avLst/>
          </a:prstGeom>
          <a:solidFill>
            <a:srgbClr val="FFFFFF"/>
          </a:solidFill>
          <a:ln w="50800">
            <a:solidFill>
              <a:srgbClr val="E5536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2500" b="1" lang="en-US">
                <a:solidFill>
                  <a:srgbClr val="E5536F"/>
                </a:solidFill>
                <a:latin typeface="Arial"/>
                <a:cs typeface="Arial"/>
              </a:rPr>
              <a:t>Try again!</a:t>
            </a:r>
          </a:p>
        </p:txBody>
      </p:sp>
      <p:sp>
        <p:nvSpPr>
          <p:cNvPr id="17" name="Next button">
            <a:hlinkClick action="ppaction://hlinksldjump" r:id="rId7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Next arrow">
            <a:hlinkClick action="ppaction://hlinksldjump" r:id="rId7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8" name="boing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4" dur="2900" fill="hold" repeatCount="indefinite" autoRev="1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6" dur="290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8" dur="3200" fill="hold" repeatCount="indefinite" autoRev="1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10" dur="3200" fill="hold" repeatCount="indefinite" autoRev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12" dur="350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14" dur="3500" fill="hold" repeatCount="indefinite" autoRev="1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7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16" dur="3800" fill="hold" repeatCount="indefinite" autoRev="1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9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18" dur="3800" fill="hold" repeatCount="indefinite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4" presetID="53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8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Catch every fish with"/>
          <p:cNvSpPr/>
          <p:nvPr/>
        </p:nvSpPr>
        <p:spPr>
          <a:xfrm>
            <a:off x="2730500" y="190500"/>
            <a:ext cx="546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000" b="1" lang="en-US">
                <a:solidFill>
                  <a:srgbClr val="2E2640"/>
                </a:solidFill>
                <a:latin typeface="Arial"/>
                <a:cs typeface="Arial"/>
              </a:rPr>
              <a:t>Catch every fish with</a:t>
            </a:r>
          </a:p>
        </p:txBody>
      </p:sp>
      <p:sp>
        <p:nvSpPr>
          <p:cNvPr id="5" name="Find كِ" descr="كِ"/>
          <p:cNvSpPr/>
          <p:nvPr/>
        </p:nvSpPr>
        <p:spPr>
          <a:xfrm>
            <a:off x="81915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كِ</a:t>
            </a:r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Fish 1" descr="Fish 1">
            <a:hlinkClick action="ppaction://hlinksldjump" r:id="rId6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0" y="1651000"/>
            <a:ext cx="2286000" cy="1416050"/>
          </a:xfrm>
          <a:prstGeom prst="rect">
            <a:avLst/>
          </a:prstGeom>
        </p:spPr>
      </p:pic>
      <p:sp>
        <p:nvSpPr>
          <p:cNvPr id="9" name="Fish letter 1 كِ" descr="كِ">
            <a:hlinkClick action="ppaction://hlinksldjump" r:id="rId6"/>
          </p:cNvPr>
          <p:cNvSpPr/>
          <p:nvPr/>
        </p:nvSpPr>
        <p:spPr>
          <a:xfrm>
            <a:off x="1682750" y="1885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كِ</a:t>
            </a:r>
          </a:p>
        </p:txBody>
      </p:sp>
      <p:pic>
        <p:nvPicPr>
          <p:cNvPr id="10" name="Fish 3" descr="Fish 3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56000" y="3302000"/>
            <a:ext cx="2286000" cy="1416050"/>
          </a:xfrm>
          <a:prstGeom prst="rect">
            <a:avLst/>
          </a:prstGeom>
        </p:spPr>
      </p:pic>
      <p:sp>
        <p:nvSpPr>
          <p:cNvPr id="11" name="Fish letter 3 غِ" descr="غِ">
            <a:hlinkClick action="ppaction://hlinksldjump" r:id="rId7"/>
          </p:cNvPr>
          <p:cNvSpPr/>
          <p:nvPr/>
        </p:nvSpPr>
        <p:spPr>
          <a:xfrm>
            <a:off x="4095750" y="3536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غِ</a:t>
            </a:r>
          </a:p>
        </p:txBody>
      </p:sp>
      <p:pic>
        <p:nvPicPr>
          <p:cNvPr id="12" name="Fish 4" descr="Fish 4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72500" y="3810000"/>
            <a:ext cx="2286000" cy="1416050"/>
          </a:xfrm>
          <a:prstGeom prst="rect">
            <a:avLst/>
          </a:prstGeom>
        </p:spPr>
      </p:pic>
      <p:sp>
        <p:nvSpPr>
          <p:cNvPr id="13" name="Fish letter 4 زِ" descr="زِ">
            <a:hlinkClick action="ppaction://hlinksldjump" r:id="rId7"/>
          </p:cNvPr>
          <p:cNvSpPr/>
          <p:nvPr/>
        </p:nvSpPr>
        <p:spPr>
          <a:xfrm>
            <a:off x="9112250" y="4044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زِ</a:t>
            </a:r>
          </a:p>
        </p:txBody>
      </p:sp>
      <p:pic>
        <p:nvPicPr>
          <p:cNvPr id="14" name="Fish 5" descr="Fish 5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87500" y="4826000"/>
            <a:ext cx="2286000" cy="1416050"/>
          </a:xfrm>
          <a:prstGeom prst="rect">
            <a:avLst/>
          </a:prstGeom>
        </p:spPr>
      </p:pic>
      <p:sp>
        <p:nvSpPr>
          <p:cNvPr id="15" name="Fish letter 5 فِ" descr="فِ">
            <a:hlinkClick action="ppaction://hlinksldjump" r:id="rId7"/>
          </p:cNvPr>
          <p:cNvSpPr/>
          <p:nvPr/>
        </p:nvSpPr>
        <p:spPr>
          <a:xfrm>
            <a:off x="2127250" y="5060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فِ</a:t>
            </a:r>
          </a:p>
        </p:txBody>
      </p:sp>
      <p:sp>
        <p:nvSpPr>
          <p:cNvPr id="16" name="Next button">
            <a:hlinkClick action="ppaction://hlinksldjump" r:id="rId8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Next arrow">
            <a:hlinkClick action="ppaction://hlinksldjump" r:id="rId8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9" name="spla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9" dur="2600" fill="hold" repeatCount="indefinite" autoRev="1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2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11" dur="260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4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13" dur="3200" fill="hold" repeatCount="indefinite" autoRev="1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6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15" dur="3200" fill="hold" repeatCount="indefinite" autoRev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8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17" dur="350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0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19" dur="3500" fill="hold" repeatCount="indefinite" autoRev="1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2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21" dur="3800" fill="hold" repeatCount="indefinite" autoRev="1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4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23" dur="3800" fill="hold" repeatCount="indefinite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9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Catch every fish with"/>
          <p:cNvSpPr/>
          <p:nvPr/>
        </p:nvSpPr>
        <p:spPr>
          <a:xfrm>
            <a:off x="2730500" y="190500"/>
            <a:ext cx="546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000" b="1" lang="en-US">
                <a:solidFill>
                  <a:srgbClr val="2E2640"/>
                </a:solidFill>
                <a:latin typeface="Arial"/>
                <a:cs typeface="Arial"/>
              </a:rPr>
              <a:t>Catch every fish with</a:t>
            </a:r>
          </a:p>
        </p:txBody>
      </p:sp>
      <p:sp>
        <p:nvSpPr>
          <p:cNvPr id="5" name="Find كِ" descr="كِ"/>
          <p:cNvSpPr/>
          <p:nvPr/>
        </p:nvSpPr>
        <p:spPr>
          <a:xfrm>
            <a:off x="81915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كِ</a:t>
            </a:r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Fish 1" descr="Fish 1">
            <a:hlinkClick action="ppaction://hlinksldjump" r:id="rId6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0" y="1651000"/>
            <a:ext cx="2286000" cy="1416050"/>
          </a:xfrm>
          <a:prstGeom prst="rect">
            <a:avLst/>
          </a:prstGeom>
        </p:spPr>
      </p:pic>
      <p:sp>
        <p:nvSpPr>
          <p:cNvPr id="9" name="Fish letter 1 كِ" descr="كِ">
            <a:hlinkClick action="ppaction://hlinksldjump" r:id="rId6"/>
          </p:cNvPr>
          <p:cNvSpPr/>
          <p:nvPr/>
        </p:nvSpPr>
        <p:spPr>
          <a:xfrm>
            <a:off x="1682750" y="1885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كِ</a:t>
            </a:r>
          </a:p>
        </p:txBody>
      </p:sp>
      <p:pic>
        <p:nvPicPr>
          <p:cNvPr id="10" name="Fish 3" descr="Fish 3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56000" y="3302000"/>
            <a:ext cx="2286000" cy="1416050"/>
          </a:xfrm>
          <a:prstGeom prst="rect">
            <a:avLst/>
          </a:prstGeom>
        </p:spPr>
      </p:pic>
      <p:sp>
        <p:nvSpPr>
          <p:cNvPr id="11" name="Fish letter 3 غِ" descr="غِ">
            <a:hlinkClick action="ppaction://hlinksldjump" r:id="rId7"/>
          </p:cNvPr>
          <p:cNvSpPr/>
          <p:nvPr/>
        </p:nvSpPr>
        <p:spPr>
          <a:xfrm>
            <a:off x="4095750" y="3536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غِ</a:t>
            </a:r>
          </a:p>
        </p:txBody>
      </p:sp>
      <p:pic>
        <p:nvPicPr>
          <p:cNvPr id="12" name="Fish 4" descr="Fish 4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72500" y="3810000"/>
            <a:ext cx="2286000" cy="1416050"/>
          </a:xfrm>
          <a:prstGeom prst="rect">
            <a:avLst/>
          </a:prstGeom>
        </p:spPr>
      </p:pic>
      <p:sp>
        <p:nvSpPr>
          <p:cNvPr id="13" name="Fish letter 4 زِ" descr="زِ">
            <a:hlinkClick action="ppaction://hlinksldjump" r:id="rId7"/>
          </p:cNvPr>
          <p:cNvSpPr/>
          <p:nvPr/>
        </p:nvSpPr>
        <p:spPr>
          <a:xfrm>
            <a:off x="9112250" y="4044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زِ</a:t>
            </a:r>
          </a:p>
        </p:txBody>
      </p:sp>
      <p:pic>
        <p:nvPicPr>
          <p:cNvPr id="14" name="Fish 5" descr="Fish 5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87500" y="4826000"/>
            <a:ext cx="2286000" cy="1416050"/>
          </a:xfrm>
          <a:prstGeom prst="rect">
            <a:avLst/>
          </a:prstGeom>
        </p:spPr>
      </p:pic>
      <p:sp>
        <p:nvSpPr>
          <p:cNvPr id="15" name="Fish letter 5 فِ" descr="فِ">
            <a:hlinkClick action="ppaction://hlinksldjump" r:id="rId7"/>
          </p:cNvPr>
          <p:cNvSpPr/>
          <p:nvPr/>
        </p:nvSpPr>
        <p:spPr>
          <a:xfrm>
            <a:off x="2127250" y="5060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فِ</a:t>
            </a:r>
          </a:p>
        </p:txBody>
      </p:sp>
      <p:sp>
        <p:nvSpPr>
          <p:cNvPr id="16" name="Try again!" descr="Try again!"/>
          <p:cNvSpPr/>
          <p:nvPr/>
        </p:nvSpPr>
        <p:spPr>
          <a:xfrm>
            <a:off x="7937500" y="5270500"/>
            <a:ext cx="3048000" cy="1460500"/>
          </a:xfrm>
          <a:prstGeom prst="cloudCallout">
            <a:avLst/>
          </a:prstGeom>
          <a:solidFill>
            <a:srgbClr val="FFFFFF"/>
          </a:solidFill>
          <a:ln w="50800">
            <a:solidFill>
              <a:srgbClr val="E5536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2500" b="1" lang="en-US">
                <a:solidFill>
                  <a:srgbClr val="E5536F"/>
                </a:solidFill>
                <a:latin typeface="Arial"/>
                <a:cs typeface="Arial"/>
              </a:rPr>
              <a:t>Try again!</a:t>
            </a:r>
          </a:p>
        </p:txBody>
      </p:sp>
      <p:sp>
        <p:nvSpPr>
          <p:cNvPr id="17" name="Next button">
            <a:hlinkClick action="ppaction://hlinksldjump" r:id="rId8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Next arrow">
            <a:hlinkClick action="ppaction://hlinksldjump" r:id="rId8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9" name="boing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4" dur="2600" fill="hold" repeatCount="indefinite" autoRev="1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6" dur="260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8" dur="3200" fill="hold" repeatCount="indefinite" autoRev="1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10" dur="3200" fill="hold" repeatCount="indefinite" autoRev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12" dur="350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14" dur="3500" fill="hold" repeatCount="indefinite" autoRev="1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7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16" dur="3800" fill="hold" repeatCount="indefinite" autoRev="1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9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18" dur="3800" fill="hold" repeatCount="indefinite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4" presetID="53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10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Catch every fish with"/>
          <p:cNvSpPr/>
          <p:nvPr/>
        </p:nvSpPr>
        <p:spPr>
          <a:xfrm>
            <a:off x="2730500" y="190500"/>
            <a:ext cx="546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000" b="1" lang="en-US">
                <a:solidFill>
                  <a:srgbClr val="2E2640"/>
                </a:solidFill>
                <a:latin typeface="Arial"/>
                <a:cs typeface="Arial"/>
              </a:rPr>
              <a:t>Catch every fish with</a:t>
            </a:r>
          </a:p>
        </p:txBody>
      </p:sp>
      <p:sp>
        <p:nvSpPr>
          <p:cNvPr id="5" name="Find كِ" descr="كِ"/>
          <p:cNvSpPr/>
          <p:nvPr/>
        </p:nvSpPr>
        <p:spPr>
          <a:xfrm>
            <a:off x="81915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كِ</a:t>
            </a:r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Fish 3" descr="Fish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56000" y="3302000"/>
            <a:ext cx="2286000" cy="1416050"/>
          </a:xfrm>
          <a:prstGeom prst="rect">
            <a:avLst/>
          </a:prstGeom>
        </p:spPr>
      </p:pic>
      <p:sp>
        <p:nvSpPr>
          <p:cNvPr id="9" name="Fish letter 3 غِ" descr="غِ"/>
          <p:cNvSpPr/>
          <p:nvPr/>
        </p:nvSpPr>
        <p:spPr>
          <a:xfrm>
            <a:off x="4095750" y="3536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غِ</a:t>
            </a:r>
          </a:p>
        </p:txBody>
      </p:sp>
      <p:pic>
        <p:nvPicPr>
          <p:cNvPr id="10" name="Fish 4" descr="Fish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72500" y="3810000"/>
            <a:ext cx="2286000" cy="1416050"/>
          </a:xfrm>
          <a:prstGeom prst="rect">
            <a:avLst/>
          </a:prstGeom>
        </p:spPr>
      </p:pic>
      <p:sp>
        <p:nvSpPr>
          <p:cNvPr id="11" name="Fish letter 4 زِ" descr="زِ"/>
          <p:cNvSpPr/>
          <p:nvPr/>
        </p:nvSpPr>
        <p:spPr>
          <a:xfrm>
            <a:off x="9112250" y="4044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زِ</a:t>
            </a:r>
          </a:p>
        </p:txBody>
      </p:sp>
      <p:pic>
        <p:nvPicPr>
          <p:cNvPr id="12" name="Fish 5" descr="Fish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87500" y="4826000"/>
            <a:ext cx="2286000" cy="1416050"/>
          </a:xfrm>
          <a:prstGeom prst="rect">
            <a:avLst/>
          </a:prstGeom>
        </p:spPr>
      </p:pic>
      <p:sp>
        <p:nvSpPr>
          <p:cNvPr id="13" name="Fish letter 5 فِ" descr="فِ"/>
          <p:cNvSpPr/>
          <p:nvPr/>
        </p:nvSpPr>
        <p:spPr>
          <a:xfrm>
            <a:off x="2127250" y="5060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فِ</a:t>
            </a:r>
          </a:p>
        </p:txBody>
      </p:sp>
      <p:sp>
        <p:nvSpPr>
          <p:cNvPr id="14" name="Great job!" descr="Great job!"/>
          <p:cNvSpPr/>
          <p:nvPr/>
        </p:nvSpPr>
        <p:spPr>
          <a:xfrm>
            <a:off x="7937500" y="5270500"/>
            <a:ext cx="3048000" cy="1460500"/>
          </a:xfrm>
          <a:prstGeom prst="cloudCallout">
            <a:avLst/>
          </a:prstGeom>
          <a:solidFill>
            <a:srgbClr val="FFFFFF"/>
          </a:solidFill>
          <a:ln w="50800">
            <a:solidFill>
              <a:srgbClr val="2FB57A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2500" b="1" lang="en-US">
                <a:solidFill>
                  <a:srgbClr val="2FB57A"/>
                </a:solidFill>
                <a:latin typeface="Arial"/>
                <a:cs typeface="Arial"/>
              </a:rPr>
              <a:t>Great job!</a:t>
            </a:r>
          </a:p>
        </p:txBody>
      </p:sp>
      <p:sp>
        <p:nvSpPr>
          <p:cNvPr id="15" name="Next button">
            <a:hlinkClick action="ppaction://hlinksldjump" r:id="rId5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Next arrow">
            <a:hlinkClick action="ppaction://hlinksldjump" r:id="rId5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7" name="sound anchor" descr="sound anchor (invisible)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700" y="12700"/>
            <a:ext cx="25400" cy="25400"/>
          </a:xfrm>
          <a:prstGeom prst="rect">
            <a:avLst/>
          </a:prstGeom>
        </p:spPr>
      </p:pic>
    </p:spTree>
  </p:cSld>
  <p:clrMapOvr>
    <a:masterClrMapping/>
  </p:clrMapOvr>
  <p:transition advClick="0">
    <p:sndAc>
      <p:stSnd>
        <p:snd r:embed="rId6" name="spla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9" dur="3200" fill="hold" repeatCount="indefinite" autoRev="1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2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11" dur="320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4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13" dur="3500" fill="hold" repeatCount="indefinite" autoRev="1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6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15" dur="3500" fill="hold" repeatCount="indefinite" autoRev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8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17" dur="380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0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19" dur="3800" fill="hold" repeatCount="indefinite" autoRev="1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5" presetID="53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2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100000">
                                        <p:cTn id="2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8" name="cheer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Tap every letter with"/>
          <p:cNvSpPr/>
          <p:nvPr/>
        </p:nvSpPr>
        <p:spPr>
          <a:xfrm>
            <a:off x="2730500" y="190500"/>
            <a:ext cx="546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000" b="1" lang="en-US">
                <a:solidFill>
                  <a:srgbClr val="2E2640"/>
                </a:solidFill>
                <a:latin typeface="Arial"/>
                <a:cs typeface="Arial"/>
              </a:rPr>
              <a:t>Tap every letter with</a:t>
            </a:r>
          </a:p>
        </p:txBody>
      </p:sp>
      <p:sp>
        <p:nvSpPr>
          <p:cNvPr id="5" name="Find كِ" descr="كِ"/>
          <p:cNvSpPr/>
          <p:nvPr/>
        </p:nvSpPr>
        <p:spPr>
          <a:xfrm>
            <a:off x="81915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كِ</a:t>
            </a:r>
          </a:p>
        </p:txBody>
      </p:sp>
      <p:sp>
        <p:nvSpPr>
          <p:cNvPr id="6" name="Star place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Hole 1"/>
          <p:cNvSpPr/>
          <p:nvPr/>
        </p:nvSpPr>
        <p:spPr>
          <a:xfrm>
            <a:off x="2349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ile 1 تِ" descr="تِ">
            <a:hlinkClick action="ppaction://hlinksldjump" r:id="rId3"/>
          </p:cNvPr>
          <p:cNvSpPr/>
          <p:nvPr/>
        </p:nvSpPr>
        <p:spPr>
          <a:xfrm>
            <a:off x="2635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تِ</a:t>
            </a:r>
          </a:p>
        </p:txBody>
      </p:sp>
      <p:sp>
        <p:nvSpPr>
          <p:cNvPr id="10" name="Hole 2"/>
          <p:cNvSpPr/>
          <p:nvPr/>
        </p:nvSpPr>
        <p:spPr>
          <a:xfrm>
            <a:off x="5143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ile 2 كِ" descr="كِ">
            <a:hlinkClick action="ppaction://hlinksldjump" r:id="rId4"/>
          </p:cNvPr>
          <p:cNvSpPr/>
          <p:nvPr/>
        </p:nvSpPr>
        <p:spPr>
          <a:xfrm>
            <a:off x="5429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كِ</a:t>
            </a:r>
          </a:p>
        </p:txBody>
      </p:sp>
      <p:sp>
        <p:nvSpPr>
          <p:cNvPr id="12" name="Hole 3"/>
          <p:cNvSpPr/>
          <p:nvPr/>
        </p:nvSpPr>
        <p:spPr>
          <a:xfrm>
            <a:off x="7937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ile 3 مِ" descr="مِ">
            <a:hlinkClick action="ppaction://hlinksldjump" r:id="rId3"/>
          </p:cNvPr>
          <p:cNvSpPr/>
          <p:nvPr/>
        </p:nvSpPr>
        <p:spPr>
          <a:xfrm>
            <a:off x="8223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مِ</a:t>
            </a:r>
          </a:p>
        </p:txBody>
      </p:sp>
      <p:sp>
        <p:nvSpPr>
          <p:cNvPr id="14" name="Hole 4"/>
          <p:cNvSpPr/>
          <p:nvPr/>
        </p:nvSpPr>
        <p:spPr>
          <a:xfrm>
            <a:off x="2349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ile 4 كِ" descr="كِ">
            <a:hlinkClick action="ppaction://hlinksldjump" r:id="rId5"/>
          </p:cNvPr>
          <p:cNvSpPr/>
          <p:nvPr/>
        </p:nvSpPr>
        <p:spPr>
          <a:xfrm>
            <a:off x="2635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كِ</a:t>
            </a:r>
          </a:p>
        </p:txBody>
      </p:sp>
      <p:sp>
        <p:nvSpPr>
          <p:cNvPr id="16" name="Hole 5"/>
          <p:cNvSpPr/>
          <p:nvPr/>
        </p:nvSpPr>
        <p:spPr>
          <a:xfrm>
            <a:off x="5143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ile 5 زِ" descr="زِ">
            <a:hlinkClick action="ppaction://hlinksldjump" r:id="rId3"/>
          </p:cNvPr>
          <p:cNvSpPr/>
          <p:nvPr/>
        </p:nvSpPr>
        <p:spPr>
          <a:xfrm>
            <a:off x="5429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زِ</a:t>
            </a:r>
          </a:p>
        </p:txBody>
      </p:sp>
      <p:sp>
        <p:nvSpPr>
          <p:cNvPr id="18" name="Hole 6"/>
          <p:cNvSpPr/>
          <p:nvPr/>
        </p:nvSpPr>
        <p:spPr>
          <a:xfrm>
            <a:off x="7937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ile 6 إِ" descr="إِ">
            <a:hlinkClick action="ppaction://hlinksldjump" r:id="rId3"/>
          </p:cNvPr>
          <p:cNvSpPr/>
          <p:nvPr/>
        </p:nvSpPr>
        <p:spPr>
          <a:xfrm>
            <a:off x="8223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إِ</a:t>
            </a:r>
          </a:p>
        </p:txBody>
      </p:sp>
      <p:sp>
        <p:nvSpPr>
          <p:cNvPr id="20" name="Next button">
            <a:hlinkClick action="ppaction://hlinksldjump" r:id="rId6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Next arrow">
            <a:hlinkClick action="ppaction://hlinksldjump" r:id="rId6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6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4" dur="85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6" dur="970" fill="hold" repeatCount="indefinite" autoRev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8" dur="1090" fill="hold" repeatCount="indefinite" autoRev="1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0" dur="1210" fill="hold" repeatCount="indefinite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2" dur="1330" fill="hold" repeatCount="indefinite" autoRev="1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" presetID="0" presetClass="path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4" dur="1450" fill="hold" repeatCount="indefinite" autoRev="1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12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Tap every letter with"/>
          <p:cNvSpPr/>
          <p:nvPr/>
        </p:nvSpPr>
        <p:spPr>
          <a:xfrm>
            <a:off x="2730500" y="190500"/>
            <a:ext cx="546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000" b="1" lang="en-US">
                <a:solidFill>
                  <a:srgbClr val="2E2640"/>
                </a:solidFill>
                <a:latin typeface="Arial"/>
                <a:cs typeface="Arial"/>
              </a:rPr>
              <a:t>Tap every letter with</a:t>
            </a:r>
          </a:p>
        </p:txBody>
      </p:sp>
      <p:sp>
        <p:nvSpPr>
          <p:cNvPr id="5" name="Find كِ" descr="كِ"/>
          <p:cNvSpPr/>
          <p:nvPr/>
        </p:nvSpPr>
        <p:spPr>
          <a:xfrm>
            <a:off x="81915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كِ</a:t>
            </a:r>
          </a:p>
        </p:txBody>
      </p:sp>
      <p:sp>
        <p:nvSpPr>
          <p:cNvPr id="6" name="Star place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Hole 1"/>
          <p:cNvSpPr/>
          <p:nvPr/>
        </p:nvSpPr>
        <p:spPr>
          <a:xfrm>
            <a:off x="2349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ile 1 تِ" descr="تِ">
            <a:hlinkClick action="ppaction://hlinksldjump" r:id="rId3"/>
          </p:cNvPr>
          <p:cNvSpPr/>
          <p:nvPr/>
        </p:nvSpPr>
        <p:spPr>
          <a:xfrm>
            <a:off x="2635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تِ</a:t>
            </a:r>
          </a:p>
        </p:txBody>
      </p:sp>
      <p:sp>
        <p:nvSpPr>
          <p:cNvPr id="10" name="Hole 2"/>
          <p:cNvSpPr/>
          <p:nvPr/>
        </p:nvSpPr>
        <p:spPr>
          <a:xfrm>
            <a:off x="5143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ile 2 كِ" descr="كِ">
            <a:hlinkClick action="ppaction://hlinksldjump" r:id="rId4"/>
          </p:cNvPr>
          <p:cNvSpPr/>
          <p:nvPr/>
        </p:nvSpPr>
        <p:spPr>
          <a:xfrm>
            <a:off x="5429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كِ</a:t>
            </a:r>
          </a:p>
        </p:txBody>
      </p:sp>
      <p:sp>
        <p:nvSpPr>
          <p:cNvPr id="12" name="Hole 3"/>
          <p:cNvSpPr/>
          <p:nvPr/>
        </p:nvSpPr>
        <p:spPr>
          <a:xfrm>
            <a:off x="7937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ile 3 مِ" descr="مِ">
            <a:hlinkClick action="ppaction://hlinksldjump" r:id="rId3"/>
          </p:cNvPr>
          <p:cNvSpPr/>
          <p:nvPr/>
        </p:nvSpPr>
        <p:spPr>
          <a:xfrm>
            <a:off x="8223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مِ</a:t>
            </a:r>
          </a:p>
        </p:txBody>
      </p:sp>
      <p:sp>
        <p:nvSpPr>
          <p:cNvPr id="14" name="Hole 4"/>
          <p:cNvSpPr/>
          <p:nvPr/>
        </p:nvSpPr>
        <p:spPr>
          <a:xfrm>
            <a:off x="2349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ile 4 كِ" descr="كِ">
            <a:hlinkClick action="ppaction://hlinksldjump" r:id="rId5"/>
          </p:cNvPr>
          <p:cNvSpPr/>
          <p:nvPr/>
        </p:nvSpPr>
        <p:spPr>
          <a:xfrm>
            <a:off x="2635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كِ</a:t>
            </a:r>
          </a:p>
        </p:txBody>
      </p:sp>
      <p:sp>
        <p:nvSpPr>
          <p:cNvPr id="16" name="Hole 5"/>
          <p:cNvSpPr/>
          <p:nvPr/>
        </p:nvSpPr>
        <p:spPr>
          <a:xfrm>
            <a:off x="5143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ile 5 زِ" descr="زِ">
            <a:hlinkClick action="ppaction://hlinksldjump" r:id="rId3"/>
          </p:cNvPr>
          <p:cNvSpPr/>
          <p:nvPr/>
        </p:nvSpPr>
        <p:spPr>
          <a:xfrm>
            <a:off x="5429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زِ</a:t>
            </a:r>
          </a:p>
        </p:txBody>
      </p:sp>
      <p:sp>
        <p:nvSpPr>
          <p:cNvPr id="18" name="Hole 6"/>
          <p:cNvSpPr/>
          <p:nvPr/>
        </p:nvSpPr>
        <p:spPr>
          <a:xfrm>
            <a:off x="7937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ile 6 إِ" descr="إِ">
            <a:hlinkClick action="ppaction://hlinksldjump" r:id="rId3"/>
          </p:cNvPr>
          <p:cNvSpPr/>
          <p:nvPr/>
        </p:nvSpPr>
        <p:spPr>
          <a:xfrm>
            <a:off x="8223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إِ</a:t>
            </a:r>
          </a:p>
        </p:txBody>
      </p:sp>
      <p:sp>
        <p:nvSpPr>
          <p:cNvPr id="20" name="Try again!" descr="Try again!"/>
          <p:cNvSpPr/>
          <p:nvPr/>
        </p:nvSpPr>
        <p:spPr>
          <a:xfrm>
            <a:off x="9080500" y="1016000"/>
            <a:ext cx="3048000" cy="1460500"/>
          </a:xfrm>
          <a:prstGeom prst="cloudCallout">
            <a:avLst/>
          </a:prstGeom>
          <a:solidFill>
            <a:srgbClr val="FFFFFF"/>
          </a:solidFill>
          <a:ln w="50800">
            <a:solidFill>
              <a:srgbClr val="E5536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2500" b="1" lang="en-US">
                <a:solidFill>
                  <a:srgbClr val="E5536F"/>
                </a:solidFill>
                <a:latin typeface="Arial"/>
                <a:cs typeface="Arial"/>
              </a:rPr>
              <a:t>Try again!</a:t>
            </a:r>
          </a:p>
        </p:txBody>
      </p:sp>
      <p:sp>
        <p:nvSpPr>
          <p:cNvPr id="21" name="Next button">
            <a:hlinkClick action="ppaction://hlinksldjump" r:id="rId6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Next arrow">
            <a:hlinkClick action="ppaction://hlinksldjump" r:id="rId6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7" name="boing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1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4" dur="85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6" dur="970" fill="hold" repeatCount="indefinite" autoRev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8" dur="1090" fill="hold" repeatCount="indefinite" autoRev="1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0" dur="1210" fill="hold" repeatCount="indefinite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2" dur="1330" fill="hold" repeatCount="indefinite" autoRev="1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" presetID="0" presetClass="path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4" dur="1450" fill="hold" repeatCount="indefinite" autoRev="1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0" presetID="53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" dur="4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4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13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Tap every letter with"/>
          <p:cNvSpPr/>
          <p:nvPr/>
        </p:nvSpPr>
        <p:spPr>
          <a:xfrm>
            <a:off x="2730500" y="190500"/>
            <a:ext cx="546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000" b="1" lang="en-US">
                <a:solidFill>
                  <a:srgbClr val="2E2640"/>
                </a:solidFill>
                <a:latin typeface="Arial"/>
                <a:cs typeface="Arial"/>
              </a:rPr>
              <a:t>Tap every letter with</a:t>
            </a:r>
          </a:p>
        </p:txBody>
      </p:sp>
      <p:sp>
        <p:nvSpPr>
          <p:cNvPr id="5" name="Find كِ" descr="كِ"/>
          <p:cNvSpPr/>
          <p:nvPr/>
        </p:nvSpPr>
        <p:spPr>
          <a:xfrm>
            <a:off x="81915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كِ</a:t>
            </a:r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Hole 1"/>
          <p:cNvSpPr/>
          <p:nvPr/>
        </p:nvSpPr>
        <p:spPr>
          <a:xfrm>
            <a:off x="2349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ile 1 تِ" descr="تِ">
            <a:hlinkClick action="ppaction://hlinksldjump" r:id="rId3"/>
          </p:cNvPr>
          <p:cNvSpPr/>
          <p:nvPr/>
        </p:nvSpPr>
        <p:spPr>
          <a:xfrm>
            <a:off x="2635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تِ</a:t>
            </a:r>
          </a:p>
        </p:txBody>
      </p:sp>
      <p:sp>
        <p:nvSpPr>
          <p:cNvPr id="10" name="Hole 2"/>
          <p:cNvSpPr/>
          <p:nvPr/>
        </p:nvSpPr>
        <p:spPr>
          <a:xfrm>
            <a:off x="5143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Hole 3"/>
          <p:cNvSpPr/>
          <p:nvPr/>
        </p:nvSpPr>
        <p:spPr>
          <a:xfrm>
            <a:off x="7937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ile 3 مِ" descr="مِ">
            <a:hlinkClick action="ppaction://hlinksldjump" r:id="rId3"/>
          </p:cNvPr>
          <p:cNvSpPr/>
          <p:nvPr/>
        </p:nvSpPr>
        <p:spPr>
          <a:xfrm>
            <a:off x="8223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مِ</a:t>
            </a:r>
          </a:p>
        </p:txBody>
      </p:sp>
      <p:sp>
        <p:nvSpPr>
          <p:cNvPr id="13" name="Hole 4"/>
          <p:cNvSpPr/>
          <p:nvPr/>
        </p:nvSpPr>
        <p:spPr>
          <a:xfrm>
            <a:off x="2349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ile 4 كِ" descr="كِ">
            <a:hlinkClick action="ppaction://hlinksldjump" r:id="rId4"/>
          </p:cNvPr>
          <p:cNvSpPr/>
          <p:nvPr/>
        </p:nvSpPr>
        <p:spPr>
          <a:xfrm>
            <a:off x="2635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كِ</a:t>
            </a:r>
          </a:p>
        </p:txBody>
      </p:sp>
      <p:sp>
        <p:nvSpPr>
          <p:cNvPr id="15" name="Hole 5"/>
          <p:cNvSpPr/>
          <p:nvPr/>
        </p:nvSpPr>
        <p:spPr>
          <a:xfrm>
            <a:off x="5143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ile 5 زِ" descr="زِ">
            <a:hlinkClick action="ppaction://hlinksldjump" r:id="rId3"/>
          </p:cNvPr>
          <p:cNvSpPr/>
          <p:nvPr/>
        </p:nvSpPr>
        <p:spPr>
          <a:xfrm>
            <a:off x="5429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زِ</a:t>
            </a:r>
          </a:p>
        </p:txBody>
      </p:sp>
      <p:sp>
        <p:nvSpPr>
          <p:cNvPr id="17" name="Hole 6"/>
          <p:cNvSpPr/>
          <p:nvPr/>
        </p:nvSpPr>
        <p:spPr>
          <a:xfrm>
            <a:off x="7937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ile 6 إِ" descr="إِ">
            <a:hlinkClick action="ppaction://hlinksldjump" r:id="rId3"/>
          </p:cNvPr>
          <p:cNvSpPr/>
          <p:nvPr/>
        </p:nvSpPr>
        <p:spPr>
          <a:xfrm>
            <a:off x="8223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إِ</a:t>
            </a:r>
          </a:p>
        </p:txBody>
      </p:sp>
      <p:sp>
        <p:nvSpPr>
          <p:cNvPr id="19" name="Next button">
            <a:hlinkClick action="ppaction://hlinksldjump" r:id="rId5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Next arrow">
            <a:hlinkClick action="ppaction://hlinksldjump" r:id="rId5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6" name="bonk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9" dur="85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2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1" dur="109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4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3" dur="1210" fill="hold" repeatCount="indefinite" autoRev="1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6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5" dur="1330" fill="hold" repeatCount="indefinite" autoRev="1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8" presetID="0" presetClass="path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7" dur="1450" fill="hold" repeatCount="indefinite" autoRev="1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14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Tap every letter with"/>
          <p:cNvSpPr/>
          <p:nvPr/>
        </p:nvSpPr>
        <p:spPr>
          <a:xfrm>
            <a:off x="2730500" y="190500"/>
            <a:ext cx="546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000" b="1" lang="en-US">
                <a:solidFill>
                  <a:srgbClr val="2E2640"/>
                </a:solidFill>
                <a:latin typeface="Arial"/>
                <a:cs typeface="Arial"/>
              </a:rPr>
              <a:t>Tap every letter with</a:t>
            </a:r>
          </a:p>
        </p:txBody>
      </p:sp>
      <p:sp>
        <p:nvSpPr>
          <p:cNvPr id="5" name="Find كِ" descr="كِ"/>
          <p:cNvSpPr/>
          <p:nvPr/>
        </p:nvSpPr>
        <p:spPr>
          <a:xfrm>
            <a:off x="81915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كِ</a:t>
            </a:r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Hole 1"/>
          <p:cNvSpPr/>
          <p:nvPr/>
        </p:nvSpPr>
        <p:spPr>
          <a:xfrm>
            <a:off x="2349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ile 1 تِ" descr="تِ">
            <a:hlinkClick action="ppaction://hlinksldjump" r:id="rId3"/>
          </p:cNvPr>
          <p:cNvSpPr/>
          <p:nvPr/>
        </p:nvSpPr>
        <p:spPr>
          <a:xfrm>
            <a:off x="2635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تِ</a:t>
            </a:r>
          </a:p>
        </p:txBody>
      </p:sp>
      <p:sp>
        <p:nvSpPr>
          <p:cNvPr id="10" name="Hole 2"/>
          <p:cNvSpPr/>
          <p:nvPr/>
        </p:nvSpPr>
        <p:spPr>
          <a:xfrm>
            <a:off x="5143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Hole 3"/>
          <p:cNvSpPr/>
          <p:nvPr/>
        </p:nvSpPr>
        <p:spPr>
          <a:xfrm>
            <a:off x="7937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ile 3 مِ" descr="مِ">
            <a:hlinkClick action="ppaction://hlinksldjump" r:id="rId3"/>
          </p:cNvPr>
          <p:cNvSpPr/>
          <p:nvPr/>
        </p:nvSpPr>
        <p:spPr>
          <a:xfrm>
            <a:off x="8223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مِ</a:t>
            </a:r>
          </a:p>
        </p:txBody>
      </p:sp>
      <p:sp>
        <p:nvSpPr>
          <p:cNvPr id="13" name="Hole 4"/>
          <p:cNvSpPr/>
          <p:nvPr/>
        </p:nvSpPr>
        <p:spPr>
          <a:xfrm>
            <a:off x="2349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ile 4 كِ" descr="كِ">
            <a:hlinkClick action="ppaction://hlinksldjump" r:id="rId4"/>
          </p:cNvPr>
          <p:cNvSpPr/>
          <p:nvPr/>
        </p:nvSpPr>
        <p:spPr>
          <a:xfrm>
            <a:off x="2635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كِ</a:t>
            </a:r>
          </a:p>
        </p:txBody>
      </p:sp>
      <p:sp>
        <p:nvSpPr>
          <p:cNvPr id="15" name="Hole 5"/>
          <p:cNvSpPr/>
          <p:nvPr/>
        </p:nvSpPr>
        <p:spPr>
          <a:xfrm>
            <a:off x="5143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ile 5 زِ" descr="زِ">
            <a:hlinkClick action="ppaction://hlinksldjump" r:id="rId3"/>
          </p:cNvPr>
          <p:cNvSpPr/>
          <p:nvPr/>
        </p:nvSpPr>
        <p:spPr>
          <a:xfrm>
            <a:off x="5429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زِ</a:t>
            </a:r>
          </a:p>
        </p:txBody>
      </p:sp>
      <p:sp>
        <p:nvSpPr>
          <p:cNvPr id="17" name="Hole 6"/>
          <p:cNvSpPr/>
          <p:nvPr/>
        </p:nvSpPr>
        <p:spPr>
          <a:xfrm>
            <a:off x="7937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ile 6 إِ" descr="إِ">
            <a:hlinkClick action="ppaction://hlinksldjump" r:id="rId3"/>
          </p:cNvPr>
          <p:cNvSpPr/>
          <p:nvPr/>
        </p:nvSpPr>
        <p:spPr>
          <a:xfrm>
            <a:off x="8223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إِ</a:t>
            </a:r>
          </a:p>
        </p:txBody>
      </p:sp>
      <p:sp>
        <p:nvSpPr>
          <p:cNvPr id="19" name="Try again!" descr="Try again!"/>
          <p:cNvSpPr/>
          <p:nvPr/>
        </p:nvSpPr>
        <p:spPr>
          <a:xfrm>
            <a:off x="9080500" y="1016000"/>
            <a:ext cx="3048000" cy="1460500"/>
          </a:xfrm>
          <a:prstGeom prst="cloudCallout">
            <a:avLst/>
          </a:prstGeom>
          <a:solidFill>
            <a:srgbClr val="FFFFFF"/>
          </a:solidFill>
          <a:ln w="50800">
            <a:solidFill>
              <a:srgbClr val="E5536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2500" b="1" lang="en-US">
                <a:solidFill>
                  <a:srgbClr val="E5536F"/>
                </a:solidFill>
                <a:latin typeface="Arial"/>
                <a:cs typeface="Arial"/>
              </a:rPr>
              <a:t>Try again!</a:t>
            </a:r>
          </a:p>
        </p:txBody>
      </p:sp>
      <p:sp>
        <p:nvSpPr>
          <p:cNvPr id="20" name="Next button">
            <a:hlinkClick action="ppaction://hlinksldjump" r:id="rId5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Next arrow">
            <a:hlinkClick action="ppaction://hlinksldjump" r:id="rId5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6" name="boing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4" dur="85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6" dur="109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8" dur="1210" fill="hold" repeatCount="indefinite" autoRev="1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0" dur="1330" fill="hold" repeatCount="indefinite" autoRev="1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2" dur="1450" fill="hold" repeatCount="indefinite" autoRev="1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8" presetID="53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4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4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15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Tap every letter with"/>
          <p:cNvSpPr/>
          <p:nvPr/>
        </p:nvSpPr>
        <p:spPr>
          <a:xfrm>
            <a:off x="2730500" y="190500"/>
            <a:ext cx="546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000" b="1" lang="en-US">
                <a:solidFill>
                  <a:srgbClr val="2E2640"/>
                </a:solidFill>
                <a:latin typeface="Arial"/>
                <a:cs typeface="Arial"/>
              </a:rPr>
              <a:t>Tap every letter with</a:t>
            </a:r>
          </a:p>
        </p:txBody>
      </p:sp>
      <p:sp>
        <p:nvSpPr>
          <p:cNvPr id="5" name="Find كِ" descr="كِ"/>
          <p:cNvSpPr/>
          <p:nvPr/>
        </p:nvSpPr>
        <p:spPr>
          <a:xfrm>
            <a:off x="81915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كِ</a:t>
            </a:r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Hole 1"/>
          <p:cNvSpPr/>
          <p:nvPr/>
        </p:nvSpPr>
        <p:spPr>
          <a:xfrm>
            <a:off x="2349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ile 1 تِ" descr="تِ">
            <a:hlinkClick action="ppaction://hlinksldjump" r:id="rId3"/>
          </p:cNvPr>
          <p:cNvSpPr/>
          <p:nvPr/>
        </p:nvSpPr>
        <p:spPr>
          <a:xfrm>
            <a:off x="2635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تِ</a:t>
            </a:r>
          </a:p>
        </p:txBody>
      </p:sp>
      <p:sp>
        <p:nvSpPr>
          <p:cNvPr id="10" name="Hole 2"/>
          <p:cNvSpPr/>
          <p:nvPr/>
        </p:nvSpPr>
        <p:spPr>
          <a:xfrm>
            <a:off x="5143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ile 2 كِ" descr="كِ">
            <a:hlinkClick action="ppaction://hlinksldjump" r:id="rId4"/>
          </p:cNvPr>
          <p:cNvSpPr/>
          <p:nvPr/>
        </p:nvSpPr>
        <p:spPr>
          <a:xfrm>
            <a:off x="5429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كِ</a:t>
            </a:r>
          </a:p>
        </p:txBody>
      </p:sp>
      <p:sp>
        <p:nvSpPr>
          <p:cNvPr id="12" name="Hole 3"/>
          <p:cNvSpPr/>
          <p:nvPr/>
        </p:nvSpPr>
        <p:spPr>
          <a:xfrm>
            <a:off x="7937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ile 3 مِ" descr="مِ">
            <a:hlinkClick action="ppaction://hlinksldjump" r:id="rId3"/>
          </p:cNvPr>
          <p:cNvSpPr/>
          <p:nvPr/>
        </p:nvSpPr>
        <p:spPr>
          <a:xfrm>
            <a:off x="8223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مِ</a:t>
            </a:r>
          </a:p>
        </p:txBody>
      </p:sp>
      <p:sp>
        <p:nvSpPr>
          <p:cNvPr id="14" name="Hole 4"/>
          <p:cNvSpPr/>
          <p:nvPr/>
        </p:nvSpPr>
        <p:spPr>
          <a:xfrm>
            <a:off x="2349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Hole 5"/>
          <p:cNvSpPr/>
          <p:nvPr/>
        </p:nvSpPr>
        <p:spPr>
          <a:xfrm>
            <a:off x="5143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ile 5 زِ" descr="زِ">
            <a:hlinkClick action="ppaction://hlinksldjump" r:id="rId3"/>
          </p:cNvPr>
          <p:cNvSpPr/>
          <p:nvPr/>
        </p:nvSpPr>
        <p:spPr>
          <a:xfrm>
            <a:off x="5429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زِ</a:t>
            </a:r>
          </a:p>
        </p:txBody>
      </p:sp>
      <p:sp>
        <p:nvSpPr>
          <p:cNvPr id="17" name="Hole 6"/>
          <p:cNvSpPr/>
          <p:nvPr/>
        </p:nvSpPr>
        <p:spPr>
          <a:xfrm>
            <a:off x="7937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ile 6 إِ" descr="إِ">
            <a:hlinkClick action="ppaction://hlinksldjump" r:id="rId3"/>
          </p:cNvPr>
          <p:cNvSpPr/>
          <p:nvPr/>
        </p:nvSpPr>
        <p:spPr>
          <a:xfrm>
            <a:off x="8223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إِ</a:t>
            </a:r>
          </a:p>
        </p:txBody>
      </p:sp>
      <p:sp>
        <p:nvSpPr>
          <p:cNvPr id="19" name="Next button">
            <a:hlinkClick action="ppaction://hlinksldjump" r:id="rId5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Next arrow">
            <a:hlinkClick action="ppaction://hlinksldjump" r:id="rId5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6" name="bonk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9" dur="85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2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1" dur="970" fill="hold" repeatCount="indefinite" autoRev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4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3" dur="1090" fill="hold" repeatCount="indefinite" autoRev="1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6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5" dur="1330" fill="hold" repeatCount="indefinite" autoRev="1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8" presetID="0" presetClass="path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7" dur="1450" fill="hold" repeatCount="indefinite" autoRev="1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16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Tap every letter with"/>
          <p:cNvSpPr/>
          <p:nvPr/>
        </p:nvSpPr>
        <p:spPr>
          <a:xfrm>
            <a:off x="2730500" y="190500"/>
            <a:ext cx="546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000" b="1" lang="en-US">
                <a:solidFill>
                  <a:srgbClr val="2E2640"/>
                </a:solidFill>
                <a:latin typeface="Arial"/>
                <a:cs typeface="Arial"/>
              </a:rPr>
              <a:t>Tap every letter with</a:t>
            </a:r>
          </a:p>
        </p:txBody>
      </p:sp>
      <p:sp>
        <p:nvSpPr>
          <p:cNvPr id="5" name="Find كِ" descr="كِ"/>
          <p:cNvSpPr/>
          <p:nvPr/>
        </p:nvSpPr>
        <p:spPr>
          <a:xfrm>
            <a:off x="81915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كِ</a:t>
            </a:r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Hole 1"/>
          <p:cNvSpPr/>
          <p:nvPr/>
        </p:nvSpPr>
        <p:spPr>
          <a:xfrm>
            <a:off x="2349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ile 1 تِ" descr="تِ">
            <a:hlinkClick action="ppaction://hlinksldjump" r:id="rId3"/>
          </p:cNvPr>
          <p:cNvSpPr/>
          <p:nvPr/>
        </p:nvSpPr>
        <p:spPr>
          <a:xfrm>
            <a:off x="2635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تِ</a:t>
            </a:r>
          </a:p>
        </p:txBody>
      </p:sp>
      <p:sp>
        <p:nvSpPr>
          <p:cNvPr id="10" name="Hole 2"/>
          <p:cNvSpPr/>
          <p:nvPr/>
        </p:nvSpPr>
        <p:spPr>
          <a:xfrm>
            <a:off x="5143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ile 2 كِ" descr="كِ">
            <a:hlinkClick action="ppaction://hlinksldjump" r:id="rId4"/>
          </p:cNvPr>
          <p:cNvSpPr/>
          <p:nvPr/>
        </p:nvSpPr>
        <p:spPr>
          <a:xfrm>
            <a:off x="5429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كِ</a:t>
            </a:r>
          </a:p>
        </p:txBody>
      </p:sp>
      <p:sp>
        <p:nvSpPr>
          <p:cNvPr id="12" name="Hole 3"/>
          <p:cNvSpPr/>
          <p:nvPr/>
        </p:nvSpPr>
        <p:spPr>
          <a:xfrm>
            <a:off x="7937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ile 3 مِ" descr="مِ">
            <a:hlinkClick action="ppaction://hlinksldjump" r:id="rId3"/>
          </p:cNvPr>
          <p:cNvSpPr/>
          <p:nvPr/>
        </p:nvSpPr>
        <p:spPr>
          <a:xfrm>
            <a:off x="8223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مِ</a:t>
            </a:r>
          </a:p>
        </p:txBody>
      </p:sp>
      <p:sp>
        <p:nvSpPr>
          <p:cNvPr id="14" name="Hole 4"/>
          <p:cNvSpPr/>
          <p:nvPr/>
        </p:nvSpPr>
        <p:spPr>
          <a:xfrm>
            <a:off x="2349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Hole 5"/>
          <p:cNvSpPr/>
          <p:nvPr/>
        </p:nvSpPr>
        <p:spPr>
          <a:xfrm>
            <a:off x="5143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ile 5 زِ" descr="زِ">
            <a:hlinkClick action="ppaction://hlinksldjump" r:id="rId3"/>
          </p:cNvPr>
          <p:cNvSpPr/>
          <p:nvPr/>
        </p:nvSpPr>
        <p:spPr>
          <a:xfrm>
            <a:off x="5429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زِ</a:t>
            </a:r>
          </a:p>
        </p:txBody>
      </p:sp>
      <p:sp>
        <p:nvSpPr>
          <p:cNvPr id="17" name="Hole 6"/>
          <p:cNvSpPr/>
          <p:nvPr/>
        </p:nvSpPr>
        <p:spPr>
          <a:xfrm>
            <a:off x="7937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ile 6 إِ" descr="إِ">
            <a:hlinkClick action="ppaction://hlinksldjump" r:id="rId3"/>
          </p:cNvPr>
          <p:cNvSpPr/>
          <p:nvPr/>
        </p:nvSpPr>
        <p:spPr>
          <a:xfrm>
            <a:off x="8223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إِ</a:t>
            </a:r>
          </a:p>
        </p:txBody>
      </p:sp>
      <p:sp>
        <p:nvSpPr>
          <p:cNvPr id="19" name="Try again!" descr="Try again!"/>
          <p:cNvSpPr/>
          <p:nvPr/>
        </p:nvSpPr>
        <p:spPr>
          <a:xfrm>
            <a:off x="9080500" y="1016000"/>
            <a:ext cx="3048000" cy="1460500"/>
          </a:xfrm>
          <a:prstGeom prst="cloudCallout">
            <a:avLst/>
          </a:prstGeom>
          <a:solidFill>
            <a:srgbClr val="FFFFFF"/>
          </a:solidFill>
          <a:ln w="50800">
            <a:solidFill>
              <a:srgbClr val="E5536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2500" b="1" lang="en-US">
                <a:solidFill>
                  <a:srgbClr val="E5536F"/>
                </a:solidFill>
                <a:latin typeface="Arial"/>
                <a:cs typeface="Arial"/>
              </a:rPr>
              <a:t>Try again!</a:t>
            </a:r>
          </a:p>
        </p:txBody>
      </p:sp>
      <p:sp>
        <p:nvSpPr>
          <p:cNvPr id="20" name="Next button">
            <a:hlinkClick action="ppaction://hlinksldjump" r:id="rId5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Next arrow">
            <a:hlinkClick action="ppaction://hlinksldjump" r:id="rId5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6" name="boing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4" dur="85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6" dur="970" fill="hold" repeatCount="indefinite" autoRev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8" dur="1090" fill="hold" repeatCount="indefinite" autoRev="1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0" dur="1330" fill="hold" repeatCount="indefinite" autoRev="1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2" dur="1450" fill="hold" repeatCount="indefinite" autoRev="1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8" presetID="53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4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4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17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Tap every letter with"/>
          <p:cNvSpPr/>
          <p:nvPr/>
        </p:nvSpPr>
        <p:spPr>
          <a:xfrm>
            <a:off x="2730500" y="190500"/>
            <a:ext cx="546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000" b="1" lang="en-US">
                <a:solidFill>
                  <a:srgbClr val="2E2640"/>
                </a:solidFill>
                <a:latin typeface="Arial"/>
                <a:cs typeface="Arial"/>
              </a:rPr>
              <a:t>Tap every letter with</a:t>
            </a:r>
          </a:p>
        </p:txBody>
      </p:sp>
      <p:sp>
        <p:nvSpPr>
          <p:cNvPr id="5" name="Find كِ" descr="كِ"/>
          <p:cNvSpPr/>
          <p:nvPr/>
        </p:nvSpPr>
        <p:spPr>
          <a:xfrm>
            <a:off x="81915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كِ</a:t>
            </a:r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Hole 1"/>
          <p:cNvSpPr/>
          <p:nvPr/>
        </p:nvSpPr>
        <p:spPr>
          <a:xfrm>
            <a:off x="2349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ile 1 تِ" descr="تِ"/>
          <p:cNvSpPr/>
          <p:nvPr/>
        </p:nvSpPr>
        <p:spPr>
          <a:xfrm>
            <a:off x="2635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تِ</a:t>
            </a:r>
          </a:p>
        </p:txBody>
      </p:sp>
      <p:sp>
        <p:nvSpPr>
          <p:cNvPr id="10" name="Hole 2"/>
          <p:cNvSpPr/>
          <p:nvPr/>
        </p:nvSpPr>
        <p:spPr>
          <a:xfrm>
            <a:off x="5143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Hole 3"/>
          <p:cNvSpPr/>
          <p:nvPr/>
        </p:nvSpPr>
        <p:spPr>
          <a:xfrm>
            <a:off x="7937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ile 3 مِ" descr="مِ"/>
          <p:cNvSpPr/>
          <p:nvPr/>
        </p:nvSpPr>
        <p:spPr>
          <a:xfrm>
            <a:off x="8223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مِ</a:t>
            </a:r>
          </a:p>
        </p:txBody>
      </p:sp>
      <p:sp>
        <p:nvSpPr>
          <p:cNvPr id="13" name="Hole 4"/>
          <p:cNvSpPr/>
          <p:nvPr/>
        </p:nvSpPr>
        <p:spPr>
          <a:xfrm>
            <a:off x="2349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Hole 5"/>
          <p:cNvSpPr/>
          <p:nvPr/>
        </p:nvSpPr>
        <p:spPr>
          <a:xfrm>
            <a:off x="5143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ile 5 زِ" descr="زِ"/>
          <p:cNvSpPr/>
          <p:nvPr/>
        </p:nvSpPr>
        <p:spPr>
          <a:xfrm>
            <a:off x="5429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زِ</a:t>
            </a:r>
          </a:p>
        </p:txBody>
      </p:sp>
      <p:sp>
        <p:nvSpPr>
          <p:cNvPr id="16" name="Hole 6"/>
          <p:cNvSpPr/>
          <p:nvPr/>
        </p:nvSpPr>
        <p:spPr>
          <a:xfrm>
            <a:off x="7937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ile 6 إِ" descr="إِ"/>
          <p:cNvSpPr/>
          <p:nvPr/>
        </p:nvSpPr>
        <p:spPr>
          <a:xfrm>
            <a:off x="8223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إِ</a:t>
            </a:r>
          </a:p>
        </p:txBody>
      </p:sp>
      <p:sp>
        <p:nvSpPr>
          <p:cNvPr id="18" name="Great job!" descr="Great job!"/>
          <p:cNvSpPr/>
          <p:nvPr/>
        </p:nvSpPr>
        <p:spPr>
          <a:xfrm>
            <a:off x="9080500" y="1016000"/>
            <a:ext cx="3048000" cy="1460500"/>
          </a:xfrm>
          <a:prstGeom prst="cloudCallout">
            <a:avLst/>
          </a:prstGeom>
          <a:solidFill>
            <a:srgbClr val="FFFFFF"/>
          </a:solidFill>
          <a:ln w="50800">
            <a:solidFill>
              <a:srgbClr val="2FB57A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2500" b="1" lang="en-US">
                <a:solidFill>
                  <a:srgbClr val="2FB57A"/>
                </a:solidFill>
                <a:latin typeface="Arial"/>
                <a:cs typeface="Arial"/>
              </a:rPr>
              <a:t>Great job!</a:t>
            </a:r>
          </a:p>
        </p:txBody>
      </p:sp>
      <p:sp>
        <p:nvSpPr>
          <p:cNvPr id="19" name="Next button">
            <a:hlinkClick action="ppaction://hlinksldjump" r:id="rId3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Next arrow">
            <a:hlinkClick action="ppaction://hlinksldjump" r:id="rId3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1" name="sound anchor" descr="sound anchor (invisible)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700" y="12700"/>
            <a:ext cx="25400" cy="25400"/>
          </a:xfrm>
          <a:prstGeom prst="rect">
            <a:avLst/>
          </a:prstGeom>
        </p:spPr>
      </p:pic>
    </p:spTree>
  </p:cSld>
  <p:clrMapOvr>
    <a:masterClrMapping/>
  </p:clrMapOvr>
  <p:transition advClick="0">
    <p:sndAc>
      <p:stSnd>
        <p:snd r:embed="rId4" name="bonk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9" dur="85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2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1" dur="109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4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3" dur="1330" fill="hold" repeatCount="indefinite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6" presetID="0" presetClass="path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5" dur="1450" fill="hold" repeatCount="indefinite" autoRev="1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1" presetID="53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8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0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100000">
                                        <p:cTn id="2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6" name="cheer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Open a gift and read it!"/>
          <p:cNvSpPr/>
          <p:nvPr/>
        </p:nvSpPr>
        <p:spPr>
          <a:xfrm>
            <a:off x="2730500" y="190500"/>
            <a:ext cx="673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300" b="1" lang="en-US">
                <a:solidFill>
                  <a:srgbClr val="2E2640"/>
                </a:solidFill>
                <a:latin typeface="Arial"/>
                <a:cs typeface="Arial"/>
              </a:rPr>
              <a:t>Open a gift and read it!</a:t>
            </a:r>
          </a:p>
        </p:txBody>
      </p:sp>
      <p:pic>
        <p:nvPicPr>
          <p:cNvPr id="5" name="Gift box 1" descr="Gift box 1">
            <a:hlinkClick action="ppaction://hlinksldjump" r:id="rId11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2500" y="2317750"/>
            <a:ext cx="2286000" cy="1333500"/>
          </a:xfrm>
          <a:prstGeom prst="rect">
            <a:avLst/>
          </a:prstGeom>
        </p:spPr>
      </p:pic>
      <p:pic>
        <p:nvPicPr>
          <p:cNvPr id="6" name="Gift lid 1" descr="Gift lid 1">
            <a:hlinkClick action="ppaction://hlinksldjump" r:id="rId11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7250" y="1682750"/>
            <a:ext cx="2476500" cy="1238250"/>
          </a:xfrm>
          <a:prstGeom prst="rect">
            <a:avLst/>
          </a:prstGeom>
        </p:spPr>
      </p:pic>
      <p:pic>
        <p:nvPicPr>
          <p:cNvPr id="7" name="Gift box 2" descr="Gift box 2">
            <a:hlinkClick action="ppaction://hlinksldjump" r:id="rId12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19500" y="2317750"/>
            <a:ext cx="2286000" cy="1333500"/>
          </a:xfrm>
          <a:prstGeom prst="rect">
            <a:avLst/>
          </a:prstGeom>
        </p:spPr>
      </p:pic>
      <p:pic>
        <p:nvPicPr>
          <p:cNvPr id="8" name="Gift lid 2" descr="Gift lid 2">
            <a:hlinkClick action="ppaction://hlinksldjump" r:id="rId12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24250" y="1682750"/>
            <a:ext cx="2476500" cy="1238250"/>
          </a:xfrm>
          <a:prstGeom prst="rect">
            <a:avLst/>
          </a:prstGeom>
        </p:spPr>
      </p:pic>
      <p:pic>
        <p:nvPicPr>
          <p:cNvPr id="9" name="Gift box 3" descr="Gift box 3">
            <a:hlinkClick action="ppaction://hlinksldjump" r:id="rId13"/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86500" y="2317750"/>
            <a:ext cx="2286000" cy="1333500"/>
          </a:xfrm>
          <a:prstGeom prst="rect">
            <a:avLst/>
          </a:prstGeom>
        </p:spPr>
      </p:pic>
      <p:pic>
        <p:nvPicPr>
          <p:cNvPr id="10" name="Gift lid 3" descr="Gift lid 3">
            <a:hlinkClick action="ppaction://hlinksldjump" r:id="rId13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91250" y="1682750"/>
            <a:ext cx="2476500" cy="1238250"/>
          </a:xfrm>
          <a:prstGeom prst="rect">
            <a:avLst/>
          </a:prstGeom>
        </p:spPr>
      </p:pic>
      <p:pic>
        <p:nvPicPr>
          <p:cNvPr id="11" name="Gift box 4" descr="Gift box 4">
            <a:hlinkClick action="ppaction://hlinksldjump" r:id="rId14"/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953500" y="2317750"/>
            <a:ext cx="2286000" cy="1333500"/>
          </a:xfrm>
          <a:prstGeom prst="rect">
            <a:avLst/>
          </a:prstGeom>
        </p:spPr>
      </p:pic>
      <p:pic>
        <p:nvPicPr>
          <p:cNvPr id="12" name="Gift lid 4" descr="Gift lid 4">
            <a:hlinkClick action="ppaction://hlinksldjump" r:id="rId14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858250" y="1682750"/>
            <a:ext cx="2476500" cy="1238250"/>
          </a:xfrm>
          <a:prstGeom prst="rect">
            <a:avLst/>
          </a:prstGeom>
        </p:spPr>
      </p:pic>
      <p:pic>
        <p:nvPicPr>
          <p:cNvPr id="13" name="Gift box 5" descr="Gift box 5">
            <a:hlinkClick action="ppaction://hlinksldjump" r:id="rId15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2500" y="4730750"/>
            <a:ext cx="2286000" cy="1333500"/>
          </a:xfrm>
          <a:prstGeom prst="rect">
            <a:avLst/>
          </a:prstGeom>
        </p:spPr>
      </p:pic>
      <p:pic>
        <p:nvPicPr>
          <p:cNvPr id="14" name="Gift lid 5" descr="Gift lid 5">
            <a:hlinkClick action="ppaction://hlinksldjump" r:id="rId1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7250" y="4095750"/>
            <a:ext cx="2476500" cy="1238250"/>
          </a:xfrm>
          <a:prstGeom prst="rect">
            <a:avLst/>
          </a:prstGeom>
        </p:spPr>
      </p:pic>
      <p:pic>
        <p:nvPicPr>
          <p:cNvPr id="15" name="Gift box 6" descr="Gift box 6">
            <a:hlinkClick action="ppaction://hlinksldjump" r:id="rId16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19500" y="4730750"/>
            <a:ext cx="2286000" cy="1333500"/>
          </a:xfrm>
          <a:prstGeom prst="rect">
            <a:avLst/>
          </a:prstGeom>
        </p:spPr>
      </p:pic>
      <p:pic>
        <p:nvPicPr>
          <p:cNvPr id="16" name="Gift lid 6" descr="Gift lid 6">
            <a:hlinkClick action="ppaction://hlinksldjump" r:id="rId16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24250" y="4095750"/>
            <a:ext cx="2476500" cy="1238250"/>
          </a:xfrm>
          <a:prstGeom prst="rect">
            <a:avLst/>
          </a:prstGeom>
        </p:spPr>
      </p:pic>
      <p:pic>
        <p:nvPicPr>
          <p:cNvPr id="17" name="Gift box 7" descr="Gift box 7">
            <a:hlinkClick action="ppaction://hlinksldjump" r:id="rId17"/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86500" y="4730750"/>
            <a:ext cx="2286000" cy="1333500"/>
          </a:xfrm>
          <a:prstGeom prst="rect">
            <a:avLst/>
          </a:prstGeom>
        </p:spPr>
      </p:pic>
      <p:pic>
        <p:nvPicPr>
          <p:cNvPr id="18" name="Gift lid 7" descr="Gift lid 7">
            <a:hlinkClick action="ppaction://hlinksldjump" r:id="rId17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91250" y="4095750"/>
            <a:ext cx="2476500" cy="1238250"/>
          </a:xfrm>
          <a:prstGeom prst="rect">
            <a:avLst/>
          </a:prstGeom>
        </p:spPr>
      </p:pic>
      <p:pic>
        <p:nvPicPr>
          <p:cNvPr id="19" name="Gift box 8" descr="Gift box 8">
            <a:hlinkClick action="ppaction://hlinksldjump" r:id="rId18"/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953500" y="4730750"/>
            <a:ext cx="2286000" cy="1333500"/>
          </a:xfrm>
          <a:prstGeom prst="rect">
            <a:avLst/>
          </a:prstGeom>
        </p:spPr>
      </p:pic>
      <p:pic>
        <p:nvPicPr>
          <p:cNvPr id="20" name="Gift lid 8" descr="Gift lid 8">
            <a:hlinkClick action="ppaction://hlinksldjump" r:id="rId18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858250" y="4095750"/>
            <a:ext cx="2476500" cy="1238250"/>
          </a:xfrm>
          <a:prstGeom prst="rect">
            <a:avLst/>
          </a:prstGeom>
        </p:spPr>
      </p:pic>
      <p:sp>
        <p:nvSpPr>
          <p:cNvPr id="21" name="Next button">
            <a:hlinkClick action="ppaction://hlinksldjump" r:id="rId19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Next arrow">
            <a:hlinkClick action="ppaction://hlinksldjump" r:id="rId19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 spd="med">
    <p:fade/>
  </p:transition>
</p:sld>
</file>

<file path=ppt/slides/slide419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Read it!"/>
          <p:cNvSpPr/>
          <p:nvPr/>
        </p:nvSpPr>
        <p:spPr>
          <a:xfrm>
            <a:off x="2730500" y="190500"/>
            <a:ext cx="673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600" b="1" lang="en-US">
                <a:solidFill>
                  <a:srgbClr val="2E2640"/>
                </a:solidFill>
                <a:latin typeface="Arial"/>
                <a:cs typeface="Arial"/>
              </a:rPr>
              <a:t>Read it!</a:t>
            </a:r>
          </a:p>
        </p:txBody>
      </p:sp>
      <p:pic>
        <p:nvPicPr>
          <p:cNvPr id="5" name="Open gift box" descr="Open gift box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1500" y="4445000"/>
            <a:ext cx="3429000" cy="2000250"/>
          </a:xfrm>
          <a:prstGeom prst="rect">
            <a:avLst/>
          </a:prstGeom>
        </p:spPr>
      </p:pic>
      <p:pic>
        <p:nvPicPr>
          <p:cNvPr id="6" name="Gift lid" descr="Gift lid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500000">
            <a:off x="7937500" y="4064000"/>
            <a:ext cx="2476500" cy="1238250"/>
          </a:xfrm>
          <a:prstGeom prst="rect">
            <a:avLst/>
          </a:prstGeom>
        </p:spPr>
      </p:pic>
      <p:sp>
        <p:nvSpPr>
          <p:cNvPr id="7" name="Card كِثِ" descr="كِثِ"/>
          <p:cNvSpPr/>
          <p:nvPr/>
        </p:nvSpPr>
        <p:spPr>
          <a:xfrm>
            <a:off x="3556000" y="1397000"/>
            <a:ext cx="5080000" cy="27940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B8A1FF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15000" b="1" lang="ar-SA">
                <a:solidFill>
                  <a:srgbClr val="2E2640"/>
                </a:solidFill>
                <a:latin typeface="Arial"/>
                <a:cs typeface="Arial"/>
              </a:rPr>
              <a:t>كِثِ</a:t>
            </a:r>
          </a:p>
        </p:txBody>
      </p:sp>
      <p:sp>
        <p:nvSpPr>
          <p:cNvPr id="8" name="Back to the gifts" descr="◀  Back to the gifts">
            <a:hlinkClick action="ppaction://hlinksldjump" r:id="rId5"/>
          </p:cNvPr>
          <p:cNvSpPr/>
          <p:nvPr/>
        </p:nvSpPr>
        <p:spPr>
          <a:xfrm>
            <a:off x="381000" y="5715000"/>
            <a:ext cx="2667000" cy="762000"/>
          </a:xfrm>
          <a:prstGeom prst="roundRect">
            <a:avLst>
              <a:gd name="adj" fmla="val 30000"/>
            </a:avLst>
          </a:prstGeom>
          <a:solidFill>
            <a:srgbClr val="8A6CF0"/>
          </a:solidFill>
          <a:ln w="635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1500" b="1" lang="en-US">
                <a:solidFill>
                  <a:srgbClr val="FFFFFF"/>
                </a:solidFill>
                <a:latin typeface="Arial"/>
                <a:cs typeface="Arial"/>
              </a:rPr>
              <a:t>◀  Back to the gifts</a:t>
            </a:r>
          </a:p>
        </p:txBody>
      </p:sp>
      <p:sp>
        <p:nvSpPr>
          <p:cNvPr id="9" name="Next button">
            <a:hlinkClick action="ppaction://hlinksldjump" r:id="rId6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Next arrow">
            <a:hlinkClick action="ppaction://hlinksldjump" r:id="rId6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7" name="tad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53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20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Read it!"/>
          <p:cNvSpPr/>
          <p:nvPr/>
        </p:nvSpPr>
        <p:spPr>
          <a:xfrm>
            <a:off x="2730500" y="190500"/>
            <a:ext cx="673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600" b="1" lang="en-US">
                <a:solidFill>
                  <a:srgbClr val="2E2640"/>
                </a:solidFill>
                <a:latin typeface="Arial"/>
                <a:cs typeface="Arial"/>
              </a:rPr>
              <a:t>Read it!</a:t>
            </a:r>
          </a:p>
        </p:txBody>
      </p:sp>
      <p:pic>
        <p:nvPicPr>
          <p:cNvPr id="5" name="Open gift box" descr="Open gift box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1500" y="4445000"/>
            <a:ext cx="3429000" cy="2000250"/>
          </a:xfrm>
          <a:prstGeom prst="rect">
            <a:avLst/>
          </a:prstGeom>
        </p:spPr>
      </p:pic>
      <p:pic>
        <p:nvPicPr>
          <p:cNvPr id="6" name="Gift lid" descr="Gift lid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500000">
            <a:off x="7937500" y="4064000"/>
            <a:ext cx="2476500" cy="1238250"/>
          </a:xfrm>
          <a:prstGeom prst="rect">
            <a:avLst/>
          </a:prstGeom>
        </p:spPr>
      </p:pic>
      <p:sp>
        <p:nvSpPr>
          <p:cNvPr id="7" name="Card غِ" descr="غِ"/>
          <p:cNvSpPr/>
          <p:nvPr/>
        </p:nvSpPr>
        <p:spPr>
          <a:xfrm>
            <a:off x="3556000" y="1397000"/>
            <a:ext cx="5080000" cy="27940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B8A1FF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15000" b="1" lang="ar-SA">
                <a:solidFill>
                  <a:srgbClr val="2E2640"/>
                </a:solidFill>
                <a:latin typeface="Arial"/>
                <a:cs typeface="Arial"/>
              </a:rPr>
              <a:t>غِ</a:t>
            </a:r>
          </a:p>
        </p:txBody>
      </p:sp>
      <p:sp>
        <p:nvSpPr>
          <p:cNvPr id="8" name="Back to the gifts" descr="◀  Back to the gifts">
            <a:hlinkClick action="ppaction://hlinksldjump" r:id="rId5"/>
          </p:cNvPr>
          <p:cNvSpPr/>
          <p:nvPr/>
        </p:nvSpPr>
        <p:spPr>
          <a:xfrm>
            <a:off x="381000" y="5715000"/>
            <a:ext cx="2667000" cy="762000"/>
          </a:xfrm>
          <a:prstGeom prst="roundRect">
            <a:avLst>
              <a:gd name="adj" fmla="val 30000"/>
            </a:avLst>
          </a:prstGeom>
          <a:solidFill>
            <a:srgbClr val="8A6CF0"/>
          </a:solidFill>
          <a:ln w="635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1500" b="1" lang="en-US">
                <a:solidFill>
                  <a:srgbClr val="FFFFFF"/>
                </a:solidFill>
                <a:latin typeface="Arial"/>
                <a:cs typeface="Arial"/>
              </a:rPr>
              <a:t>◀  Back to the gifts</a:t>
            </a:r>
          </a:p>
        </p:txBody>
      </p:sp>
      <p:sp>
        <p:nvSpPr>
          <p:cNvPr id="9" name="Next button">
            <a:hlinkClick action="ppaction://hlinksldjump" r:id="rId6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Next arrow">
            <a:hlinkClick action="ppaction://hlinksldjump" r:id="rId6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7" name="tad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53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21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Read it!"/>
          <p:cNvSpPr/>
          <p:nvPr/>
        </p:nvSpPr>
        <p:spPr>
          <a:xfrm>
            <a:off x="2730500" y="190500"/>
            <a:ext cx="673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600" b="1" lang="en-US">
                <a:solidFill>
                  <a:srgbClr val="2E2640"/>
                </a:solidFill>
                <a:latin typeface="Arial"/>
                <a:cs typeface="Arial"/>
              </a:rPr>
              <a:t>Read it!</a:t>
            </a:r>
          </a:p>
        </p:txBody>
      </p:sp>
      <p:pic>
        <p:nvPicPr>
          <p:cNvPr id="5" name="Open gift box" descr="Open gift box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1500" y="4445000"/>
            <a:ext cx="3429000" cy="2000250"/>
          </a:xfrm>
          <a:prstGeom prst="rect">
            <a:avLst/>
          </a:prstGeom>
        </p:spPr>
      </p:pic>
      <p:pic>
        <p:nvPicPr>
          <p:cNvPr id="6" name="Gift lid" descr="Gift lid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500000">
            <a:off x="7937500" y="4064000"/>
            <a:ext cx="2476500" cy="1238250"/>
          </a:xfrm>
          <a:prstGeom prst="rect">
            <a:avLst/>
          </a:prstGeom>
        </p:spPr>
      </p:pic>
      <p:sp>
        <p:nvSpPr>
          <p:cNvPr id="7" name="Card فِثِ" descr="فِثِ"/>
          <p:cNvSpPr/>
          <p:nvPr/>
        </p:nvSpPr>
        <p:spPr>
          <a:xfrm>
            <a:off x="3556000" y="1397000"/>
            <a:ext cx="5080000" cy="27940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B8A1FF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15000" b="1" lang="ar-SA">
                <a:solidFill>
                  <a:srgbClr val="2E2640"/>
                </a:solidFill>
                <a:latin typeface="Arial"/>
                <a:cs typeface="Arial"/>
              </a:rPr>
              <a:t>فِثِ</a:t>
            </a:r>
          </a:p>
        </p:txBody>
      </p:sp>
      <p:sp>
        <p:nvSpPr>
          <p:cNvPr id="8" name="Back to the gifts" descr="◀  Back to the gifts">
            <a:hlinkClick action="ppaction://hlinksldjump" r:id="rId5"/>
          </p:cNvPr>
          <p:cNvSpPr/>
          <p:nvPr/>
        </p:nvSpPr>
        <p:spPr>
          <a:xfrm>
            <a:off x="381000" y="5715000"/>
            <a:ext cx="2667000" cy="762000"/>
          </a:xfrm>
          <a:prstGeom prst="roundRect">
            <a:avLst>
              <a:gd name="adj" fmla="val 30000"/>
            </a:avLst>
          </a:prstGeom>
          <a:solidFill>
            <a:srgbClr val="8A6CF0"/>
          </a:solidFill>
          <a:ln w="635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1500" b="1" lang="en-US">
                <a:solidFill>
                  <a:srgbClr val="FFFFFF"/>
                </a:solidFill>
                <a:latin typeface="Arial"/>
                <a:cs typeface="Arial"/>
              </a:rPr>
              <a:t>◀  Back to the gifts</a:t>
            </a:r>
          </a:p>
        </p:txBody>
      </p:sp>
      <p:sp>
        <p:nvSpPr>
          <p:cNvPr id="9" name="Next button">
            <a:hlinkClick action="ppaction://hlinksldjump" r:id="rId6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Next arrow">
            <a:hlinkClick action="ppaction://hlinksldjump" r:id="rId6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7" name="tad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53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22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Read it!"/>
          <p:cNvSpPr/>
          <p:nvPr/>
        </p:nvSpPr>
        <p:spPr>
          <a:xfrm>
            <a:off x="2730500" y="190500"/>
            <a:ext cx="673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600" b="1" lang="en-US">
                <a:solidFill>
                  <a:srgbClr val="2E2640"/>
                </a:solidFill>
                <a:latin typeface="Arial"/>
                <a:cs typeface="Arial"/>
              </a:rPr>
              <a:t>Read it!</a:t>
            </a:r>
          </a:p>
        </p:txBody>
      </p:sp>
      <p:pic>
        <p:nvPicPr>
          <p:cNvPr id="5" name="Open gift box" descr="Open gift box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1500" y="4445000"/>
            <a:ext cx="3429000" cy="2000250"/>
          </a:xfrm>
          <a:prstGeom prst="rect">
            <a:avLst/>
          </a:prstGeom>
        </p:spPr>
      </p:pic>
      <p:pic>
        <p:nvPicPr>
          <p:cNvPr id="6" name="Gift lid" descr="Gift lid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500000">
            <a:off x="7937500" y="4064000"/>
            <a:ext cx="2476500" cy="1238250"/>
          </a:xfrm>
          <a:prstGeom prst="rect">
            <a:avLst/>
          </a:prstGeom>
        </p:spPr>
      </p:pic>
      <p:sp>
        <p:nvSpPr>
          <p:cNvPr id="7" name="Card كِ" descr="كِ"/>
          <p:cNvSpPr/>
          <p:nvPr/>
        </p:nvSpPr>
        <p:spPr>
          <a:xfrm>
            <a:off x="3556000" y="1397000"/>
            <a:ext cx="5080000" cy="27940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B8A1FF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15000" b="1" lang="ar-SA">
                <a:solidFill>
                  <a:srgbClr val="2E2640"/>
                </a:solidFill>
                <a:latin typeface="Arial"/>
                <a:cs typeface="Arial"/>
              </a:rPr>
              <a:t>كِ</a:t>
            </a:r>
          </a:p>
        </p:txBody>
      </p:sp>
      <p:sp>
        <p:nvSpPr>
          <p:cNvPr id="8" name="Back to the gifts" descr="◀  Back to the gifts">
            <a:hlinkClick action="ppaction://hlinksldjump" r:id="rId5"/>
          </p:cNvPr>
          <p:cNvSpPr/>
          <p:nvPr/>
        </p:nvSpPr>
        <p:spPr>
          <a:xfrm>
            <a:off x="381000" y="5715000"/>
            <a:ext cx="2667000" cy="762000"/>
          </a:xfrm>
          <a:prstGeom prst="roundRect">
            <a:avLst>
              <a:gd name="adj" fmla="val 30000"/>
            </a:avLst>
          </a:prstGeom>
          <a:solidFill>
            <a:srgbClr val="8A6CF0"/>
          </a:solidFill>
          <a:ln w="635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1500" b="1" lang="en-US">
                <a:solidFill>
                  <a:srgbClr val="FFFFFF"/>
                </a:solidFill>
                <a:latin typeface="Arial"/>
                <a:cs typeface="Arial"/>
              </a:rPr>
              <a:t>◀  Back to the gifts</a:t>
            </a:r>
          </a:p>
        </p:txBody>
      </p:sp>
      <p:sp>
        <p:nvSpPr>
          <p:cNvPr id="9" name="Next button">
            <a:hlinkClick action="ppaction://hlinksldjump" r:id="rId6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Next arrow">
            <a:hlinkClick action="ppaction://hlinksldjump" r:id="rId6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7" name="tad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53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23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Read it!"/>
          <p:cNvSpPr/>
          <p:nvPr/>
        </p:nvSpPr>
        <p:spPr>
          <a:xfrm>
            <a:off x="2730500" y="190500"/>
            <a:ext cx="673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600" b="1" lang="en-US">
                <a:solidFill>
                  <a:srgbClr val="2E2640"/>
                </a:solidFill>
                <a:latin typeface="Arial"/>
                <a:cs typeface="Arial"/>
              </a:rPr>
              <a:t>Read it!</a:t>
            </a:r>
          </a:p>
        </p:txBody>
      </p:sp>
      <p:pic>
        <p:nvPicPr>
          <p:cNvPr id="5" name="Open gift box" descr="Open gift box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1500" y="4445000"/>
            <a:ext cx="3429000" cy="2000250"/>
          </a:xfrm>
          <a:prstGeom prst="rect">
            <a:avLst/>
          </a:prstGeom>
        </p:spPr>
      </p:pic>
      <p:pic>
        <p:nvPicPr>
          <p:cNvPr id="6" name="Gift lid" descr="Gift lid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500000">
            <a:off x="7937500" y="4064000"/>
            <a:ext cx="2476500" cy="1238250"/>
          </a:xfrm>
          <a:prstGeom prst="rect">
            <a:avLst/>
          </a:prstGeom>
        </p:spPr>
      </p:pic>
      <p:sp>
        <p:nvSpPr>
          <p:cNvPr id="7" name="Card فِ" descr="فِ"/>
          <p:cNvSpPr/>
          <p:nvPr/>
        </p:nvSpPr>
        <p:spPr>
          <a:xfrm>
            <a:off x="3556000" y="1397000"/>
            <a:ext cx="5080000" cy="27940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B8A1FF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15000" b="1" lang="ar-SA">
                <a:solidFill>
                  <a:srgbClr val="2E2640"/>
                </a:solidFill>
                <a:latin typeface="Arial"/>
                <a:cs typeface="Arial"/>
              </a:rPr>
              <a:t>فِ</a:t>
            </a:r>
          </a:p>
        </p:txBody>
      </p:sp>
      <p:sp>
        <p:nvSpPr>
          <p:cNvPr id="8" name="Back to the gifts" descr="◀  Back to the gifts">
            <a:hlinkClick action="ppaction://hlinksldjump" r:id="rId5"/>
          </p:cNvPr>
          <p:cNvSpPr/>
          <p:nvPr/>
        </p:nvSpPr>
        <p:spPr>
          <a:xfrm>
            <a:off x="381000" y="5715000"/>
            <a:ext cx="2667000" cy="762000"/>
          </a:xfrm>
          <a:prstGeom prst="roundRect">
            <a:avLst>
              <a:gd name="adj" fmla="val 30000"/>
            </a:avLst>
          </a:prstGeom>
          <a:solidFill>
            <a:srgbClr val="8A6CF0"/>
          </a:solidFill>
          <a:ln w="635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1500" b="1" lang="en-US">
                <a:solidFill>
                  <a:srgbClr val="FFFFFF"/>
                </a:solidFill>
                <a:latin typeface="Arial"/>
                <a:cs typeface="Arial"/>
              </a:rPr>
              <a:t>◀  Back to the gifts</a:t>
            </a:r>
          </a:p>
        </p:txBody>
      </p:sp>
      <p:sp>
        <p:nvSpPr>
          <p:cNvPr id="9" name="Next button">
            <a:hlinkClick action="ppaction://hlinksldjump" r:id="rId6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Next arrow">
            <a:hlinkClick action="ppaction://hlinksldjump" r:id="rId6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7" name="tad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53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24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Read it!"/>
          <p:cNvSpPr/>
          <p:nvPr/>
        </p:nvSpPr>
        <p:spPr>
          <a:xfrm>
            <a:off x="2730500" y="190500"/>
            <a:ext cx="673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600" b="1" lang="en-US">
                <a:solidFill>
                  <a:srgbClr val="2E2640"/>
                </a:solidFill>
                <a:latin typeface="Arial"/>
                <a:cs typeface="Arial"/>
              </a:rPr>
              <a:t>Read it!</a:t>
            </a:r>
          </a:p>
        </p:txBody>
      </p:sp>
      <p:pic>
        <p:nvPicPr>
          <p:cNvPr id="5" name="Open gift box" descr="Open gift box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1500" y="4445000"/>
            <a:ext cx="3429000" cy="2000250"/>
          </a:xfrm>
          <a:prstGeom prst="rect">
            <a:avLst/>
          </a:prstGeom>
        </p:spPr>
      </p:pic>
      <p:pic>
        <p:nvPicPr>
          <p:cNvPr id="6" name="Gift lid" descr="Gift lid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500000">
            <a:off x="7937500" y="4064000"/>
            <a:ext cx="2476500" cy="1238250"/>
          </a:xfrm>
          <a:prstGeom prst="rect">
            <a:avLst/>
          </a:prstGeom>
        </p:spPr>
      </p:pic>
      <p:sp>
        <p:nvSpPr>
          <p:cNvPr id="7" name="Card غِلِ" descr="غِلِ"/>
          <p:cNvSpPr/>
          <p:nvPr/>
        </p:nvSpPr>
        <p:spPr>
          <a:xfrm>
            <a:off x="3556000" y="1397000"/>
            <a:ext cx="5080000" cy="27940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B8A1FF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15000" b="1" lang="ar-SA">
                <a:solidFill>
                  <a:srgbClr val="2E2640"/>
                </a:solidFill>
                <a:latin typeface="Arial"/>
                <a:cs typeface="Arial"/>
              </a:rPr>
              <a:t>غِلِ</a:t>
            </a:r>
          </a:p>
        </p:txBody>
      </p:sp>
      <p:sp>
        <p:nvSpPr>
          <p:cNvPr id="8" name="Back to the gifts" descr="◀  Back to the gifts">
            <a:hlinkClick action="ppaction://hlinksldjump" r:id="rId5"/>
          </p:cNvPr>
          <p:cNvSpPr/>
          <p:nvPr/>
        </p:nvSpPr>
        <p:spPr>
          <a:xfrm>
            <a:off x="381000" y="5715000"/>
            <a:ext cx="2667000" cy="762000"/>
          </a:xfrm>
          <a:prstGeom prst="roundRect">
            <a:avLst>
              <a:gd name="adj" fmla="val 30000"/>
            </a:avLst>
          </a:prstGeom>
          <a:solidFill>
            <a:srgbClr val="8A6CF0"/>
          </a:solidFill>
          <a:ln w="635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1500" b="1" lang="en-US">
                <a:solidFill>
                  <a:srgbClr val="FFFFFF"/>
                </a:solidFill>
                <a:latin typeface="Arial"/>
                <a:cs typeface="Arial"/>
              </a:rPr>
              <a:t>◀  Back to the gifts</a:t>
            </a:r>
          </a:p>
        </p:txBody>
      </p:sp>
      <p:sp>
        <p:nvSpPr>
          <p:cNvPr id="9" name="Next button">
            <a:hlinkClick action="ppaction://hlinksldjump" r:id="rId6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Next arrow">
            <a:hlinkClick action="ppaction://hlinksldjump" r:id="rId6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7" name="tad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53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25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Read it!"/>
          <p:cNvSpPr/>
          <p:nvPr/>
        </p:nvSpPr>
        <p:spPr>
          <a:xfrm>
            <a:off x="2730500" y="190500"/>
            <a:ext cx="673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600" b="1" lang="en-US">
                <a:solidFill>
                  <a:srgbClr val="2E2640"/>
                </a:solidFill>
                <a:latin typeface="Arial"/>
                <a:cs typeface="Arial"/>
              </a:rPr>
              <a:t>Read it!</a:t>
            </a:r>
          </a:p>
        </p:txBody>
      </p:sp>
      <p:pic>
        <p:nvPicPr>
          <p:cNvPr id="5" name="Open gift box" descr="Open gift box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1500" y="4445000"/>
            <a:ext cx="3429000" cy="2000250"/>
          </a:xfrm>
          <a:prstGeom prst="rect">
            <a:avLst/>
          </a:prstGeom>
        </p:spPr>
      </p:pic>
      <p:pic>
        <p:nvPicPr>
          <p:cNvPr id="6" name="Gift lid" descr="Gift lid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500000">
            <a:off x="7937500" y="4064000"/>
            <a:ext cx="2476500" cy="1238250"/>
          </a:xfrm>
          <a:prstGeom prst="rect">
            <a:avLst/>
          </a:prstGeom>
        </p:spPr>
      </p:pic>
      <p:sp>
        <p:nvSpPr>
          <p:cNvPr id="7" name="Card قِ" descr="قِ"/>
          <p:cNvSpPr/>
          <p:nvPr/>
        </p:nvSpPr>
        <p:spPr>
          <a:xfrm>
            <a:off x="3556000" y="1397000"/>
            <a:ext cx="5080000" cy="27940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B8A1FF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15000" b="1" lang="ar-SA">
                <a:solidFill>
                  <a:srgbClr val="2E2640"/>
                </a:solidFill>
                <a:latin typeface="Arial"/>
                <a:cs typeface="Arial"/>
              </a:rPr>
              <a:t>قِ</a:t>
            </a:r>
          </a:p>
        </p:txBody>
      </p:sp>
      <p:sp>
        <p:nvSpPr>
          <p:cNvPr id="8" name="Back to the gifts" descr="◀  Back to the gifts">
            <a:hlinkClick action="ppaction://hlinksldjump" r:id="rId5"/>
          </p:cNvPr>
          <p:cNvSpPr/>
          <p:nvPr/>
        </p:nvSpPr>
        <p:spPr>
          <a:xfrm>
            <a:off x="381000" y="5715000"/>
            <a:ext cx="2667000" cy="762000"/>
          </a:xfrm>
          <a:prstGeom prst="roundRect">
            <a:avLst>
              <a:gd name="adj" fmla="val 30000"/>
            </a:avLst>
          </a:prstGeom>
          <a:solidFill>
            <a:srgbClr val="8A6CF0"/>
          </a:solidFill>
          <a:ln w="635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1500" b="1" lang="en-US">
                <a:solidFill>
                  <a:srgbClr val="FFFFFF"/>
                </a:solidFill>
                <a:latin typeface="Arial"/>
                <a:cs typeface="Arial"/>
              </a:rPr>
              <a:t>◀  Back to the gifts</a:t>
            </a:r>
          </a:p>
        </p:txBody>
      </p:sp>
      <p:sp>
        <p:nvSpPr>
          <p:cNvPr id="9" name="Next button">
            <a:hlinkClick action="ppaction://hlinksldjump" r:id="rId6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Next arrow">
            <a:hlinkClick action="ppaction://hlinksldjump" r:id="rId6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7" name="tad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53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26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Read it!"/>
          <p:cNvSpPr/>
          <p:nvPr/>
        </p:nvSpPr>
        <p:spPr>
          <a:xfrm>
            <a:off x="2730500" y="190500"/>
            <a:ext cx="673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600" b="1" lang="en-US">
                <a:solidFill>
                  <a:srgbClr val="2E2640"/>
                </a:solidFill>
                <a:latin typeface="Arial"/>
                <a:cs typeface="Arial"/>
              </a:rPr>
              <a:t>Read it!</a:t>
            </a:r>
          </a:p>
        </p:txBody>
      </p:sp>
      <p:pic>
        <p:nvPicPr>
          <p:cNvPr id="5" name="Open gift box" descr="Open gift box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1500" y="4445000"/>
            <a:ext cx="3429000" cy="2000250"/>
          </a:xfrm>
          <a:prstGeom prst="rect">
            <a:avLst/>
          </a:prstGeom>
        </p:spPr>
      </p:pic>
      <p:pic>
        <p:nvPicPr>
          <p:cNvPr id="6" name="Gift lid" descr="Gift lid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500000">
            <a:off x="7937500" y="4064000"/>
            <a:ext cx="2476500" cy="1238250"/>
          </a:xfrm>
          <a:prstGeom prst="rect">
            <a:avLst/>
          </a:prstGeom>
        </p:spPr>
      </p:pic>
      <p:sp>
        <p:nvSpPr>
          <p:cNvPr id="7" name="Card قِحِ" descr="قِحِ"/>
          <p:cNvSpPr/>
          <p:nvPr/>
        </p:nvSpPr>
        <p:spPr>
          <a:xfrm>
            <a:off x="3556000" y="1397000"/>
            <a:ext cx="5080000" cy="27940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B8A1FF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15000" b="1" lang="ar-SA">
                <a:solidFill>
                  <a:srgbClr val="2E2640"/>
                </a:solidFill>
                <a:latin typeface="Arial"/>
                <a:cs typeface="Arial"/>
              </a:rPr>
              <a:t>قِحِ</a:t>
            </a:r>
          </a:p>
        </p:txBody>
      </p:sp>
      <p:sp>
        <p:nvSpPr>
          <p:cNvPr id="8" name="Back to the gifts" descr="◀  Back to the gifts">
            <a:hlinkClick action="ppaction://hlinksldjump" r:id="rId5"/>
          </p:cNvPr>
          <p:cNvSpPr/>
          <p:nvPr/>
        </p:nvSpPr>
        <p:spPr>
          <a:xfrm>
            <a:off x="381000" y="5715000"/>
            <a:ext cx="2667000" cy="762000"/>
          </a:xfrm>
          <a:prstGeom prst="roundRect">
            <a:avLst>
              <a:gd name="adj" fmla="val 30000"/>
            </a:avLst>
          </a:prstGeom>
          <a:solidFill>
            <a:srgbClr val="8A6CF0"/>
          </a:solidFill>
          <a:ln w="635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1500" b="1" lang="en-US">
                <a:solidFill>
                  <a:srgbClr val="FFFFFF"/>
                </a:solidFill>
                <a:latin typeface="Arial"/>
                <a:cs typeface="Arial"/>
              </a:rPr>
              <a:t>◀  Back to the gifts</a:t>
            </a:r>
          </a:p>
        </p:txBody>
      </p:sp>
      <p:sp>
        <p:nvSpPr>
          <p:cNvPr id="9" name="Next button">
            <a:hlinkClick action="ppaction://hlinksldjump" r:id="rId6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Next arrow">
            <a:hlinkClick action="ppaction://hlinksldjump" r:id="rId6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7" name="tad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53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286000" y="190500"/>
            <a:ext cx="7620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Build the word, then tap GO!"/>
          <p:cNvSpPr/>
          <p:nvPr/>
        </p:nvSpPr>
        <p:spPr>
          <a:xfrm>
            <a:off x="2413000" y="190500"/>
            <a:ext cx="52705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200" b="1" lang="en-US">
                <a:solidFill>
                  <a:srgbClr val="2E2640"/>
                </a:solidFill>
                <a:latin typeface="Arial"/>
                <a:cs typeface="Arial"/>
              </a:rPr>
              <a:t>Build the word, then tap GO!</a:t>
            </a:r>
          </a:p>
        </p:txBody>
      </p:sp>
      <p:sp>
        <p:nvSpPr>
          <p:cNvPr id="5" name="Find وَثِقَ" descr="وَثِقَ"/>
          <p:cNvSpPr/>
          <p:nvPr/>
        </p:nvSpPr>
        <p:spPr>
          <a:xfrm>
            <a:off x="7683500" y="228600"/>
            <a:ext cx="20955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وَثِقَ</a:t>
            </a:r>
          </a:p>
        </p:txBody>
      </p:sp>
      <p:pic>
        <p:nvPicPr>
          <p:cNvPr id="6" name="Engine" descr="Engin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000" y="3937000"/>
            <a:ext cx="2667000" cy="1911350"/>
          </a:xfrm>
          <a:prstGeom prst="rect">
            <a:avLst/>
          </a:prstGeom>
        </p:spPr>
      </p:pic>
      <p:pic>
        <p:nvPicPr>
          <p:cNvPr id="7" name="Wagon 1" descr="Wagon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75000" y="4381500"/>
            <a:ext cx="1778000" cy="1543050"/>
          </a:xfrm>
          <a:prstGeom prst="rect">
            <a:avLst/>
          </a:prstGeom>
        </p:spPr>
      </p:pic>
      <p:pic>
        <p:nvPicPr>
          <p:cNvPr id="8" name="Wagon 2" descr="Wagon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16500" y="4381500"/>
            <a:ext cx="1778000" cy="1543050"/>
          </a:xfrm>
          <a:prstGeom prst="rect">
            <a:avLst/>
          </a:prstGeom>
        </p:spPr>
      </p:pic>
      <p:pic>
        <p:nvPicPr>
          <p:cNvPr id="9" name="Wagon 3" descr="Wagon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0" y="4381500"/>
            <a:ext cx="1778000" cy="1543050"/>
          </a:xfrm>
          <a:prstGeom prst="rect">
            <a:avLst/>
          </a:prstGeom>
        </p:spPr>
      </p:pic>
      <p:sp>
        <p:nvSpPr>
          <p:cNvPr id="10" name="Card ثِ" descr="ثِ">
            <a:hlinkClick action="ppaction://hlinksldjump" r:id="rId5"/>
          </p:cNvPr>
          <p:cNvSpPr/>
          <p:nvPr/>
        </p:nvSpPr>
        <p:spPr>
          <a:xfrm>
            <a:off x="3302000" y="1778000"/>
            <a:ext cx="1206500" cy="12065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FFB347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6200" b="1" lang="ar-SA">
                <a:solidFill>
                  <a:srgbClr val="2E2640"/>
                </a:solidFill>
                <a:latin typeface="Arial"/>
                <a:cs typeface="Arial"/>
              </a:rPr>
              <a:t>ثِ</a:t>
            </a:r>
          </a:p>
        </p:txBody>
      </p:sp>
      <p:sp>
        <p:nvSpPr>
          <p:cNvPr id="11" name="Card قَ" descr="قَ">
            <a:hlinkClick action="ppaction://hlinksldjump" r:id="rId5"/>
          </p:cNvPr>
          <p:cNvSpPr/>
          <p:nvPr/>
        </p:nvSpPr>
        <p:spPr>
          <a:xfrm>
            <a:off x="4953000" y="1778000"/>
            <a:ext cx="1206500" cy="12065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FFB347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6200" b="1" lang="ar-SA">
                <a:solidFill>
                  <a:srgbClr val="2E2640"/>
                </a:solidFill>
                <a:latin typeface="Arial"/>
                <a:cs typeface="Arial"/>
              </a:rPr>
              <a:t>قَ</a:t>
            </a:r>
          </a:p>
        </p:txBody>
      </p:sp>
      <p:sp>
        <p:nvSpPr>
          <p:cNvPr id="12" name="Card وَ" descr="وَ">
            <a:hlinkClick action="ppaction://hlinksldjump" r:id="rId6"/>
          </p:cNvPr>
          <p:cNvSpPr/>
          <p:nvPr/>
        </p:nvSpPr>
        <p:spPr>
          <a:xfrm>
            <a:off x="6604000" y="1778000"/>
            <a:ext cx="1206500" cy="12065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FFB347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6200" b="1" lang="ar-SA">
                <a:solidFill>
                  <a:srgbClr val="2E2640"/>
                </a:solidFill>
                <a:latin typeface="Arial"/>
                <a:cs typeface="Arial"/>
              </a:rPr>
              <a:t>وَ</a:t>
            </a:r>
          </a:p>
        </p:txBody>
      </p:sp>
      <p:sp>
        <p:nvSpPr>
          <p:cNvPr id="13" name="Next button">
            <a:hlinkClick action="ppaction://hlinksldjump" r:id="rId7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Next arrow">
            <a:hlinkClick action="ppaction://hlinksldjump" r:id="rId7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 spd="med">
    <p:fade/>
  </p:transition>
</p:sld>
</file>

<file path=ppt/slides/slide428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286000" y="190500"/>
            <a:ext cx="7620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Build the word, then tap GO!"/>
          <p:cNvSpPr/>
          <p:nvPr/>
        </p:nvSpPr>
        <p:spPr>
          <a:xfrm>
            <a:off x="2413000" y="190500"/>
            <a:ext cx="52705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200" b="1" lang="en-US">
                <a:solidFill>
                  <a:srgbClr val="2E2640"/>
                </a:solidFill>
                <a:latin typeface="Arial"/>
                <a:cs typeface="Arial"/>
              </a:rPr>
              <a:t>Build the word, then tap GO!</a:t>
            </a:r>
          </a:p>
        </p:txBody>
      </p:sp>
      <p:sp>
        <p:nvSpPr>
          <p:cNvPr id="5" name="Find وَثِقَ" descr="وَثِقَ"/>
          <p:cNvSpPr/>
          <p:nvPr/>
        </p:nvSpPr>
        <p:spPr>
          <a:xfrm>
            <a:off x="7683500" y="228600"/>
            <a:ext cx="20955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وَثِقَ</a:t>
            </a:r>
          </a:p>
        </p:txBody>
      </p:sp>
      <p:pic>
        <p:nvPicPr>
          <p:cNvPr id="6" name="Engine" descr="Engin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000" y="3937000"/>
            <a:ext cx="2667000" cy="1911350"/>
          </a:xfrm>
          <a:prstGeom prst="rect">
            <a:avLst/>
          </a:prstGeom>
        </p:spPr>
      </p:pic>
      <p:pic>
        <p:nvPicPr>
          <p:cNvPr id="7" name="Wagon 1" descr="Wagon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75000" y="4381500"/>
            <a:ext cx="1778000" cy="1543050"/>
          </a:xfrm>
          <a:prstGeom prst="rect">
            <a:avLst/>
          </a:prstGeom>
        </p:spPr>
      </p:pic>
      <p:pic>
        <p:nvPicPr>
          <p:cNvPr id="8" name="Wagon 2" descr="Wagon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16500" y="4381500"/>
            <a:ext cx="1778000" cy="1543050"/>
          </a:xfrm>
          <a:prstGeom prst="rect">
            <a:avLst/>
          </a:prstGeom>
        </p:spPr>
      </p:pic>
      <p:pic>
        <p:nvPicPr>
          <p:cNvPr id="9" name="Wagon 3" descr="Wagon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0" y="4381500"/>
            <a:ext cx="1778000" cy="1543050"/>
          </a:xfrm>
          <a:prstGeom prst="rect">
            <a:avLst/>
          </a:prstGeom>
        </p:spPr>
      </p:pic>
      <p:sp>
        <p:nvSpPr>
          <p:cNvPr id="10" name="Wagon letter 1" descr="وَ"/>
          <p:cNvSpPr/>
          <p:nvPr/>
        </p:nvSpPr>
        <p:spPr>
          <a:xfrm>
            <a:off x="7099300" y="4737100"/>
            <a:ext cx="1295400" cy="6604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3800" b="1" lang="ar-SA">
                <a:solidFill>
                  <a:srgbClr val="2E2640"/>
                </a:solidFill>
                <a:latin typeface="Arial"/>
                <a:cs typeface="Arial"/>
              </a:rPr>
              <a:t>وَ</a:t>
            </a:r>
          </a:p>
        </p:txBody>
      </p:sp>
      <p:sp>
        <p:nvSpPr>
          <p:cNvPr id="11" name="Card ثِ" descr="ثِ">
            <a:hlinkClick action="ppaction://hlinksldjump" r:id="rId5"/>
          </p:cNvPr>
          <p:cNvSpPr/>
          <p:nvPr/>
        </p:nvSpPr>
        <p:spPr>
          <a:xfrm>
            <a:off x="3302000" y="1778000"/>
            <a:ext cx="1206500" cy="12065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FFB347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6200" b="1" lang="ar-SA">
                <a:solidFill>
                  <a:srgbClr val="2E2640"/>
                </a:solidFill>
                <a:latin typeface="Arial"/>
                <a:cs typeface="Arial"/>
              </a:rPr>
              <a:t>ثِ</a:t>
            </a:r>
          </a:p>
        </p:txBody>
      </p:sp>
      <p:sp>
        <p:nvSpPr>
          <p:cNvPr id="12" name="Card قَ" descr="قَ">
            <a:hlinkClick action="ppaction://hlinksldjump" r:id="rId6"/>
          </p:cNvPr>
          <p:cNvSpPr/>
          <p:nvPr/>
        </p:nvSpPr>
        <p:spPr>
          <a:xfrm>
            <a:off x="4953000" y="1778000"/>
            <a:ext cx="1206500" cy="12065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FFB347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6200" b="1" lang="ar-SA">
                <a:solidFill>
                  <a:srgbClr val="2E2640"/>
                </a:solidFill>
                <a:latin typeface="Arial"/>
                <a:cs typeface="Arial"/>
              </a:rPr>
              <a:t>قَ</a:t>
            </a:r>
          </a:p>
        </p:txBody>
      </p:sp>
      <p:sp>
        <p:nvSpPr>
          <p:cNvPr id="13" name="Next button">
            <a:hlinkClick action="ppaction://hlinksldjump" r:id="rId7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Next arrow">
            <a:hlinkClick action="ppaction://hlinksldjump" r:id="rId7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8" name="ding.wav"/>
      </p:stSnd>
    </p:sndAc>
  </p:transition>
</p:sld>
</file>

<file path=ppt/slides/slide429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286000" y="190500"/>
            <a:ext cx="7620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Build the word, then tap GO!"/>
          <p:cNvSpPr/>
          <p:nvPr/>
        </p:nvSpPr>
        <p:spPr>
          <a:xfrm>
            <a:off x="2413000" y="190500"/>
            <a:ext cx="52705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200" b="1" lang="en-US">
                <a:solidFill>
                  <a:srgbClr val="2E2640"/>
                </a:solidFill>
                <a:latin typeface="Arial"/>
                <a:cs typeface="Arial"/>
              </a:rPr>
              <a:t>Build the word, then tap GO!</a:t>
            </a:r>
          </a:p>
        </p:txBody>
      </p:sp>
      <p:sp>
        <p:nvSpPr>
          <p:cNvPr id="5" name="Find وَثِقَ" descr="وَثِقَ"/>
          <p:cNvSpPr/>
          <p:nvPr/>
        </p:nvSpPr>
        <p:spPr>
          <a:xfrm>
            <a:off x="7683500" y="228600"/>
            <a:ext cx="20955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وَثِقَ</a:t>
            </a:r>
          </a:p>
        </p:txBody>
      </p:sp>
      <p:pic>
        <p:nvPicPr>
          <p:cNvPr id="6" name="Engine" descr="Engin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000" y="3937000"/>
            <a:ext cx="2667000" cy="1911350"/>
          </a:xfrm>
          <a:prstGeom prst="rect">
            <a:avLst/>
          </a:prstGeom>
        </p:spPr>
      </p:pic>
      <p:pic>
        <p:nvPicPr>
          <p:cNvPr id="7" name="Wagon 1" descr="Wagon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75000" y="4381500"/>
            <a:ext cx="1778000" cy="1543050"/>
          </a:xfrm>
          <a:prstGeom prst="rect">
            <a:avLst/>
          </a:prstGeom>
        </p:spPr>
      </p:pic>
      <p:pic>
        <p:nvPicPr>
          <p:cNvPr id="8" name="Wagon 2" descr="Wagon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16500" y="4381500"/>
            <a:ext cx="1778000" cy="1543050"/>
          </a:xfrm>
          <a:prstGeom prst="rect">
            <a:avLst/>
          </a:prstGeom>
        </p:spPr>
      </p:pic>
      <p:pic>
        <p:nvPicPr>
          <p:cNvPr id="9" name="Wagon 3" descr="Wagon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0" y="4381500"/>
            <a:ext cx="1778000" cy="1543050"/>
          </a:xfrm>
          <a:prstGeom prst="rect">
            <a:avLst/>
          </a:prstGeom>
        </p:spPr>
      </p:pic>
      <p:sp>
        <p:nvSpPr>
          <p:cNvPr id="10" name="Wagon letter 1" descr="وَ"/>
          <p:cNvSpPr/>
          <p:nvPr/>
        </p:nvSpPr>
        <p:spPr>
          <a:xfrm>
            <a:off x="7099300" y="4737100"/>
            <a:ext cx="1295400" cy="6604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3800" b="1" lang="ar-SA">
                <a:solidFill>
                  <a:srgbClr val="2E2640"/>
                </a:solidFill>
                <a:latin typeface="Arial"/>
                <a:cs typeface="Arial"/>
              </a:rPr>
              <a:t>وَ</a:t>
            </a:r>
          </a:p>
        </p:txBody>
      </p:sp>
      <p:sp>
        <p:nvSpPr>
          <p:cNvPr id="11" name="Wagon letter 2" descr="ثِ"/>
          <p:cNvSpPr/>
          <p:nvPr/>
        </p:nvSpPr>
        <p:spPr>
          <a:xfrm>
            <a:off x="5257800" y="4737100"/>
            <a:ext cx="1295400" cy="6604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3800" b="1" lang="ar-SA">
                <a:solidFill>
                  <a:srgbClr val="2E2640"/>
                </a:solidFill>
                <a:latin typeface="Arial"/>
                <a:cs typeface="Arial"/>
              </a:rPr>
              <a:t>ثِ</a:t>
            </a:r>
          </a:p>
        </p:txBody>
      </p:sp>
      <p:sp>
        <p:nvSpPr>
          <p:cNvPr id="12" name="Card قَ" descr="قَ">
            <a:hlinkClick action="ppaction://hlinksldjump" r:id="rId5"/>
          </p:cNvPr>
          <p:cNvSpPr/>
          <p:nvPr/>
        </p:nvSpPr>
        <p:spPr>
          <a:xfrm>
            <a:off x="4953000" y="1778000"/>
            <a:ext cx="1206500" cy="12065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FFB347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6200" b="1" lang="ar-SA">
                <a:solidFill>
                  <a:srgbClr val="2E2640"/>
                </a:solidFill>
                <a:latin typeface="Arial"/>
                <a:cs typeface="Arial"/>
              </a:rPr>
              <a:t>قَ</a:t>
            </a:r>
          </a:p>
        </p:txBody>
      </p:sp>
      <p:sp>
        <p:nvSpPr>
          <p:cNvPr id="13" name="Next button">
            <a:hlinkClick action="ppaction://hlinksldjump" r:id="rId6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Next arrow">
            <a:hlinkClick action="ppaction://hlinksldjump" r:id="rId6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7" name="ding.wav"/>
      </p:stSnd>
    </p:sndAc>
  </p:transition>
</p:sld>
</file>

<file path=ppt/slides/slide430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286000" y="190500"/>
            <a:ext cx="7620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Build the word, then tap GO!"/>
          <p:cNvSpPr/>
          <p:nvPr/>
        </p:nvSpPr>
        <p:spPr>
          <a:xfrm>
            <a:off x="2413000" y="190500"/>
            <a:ext cx="52705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200" b="1" lang="en-US">
                <a:solidFill>
                  <a:srgbClr val="2E2640"/>
                </a:solidFill>
                <a:latin typeface="Arial"/>
                <a:cs typeface="Arial"/>
              </a:rPr>
              <a:t>Build the word, then tap GO!</a:t>
            </a:r>
          </a:p>
        </p:txBody>
      </p:sp>
      <p:sp>
        <p:nvSpPr>
          <p:cNvPr id="5" name="Find وَثِقَ" descr="وَثِقَ"/>
          <p:cNvSpPr/>
          <p:nvPr/>
        </p:nvSpPr>
        <p:spPr>
          <a:xfrm>
            <a:off x="7683500" y="228600"/>
            <a:ext cx="20955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وَثِقَ</a:t>
            </a:r>
          </a:p>
        </p:txBody>
      </p:sp>
      <p:pic>
        <p:nvPicPr>
          <p:cNvPr id="6" name="Engine" descr="Engin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000" y="3937000"/>
            <a:ext cx="2667000" cy="1911350"/>
          </a:xfrm>
          <a:prstGeom prst="rect">
            <a:avLst/>
          </a:prstGeom>
        </p:spPr>
      </p:pic>
      <p:pic>
        <p:nvPicPr>
          <p:cNvPr id="7" name="Wagon 1" descr="Wagon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75000" y="4381500"/>
            <a:ext cx="1778000" cy="1543050"/>
          </a:xfrm>
          <a:prstGeom prst="rect">
            <a:avLst/>
          </a:prstGeom>
        </p:spPr>
      </p:pic>
      <p:pic>
        <p:nvPicPr>
          <p:cNvPr id="8" name="Wagon 2" descr="Wagon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16500" y="4381500"/>
            <a:ext cx="1778000" cy="1543050"/>
          </a:xfrm>
          <a:prstGeom prst="rect">
            <a:avLst/>
          </a:prstGeom>
        </p:spPr>
      </p:pic>
      <p:pic>
        <p:nvPicPr>
          <p:cNvPr id="9" name="Wagon 3" descr="Wagon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0" y="4381500"/>
            <a:ext cx="1778000" cy="1543050"/>
          </a:xfrm>
          <a:prstGeom prst="rect">
            <a:avLst/>
          </a:prstGeom>
        </p:spPr>
      </p:pic>
      <p:sp>
        <p:nvSpPr>
          <p:cNvPr id="10" name="Wagon letter 1" descr="وَ"/>
          <p:cNvSpPr/>
          <p:nvPr/>
        </p:nvSpPr>
        <p:spPr>
          <a:xfrm>
            <a:off x="7099300" y="4737100"/>
            <a:ext cx="1295400" cy="6604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3800" b="1" lang="ar-SA">
                <a:solidFill>
                  <a:srgbClr val="2E2640"/>
                </a:solidFill>
                <a:latin typeface="Arial"/>
                <a:cs typeface="Arial"/>
              </a:rPr>
              <a:t>وَ</a:t>
            </a:r>
          </a:p>
        </p:txBody>
      </p:sp>
      <p:sp>
        <p:nvSpPr>
          <p:cNvPr id="11" name="Wagon letter 2" descr="ثِ"/>
          <p:cNvSpPr/>
          <p:nvPr/>
        </p:nvSpPr>
        <p:spPr>
          <a:xfrm>
            <a:off x="5257800" y="4737100"/>
            <a:ext cx="1295400" cy="6604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3800" b="1" lang="ar-SA">
                <a:solidFill>
                  <a:srgbClr val="2E2640"/>
                </a:solidFill>
                <a:latin typeface="Arial"/>
                <a:cs typeface="Arial"/>
              </a:rPr>
              <a:t>ثِ</a:t>
            </a:r>
          </a:p>
        </p:txBody>
      </p:sp>
      <p:sp>
        <p:nvSpPr>
          <p:cNvPr id="12" name="Wagon letter 3" descr="قَ"/>
          <p:cNvSpPr/>
          <p:nvPr/>
        </p:nvSpPr>
        <p:spPr>
          <a:xfrm>
            <a:off x="3416300" y="4737100"/>
            <a:ext cx="1295400" cy="6604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3800" b="1" lang="ar-SA">
                <a:solidFill>
                  <a:srgbClr val="2E2640"/>
                </a:solidFill>
                <a:latin typeface="Arial"/>
                <a:cs typeface="Arial"/>
              </a:rPr>
              <a:t>قَ</a:t>
            </a:r>
          </a:p>
        </p:txBody>
      </p:sp>
      <p:sp>
        <p:nvSpPr>
          <p:cNvPr id="13" name="GO button" descr="GO!">
            <a:hlinkClick action="ppaction://hlinksldjump" r:id="rId5"/>
          </p:cNvPr>
          <p:cNvSpPr/>
          <p:nvPr/>
        </p:nvSpPr>
        <p:spPr>
          <a:xfrm>
            <a:off x="9271000" y="1905000"/>
            <a:ext cx="1460500" cy="889000"/>
          </a:xfrm>
          <a:prstGeom prst="roundRect">
            <a:avLst>
              <a:gd name="adj" fmla="val 30000"/>
            </a:avLst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4800" b="1" lang="en-US">
                <a:solidFill>
                  <a:srgbClr val="FFFFFF"/>
                </a:solidFill>
                <a:latin typeface="Arial"/>
                <a:cs typeface="Arial"/>
              </a:rPr>
              <a:t>GO!</a:t>
            </a:r>
          </a:p>
        </p:txBody>
      </p:sp>
      <p:sp>
        <p:nvSpPr>
          <p:cNvPr id="14" name="Next button">
            <a:hlinkClick action="ppaction://hlinksldjump" r:id="rId6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Next arrow">
            <a:hlinkClick action="ppaction://hlinksldjump" r:id="rId6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7" name="ding.wav"/>
      </p:stSnd>
    </p:sndAc>
  </p:transition>
</p:sld>
</file>

<file path=ppt/slides/slide431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286000" y="190500"/>
            <a:ext cx="7620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Build the word, then tap GO!"/>
          <p:cNvSpPr/>
          <p:nvPr/>
        </p:nvSpPr>
        <p:spPr>
          <a:xfrm>
            <a:off x="2413000" y="190500"/>
            <a:ext cx="52705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200" b="1" lang="en-US">
                <a:solidFill>
                  <a:srgbClr val="2E2640"/>
                </a:solidFill>
                <a:latin typeface="Arial"/>
                <a:cs typeface="Arial"/>
              </a:rPr>
              <a:t>Build the word, then tap GO!</a:t>
            </a:r>
          </a:p>
        </p:txBody>
      </p:sp>
      <p:sp>
        <p:nvSpPr>
          <p:cNvPr id="5" name="Find وَثِقَ" descr="وَثِقَ"/>
          <p:cNvSpPr/>
          <p:nvPr/>
        </p:nvSpPr>
        <p:spPr>
          <a:xfrm>
            <a:off x="7683500" y="228600"/>
            <a:ext cx="20955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وَثِقَ</a:t>
            </a:r>
          </a:p>
        </p:txBody>
      </p:sp>
      <p:pic>
        <p:nvPicPr>
          <p:cNvPr id="6" name="Engine" descr="Engin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000" y="3937000"/>
            <a:ext cx="2667000" cy="1911350"/>
          </a:xfrm>
          <a:prstGeom prst="rect">
            <a:avLst/>
          </a:prstGeom>
        </p:spPr>
      </p:pic>
      <p:pic>
        <p:nvPicPr>
          <p:cNvPr id="7" name="Wagon 1" descr="Wagon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75000" y="4381500"/>
            <a:ext cx="1778000" cy="1543050"/>
          </a:xfrm>
          <a:prstGeom prst="rect">
            <a:avLst/>
          </a:prstGeom>
        </p:spPr>
      </p:pic>
      <p:pic>
        <p:nvPicPr>
          <p:cNvPr id="8" name="Wagon 2" descr="Wagon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16500" y="4381500"/>
            <a:ext cx="1778000" cy="1543050"/>
          </a:xfrm>
          <a:prstGeom prst="rect">
            <a:avLst/>
          </a:prstGeom>
        </p:spPr>
      </p:pic>
      <p:pic>
        <p:nvPicPr>
          <p:cNvPr id="9" name="Wagon 3" descr="Wagon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0" y="4381500"/>
            <a:ext cx="1778000" cy="1543050"/>
          </a:xfrm>
          <a:prstGeom prst="rect">
            <a:avLst/>
          </a:prstGeom>
        </p:spPr>
      </p:pic>
      <p:sp>
        <p:nvSpPr>
          <p:cNvPr id="10" name="Card ثِ" descr="ثِ">
            <a:hlinkClick action="ppaction://hlinksldjump" r:id="rId5"/>
          </p:cNvPr>
          <p:cNvSpPr/>
          <p:nvPr/>
        </p:nvSpPr>
        <p:spPr>
          <a:xfrm>
            <a:off x="3302000" y="1778000"/>
            <a:ext cx="1206500" cy="12065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FFB347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6200" b="1" lang="ar-SA">
                <a:solidFill>
                  <a:srgbClr val="2E2640"/>
                </a:solidFill>
                <a:latin typeface="Arial"/>
                <a:cs typeface="Arial"/>
              </a:rPr>
              <a:t>ثِ</a:t>
            </a:r>
          </a:p>
        </p:txBody>
      </p:sp>
      <p:sp>
        <p:nvSpPr>
          <p:cNvPr id="11" name="Card قَ" descr="قَ">
            <a:hlinkClick action="ppaction://hlinksldjump" r:id="rId5"/>
          </p:cNvPr>
          <p:cNvSpPr/>
          <p:nvPr/>
        </p:nvSpPr>
        <p:spPr>
          <a:xfrm>
            <a:off x="4953000" y="1778000"/>
            <a:ext cx="1206500" cy="12065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FFB347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6200" b="1" lang="ar-SA">
                <a:solidFill>
                  <a:srgbClr val="2E2640"/>
                </a:solidFill>
                <a:latin typeface="Arial"/>
                <a:cs typeface="Arial"/>
              </a:rPr>
              <a:t>قَ</a:t>
            </a:r>
          </a:p>
        </p:txBody>
      </p:sp>
      <p:sp>
        <p:nvSpPr>
          <p:cNvPr id="12" name="Card وَ" descr="وَ">
            <a:hlinkClick action="ppaction://hlinksldjump" r:id="rId6"/>
          </p:cNvPr>
          <p:cNvSpPr/>
          <p:nvPr/>
        </p:nvSpPr>
        <p:spPr>
          <a:xfrm>
            <a:off x="6604000" y="1778000"/>
            <a:ext cx="1206500" cy="12065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FFB347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6200" b="1" lang="ar-SA">
                <a:solidFill>
                  <a:srgbClr val="2E2640"/>
                </a:solidFill>
                <a:latin typeface="Arial"/>
                <a:cs typeface="Arial"/>
              </a:rPr>
              <a:t>وَ</a:t>
            </a:r>
          </a:p>
        </p:txBody>
      </p:sp>
      <p:sp>
        <p:nvSpPr>
          <p:cNvPr id="13" name="Try again!" descr="Try again!"/>
          <p:cNvSpPr/>
          <p:nvPr/>
        </p:nvSpPr>
        <p:spPr>
          <a:xfrm>
            <a:off x="8255000" y="2667000"/>
            <a:ext cx="3048000" cy="1460500"/>
          </a:xfrm>
          <a:prstGeom prst="cloudCallout">
            <a:avLst/>
          </a:prstGeom>
          <a:solidFill>
            <a:srgbClr val="FFFFFF"/>
          </a:solidFill>
          <a:ln w="50800">
            <a:solidFill>
              <a:srgbClr val="E5536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2500" b="1" lang="en-US">
                <a:solidFill>
                  <a:srgbClr val="E5536F"/>
                </a:solidFill>
                <a:latin typeface="Arial"/>
                <a:cs typeface="Arial"/>
              </a:rPr>
              <a:t>Try again!</a:t>
            </a:r>
          </a:p>
        </p:txBody>
      </p:sp>
      <p:sp>
        <p:nvSpPr>
          <p:cNvPr id="14" name="Next button">
            <a:hlinkClick action="ppaction://hlinksldjump" r:id="rId7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Next arrow">
            <a:hlinkClick action="ppaction://hlinksldjump" r:id="rId7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8" name="boing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53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2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286000" y="190500"/>
            <a:ext cx="7620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Build the word, then tap GO!"/>
          <p:cNvSpPr/>
          <p:nvPr/>
        </p:nvSpPr>
        <p:spPr>
          <a:xfrm>
            <a:off x="2413000" y="190500"/>
            <a:ext cx="52705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200" b="1" lang="en-US">
                <a:solidFill>
                  <a:srgbClr val="2E2640"/>
                </a:solidFill>
                <a:latin typeface="Arial"/>
                <a:cs typeface="Arial"/>
              </a:rPr>
              <a:t>Build the word, then tap GO!</a:t>
            </a:r>
          </a:p>
        </p:txBody>
      </p:sp>
      <p:sp>
        <p:nvSpPr>
          <p:cNvPr id="5" name="Find وَثِقَ" descr="وَثِقَ"/>
          <p:cNvSpPr/>
          <p:nvPr/>
        </p:nvSpPr>
        <p:spPr>
          <a:xfrm>
            <a:off x="7683500" y="228600"/>
            <a:ext cx="20955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وَثِقَ</a:t>
            </a:r>
          </a:p>
        </p:txBody>
      </p:sp>
      <p:pic>
        <p:nvPicPr>
          <p:cNvPr id="6" name="Engine" descr="Engin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000" y="3937000"/>
            <a:ext cx="2667000" cy="1911350"/>
          </a:xfrm>
          <a:prstGeom prst="rect">
            <a:avLst/>
          </a:prstGeom>
        </p:spPr>
      </p:pic>
      <p:pic>
        <p:nvPicPr>
          <p:cNvPr id="7" name="Wagon 1" descr="Wagon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75000" y="4381500"/>
            <a:ext cx="1778000" cy="1543050"/>
          </a:xfrm>
          <a:prstGeom prst="rect">
            <a:avLst/>
          </a:prstGeom>
        </p:spPr>
      </p:pic>
      <p:pic>
        <p:nvPicPr>
          <p:cNvPr id="8" name="Wagon 2" descr="Wagon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16500" y="4381500"/>
            <a:ext cx="1778000" cy="1543050"/>
          </a:xfrm>
          <a:prstGeom prst="rect">
            <a:avLst/>
          </a:prstGeom>
        </p:spPr>
      </p:pic>
      <p:pic>
        <p:nvPicPr>
          <p:cNvPr id="9" name="Wagon 3" descr="Wagon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0" y="4381500"/>
            <a:ext cx="1778000" cy="1543050"/>
          </a:xfrm>
          <a:prstGeom prst="rect">
            <a:avLst/>
          </a:prstGeom>
        </p:spPr>
      </p:pic>
      <p:sp>
        <p:nvSpPr>
          <p:cNvPr id="10" name="Wagon letter 1" descr="وَ"/>
          <p:cNvSpPr/>
          <p:nvPr/>
        </p:nvSpPr>
        <p:spPr>
          <a:xfrm>
            <a:off x="7099300" y="4737100"/>
            <a:ext cx="1295400" cy="6604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3800" b="1" lang="ar-SA">
                <a:solidFill>
                  <a:srgbClr val="2E2640"/>
                </a:solidFill>
                <a:latin typeface="Arial"/>
                <a:cs typeface="Arial"/>
              </a:rPr>
              <a:t>وَ</a:t>
            </a:r>
          </a:p>
        </p:txBody>
      </p:sp>
      <p:sp>
        <p:nvSpPr>
          <p:cNvPr id="11" name="Card ثِ" descr="ثِ">
            <a:hlinkClick action="ppaction://hlinksldjump" r:id="rId5"/>
          </p:cNvPr>
          <p:cNvSpPr/>
          <p:nvPr/>
        </p:nvSpPr>
        <p:spPr>
          <a:xfrm>
            <a:off x="3302000" y="1778000"/>
            <a:ext cx="1206500" cy="12065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FFB347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6200" b="1" lang="ar-SA">
                <a:solidFill>
                  <a:srgbClr val="2E2640"/>
                </a:solidFill>
                <a:latin typeface="Arial"/>
                <a:cs typeface="Arial"/>
              </a:rPr>
              <a:t>ثِ</a:t>
            </a:r>
          </a:p>
        </p:txBody>
      </p:sp>
      <p:sp>
        <p:nvSpPr>
          <p:cNvPr id="12" name="Card قَ" descr="قَ">
            <a:hlinkClick action="ppaction://hlinksldjump" r:id="rId6"/>
          </p:cNvPr>
          <p:cNvSpPr/>
          <p:nvPr/>
        </p:nvSpPr>
        <p:spPr>
          <a:xfrm>
            <a:off x="4953000" y="1778000"/>
            <a:ext cx="1206500" cy="12065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FFB347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6200" b="1" lang="ar-SA">
                <a:solidFill>
                  <a:srgbClr val="2E2640"/>
                </a:solidFill>
                <a:latin typeface="Arial"/>
                <a:cs typeface="Arial"/>
              </a:rPr>
              <a:t>قَ</a:t>
            </a:r>
          </a:p>
        </p:txBody>
      </p:sp>
      <p:sp>
        <p:nvSpPr>
          <p:cNvPr id="13" name="Try again!" descr="Try again!"/>
          <p:cNvSpPr/>
          <p:nvPr/>
        </p:nvSpPr>
        <p:spPr>
          <a:xfrm>
            <a:off x="8255000" y="2667000"/>
            <a:ext cx="3048000" cy="1460500"/>
          </a:xfrm>
          <a:prstGeom prst="cloudCallout">
            <a:avLst/>
          </a:prstGeom>
          <a:solidFill>
            <a:srgbClr val="FFFFFF"/>
          </a:solidFill>
          <a:ln w="50800">
            <a:solidFill>
              <a:srgbClr val="E5536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2500" b="1" lang="en-US">
                <a:solidFill>
                  <a:srgbClr val="E5536F"/>
                </a:solidFill>
                <a:latin typeface="Arial"/>
                <a:cs typeface="Arial"/>
              </a:rPr>
              <a:t>Try again!</a:t>
            </a:r>
          </a:p>
        </p:txBody>
      </p:sp>
      <p:sp>
        <p:nvSpPr>
          <p:cNvPr id="14" name="Next button">
            <a:hlinkClick action="ppaction://hlinksldjump" r:id="rId7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Next arrow">
            <a:hlinkClick action="ppaction://hlinksldjump" r:id="rId7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8" name="boing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53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3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286000" y="190500"/>
            <a:ext cx="7620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Build the word, then tap GO!"/>
          <p:cNvSpPr/>
          <p:nvPr/>
        </p:nvSpPr>
        <p:spPr>
          <a:xfrm>
            <a:off x="2413000" y="190500"/>
            <a:ext cx="52705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200" b="1" lang="en-US">
                <a:solidFill>
                  <a:srgbClr val="2E2640"/>
                </a:solidFill>
                <a:latin typeface="Arial"/>
                <a:cs typeface="Arial"/>
              </a:rPr>
              <a:t>Build the word, then tap GO!</a:t>
            </a:r>
          </a:p>
        </p:txBody>
      </p:sp>
      <p:sp>
        <p:nvSpPr>
          <p:cNvPr id="5" name="Find وَثِقَ" descr="وَثِقَ"/>
          <p:cNvSpPr/>
          <p:nvPr/>
        </p:nvSpPr>
        <p:spPr>
          <a:xfrm>
            <a:off x="7683500" y="228600"/>
            <a:ext cx="20955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وَثِقَ</a:t>
            </a:r>
          </a:p>
        </p:txBody>
      </p:sp>
      <p:pic>
        <p:nvPicPr>
          <p:cNvPr id="6" name="Engine" descr="Engin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000" y="3937000"/>
            <a:ext cx="2667000" cy="1911350"/>
          </a:xfrm>
          <a:prstGeom prst="rect">
            <a:avLst/>
          </a:prstGeom>
        </p:spPr>
      </p:pic>
      <p:pic>
        <p:nvPicPr>
          <p:cNvPr id="7" name="Wagon 1" descr="Wagon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75000" y="4381500"/>
            <a:ext cx="1778000" cy="1543050"/>
          </a:xfrm>
          <a:prstGeom prst="rect">
            <a:avLst/>
          </a:prstGeom>
        </p:spPr>
      </p:pic>
      <p:pic>
        <p:nvPicPr>
          <p:cNvPr id="8" name="Wagon 2" descr="Wagon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16500" y="4381500"/>
            <a:ext cx="1778000" cy="1543050"/>
          </a:xfrm>
          <a:prstGeom prst="rect">
            <a:avLst/>
          </a:prstGeom>
        </p:spPr>
      </p:pic>
      <p:pic>
        <p:nvPicPr>
          <p:cNvPr id="9" name="Wagon 3" descr="Wagon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0" y="4381500"/>
            <a:ext cx="1778000" cy="1543050"/>
          </a:xfrm>
          <a:prstGeom prst="rect">
            <a:avLst/>
          </a:prstGeom>
        </p:spPr>
      </p:pic>
      <p:sp>
        <p:nvSpPr>
          <p:cNvPr id="10" name="Wagon letter 1" descr="وَ"/>
          <p:cNvSpPr/>
          <p:nvPr/>
        </p:nvSpPr>
        <p:spPr>
          <a:xfrm>
            <a:off x="7099300" y="4737100"/>
            <a:ext cx="1295400" cy="6604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3800" b="1" lang="ar-SA">
                <a:solidFill>
                  <a:srgbClr val="2E2640"/>
                </a:solidFill>
                <a:latin typeface="Arial"/>
                <a:cs typeface="Arial"/>
              </a:rPr>
              <a:t>وَ</a:t>
            </a:r>
          </a:p>
        </p:txBody>
      </p:sp>
      <p:sp>
        <p:nvSpPr>
          <p:cNvPr id="11" name="Wagon letter 2" descr="ثِ"/>
          <p:cNvSpPr/>
          <p:nvPr/>
        </p:nvSpPr>
        <p:spPr>
          <a:xfrm>
            <a:off x="5257800" y="4737100"/>
            <a:ext cx="1295400" cy="6604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3800" b="1" lang="ar-SA">
                <a:solidFill>
                  <a:srgbClr val="2E2640"/>
                </a:solidFill>
                <a:latin typeface="Arial"/>
                <a:cs typeface="Arial"/>
              </a:rPr>
              <a:t>ثِ</a:t>
            </a:r>
          </a:p>
        </p:txBody>
      </p:sp>
      <p:sp>
        <p:nvSpPr>
          <p:cNvPr id="12" name="Wagon letter 3" descr="قَ"/>
          <p:cNvSpPr/>
          <p:nvPr/>
        </p:nvSpPr>
        <p:spPr>
          <a:xfrm>
            <a:off x="3416300" y="4737100"/>
            <a:ext cx="1295400" cy="6604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3800" b="1" lang="ar-SA">
                <a:solidFill>
                  <a:srgbClr val="2E2640"/>
                </a:solidFill>
                <a:latin typeface="Arial"/>
                <a:cs typeface="Arial"/>
              </a:rPr>
              <a:t>قَ</a:t>
            </a:r>
          </a:p>
        </p:txBody>
      </p:sp>
      <p:sp>
        <p:nvSpPr>
          <p:cNvPr id="13" name="Word" descr="وَثِقَ"/>
          <p:cNvSpPr/>
          <p:nvPr/>
        </p:nvSpPr>
        <p:spPr>
          <a:xfrm>
            <a:off x="2921000" y="1905000"/>
            <a:ext cx="6350000" cy="2095500"/>
          </a:xfrm>
          <a:prstGeom prst="roundRect">
            <a:avLst>
              <a:gd name="adj" fmla="val 20000"/>
            </a:avLst>
          </a:prstGeom>
          <a:solidFill>
            <a:srgbClr val="FFFFFF">
              <a:alpha val="94000"/>
            </a:srgbClr>
          </a:solidFill>
          <a:ln w="76200">
            <a:solidFill>
              <a:srgbClr val="FFB347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11000" b="1" lang="ar-SA">
                <a:solidFill>
                  <a:srgbClr val="2E2640"/>
                </a:solidFill>
                <a:latin typeface="Arial"/>
                <a:cs typeface="Arial"/>
              </a:rPr>
              <a:t>وَثِقَ</a:t>
            </a:r>
          </a:p>
        </p:txBody>
      </p:sp>
      <p:sp>
        <p:nvSpPr>
          <p:cNvPr id="14" name="Next button">
            <a:hlinkClick action="ppaction://hlinksldjump" r:id="rId5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Next arrow">
            <a:hlinkClick action="ppaction://hlinksldjump" r:id="rId5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6" name="sound anchor" descr="sound anchor (invisible)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700" y="12700"/>
            <a:ext cx="25400" cy="25400"/>
          </a:xfrm>
          <a:prstGeom prst="rect">
            <a:avLst/>
          </a:prstGeom>
        </p:spPr>
      </p:pic>
    </p:spTree>
  </p:cSld>
  <p:clrMapOvr>
    <a:masterClrMapping/>
  </p:clrMapOvr>
  <p:transition advClick="0">
    <p:sndAc>
      <p:stSnd>
        <p:snd r:embed="rId6" name="whist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6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-1.2500 0.0000 E" pathEditMode="relative" ptsTypes="AA">
                                      <p:cBhvr>
                                        <p:cTn id="4" dur="26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-1.2500 0.0000 E" pathEditMode="relative" ptsTypes="AA">
                                      <p:cBhvr>
                                        <p:cTn id="6" dur="26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-1.2500 0.0000 E" pathEditMode="relative" ptsTypes="AA">
                                      <p:cBhvr>
                                        <p:cTn id="8" dur="26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-1.2500 0.0000 E" pathEditMode="relative" ptsTypes="AA">
                                      <p:cBhvr>
                                        <p:cTn id="10" dur="26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-1.2500 0.0000 E" pathEditMode="relative" ptsTypes="AA">
                                      <p:cBhvr>
                                        <p:cTn id="12" dur="26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-1.2500 0.0000 E" pathEditMode="relative" ptsTypes="AA">
                                      <p:cBhvr>
                                        <p:cTn id="14" dur="26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7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-1.2500 0.0000 E" pathEditMode="relative" ptsTypes="AA">
                                      <p:cBhvr>
                                        <p:cTn id="16" dur="26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2" presetID="53" presetClass="entr" presetSubtype="0" fill="hold" nodeType="withEffect">
                                  <p:stCondLst>
                                    <p:cond delay="29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29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100000">
                                        <p:cTn id="2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8" name="cheer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Pop every balloon with"/>
          <p:cNvSpPr/>
          <p:nvPr/>
        </p:nvSpPr>
        <p:spPr>
          <a:xfrm>
            <a:off x="2730500" y="190500"/>
            <a:ext cx="546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900" b="1" lang="en-US">
                <a:solidFill>
                  <a:srgbClr val="2E2640"/>
                </a:solidFill>
                <a:latin typeface="Arial"/>
                <a:cs typeface="Arial"/>
              </a:rPr>
              <a:t>Pop every balloon with</a:t>
            </a:r>
          </a:p>
        </p:txBody>
      </p:sp>
      <p:sp>
        <p:nvSpPr>
          <p:cNvPr id="5" name="Find لِ" descr="لِ"/>
          <p:cNvSpPr/>
          <p:nvPr/>
        </p:nvSpPr>
        <p:spPr>
          <a:xfrm>
            <a:off x="81915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لِ</a:t>
            </a:r>
          </a:p>
        </p:txBody>
      </p:sp>
      <p:sp>
        <p:nvSpPr>
          <p:cNvPr id="6" name="Star place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Balloon 1" descr="Balloon 1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5500" y="1905000"/>
            <a:ext cx="1651000" cy="2857500"/>
          </a:xfrm>
          <a:prstGeom prst="rect">
            <a:avLst/>
          </a:prstGeom>
        </p:spPr>
      </p:pic>
      <p:sp>
        <p:nvSpPr>
          <p:cNvPr id="9" name="Balloon letter 1 يِ" descr="يِ">
            <a:hlinkClick action="ppaction://hlinksldjump" r:id="rId7"/>
          </p:cNvPr>
          <p:cNvSpPr/>
          <p:nvPr/>
        </p:nvSpPr>
        <p:spPr>
          <a:xfrm>
            <a:off x="952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يِ</a:t>
            </a:r>
          </a:p>
        </p:txBody>
      </p:sp>
      <p:pic>
        <p:nvPicPr>
          <p:cNvPr id="10" name="Balloon 2" descr="Balloon 2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48000" y="2286000"/>
            <a:ext cx="1651000" cy="2857500"/>
          </a:xfrm>
          <a:prstGeom prst="rect">
            <a:avLst/>
          </a:prstGeom>
        </p:spPr>
      </p:pic>
      <p:sp>
        <p:nvSpPr>
          <p:cNvPr id="11" name="Balloon letter 2 عِ" descr="عِ">
            <a:hlinkClick action="ppaction://hlinksldjump" r:id="rId7"/>
          </p:cNvPr>
          <p:cNvSpPr/>
          <p:nvPr/>
        </p:nvSpPr>
        <p:spPr>
          <a:xfrm>
            <a:off x="3175000" y="2520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عِ</a:t>
            </a:r>
          </a:p>
        </p:txBody>
      </p:sp>
      <p:pic>
        <p:nvPicPr>
          <p:cNvPr id="12" name="Balloon 3" descr="Balloon 3">
            <a:hlinkClick action="ppaction://hlinksldjump" r:id="rId8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70500" y="1905000"/>
            <a:ext cx="1651000" cy="2857500"/>
          </a:xfrm>
          <a:prstGeom prst="rect">
            <a:avLst/>
          </a:prstGeom>
        </p:spPr>
      </p:pic>
      <p:sp>
        <p:nvSpPr>
          <p:cNvPr id="13" name="Balloon letter 3 لِ" descr="لِ">
            <a:hlinkClick action="ppaction://hlinksldjump" r:id="rId8"/>
          </p:cNvPr>
          <p:cNvSpPr/>
          <p:nvPr/>
        </p:nvSpPr>
        <p:spPr>
          <a:xfrm>
            <a:off x="5397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لِ</a:t>
            </a:r>
          </a:p>
        </p:txBody>
      </p:sp>
      <p:pic>
        <p:nvPicPr>
          <p:cNvPr id="14" name="Balloon 4" descr="Balloon 4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3000" y="2286000"/>
            <a:ext cx="1651000" cy="2857500"/>
          </a:xfrm>
          <a:prstGeom prst="rect">
            <a:avLst/>
          </a:prstGeom>
        </p:spPr>
      </p:pic>
      <p:sp>
        <p:nvSpPr>
          <p:cNvPr id="15" name="Balloon letter 4 طِ" descr="طِ">
            <a:hlinkClick action="ppaction://hlinksldjump" r:id="rId7"/>
          </p:cNvPr>
          <p:cNvSpPr/>
          <p:nvPr/>
        </p:nvSpPr>
        <p:spPr>
          <a:xfrm>
            <a:off x="7620000" y="2520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طِ</a:t>
            </a:r>
          </a:p>
        </p:txBody>
      </p:sp>
      <p:pic>
        <p:nvPicPr>
          <p:cNvPr id="16" name="Balloon 5" descr="Balloon 5">
            <a:hlinkClick action="ppaction://hlinksldjump" r:id="rId9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715500" y="1905000"/>
            <a:ext cx="1651000" cy="2857500"/>
          </a:xfrm>
          <a:prstGeom prst="rect">
            <a:avLst/>
          </a:prstGeom>
        </p:spPr>
      </p:pic>
      <p:sp>
        <p:nvSpPr>
          <p:cNvPr id="17" name="Balloon letter 5 لِ" descr="لِ">
            <a:hlinkClick action="ppaction://hlinksldjump" r:id="rId9"/>
          </p:cNvPr>
          <p:cNvSpPr/>
          <p:nvPr/>
        </p:nvSpPr>
        <p:spPr>
          <a:xfrm>
            <a:off x="9842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لِ</a:t>
            </a:r>
          </a:p>
        </p:txBody>
      </p:sp>
      <p:sp>
        <p:nvSpPr>
          <p:cNvPr id="18" name="Next button">
            <a:hlinkClick action="ppaction://hlinksldjump" r:id="rId10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Next arrow">
            <a:hlinkClick action="ppaction://hlinksldjump" r:id="rId10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4" dur="1500" fill="hold" repeatCount="indefinite" autoRev="1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6" dur="150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8" dur="1670" fill="hold" repeatCount="indefinite" autoRev="1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0" dur="1670" fill="hold" repeatCount="indefinite" autoRev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2" dur="184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4" dur="1840" fill="hold" repeatCount="indefinite" autoRev="1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7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6" dur="2010" fill="hold" repeatCount="indefinite" autoRev="1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9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8" dur="2010" fill="hold" repeatCount="indefinite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1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20" dur="2180" fill="hold" repeatCount="indefinite" autoRev="1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3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22" dur="2180" fill="hold" repeatCount="indefinite" autoRev="1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5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Pop every balloon with"/>
          <p:cNvSpPr/>
          <p:nvPr/>
        </p:nvSpPr>
        <p:spPr>
          <a:xfrm>
            <a:off x="2730500" y="190500"/>
            <a:ext cx="546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900" b="1" lang="en-US">
                <a:solidFill>
                  <a:srgbClr val="2E2640"/>
                </a:solidFill>
                <a:latin typeface="Arial"/>
                <a:cs typeface="Arial"/>
              </a:rPr>
              <a:t>Pop every balloon with</a:t>
            </a:r>
          </a:p>
        </p:txBody>
      </p:sp>
      <p:sp>
        <p:nvSpPr>
          <p:cNvPr id="5" name="Find لِ" descr="لِ"/>
          <p:cNvSpPr/>
          <p:nvPr/>
        </p:nvSpPr>
        <p:spPr>
          <a:xfrm>
            <a:off x="81915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لِ</a:t>
            </a:r>
          </a:p>
        </p:txBody>
      </p:sp>
      <p:sp>
        <p:nvSpPr>
          <p:cNvPr id="6" name="Star place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Balloon 1" descr="Balloon 1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5500" y="1905000"/>
            <a:ext cx="1651000" cy="2857500"/>
          </a:xfrm>
          <a:prstGeom prst="rect">
            <a:avLst/>
          </a:prstGeom>
        </p:spPr>
      </p:pic>
      <p:sp>
        <p:nvSpPr>
          <p:cNvPr id="9" name="Balloon letter 1 يِ" descr="يِ">
            <a:hlinkClick action="ppaction://hlinksldjump" r:id="rId7"/>
          </p:cNvPr>
          <p:cNvSpPr/>
          <p:nvPr/>
        </p:nvSpPr>
        <p:spPr>
          <a:xfrm>
            <a:off x="952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يِ</a:t>
            </a:r>
          </a:p>
        </p:txBody>
      </p:sp>
      <p:pic>
        <p:nvPicPr>
          <p:cNvPr id="10" name="Balloon 2" descr="Balloon 2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48000" y="2286000"/>
            <a:ext cx="1651000" cy="2857500"/>
          </a:xfrm>
          <a:prstGeom prst="rect">
            <a:avLst/>
          </a:prstGeom>
        </p:spPr>
      </p:pic>
      <p:sp>
        <p:nvSpPr>
          <p:cNvPr id="11" name="Balloon letter 2 عِ" descr="عِ">
            <a:hlinkClick action="ppaction://hlinksldjump" r:id="rId7"/>
          </p:cNvPr>
          <p:cNvSpPr/>
          <p:nvPr/>
        </p:nvSpPr>
        <p:spPr>
          <a:xfrm>
            <a:off x="3175000" y="2520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عِ</a:t>
            </a:r>
          </a:p>
        </p:txBody>
      </p:sp>
      <p:pic>
        <p:nvPicPr>
          <p:cNvPr id="12" name="Balloon 3" descr="Balloon 3">
            <a:hlinkClick action="ppaction://hlinksldjump" r:id="rId8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70500" y="1905000"/>
            <a:ext cx="1651000" cy="2857500"/>
          </a:xfrm>
          <a:prstGeom prst="rect">
            <a:avLst/>
          </a:prstGeom>
        </p:spPr>
      </p:pic>
      <p:sp>
        <p:nvSpPr>
          <p:cNvPr id="13" name="Balloon letter 3 لِ" descr="لِ">
            <a:hlinkClick action="ppaction://hlinksldjump" r:id="rId8"/>
          </p:cNvPr>
          <p:cNvSpPr/>
          <p:nvPr/>
        </p:nvSpPr>
        <p:spPr>
          <a:xfrm>
            <a:off x="5397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لِ</a:t>
            </a:r>
          </a:p>
        </p:txBody>
      </p:sp>
      <p:pic>
        <p:nvPicPr>
          <p:cNvPr id="14" name="Balloon 4" descr="Balloon 4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3000" y="2286000"/>
            <a:ext cx="1651000" cy="2857500"/>
          </a:xfrm>
          <a:prstGeom prst="rect">
            <a:avLst/>
          </a:prstGeom>
        </p:spPr>
      </p:pic>
      <p:sp>
        <p:nvSpPr>
          <p:cNvPr id="15" name="Balloon letter 4 طِ" descr="طِ">
            <a:hlinkClick action="ppaction://hlinksldjump" r:id="rId7"/>
          </p:cNvPr>
          <p:cNvSpPr/>
          <p:nvPr/>
        </p:nvSpPr>
        <p:spPr>
          <a:xfrm>
            <a:off x="7620000" y="2520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طِ</a:t>
            </a:r>
          </a:p>
        </p:txBody>
      </p:sp>
      <p:pic>
        <p:nvPicPr>
          <p:cNvPr id="16" name="Balloon 5" descr="Balloon 5">
            <a:hlinkClick action="ppaction://hlinksldjump" r:id="rId9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715500" y="1905000"/>
            <a:ext cx="1651000" cy="2857500"/>
          </a:xfrm>
          <a:prstGeom prst="rect">
            <a:avLst/>
          </a:prstGeom>
        </p:spPr>
      </p:pic>
      <p:sp>
        <p:nvSpPr>
          <p:cNvPr id="17" name="Balloon letter 5 لِ" descr="لِ">
            <a:hlinkClick action="ppaction://hlinksldjump" r:id="rId9"/>
          </p:cNvPr>
          <p:cNvSpPr/>
          <p:nvPr/>
        </p:nvSpPr>
        <p:spPr>
          <a:xfrm>
            <a:off x="9842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لِ</a:t>
            </a:r>
          </a:p>
        </p:txBody>
      </p:sp>
      <p:sp>
        <p:nvSpPr>
          <p:cNvPr id="18" name="Try again!" descr="Try again!"/>
          <p:cNvSpPr/>
          <p:nvPr/>
        </p:nvSpPr>
        <p:spPr>
          <a:xfrm>
            <a:off x="7937500" y="5270500"/>
            <a:ext cx="3048000" cy="1460500"/>
          </a:xfrm>
          <a:prstGeom prst="cloudCallout">
            <a:avLst/>
          </a:prstGeom>
          <a:solidFill>
            <a:srgbClr val="FFFFFF"/>
          </a:solidFill>
          <a:ln w="50800">
            <a:solidFill>
              <a:srgbClr val="E5536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2500" b="1" lang="en-US">
                <a:solidFill>
                  <a:srgbClr val="E5536F"/>
                </a:solidFill>
                <a:latin typeface="Arial"/>
                <a:cs typeface="Arial"/>
              </a:rPr>
              <a:t>Try again!</a:t>
            </a:r>
          </a:p>
        </p:txBody>
      </p:sp>
      <p:sp>
        <p:nvSpPr>
          <p:cNvPr id="19" name="Next button">
            <a:hlinkClick action="ppaction://hlinksldjump" r:id="rId10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Next arrow">
            <a:hlinkClick action="ppaction://hlinksldjump" r:id="rId10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11" name="boing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4" dur="1500" fill="hold" repeatCount="indefinite" autoRev="1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6" dur="150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8" dur="1670" fill="hold" repeatCount="indefinite" autoRev="1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0" dur="1670" fill="hold" repeatCount="indefinite" autoRev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2" dur="184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4" dur="1840" fill="hold" repeatCount="indefinite" autoRev="1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7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6" dur="2010" fill="hold" repeatCount="indefinite" autoRev="1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9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8" dur="2010" fill="hold" repeatCount="indefinite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1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20" dur="2180" fill="hold" repeatCount="indefinite" autoRev="1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3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22" dur="2180" fill="hold" repeatCount="indefinite" autoRev="1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8" presetID="53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6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Pop every balloon with"/>
          <p:cNvSpPr/>
          <p:nvPr/>
        </p:nvSpPr>
        <p:spPr>
          <a:xfrm>
            <a:off x="2730500" y="190500"/>
            <a:ext cx="546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900" b="1" lang="en-US">
                <a:solidFill>
                  <a:srgbClr val="2E2640"/>
                </a:solidFill>
                <a:latin typeface="Arial"/>
                <a:cs typeface="Arial"/>
              </a:rPr>
              <a:t>Pop every balloon with</a:t>
            </a:r>
          </a:p>
        </p:txBody>
      </p:sp>
      <p:sp>
        <p:nvSpPr>
          <p:cNvPr id="5" name="Find لِ" descr="لِ"/>
          <p:cNvSpPr/>
          <p:nvPr/>
        </p:nvSpPr>
        <p:spPr>
          <a:xfrm>
            <a:off x="81915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لِ</a:t>
            </a:r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Balloon 1" descr="Balloon 1">
            <a:hlinkClick action="ppaction://hlinksldjump" r:id="rId6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5500" y="1905000"/>
            <a:ext cx="1651000" cy="2857500"/>
          </a:xfrm>
          <a:prstGeom prst="rect">
            <a:avLst/>
          </a:prstGeom>
        </p:spPr>
      </p:pic>
      <p:sp>
        <p:nvSpPr>
          <p:cNvPr id="9" name="Balloon letter 1 يِ" descr="يِ">
            <a:hlinkClick action="ppaction://hlinksldjump" r:id="rId6"/>
          </p:cNvPr>
          <p:cNvSpPr/>
          <p:nvPr/>
        </p:nvSpPr>
        <p:spPr>
          <a:xfrm>
            <a:off x="952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يِ</a:t>
            </a:r>
          </a:p>
        </p:txBody>
      </p:sp>
      <p:pic>
        <p:nvPicPr>
          <p:cNvPr id="10" name="Balloon 2" descr="Balloon 2">
            <a:hlinkClick action="ppaction://hlinksldjump" r:id="rId6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48000" y="2286000"/>
            <a:ext cx="1651000" cy="2857500"/>
          </a:xfrm>
          <a:prstGeom prst="rect">
            <a:avLst/>
          </a:prstGeom>
        </p:spPr>
      </p:pic>
      <p:sp>
        <p:nvSpPr>
          <p:cNvPr id="11" name="Balloon letter 2 عِ" descr="عِ">
            <a:hlinkClick action="ppaction://hlinksldjump" r:id="rId6"/>
          </p:cNvPr>
          <p:cNvSpPr/>
          <p:nvPr/>
        </p:nvSpPr>
        <p:spPr>
          <a:xfrm>
            <a:off x="3175000" y="2520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عِ</a:t>
            </a:r>
          </a:p>
        </p:txBody>
      </p:sp>
      <p:pic>
        <p:nvPicPr>
          <p:cNvPr id="12" name="Balloon 4" descr="Balloon 4">
            <a:hlinkClick action="ppaction://hlinksldjump" r:id="rId6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3000" y="2286000"/>
            <a:ext cx="1651000" cy="2857500"/>
          </a:xfrm>
          <a:prstGeom prst="rect">
            <a:avLst/>
          </a:prstGeom>
        </p:spPr>
      </p:pic>
      <p:sp>
        <p:nvSpPr>
          <p:cNvPr id="13" name="Balloon letter 4 طِ" descr="طِ">
            <a:hlinkClick action="ppaction://hlinksldjump" r:id="rId6"/>
          </p:cNvPr>
          <p:cNvSpPr/>
          <p:nvPr/>
        </p:nvSpPr>
        <p:spPr>
          <a:xfrm>
            <a:off x="7620000" y="2520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طِ</a:t>
            </a:r>
          </a:p>
        </p:txBody>
      </p:sp>
      <p:pic>
        <p:nvPicPr>
          <p:cNvPr id="14" name="Balloon 5" descr="Balloon 5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15500" y="1905000"/>
            <a:ext cx="1651000" cy="2857500"/>
          </a:xfrm>
          <a:prstGeom prst="rect">
            <a:avLst/>
          </a:prstGeom>
        </p:spPr>
      </p:pic>
      <p:sp>
        <p:nvSpPr>
          <p:cNvPr id="15" name="Balloon letter 5 لِ" descr="لِ">
            <a:hlinkClick action="ppaction://hlinksldjump" r:id="rId7"/>
          </p:cNvPr>
          <p:cNvSpPr/>
          <p:nvPr/>
        </p:nvSpPr>
        <p:spPr>
          <a:xfrm>
            <a:off x="9842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لِ</a:t>
            </a:r>
          </a:p>
        </p:txBody>
      </p:sp>
      <p:sp>
        <p:nvSpPr>
          <p:cNvPr id="16" name="Next button">
            <a:hlinkClick action="ppaction://hlinksldjump" r:id="rId8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Next arrow">
            <a:hlinkClick action="ppaction://hlinksldjump" r:id="rId8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9" name="po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9" dur="1500" fill="hold" repeatCount="indefinite" autoRev="1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2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1" dur="150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4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3" dur="1670" fill="hold" repeatCount="indefinite" autoRev="1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6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5" dur="1670" fill="hold" repeatCount="indefinite" autoRev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8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7" dur="201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0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9" dur="2010" fill="hold" repeatCount="indefinite" autoRev="1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2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21" dur="2180" fill="hold" repeatCount="indefinite" autoRev="1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4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23" dur="2180" fill="hold" repeatCount="indefinite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7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Pop every balloon with"/>
          <p:cNvSpPr/>
          <p:nvPr/>
        </p:nvSpPr>
        <p:spPr>
          <a:xfrm>
            <a:off x="2730500" y="190500"/>
            <a:ext cx="546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900" b="1" lang="en-US">
                <a:solidFill>
                  <a:srgbClr val="2E2640"/>
                </a:solidFill>
                <a:latin typeface="Arial"/>
                <a:cs typeface="Arial"/>
              </a:rPr>
              <a:t>Pop every balloon with</a:t>
            </a:r>
          </a:p>
        </p:txBody>
      </p:sp>
      <p:sp>
        <p:nvSpPr>
          <p:cNvPr id="5" name="Find لِ" descr="لِ"/>
          <p:cNvSpPr/>
          <p:nvPr/>
        </p:nvSpPr>
        <p:spPr>
          <a:xfrm>
            <a:off x="81915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لِ</a:t>
            </a:r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Balloon 1" descr="Balloon 1">
            <a:hlinkClick action="ppaction://hlinksldjump" r:id="rId6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5500" y="1905000"/>
            <a:ext cx="1651000" cy="2857500"/>
          </a:xfrm>
          <a:prstGeom prst="rect">
            <a:avLst/>
          </a:prstGeom>
        </p:spPr>
      </p:pic>
      <p:sp>
        <p:nvSpPr>
          <p:cNvPr id="9" name="Balloon letter 1 يِ" descr="يِ">
            <a:hlinkClick action="ppaction://hlinksldjump" r:id="rId6"/>
          </p:cNvPr>
          <p:cNvSpPr/>
          <p:nvPr/>
        </p:nvSpPr>
        <p:spPr>
          <a:xfrm>
            <a:off x="952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يِ</a:t>
            </a:r>
          </a:p>
        </p:txBody>
      </p:sp>
      <p:pic>
        <p:nvPicPr>
          <p:cNvPr id="10" name="Balloon 2" descr="Balloon 2">
            <a:hlinkClick action="ppaction://hlinksldjump" r:id="rId6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48000" y="2286000"/>
            <a:ext cx="1651000" cy="2857500"/>
          </a:xfrm>
          <a:prstGeom prst="rect">
            <a:avLst/>
          </a:prstGeom>
        </p:spPr>
      </p:pic>
      <p:sp>
        <p:nvSpPr>
          <p:cNvPr id="11" name="Balloon letter 2 عِ" descr="عِ">
            <a:hlinkClick action="ppaction://hlinksldjump" r:id="rId6"/>
          </p:cNvPr>
          <p:cNvSpPr/>
          <p:nvPr/>
        </p:nvSpPr>
        <p:spPr>
          <a:xfrm>
            <a:off x="3175000" y="2520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عِ</a:t>
            </a:r>
          </a:p>
        </p:txBody>
      </p:sp>
      <p:pic>
        <p:nvPicPr>
          <p:cNvPr id="12" name="Balloon 4" descr="Balloon 4">
            <a:hlinkClick action="ppaction://hlinksldjump" r:id="rId6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3000" y="2286000"/>
            <a:ext cx="1651000" cy="2857500"/>
          </a:xfrm>
          <a:prstGeom prst="rect">
            <a:avLst/>
          </a:prstGeom>
        </p:spPr>
      </p:pic>
      <p:sp>
        <p:nvSpPr>
          <p:cNvPr id="13" name="Balloon letter 4 طِ" descr="طِ">
            <a:hlinkClick action="ppaction://hlinksldjump" r:id="rId6"/>
          </p:cNvPr>
          <p:cNvSpPr/>
          <p:nvPr/>
        </p:nvSpPr>
        <p:spPr>
          <a:xfrm>
            <a:off x="7620000" y="2520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طِ</a:t>
            </a:r>
          </a:p>
        </p:txBody>
      </p:sp>
      <p:pic>
        <p:nvPicPr>
          <p:cNvPr id="14" name="Balloon 5" descr="Balloon 5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15500" y="1905000"/>
            <a:ext cx="1651000" cy="2857500"/>
          </a:xfrm>
          <a:prstGeom prst="rect">
            <a:avLst/>
          </a:prstGeom>
        </p:spPr>
      </p:pic>
      <p:sp>
        <p:nvSpPr>
          <p:cNvPr id="15" name="Balloon letter 5 لِ" descr="لِ">
            <a:hlinkClick action="ppaction://hlinksldjump" r:id="rId7"/>
          </p:cNvPr>
          <p:cNvSpPr/>
          <p:nvPr/>
        </p:nvSpPr>
        <p:spPr>
          <a:xfrm>
            <a:off x="9842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لِ</a:t>
            </a:r>
          </a:p>
        </p:txBody>
      </p:sp>
      <p:sp>
        <p:nvSpPr>
          <p:cNvPr id="16" name="Try again!" descr="Try again!"/>
          <p:cNvSpPr/>
          <p:nvPr/>
        </p:nvSpPr>
        <p:spPr>
          <a:xfrm>
            <a:off x="7937500" y="5270500"/>
            <a:ext cx="3048000" cy="1460500"/>
          </a:xfrm>
          <a:prstGeom prst="cloudCallout">
            <a:avLst/>
          </a:prstGeom>
          <a:solidFill>
            <a:srgbClr val="FFFFFF"/>
          </a:solidFill>
          <a:ln w="50800">
            <a:solidFill>
              <a:srgbClr val="E5536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2500" b="1" lang="en-US">
                <a:solidFill>
                  <a:srgbClr val="E5536F"/>
                </a:solidFill>
                <a:latin typeface="Arial"/>
                <a:cs typeface="Arial"/>
              </a:rPr>
              <a:t>Try again!</a:t>
            </a:r>
          </a:p>
        </p:txBody>
      </p:sp>
      <p:sp>
        <p:nvSpPr>
          <p:cNvPr id="17" name="Next button">
            <a:hlinkClick action="ppaction://hlinksldjump" r:id="rId8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Next arrow">
            <a:hlinkClick action="ppaction://hlinksldjump" r:id="rId8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9" name="boing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4" dur="1500" fill="hold" repeatCount="indefinite" autoRev="1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6" dur="150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8" dur="1670" fill="hold" repeatCount="indefinite" autoRev="1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0" dur="1670" fill="hold" repeatCount="indefinite" autoRev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2" dur="201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4" dur="2010" fill="hold" repeatCount="indefinite" autoRev="1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7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6" dur="2180" fill="hold" repeatCount="indefinite" autoRev="1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9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8" dur="2180" fill="hold" repeatCount="indefinite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4" presetID="53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8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Pop every balloon with"/>
          <p:cNvSpPr/>
          <p:nvPr/>
        </p:nvSpPr>
        <p:spPr>
          <a:xfrm>
            <a:off x="2730500" y="190500"/>
            <a:ext cx="546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900" b="1" lang="en-US">
                <a:solidFill>
                  <a:srgbClr val="2E2640"/>
                </a:solidFill>
                <a:latin typeface="Arial"/>
                <a:cs typeface="Arial"/>
              </a:rPr>
              <a:t>Pop every balloon with</a:t>
            </a:r>
          </a:p>
        </p:txBody>
      </p:sp>
      <p:sp>
        <p:nvSpPr>
          <p:cNvPr id="5" name="Find لِ" descr="لِ"/>
          <p:cNvSpPr/>
          <p:nvPr/>
        </p:nvSpPr>
        <p:spPr>
          <a:xfrm>
            <a:off x="81915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لِ</a:t>
            </a:r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Balloon 1" descr="Balloon 1">
            <a:hlinkClick action="ppaction://hlinksldjump" r:id="rId6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5500" y="1905000"/>
            <a:ext cx="1651000" cy="2857500"/>
          </a:xfrm>
          <a:prstGeom prst="rect">
            <a:avLst/>
          </a:prstGeom>
        </p:spPr>
      </p:pic>
      <p:sp>
        <p:nvSpPr>
          <p:cNvPr id="9" name="Balloon letter 1 يِ" descr="يِ">
            <a:hlinkClick action="ppaction://hlinksldjump" r:id="rId6"/>
          </p:cNvPr>
          <p:cNvSpPr/>
          <p:nvPr/>
        </p:nvSpPr>
        <p:spPr>
          <a:xfrm>
            <a:off x="952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يِ</a:t>
            </a:r>
          </a:p>
        </p:txBody>
      </p:sp>
      <p:pic>
        <p:nvPicPr>
          <p:cNvPr id="10" name="Balloon 2" descr="Balloon 2">
            <a:hlinkClick action="ppaction://hlinksldjump" r:id="rId6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48000" y="2286000"/>
            <a:ext cx="1651000" cy="2857500"/>
          </a:xfrm>
          <a:prstGeom prst="rect">
            <a:avLst/>
          </a:prstGeom>
        </p:spPr>
      </p:pic>
      <p:sp>
        <p:nvSpPr>
          <p:cNvPr id="11" name="Balloon letter 2 عِ" descr="عِ">
            <a:hlinkClick action="ppaction://hlinksldjump" r:id="rId6"/>
          </p:cNvPr>
          <p:cNvSpPr/>
          <p:nvPr/>
        </p:nvSpPr>
        <p:spPr>
          <a:xfrm>
            <a:off x="3175000" y="2520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عِ</a:t>
            </a:r>
          </a:p>
        </p:txBody>
      </p:sp>
      <p:pic>
        <p:nvPicPr>
          <p:cNvPr id="12" name="Balloon 3" descr="Balloon 3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70500" y="1905000"/>
            <a:ext cx="1651000" cy="2857500"/>
          </a:xfrm>
          <a:prstGeom prst="rect">
            <a:avLst/>
          </a:prstGeom>
        </p:spPr>
      </p:pic>
      <p:sp>
        <p:nvSpPr>
          <p:cNvPr id="13" name="Balloon letter 3 لِ" descr="لِ">
            <a:hlinkClick action="ppaction://hlinksldjump" r:id="rId7"/>
          </p:cNvPr>
          <p:cNvSpPr/>
          <p:nvPr/>
        </p:nvSpPr>
        <p:spPr>
          <a:xfrm>
            <a:off x="5397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لِ</a:t>
            </a:r>
          </a:p>
        </p:txBody>
      </p:sp>
      <p:pic>
        <p:nvPicPr>
          <p:cNvPr id="14" name="Balloon 4" descr="Balloon 4">
            <a:hlinkClick action="ppaction://hlinksldjump" r:id="rId6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3000" y="2286000"/>
            <a:ext cx="1651000" cy="2857500"/>
          </a:xfrm>
          <a:prstGeom prst="rect">
            <a:avLst/>
          </a:prstGeom>
        </p:spPr>
      </p:pic>
      <p:sp>
        <p:nvSpPr>
          <p:cNvPr id="15" name="Balloon letter 4 طِ" descr="طِ">
            <a:hlinkClick action="ppaction://hlinksldjump" r:id="rId6"/>
          </p:cNvPr>
          <p:cNvSpPr/>
          <p:nvPr/>
        </p:nvSpPr>
        <p:spPr>
          <a:xfrm>
            <a:off x="7620000" y="2520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طِ</a:t>
            </a:r>
          </a:p>
        </p:txBody>
      </p:sp>
      <p:sp>
        <p:nvSpPr>
          <p:cNvPr id="16" name="Next button">
            <a:hlinkClick action="ppaction://hlinksldjump" r:id="rId8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Next arrow">
            <a:hlinkClick action="ppaction://hlinksldjump" r:id="rId8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9" name="po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9" dur="1500" fill="hold" repeatCount="indefinite" autoRev="1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2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1" dur="150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4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3" dur="1670" fill="hold" repeatCount="indefinite" autoRev="1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6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5" dur="1670" fill="hold" repeatCount="indefinite" autoRev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8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7" dur="184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0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9" dur="1840" fill="hold" repeatCount="indefinite" autoRev="1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2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21" dur="2010" fill="hold" repeatCount="indefinite" autoRev="1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4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23" dur="2010" fill="hold" repeatCount="indefinite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9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Pop every balloon with"/>
          <p:cNvSpPr/>
          <p:nvPr/>
        </p:nvSpPr>
        <p:spPr>
          <a:xfrm>
            <a:off x="2730500" y="190500"/>
            <a:ext cx="546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900" b="1" lang="en-US">
                <a:solidFill>
                  <a:srgbClr val="2E2640"/>
                </a:solidFill>
                <a:latin typeface="Arial"/>
                <a:cs typeface="Arial"/>
              </a:rPr>
              <a:t>Pop every balloon with</a:t>
            </a:r>
          </a:p>
        </p:txBody>
      </p:sp>
      <p:sp>
        <p:nvSpPr>
          <p:cNvPr id="5" name="Find لِ" descr="لِ"/>
          <p:cNvSpPr/>
          <p:nvPr/>
        </p:nvSpPr>
        <p:spPr>
          <a:xfrm>
            <a:off x="81915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لِ</a:t>
            </a:r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Balloon 1" descr="Balloon 1">
            <a:hlinkClick action="ppaction://hlinksldjump" r:id="rId6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5500" y="1905000"/>
            <a:ext cx="1651000" cy="2857500"/>
          </a:xfrm>
          <a:prstGeom prst="rect">
            <a:avLst/>
          </a:prstGeom>
        </p:spPr>
      </p:pic>
      <p:sp>
        <p:nvSpPr>
          <p:cNvPr id="9" name="Balloon letter 1 يِ" descr="يِ">
            <a:hlinkClick action="ppaction://hlinksldjump" r:id="rId6"/>
          </p:cNvPr>
          <p:cNvSpPr/>
          <p:nvPr/>
        </p:nvSpPr>
        <p:spPr>
          <a:xfrm>
            <a:off x="952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يِ</a:t>
            </a:r>
          </a:p>
        </p:txBody>
      </p:sp>
      <p:pic>
        <p:nvPicPr>
          <p:cNvPr id="10" name="Balloon 2" descr="Balloon 2">
            <a:hlinkClick action="ppaction://hlinksldjump" r:id="rId6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48000" y="2286000"/>
            <a:ext cx="1651000" cy="2857500"/>
          </a:xfrm>
          <a:prstGeom prst="rect">
            <a:avLst/>
          </a:prstGeom>
        </p:spPr>
      </p:pic>
      <p:sp>
        <p:nvSpPr>
          <p:cNvPr id="11" name="Balloon letter 2 عِ" descr="عِ">
            <a:hlinkClick action="ppaction://hlinksldjump" r:id="rId6"/>
          </p:cNvPr>
          <p:cNvSpPr/>
          <p:nvPr/>
        </p:nvSpPr>
        <p:spPr>
          <a:xfrm>
            <a:off x="3175000" y="2520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عِ</a:t>
            </a:r>
          </a:p>
        </p:txBody>
      </p:sp>
      <p:pic>
        <p:nvPicPr>
          <p:cNvPr id="12" name="Balloon 3" descr="Balloon 3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70500" y="1905000"/>
            <a:ext cx="1651000" cy="2857500"/>
          </a:xfrm>
          <a:prstGeom prst="rect">
            <a:avLst/>
          </a:prstGeom>
        </p:spPr>
      </p:pic>
      <p:sp>
        <p:nvSpPr>
          <p:cNvPr id="13" name="Balloon letter 3 لِ" descr="لِ">
            <a:hlinkClick action="ppaction://hlinksldjump" r:id="rId7"/>
          </p:cNvPr>
          <p:cNvSpPr/>
          <p:nvPr/>
        </p:nvSpPr>
        <p:spPr>
          <a:xfrm>
            <a:off x="5397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لِ</a:t>
            </a:r>
          </a:p>
        </p:txBody>
      </p:sp>
      <p:pic>
        <p:nvPicPr>
          <p:cNvPr id="14" name="Balloon 4" descr="Balloon 4">
            <a:hlinkClick action="ppaction://hlinksldjump" r:id="rId6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3000" y="2286000"/>
            <a:ext cx="1651000" cy="2857500"/>
          </a:xfrm>
          <a:prstGeom prst="rect">
            <a:avLst/>
          </a:prstGeom>
        </p:spPr>
      </p:pic>
      <p:sp>
        <p:nvSpPr>
          <p:cNvPr id="15" name="Balloon letter 4 طِ" descr="طِ">
            <a:hlinkClick action="ppaction://hlinksldjump" r:id="rId6"/>
          </p:cNvPr>
          <p:cNvSpPr/>
          <p:nvPr/>
        </p:nvSpPr>
        <p:spPr>
          <a:xfrm>
            <a:off x="7620000" y="2520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طِ</a:t>
            </a:r>
          </a:p>
        </p:txBody>
      </p:sp>
      <p:sp>
        <p:nvSpPr>
          <p:cNvPr id="16" name="Try again!" descr="Try again!"/>
          <p:cNvSpPr/>
          <p:nvPr/>
        </p:nvSpPr>
        <p:spPr>
          <a:xfrm>
            <a:off x="7937500" y="5270500"/>
            <a:ext cx="3048000" cy="1460500"/>
          </a:xfrm>
          <a:prstGeom prst="cloudCallout">
            <a:avLst/>
          </a:prstGeom>
          <a:solidFill>
            <a:srgbClr val="FFFFFF"/>
          </a:solidFill>
          <a:ln w="50800">
            <a:solidFill>
              <a:srgbClr val="E5536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2500" b="1" lang="en-US">
                <a:solidFill>
                  <a:srgbClr val="E5536F"/>
                </a:solidFill>
                <a:latin typeface="Arial"/>
                <a:cs typeface="Arial"/>
              </a:rPr>
              <a:t>Try again!</a:t>
            </a:r>
          </a:p>
        </p:txBody>
      </p:sp>
      <p:sp>
        <p:nvSpPr>
          <p:cNvPr id="17" name="Next button">
            <a:hlinkClick action="ppaction://hlinksldjump" r:id="rId8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Next arrow">
            <a:hlinkClick action="ppaction://hlinksldjump" r:id="rId8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9" name="boing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4" dur="1500" fill="hold" repeatCount="indefinite" autoRev="1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6" dur="150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8" dur="1670" fill="hold" repeatCount="indefinite" autoRev="1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0" dur="1670" fill="hold" repeatCount="indefinite" autoRev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2" dur="184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4" dur="1840" fill="hold" repeatCount="indefinite" autoRev="1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7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6" dur="2010" fill="hold" repeatCount="indefinite" autoRev="1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9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8" dur="2010" fill="hold" repeatCount="indefinite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4" presetID="53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40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Pop every balloon with"/>
          <p:cNvSpPr/>
          <p:nvPr/>
        </p:nvSpPr>
        <p:spPr>
          <a:xfrm>
            <a:off x="2730500" y="190500"/>
            <a:ext cx="546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900" b="1" lang="en-US">
                <a:solidFill>
                  <a:srgbClr val="2E2640"/>
                </a:solidFill>
                <a:latin typeface="Arial"/>
                <a:cs typeface="Arial"/>
              </a:rPr>
              <a:t>Pop every balloon with</a:t>
            </a:r>
          </a:p>
        </p:txBody>
      </p:sp>
      <p:sp>
        <p:nvSpPr>
          <p:cNvPr id="5" name="Find لِ" descr="لِ"/>
          <p:cNvSpPr/>
          <p:nvPr/>
        </p:nvSpPr>
        <p:spPr>
          <a:xfrm>
            <a:off x="81915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لِ</a:t>
            </a:r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Balloon 1" descr="Balloon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5500" y="1905000"/>
            <a:ext cx="1651000" cy="2857500"/>
          </a:xfrm>
          <a:prstGeom prst="rect">
            <a:avLst/>
          </a:prstGeom>
        </p:spPr>
      </p:pic>
      <p:sp>
        <p:nvSpPr>
          <p:cNvPr id="9" name="Balloon letter 1 يِ" descr="يِ"/>
          <p:cNvSpPr/>
          <p:nvPr/>
        </p:nvSpPr>
        <p:spPr>
          <a:xfrm>
            <a:off x="952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يِ</a:t>
            </a:r>
          </a:p>
        </p:txBody>
      </p:sp>
      <p:pic>
        <p:nvPicPr>
          <p:cNvPr id="10" name="Balloon 2" descr="Balloon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48000" y="2286000"/>
            <a:ext cx="1651000" cy="2857500"/>
          </a:xfrm>
          <a:prstGeom prst="rect">
            <a:avLst/>
          </a:prstGeom>
        </p:spPr>
      </p:pic>
      <p:sp>
        <p:nvSpPr>
          <p:cNvPr id="11" name="Balloon letter 2 عِ" descr="عِ"/>
          <p:cNvSpPr/>
          <p:nvPr/>
        </p:nvSpPr>
        <p:spPr>
          <a:xfrm>
            <a:off x="3175000" y="2520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عِ</a:t>
            </a:r>
          </a:p>
        </p:txBody>
      </p:sp>
      <p:pic>
        <p:nvPicPr>
          <p:cNvPr id="12" name="Balloon 4" descr="Balloon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3000" y="2286000"/>
            <a:ext cx="1651000" cy="2857500"/>
          </a:xfrm>
          <a:prstGeom prst="rect">
            <a:avLst/>
          </a:prstGeom>
        </p:spPr>
      </p:pic>
      <p:sp>
        <p:nvSpPr>
          <p:cNvPr id="13" name="Balloon letter 4 طِ" descr="طِ"/>
          <p:cNvSpPr/>
          <p:nvPr/>
        </p:nvSpPr>
        <p:spPr>
          <a:xfrm>
            <a:off x="7620000" y="2520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طِ</a:t>
            </a:r>
          </a:p>
        </p:txBody>
      </p:sp>
      <p:sp>
        <p:nvSpPr>
          <p:cNvPr id="14" name="Great job!" descr="Great job!"/>
          <p:cNvSpPr/>
          <p:nvPr/>
        </p:nvSpPr>
        <p:spPr>
          <a:xfrm>
            <a:off x="7937500" y="5270500"/>
            <a:ext cx="3048000" cy="1460500"/>
          </a:xfrm>
          <a:prstGeom prst="cloudCallout">
            <a:avLst/>
          </a:prstGeom>
          <a:solidFill>
            <a:srgbClr val="FFFFFF"/>
          </a:solidFill>
          <a:ln w="50800">
            <a:solidFill>
              <a:srgbClr val="2FB57A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2500" b="1" lang="en-US">
                <a:solidFill>
                  <a:srgbClr val="2FB57A"/>
                </a:solidFill>
                <a:latin typeface="Arial"/>
                <a:cs typeface="Arial"/>
              </a:rPr>
              <a:t>Great job!</a:t>
            </a:r>
          </a:p>
        </p:txBody>
      </p:sp>
      <p:sp>
        <p:nvSpPr>
          <p:cNvPr id="15" name="Next button">
            <a:hlinkClick action="ppaction://hlinksldjump" r:id="rId5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Next arrow">
            <a:hlinkClick action="ppaction://hlinksldjump" r:id="rId5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7" name="sound anchor" descr="sound anchor (invisible)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700" y="12700"/>
            <a:ext cx="25400" cy="25400"/>
          </a:xfrm>
          <a:prstGeom prst="rect">
            <a:avLst/>
          </a:prstGeom>
        </p:spPr>
      </p:pic>
    </p:spTree>
  </p:cSld>
  <p:clrMapOvr>
    <a:masterClrMapping/>
  </p:clrMapOvr>
  <p:transition advClick="0">
    <p:sndAc>
      <p:stSnd>
        <p:snd r:embed="rId6" name="po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9" dur="1500" fill="hold" repeatCount="indefinite" autoRev="1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2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1" dur="150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4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3" dur="1670" fill="hold" repeatCount="indefinite" autoRev="1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6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5" dur="1670" fill="hold" repeatCount="indefinite" autoRev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8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7" dur="201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0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9" dur="2010" fill="hold" repeatCount="indefinite" autoRev="1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5" presetID="53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2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100000">
                                        <p:cTn id="2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8" name="cheer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921000" y="190500"/>
            <a:ext cx="6350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Feed me"/>
          <p:cNvSpPr/>
          <p:nvPr/>
        </p:nvSpPr>
        <p:spPr>
          <a:xfrm>
            <a:off x="3048000" y="190500"/>
            <a:ext cx="4826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600" b="1" lang="en-US">
                <a:solidFill>
                  <a:srgbClr val="2E2640"/>
                </a:solidFill>
                <a:latin typeface="Arial"/>
                <a:cs typeface="Arial"/>
              </a:rPr>
              <a:t>Feed me</a:t>
            </a:r>
          </a:p>
        </p:txBody>
      </p:sp>
      <p:sp>
        <p:nvSpPr>
          <p:cNvPr id="5" name="Find لِ" descr="لِ"/>
          <p:cNvSpPr/>
          <p:nvPr/>
        </p:nvSpPr>
        <p:spPr>
          <a:xfrm>
            <a:off x="78740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لِ</a:t>
            </a:r>
          </a:p>
        </p:txBody>
      </p:sp>
      <p:pic>
        <p:nvPicPr>
          <p:cNvPr id="6" name="Monster" descr="Monste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2095500"/>
            <a:ext cx="3810000" cy="3810000"/>
          </a:xfrm>
          <a:prstGeom prst="rect">
            <a:avLst/>
          </a:prstGeom>
        </p:spPr>
      </p:pic>
      <p:pic>
        <p:nvPicPr>
          <p:cNvPr id="7" name="Food 1" descr="Food 1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5000" y="1778000"/>
            <a:ext cx="1905000" cy="1905000"/>
          </a:xfrm>
          <a:prstGeom prst="rect">
            <a:avLst/>
          </a:prstGeom>
        </p:spPr>
      </p:pic>
      <p:sp>
        <p:nvSpPr>
          <p:cNvPr id="8" name="Food letter 1 لِ" descr="لِ">
            <a:hlinkClick action="ppaction://hlinksldjump" r:id="rId7"/>
          </p:cNvPr>
          <p:cNvSpPr/>
          <p:nvPr/>
        </p:nvSpPr>
        <p:spPr>
          <a:xfrm>
            <a:off x="7429500" y="2317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لِ</a:t>
            </a:r>
          </a:p>
        </p:txBody>
      </p:sp>
      <p:pic>
        <p:nvPicPr>
          <p:cNvPr id="9" name="Food 2" descr="Food 2">
            <a:hlinkClick action="ppaction://hlinksldjump" r:id="rId8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25000" y="1778000"/>
            <a:ext cx="1905000" cy="1905000"/>
          </a:xfrm>
          <a:prstGeom prst="rect">
            <a:avLst/>
          </a:prstGeom>
        </p:spPr>
      </p:pic>
      <p:sp>
        <p:nvSpPr>
          <p:cNvPr id="10" name="Food letter 2 عِ" descr="عِ">
            <a:hlinkClick action="ppaction://hlinksldjump" r:id="rId8"/>
          </p:cNvPr>
          <p:cNvSpPr/>
          <p:nvPr/>
        </p:nvSpPr>
        <p:spPr>
          <a:xfrm>
            <a:off x="9969500" y="2317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عِ</a:t>
            </a:r>
          </a:p>
        </p:txBody>
      </p:sp>
      <p:pic>
        <p:nvPicPr>
          <p:cNvPr id="11" name="Food 3" descr="Food 3">
            <a:hlinkClick action="ppaction://hlinksldjump" r:id="rId8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85000" y="4064000"/>
            <a:ext cx="1905000" cy="1905000"/>
          </a:xfrm>
          <a:prstGeom prst="rect">
            <a:avLst/>
          </a:prstGeom>
        </p:spPr>
      </p:pic>
      <p:sp>
        <p:nvSpPr>
          <p:cNvPr id="12" name="Food letter 3 خِ" descr="خِ">
            <a:hlinkClick action="ppaction://hlinksldjump" r:id="rId8"/>
          </p:cNvPr>
          <p:cNvSpPr/>
          <p:nvPr/>
        </p:nvSpPr>
        <p:spPr>
          <a:xfrm>
            <a:off x="7429500" y="4603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خِ</a:t>
            </a:r>
          </a:p>
        </p:txBody>
      </p:sp>
      <p:pic>
        <p:nvPicPr>
          <p:cNvPr id="13" name="Food 4" descr="Food 4">
            <a:hlinkClick action="ppaction://hlinksldjump" r:id="rId8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25000" y="4064000"/>
            <a:ext cx="1905000" cy="1905000"/>
          </a:xfrm>
          <a:prstGeom prst="rect">
            <a:avLst/>
          </a:prstGeom>
        </p:spPr>
      </p:pic>
      <p:sp>
        <p:nvSpPr>
          <p:cNvPr id="14" name="Food letter 4 فِ" descr="فِ">
            <a:hlinkClick action="ppaction://hlinksldjump" r:id="rId8"/>
          </p:cNvPr>
          <p:cNvSpPr/>
          <p:nvPr/>
        </p:nvSpPr>
        <p:spPr>
          <a:xfrm>
            <a:off x="9969500" y="4603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فِ</a:t>
            </a:r>
          </a:p>
        </p:txBody>
      </p:sp>
      <p:sp>
        <p:nvSpPr>
          <p:cNvPr id="15" name="Next button">
            <a:hlinkClick action="ppaction://hlinksldjump" r:id="rId9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Next arrow">
            <a:hlinkClick action="ppaction://hlinksldjump" r:id="rId9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 spd="med">
    <p:fade/>
  </p:transition>
</p:sld>
</file>

<file path=ppt/slides/slide442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921000" y="190500"/>
            <a:ext cx="6350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Feed me"/>
          <p:cNvSpPr/>
          <p:nvPr/>
        </p:nvSpPr>
        <p:spPr>
          <a:xfrm>
            <a:off x="3048000" y="190500"/>
            <a:ext cx="4826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600" b="1" lang="en-US">
                <a:solidFill>
                  <a:srgbClr val="2E2640"/>
                </a:solidFill>
                <a:latin typeface="Arial"/>
                <a:cs typeface="Arial"/>
              </a:rPr>
              <a:t>Feed me</a:t>
            </a:r>
          </a:p>
        </p:txBody>
      </p:sp>
      <p:sp>
        <p:nvSpPr>
          <p:cNvPr id="5" name="Find لِ" descr="لِ"/>
          <p:cNvSpPr/>
          <p:nvPr/>
        </p:nvSpPr>
        <p:spPr>
          <a:xfrm>
            <a:off x="78740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لِ</a:t>
            </a:r>
          </a:p>
        </p:txBody>
      </p:sp>
      <p:pic>
        <p:nvPicPr>
          <p:cNvPr id="6" name="Monster" descr="Monste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2095500"/>
            <a:ext cx="3810000" cy="3810000"/>
          </a:xfrm>
          <a:prstGeom prst="rect">
            <a:avLst/>
          </a:prstGeom>
        </p:spPr>
      </p:pic>
      <p:pic>
        <p:nvPicPr>
          <p:cNvPr id="7" name="Food 1" descr="Food 1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5000" y="1778000"/>
            <a:ext cx="1905000" cy="1905000"/>
          </a:xfrm>
          <a:prstGeom prst="rect">
            <a:avLst/>
          </a:prstGeom>
        </p:spPr>
      </p:pic>
      <p:sp>
        <p:nvSpPr>
          <p:cNvPr id="8" name="Food letter 1 لِ" descr="لِ">
            <a:hlinkClick action="ppaction://hlinksldjump" r:id="rId7"/>
          </p:cNvPr>
          <p:cNvSpPr/>
          <p:nvPr/>
        </p:nvSpPr>
        <p:spPr>
          <a:xfrm>
            <a:off x="7429500" y="2317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لِ</a:t>
            </a:r>
          </a:p>
        </p:txBody>
      </p:sp>
      <p:pic>
        <p:nvPicPr>
          <p:cNvPr id="9" name="Food 2" descr="Food 2">
            <a:hlinkClick action="ppaction://hlinksldjump" r:id="rId8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25000" y="1778000"/>
            <a:ext cx="1905000" cy="1905000"/>
          </a:xfrm>
          <a:prstGeom prst="rect">
            <a:avLst/>
          </a:prstGeom>
        </p:spPr>
      </p:pic>
      <p:sp>
        <p:nvSpPr>
          <p:cNvPr id="10" name="Food letter 2 عِ" descr="عِ">
            <a:hlinkClick action="ppaction://hlinksldjump" r:id="rId8"/>
          </p:cNvPr>
          <p:cNvSpPr/>
          <p:nvPr/>
        </p:nvSpPr>
        <p:spPr>
          <a:xfrm>
            <a:off x="9969500" y="2317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عِ</a:t>
            </a:r>
          </a:p>
        </p:txBody>
      </p:sp>
      <p:pic>
        <p:nvPicPr>
          <p:cNvPr id="11" name="Food 3" descr="Food 3">
            <a:hlinkClick action="ppaction://hlinksldjump" r:id="rId8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85000" y="4064000"/>
            <a:ext cx="1905000" cy="1905000"/>
          </a:xfrm>
          <a:prstGeom prst="rect">
            <a:avLst/>
          </a:prstGeom>
        </p:spPr>
      </p:pic>
      <p:sp>
        <p:nvSpPr>
          <p:cNvPr id="12" name="Food letter 3 خِ" descr="خِ">
            <a:hlinkClick action="ppaction://hlinksldjump" r:id="rId8"/>
          </p:cNvPr>
          <p:cNvSpPr/>
          <p:nvPr/>
        </p:nvSpPr>
        <p:spPr>
          <a:xfrm>
            <a:off x="7429500" y="4603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خِ</a:t>
            </a:r>
          </a:p>
        </p:txBody>
      </p:sp>
      <p:pic>
        <p:nvPicPr>
          <p:cNvPr id="13" name="Food 4" descr="Food 4">
            <a:hlinkClick action="ppaction://hlinksldjump" r:id="rId8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25000" y="4064000"/>
            <a:ext cx="1905000" cy="1905000"/>
          </a:xfrm>
          <a:prstGeom prst="rect">
            <a:avLst/>
          </a:prstGeom>
        </p:spPr>
      </p:pic>
      <p:sp>
        <p:nvSpPr>
          <p:cNvPr id="14" name="Food letter 4 فِ" descr="فِ">
            <a:hlinkClick action="ppaction://hlinksldjump" r:id="rId8"/>
          </p:cNvPr>
          <p:cNvSpPr/>
          <p:nvPr/>
        </p:nvSpPr>
        <p:spPr>
          <a:xfrm>
            <a:off x="9969500" y="4603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فِ</a:t>
            </a:r>
          </a:p>
        </p:txBody>
      </p:sp>
      <p:sp>
        <p:nvSpPr>
          <p:cNvPr id="15" name="No, thanks!" descr="No, thanks!"/>
          <p:cNvSpPr/>
          <p:nvPr/>
        </p:nvSpPr>
        <p:spPr>
          <a:xfrm>
            <a:off x="3302000" y="1079500"/>
            <a:ext cx="3302000" cy="1524000"/>
          </a:xfrm>
          <a:prstGeom prst="cloudCallout">
            <a:avLst/>
          </a:prstGeom>
          <a:solidFill>
            <a:srgbClr val="FFFFFF"/>
          </a:solidFill>
          <a:ln w="50800">
            <a:solidFill>
              <a:srgbClr val="E5536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2500" b="1" lang="en-US">
                <a:solidFill>
                  <a:srgbClr val="E5536F"/>
                </a:solidFill>
                <a:latin typeface="Arial"/>
                <a:cs typeface="Arial"/>
              </a:rPr>
              <a:t>No, thanks!</a:t>
            </a:r>
          </a:p>
        </p:txBody>
      </p:sp>
      <p:sp>
        <p:nvSpPr>
          <p:cNvPr id="16" name="Next button">
            <a:hlinkClick action="ppaction://hlinksldjump" r:id="rId9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Next arrow">
            <a:hlinkClick action="ppaction://hlinksldjump" r:id="rId9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10" name="boing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53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" dur="4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4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43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921000" y="190500"/>
            <a:ext cx="6350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Feed me"/>
          <p:cNvSpPr/>
          <p:nvPr/>
        </p:nvSpPr>
        <p:spPr>
          <a:xfrm>
            <a:off x="3048000" y="190500"/>
            <a:ext cx="4826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600" b="1" lang="en-US">
                <a:solidFill>
                  <a:srgbClr val="2E2640"/>
                </a:solidFill>
                <a:latin typeface="Arial"/>
                <a:cs typeface="Arial"/>
              </a:rPr>
              <a:t>Feed me</a:t>
            </a:r>
          </a:p>
        </p:txBody>
      </p:sp>
      <p:sp>
        <p:nvSpPr>
          <p:cNvPr id="5" name="Find لِ" descr="لِ"/>
          <p:cNvSpPr/>
          <p:nvPr/>
        </p:nvSpPr>
        <p:spPr>
          <a:xfrm>
            <a:off x="78740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لِ</a:t>
            </a:r>
          </a:p>
        </p:txBody>
      </p:sp>
      <p:pic>
        <p:nvPicPr>
          <p:cNvPr id="6" name="Monster" descr="Monste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2095500"/>
            <a:ext cx="3810000" cy="3810000"/>
          </a:xfrm>
          <a:prstGeom prst="rect">
            <a:avLst/>
          </a:prstGeom>
        </p:spPr>
      </p:pic>
      <p:pic>
        <p:nvPicPr>
          <p:cNvPr id="7" name="Food 2" descr="Food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25000" y="1778000"/>
            <a:ext cx="1905000" cy="1905000"/>
          </a:xfrm>
          <a:prstGeom prst="rect">
            <a:avLst/>
          </a:prstGeom>
        </p:spPr>
      </p:pic>
      <p:sp>
        <p:nvSpPr>
          <p:cNvPr id="8" name="Food letter 2 عِ" descr="عِ"/>
          <p:cNvSpPr/>
          <p:nvPr/>
        </p:nvSpPr>
        <p:spPr>
          <a:xfrm>
            <a:off x="9969500" y="2317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عِ</a:t>
            </a:r>
          </a:p>
        </p:txBody>
      </p:sp>
      <p:pic>
        <p:nvPicPr>
          <p:cNvPr id="9" name="Food 3" descr="Food 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85000" y="4064000"/>
            <a:ext cx="1905000" cy="1905000"/>
          </a:xfrm>
          <a:prstGeom prst="rect">
            <a:avLst/>
          </a:prstGeom>
        </p:spPr>
      </p:pic>
      <p:sp>
        <p:nvSpPr>
          <p:cNvPr id="10" name="Food letter 3 خِ" descr="خِ"/>
          <p:cNvSpPr/>
          <p:nvPr/>
        </p:nvSpPr>
        <p:spPr>
          <a:xfrm>
            <a:off x="7429500" y="4603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خِ</a:t>
            </a:r>
          </a:p>
        </p:txBody>
      </p:sp>
      <p:pic>
        <p:nvPicPr>
          <p:cNvPr id="11" name="Food 4" descr="Food 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25000" y="4064000"/>
            <a:ext cx="1905000" cy="1905000"/>
          </a:xfrm>
          <a:prstGeom prst="rect">
            <a:avLst/>
          </a:prstGeom>
        </p:spPr>
      </p:pic>
      <p:sp>
        <p:nvSpPr>
          <p:cNvPr id="12" name="Food letter 4 فِ" descr="فِ"/>
          <p:cNvSpPr/>
          <p:nvPr/>
        </p:nvSpPr>
        <p:spPr>
          <a:xfrm>
            <a:off x="9969500" y="4603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فِ</a:t>
            </a:r>
          </a:p>
        </p:txBody>
      </p:sp>
      <p:sp>
        <p:nvSpPr>
          <p:cNvPr id="13" name="Yummy!" descr="Yummy!"/>
          <p:cNvSpPr/>
          <p:nvPr/>
        </p:nvSpPr>
        <p:spPr>
          <a:xfrm>
            <a:off x="3302000" y="1079500"/>
            <a:ext cx="3302000" cy="1524000"/>
          </a:xfrm>
          <a:prstGeom prst="cloudCallout">
            <a:avLst/>
          </a:prstGeom>
          <a:solidFill>
            <a:srgbClr val="FFFFFF"/>
          </a:solidFill>
          <a:ln w="50800">
            <a:solidFill>
              <a:srgbClr val="E5536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3200" b="1" lang="en-US">
                <a:solidFill>
                  <a:srgbClr val="E5536F"/>
                </a:solidFill>
                <a:latin typeface="Arial"/>
                <a:cs typeface="Arial"/>
              </a:rPr>
              <a:t>Yummy!</a:t>
            </a:r>
          </a:p>
        </p:txBody>
      </p:sp>
      <p:sp>
        <p:nvSpPr>
          <p:cNvPr id="14" name="Next button">
            <a:hlinkClick action="ppaction://hlinksldjump" r:id="rId7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Next arrow">
            <a:hlinkClick action="ppaction://hlinksldjump" r:id="rId7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6" name="sound anchor" descr="sound anchor (invisible)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2700" y="12700"/>
            <a:ext cx="25400" cy="25400"/>
          </a:xfrm>
          <a:prstGeom prst="rect">
            <a:avLst/>
          </a:prstGeom>
        </p:spPr>
      </p:pic>
    </p:spTree>
  </p:cSld>
  <p:clrMapOvr>
    <a:masterClrMapping/>
  </p:clrMapOvr>
  <p:transition advClick="0">
    <p:sndAc>
      <p:stSnd>
        <p:snd r:embed="rId8" name="munc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2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53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100000">
                                        <p:cTn id="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0" name="cheer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Catch every fish with"/>
          <p:cNvSpPr/>
          <p:nvPr/>
        </p:nvSpPr>
        <p:spPr>
          <a:xfrm>
            <a:off x="2730500" y="190500"/>
            <a:ext cx="546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000" b="1" lang="en-US">
                <a:solidFill>
                  <a:srgbClr val="2E2640"/>
                </a:solidFill>
                <a:latin typeface="Arial"/>
                <a:cs typeface="Arial"/>
              </a:rPr>
              <a:t>Catch every fish with</a:t>
            </a:r>
          </a:p>
        </p:txBody>
      </p:sp>
      <p:sp>
        <p:nvSpPr>
          <p:cNvPr id="5" name="Find مِ" descr="مِ"/>
          <p:cNvSpPr/>
          <p:nvPr/>
        </p:nvSpPr>
        <p:spPr>
          <a:xfrm>
            <a:off x="81915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مِ</a:t>
            </a:r>
          </a:p>
        </p:txBody>
      </p:sp>
      <p:sp>
        <p:nvSpPr>
          <p:cNvPr id="6" name="Star place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Fish 1" descr="Fish 1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0" y="1651000"/>
            <a:ext cx="2286000" cy="1416050"/>
          </a:xfrm>
          <a:prstGeom prst="rect">
            <a:avLst/>
          </a:prstGeom>
        </p:spPr>
      </p:pic>
      <p:sp>
        <p:nvSpPr>
          <p:cNvPr id="9" name="Fish letter 1 مِ" descr="مِ">
            <a:hlinkClick action="ppaction://hlinksldjump" r:id="rId7"/>
          </p:cNvPr>
          <p:cNvSpPr/>
          <p:nvPr/>
        </p:nvSpPr>
        <p:spPr>
          <a:xfrm>
            <a:off x="1682750" y="1885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مِ</a:t>
            </a:r>
          </a:p>
        </p:txBody>
      </p:sp>
      <p:pic>
        <p:nvPicPr>
          <p:cNvPr id="10" name="Fish 2" descr="Fish 2">
            <a:hlinkClick action="ppaction://hlinksldjump" r:id="rId8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67500" y="1905000"/>
            <a:ext cx="2286000" cy="1416050"/>
          </a:xfrm>
          <a:prstGeom prst="rect">
            <a:avLst/>
          </a:prstGeom>
        </p:spPr>
      </p:pic>
      <p:sp>
        <p:nvSpPr>
          <p:cNvPr id="11" name="Fish letter 2 زِ" descr="زِ">
            <a:hlinkClick action="ppaction://hlinksldjump" r:id="rId8"/>
          </p:cNvPr>
          <p:cNvSpPr/>
          <p:nvPr/>
        </p:nvSpPr>
        <p:spPr>
          <a:xfrm>
            <a:off x="7207250" y="2139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زِ</a:t>
            </a:r>
          </a:p>
        </p:txBody>
      </p:sp>
      <p:pic>
        <p:nvPicPr>
          <p:cNvPr id="12" name="Fish 3" descr="Fish 3">
            <a:hlinkClick action="ppaction://hlinksldjump" r:id="rId8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56000" y="3302000"/>
            <a:ext cx="2286000" cy="1416050"/>
          </a:xfrm>
          <a:prstGeom prst="rect">
            <a:avLst/>
          </a:prstGeom>
        </p:spPr>
      </p:pic>
      <p:sp>
        <p:nvSpPr>
          <p:cNvPr id="13" name="Fish letter 3 وِ" descr="وِ">
            <a:hlinkClick action="ppaction://hlinksldjump" r:id="rId8"/>
          </p:cNvPr>
          <p:cNvSpPr/>
          <p:nvPr/>
        </p:nvSpPr>
        <p:spPr>
          <a:xfrm>
            <a:off x="4095750" y="3536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وِ</a:t>
            </a:r>
          </a:p>
        </p:txBody>
      </p:sp>
      <p:pic>
        <p:nvPicPr>
          <p:cNvPr id="14" name="Fish 4" descr="Fish 4">
            <a:hlinkClick action="ppaction://hlinksldjump" r:id="rId8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72500" y="3810000"/>
            <a:ext cx="2286000" cy="1416050"/>
          </a:xfrm>
          <a:prstGeom prst="rect">
            <a:avLst/>
          </a:prstGeom>
        </p:spPr>
      </p:pic>
      <p:sp>
        <p:nvSpPr>
          <p:cNvPr id="15" name="Fish letter 4 خِ" descr="خِ">
            <a:hlinkClick action="ppaction://hlinksldjump" r:id="rId8"/>
          </p:cNvPr>
          <p:cNvSpPr/>
          <p:nvPr/>
        </p:nvSpPr>
        <p:spPr>
          <a:xfrm>
            <a:off x="9112250" y="4044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خِ</a:t>
            </a:r>
          </a:p>
        </p:txBody>
      </p:sp>
      <p:pic>
        <p:nvPicPr>
          <p:cNvPr id="16" name="Fish 5" descr="Fish 5">
            <a:hlinkClick action="ppaction://hlinksldjump" r:id="rId9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87500" y="4826000"/>
            <a:ext cx="2286000" cy="1416050"/>
          </a:xfrm>
          <a:prstGeom prst="rect">
            <a:avLst/>
          </a:prstGeom>
        </p:spPr>
      </p:pic>
      <p:sp>
        <p:nvSpPr>
          <p:cNvPr id="17" name="Fish letter 5 مِ" descr="مِ">
            <a:hlinkClick action="ppaction://hlinksldjump" r:id="rId9"/>
          </p:cNvPr>
          <p:cNvSpPr/>
          <p:nvPr/>
        </p:nvSpPr>
        <p:spPr>
          <a:xfrm>
            <a:off x="2127250" y="5060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مِ</a:t>
            </a:r>
          </a:p>
        </p:txBody>
      </p:sp>
      <p:sp>
        <p:nvSpPr>
          <p:cNvPr id="18" name="Next button">
            <a:hlinkClick action="ppaction://hlinksldjump" r:id="rId10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Next arrow">
            <a:hlinkClick action="ppaction://hlinksldjump" r:id="rId10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4" dur="2600" fill="hold" repeatCount="indefinite" autoRev="1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6" dur="260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8" dur="2900" fill="hold" repeatCount="indefinite" autoRev="1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10" dur="2900" fill="hold" repeatCount="indefinite" autoRev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12" dur="320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14" dur="3200" fill="hold" repeatCount="indefinite" autoRev="1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7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16" dur="3500" fill="hold" repeatCount="indefinite" autoRev="1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9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18" dur="3500" fill="hold" repeatCount="indefinite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1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20" dur="3800" fill="hold" repeatCount="indefinite" autoRev="1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3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22" dur="3800" fill="hold" repeatCount="indefinite" autoRev="1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45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Catch every fish with"/>
          <p:cNvSpPr/>
          <p:nvPr/>
        </p:nvSpPr>
        <p:spPr>
          <a:xfrm>
            <a:off x="2730500" y="190500"/>
            <a:ext cx="546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000" b="1" lang="en-US">
                <a:solidFill>
                  <a:srgbClr val="2E2640"/>
                </a:solidFill>
                <a:latin typeface="Arial"/>
                <a:cs typeface="Arial"/>
              </a:rPr>
              <a:t>Catch every fish with</a:t>
            </a:r>
          </a:p>
        </p:txBody>
      </p:sp>
      <p:sp>
        <p:nvSpPr>
          <p:cNvPr id="5" name="Find مِ" descr="مِ"/>
          <p:cNvSpPr/>
          <p:nvPr/>
        </p:nvSpPr>
        <p:spPr>
          <a:xfrm>
            <a:off x="81915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مِ</a:t>
            </a:r>
          </a:p>
        </p:txBody>
      </p:sp>
      <p:sp>
        <p:nvSpPr>
          <p:cNvPr id="6" name="Star place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Fish 1" descr="Fish 1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0" y="1651000"/>
            <a:ext cx="2286000" cy="1416050"/>
          </a:xfrm>
          <a:prstGeom prst="rect">
            <a:avLst/>
          </a:prstGeom>
        </p:spPr>
      </p:pic>
      <p:sp>
        <p:nvSpPr>
          <p:cNvPr id="9" name="Fish letter 1 مِ" descr="مِ">
            <a:hlinkClick action="ppaction://hlinksldjump" r:id="rId7"/>
          </p:cNvPr>
          <p:cNvSpPr/>
          <p:nvPr/>
        </p:nvSpPr>
        <p:spPr>
          <a:xfrm>
            <a:off x="1682750" y="1885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مِ</a:t>
            </a:r>
          </a:p>
        </p:txBody>
      </p:sp>
      <p:pic>
        <p:nvPicPr>
          <p:cNvPr id="10" name="Fish 2" descr="Fish 2">
            <a:hlinkClick action="ppaction://hlinksldjump" r:id="rId8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67500" y="1905000"/>
            <a:ext cx="2286000" cy="1416050"/>
          </a:xfrm>
          <a:prstGeom prst="rect">
            <a:avLst/>
          </a:prstGeom>
        </p:spPr>
      </p:pic>
      <p:sp>
        <p:nvSpPr>
          <p:cNvPr id="11" name="Fish letter 2 زِ" descr="زِ">
            <a:hlinkClick action="ppaction://hlinksldjump" r:id="rId8"/>
          </p:cNvPr>
          <p:cNvSpPr/>
          <p:nvPr/>
        </p:nvSpPr>
        <p:spPr>
          <a:xfrm>
            <a:off x="7207250" y="2139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زِ</a:t>
            </a:r>
          </a:p>
        </p:txBody>
      </p:sp>
      <p:pic>
        <p:nvPicPr>
          <p:cNvPr id="12" name="Fish 3" descr="Fish 3">
            <a:hlinkClick action="ppaction://hlinksldjump" r:id="rId8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56000" y="3302000"/>
            <a:ext cx="2286000" cy="1416050"/>
          </a:xfrm>
          <a:prstGeom prst="rect">
            <a:avLst/>
          </a:prstGeom>
        </p:spPr>
      </p:pic>
      <p:sp>
        <p:nvSpPr>
          <p:cNvPr id="13" name="Fish letter 3 وِ" descr="وِ">
            <a:hlinkClick action="ppaction://hlinksldjump" r:id="rId8"/>
          </p:cNvPr>
          <p:cNvSpPr/>
          <p:nvPr/>
        </p:nvSpPr>
        <p:spPr>
          <a:xfrm>
            <a:off x="4095750" y="3536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وِ</a:t>
            </a:r>
          </a:p>
        </p:txBody>
      </p:sp>
      <p:pic>
        <p:nvPicPr>
          <p:cNvPr id="14" name="Fish 4" descr="Fish 4">
            <a:hlinkClick action="ppaction://hlinksldjump" r:id="rId8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72500" y="3810000"/>
            <a:ext cx="2286000" cy="1416050"/>
          </a:xfrm>
          <a:prstGeom prst="rect">
            <a:avLst/>
          </a:prstGeom>
        </p:spPr>
      </p:pic>
      <p:sp>
        <p:nvSpPr>
          <p:cNvPr id="15" name="Fish letter 4 خِ" descr="خِ">
            <a:hlinkClick action="ppaction://hlinksldjump" r:id="rId8"/>
          </p:cNvPr>
          <p:cNvSpPr/>
          <p:nvPr/>
        </p:nvSpPr>
        <p:spPr>
          <a:xfrm>
            <a:off x="9112250" y="4044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خِ</a:t>
            </a:r>
          </a:p>
        </p:txBody>
      </p:sp>
      <p:pic>
        <p:nvPicPr>
          <p:cNvPr id="16" name="Fish 5" descr="Fish 5">
            <a:hlinkClick action="ppaction://hlinksldjump" r:id="rId9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87500" y="4826000"/>
            <a:ext cx="2286000" cy="1416050"/>
          </a:xfrm>
          <a:prstGeom prst="rect">
            <a:avLst/>
          </a:prstGeom>
        </p:spPr>
      </p:pic>
      <p:sp>
        <p:nvSpPr>
          <p:cNvPr id="17" name="Fish letter 5 مِ" descr="مِ">
            <a:hlinkClick action="ppaction://hlinksldjump" r:id="rId9"/>
          </p:cNvPr>
          <p:cNvSpPr/>
          <p:nvPr/>
        </p:nvSpPr>
        <p:spPr>
          <a:xfrm>
            <a:off x="2127250" y="5060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مِ</a:t>
            </a:r>
          </a:p>
        </p:txBody>
      </p:sp>
      <p:sp>
        <p:nvSpPr>
          <p:cNvPr id="18" name="Try again!" descr="Try again!"/>
          <p:cNvSpPr/>
          <p:nvPr/>
        </p:nvSpPr>
        <p:spPr>
          <a:xfrm>
            <a:off x="7937500" y="5270500"/>
            <a:ext cx="3048000" cy="1460500"/>
          </a:xfrm>
          <a:prstGeom prst="cloudCallout">
            <a:avLst/>
          </a:prstGeom>
          <a:solidFill>
            <a:srgbClr val="FFFFFF"/>
          </a:solidFill>
          <a:ln w="50800">
            <a:solidFill>
              <a:srgbClr val="E5536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2500" b="1" lang="en-US">
                <a:solidFill>
                  <a:srgbClr val="E5536F"/>
                </a:solidFill>
                <a:latin typeface="Arial"/>
                <a:cs typeface="Arial"/>
              </a:rPr>
              <a:t>Try again!</a:t>
            </a:r>
          </a:p>
        </p:txBody>
      </p:sp>
      <p:sp>
        <p:nvSpPr>
          <p:cNvPr id="19" name="Next button">
            <a:hlinkClick action="ppaction://hlinksldjump" r:id="rId10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Next arrow">
            <a:hlinkClick action="ppaction://hlinksldjump" r:id="rId10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11" name="boing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4" dur="2600" fill="hold" repeatCount="indefinite" autoRev="1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6" dur="260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8" dur="2900" fill="hold" repeatCount="indefinite" autoRev="1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10" dur="2900" fill="hold" repeatCount="indefinite" autoRev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12" dur="320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14" dur="3200" fill="hold" repeatCount="indefinite" autoRev="1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7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16" dur="3500" fill="hold" repeatCount="indefinite" autoRev="1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9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18" dur="3500" fill="hold" repeatCount="indefinite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1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20" dur="3800" fill="hold" repeatCount="indefinite" autoRev="1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3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22" dur="3800" fill="hold" repeatCount="indefinite" autoRev="1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8" presetID="53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46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Catch every fish with"/>
          <p:cNvSpPr/>
          <p:nvPr/>
        </p:nvSpPr>
        <p:spPr>
          <a:xfrm>
            <a:off x="2730500" y="190500"/>
            <a:ext cx="546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000" b="1" lang="en-US">
                <a:solidFill>
                  <a:srgbClr val="2E2640"/>
                </a:solidFill>
                <a:latin typeface="Arial"/>
                <a:cs typeface="Arial"/>
              </a:rPr>
              <a:t>Catch every fish with</a:t>
            </a:r>
          </a:p>
        </p:txBody>
      </p:sp>
      <p:sp>
        <p:nvSpPr>
          <p:cNvPr id="5" name="Find مِ" descr="مِ"/>
          <p:cNvSpPr/>
          <p:nvPr/>
        </p:nvSpPr>
        <p:spPr>
          <a:xfrm>
            <a:off x="81915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مِ</a:t>
            </a:r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Fish 2" descr="Fish 2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67500" y="1905000"/>
            <a:ext cx="2286000" cy="1416050"/>
          </a:xfrm>
          <a:prstGeom prst="rect">
            <a:avLst/>
          </a:prstGeom>
        </p:spPr>
      </p:pic>
      <p:sp>
        <p:nvSpPr>
          <p:cNvPr id="9" name="Fish letter 2 زِ" descr="زِ">
            <a:hlinkClick action="ppaction://hlinksldjump" r:id="rId7"/>
          </p:cNvPr>
          <p:cNvSpPr/>
          <p:nvPr/>
        </p:nvSpPr>
        <p:spPr>
          <a:xfrm>
            <a:off x="7207250" y="2139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زِ</a:t>
            </a:r>
          </a:p>
        </p:txBody>
      </p:sp>
      <p:pic>
        <p:nvPicPr>
          <p:cNvPr id="10" name="Fish 3" descr="Fish 3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56000" y="3302000"/>
            <a:ext cx="2286000" cy="1416050"/>
          </a:xfrm>
          <a:prstGeom prst="rect">
            <a:avLst/>
          </a:prstGeom>
        </p:spPr>
      </p:pic>
      <p:sp>
        <p:nvSpPr>
          <p:cNvPr id="11" name="Fish letter 3 وِ" descr="وِ">
            <a:hlinkClick action="ppaction://hlinksldjump" r:id="rId7"/>
          </p:cNvPr>
          <p:cNvSpPr/>
          <p:nvPr/>
        </p:nvSpPr>
        <p:spPr>
          <a:xfrm>
            <a:off x="4095750" y="3536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وِ</a:t>
            </a:r>
          </a:p>
        </p:txBody>
      </p:sp>
      <p:pic>
        <p:nvPicPr>
          <p:cNvPr id="12" name="Fish 4" descr="Fish 4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72500" y="3810000"/>
            <a:ext cx="2286000" cy="1416050"/>
          </a:xfrm>
          <a:prstGeom prst="rect">
            <a:avLst/>
          </a:prstGeom>
        </p:spPr>
      </p:pic>
      <p:sp>
        <p:nvSpPr>
          <p:cNvPr id="13" name="Fish letter 4 خِ" descr="خِ">
            <a:hlinkClick action="ppaction://hlinksldjump" r:id="rId7"/>
          </p:cNvPr>
          <p:cNvSpPr/>
          <p:nvPr/>
        </p:nvSpPr>
        <p:spPr>
          <a:xfrm>
            <a:off x="9112250" y="4044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خِ</a:t>
            </a:r>
          </a:p>
        </p:txBody>
      </p:sp>
      <p:pic>
        <p:nvPicPr>
          <p:cNvPr id="14" name="Fish 5" descr="Fish 5">
            <a:hlinkClick action="ppaction://hlinksldjump" r:id="rId8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87500" y="4826000"/>
            <a:ext cx="2286000" cy="1416050"/>
          </a:xfrm>
          <a:prstGeom prst="rect">
            <a:avLst/>
          </a:prstGeom>
        </p:spPr>
      </p:pic>
      <p:sp>
        <p:nvSpPr>
          <p:cNvPr id="15" name="Fish letter 5 مِ" descr="مِ">
            <a:hlinkClick action="ppaction://hlinksldjump" r:id="rId8"/>
          </p:cNvPr>
          <p:cNvSpPr/>
          <p:nvPr/>
        </p:nvSpPr>
        <p:spPr>
          <a:xfrm>
            <a:off x="2127250" y="5060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مِ</a:t>
            </a:r>
          </a:p>
        </p:txBody>
      </p:sp>
      <p:sp>
        <p:nvSpPr>
          <p:cNvPr id="16" name="Next button">
            <a:hlinkClick action="ppaction://hlinksldjump" r:id="rId9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Next arrow">
            <a:hlinkClick action="ppaction://hlinksldjump" r:id="rId9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10" name="spla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9" dur="2900" fill="hold" repeatCount="indefinite" autoRev="1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2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11" dur="290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4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13" dur="3200" fill="hold" repeatCount="indefinite" autoRev="1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6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15" dur="3200" fill="hold" repeatCount="indefinite" autoRev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8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17" dur="350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0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19" dur="3500" fill="hold" repeatCount="indefinite" autoRev="1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2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21" dur="3800" fill="hold" repeatCount="indefinite" autoRev="1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4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23" dur="3800" fill="hold" repeatCount="indefinite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47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Catch every fish with"/>
          <p:cNvSpPr/>
          <p:nvPr/>
        </p:nvSpPr>
        <p:spPr>
          <a:xfrm>
            <a:off x="2730500" y="190500"/>
            <a:ext cx="546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000" b="1" lang="en-US">
                <a:solidFill>
                  <a:srgbClr val="2E2640"/>
                </a:solidFill>
                <a:latin typeface="Arial"/>
                <a:cs typeface="Arial"/>
              </a:rPr>
              <a:t>Catch every fish with</a:t>
            </a:r>
          </a:p>
        </p:txBody>
      </p:sp>
      <p:sp>
        <p:nvSpPr>
          <p:cNvPr id="5" name="Find مِ" descr="مِ"/>
          <p:cNvSpPr/>
          <p:nvPr/>
        </p:nvSpPr>
        <p:spPr>
          <a:xfrm>
            <a:off x="81915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مِ</a:t>
            </a:r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Fish 2" descr="Fish 2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67500" y="1905000"/>
            <a:ext cx="2286000" cy="1416050"/>
          </a:xfrm>
          <a:prstGeom prst="rect">
            <a:avLst/>
          </a:prstGeom>
        </p:spPr>
      </p:pic>
      <p:sp>
        <p:nvSpPr>
          <p:cNvPr id="9" name="Fish letter 2 زِ" descr="زِ">
            <a:hlinkClick action="ppaction://hlinksldjump" r:id="rId7"/>
          </p:cNvPr>
          <p:cNvSpPr/>
          <p:nvPr/>
        </p:nvSpPr>
        <p:spPr>
          <a:xfrm>
            <a:off x="7207250" y="2139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زِ</a:t>
            </a:r>
          </a:p>
        </p:txBody>
      </p:sp>
      <p:pic>
        <p:nvPicPr>
          <p:cNvPr id="10" name="Fish 3" descr="Fish 3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56000" y="3302000"/>
            <a:ext cx="2286000" cy="1416050"/>
          </a:xfrm>
          <a:prstGeom prst="rect">
            <a:avLst/>
          </a:prstGeom>
        </p:spPr>
      </p:pic>
      <p:sp>
        <p:nvSpPr>
          <p:cNvPr id="11" name="Fish letter 3 وِ" descr="وِ">
            <a:hlinkClick action="ppaction://hlinksldjump" r:id="rId7"/>
          </p:cNvPr>
          <p:cNvSpPr/>
          <p:nvPr/>
        </p:nvSpPr>
        <p:spPr>
          <a:xfrm>
            <a:off x="4095750" y="3536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وِ</a:t>
            </a:r>
          </a:p>
        </p:txBody>
      </p:sp>
      <p:pic>
        <p:nvPicPr>
          <p:cNvPr id="12" name="Fish 4" descr="Fish 4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72500" y="3810000"/>
            <a:ext cx="2286000" cy="1416050"/>
          </a:xfrm>
          <a:prstGeom prst="rect">
            <a:avLst/>
          </a:prstGeom>
        </p:spPr>
      </p:pic>
      <p:sp>
        <p:nvSpPr>
          <p:cNvPr id="13" name="Fish letter 4 خِ" descr="خِ">
            <a:hlinkClick action="ppaction://hlinksldjump" r:id="rId7"/>
          </p:cNvPr>
          <p:cNvSpPr/>
          <p:nvPr/>
        </p:nvSpPr>
        <p:spPr>
          <a:xfrm>
            <a:off x="9112250" y="4044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خِ</a:t>
            </a:r>
          </a:p>
        </p:txBody>
      </p:sp>
      <p:pic>
        <p:nvPicPr>
          <p:cNvPr id="14" name="Fish 5" descr="Fish 5">
            <a:hlinkClick action="ppaction://hlinksldjump" r:id="rId8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87500" y="4826000"/>
            <a:ext cx="2286000" cy="1416050"/>
          </a:xfrm>
          <a:prstGeom prst="rect">
            <a:avLst/>
          </a:prstGeom>
        </p:spPr>
      </p:pic>
      <p:sp>
        <p:nvSpPr>
          <p:cNvPr id="15" name="Fish letter 5 مِ" descr="مِ">
            <a:hlinkClick action="ppaction://hlinksldjump" r:id="rId8"/>
          </p:cNvPr>
          <p:cNvSpPr/>
          <p:nvPr/>
        </p:nvSpPr>
        <p:spPr>
          <a:xfrm>
            <a:off x="2127250" y="5060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مِ</a:t>
            </a:r>
          </a:p>
        </p:txBody>
      </p:sp>
      <p:sp>
        <p:nvSpPr>
          <p:cNvPr id="16" name="Try again!" descr="Try again!"/>
          <p:cNvSpPr/>
          <p:nvPr/>
        </p:nvSpPr>
        <p:spPr>
          <a:xfrm>
            <a:off x="7937500" y="5270500"/>
            <a:ext cx="3048000" cy="1460500"/>
          </a:xfrm>
          <a:prstGeom prst="cloudCallout">
            <a:avLst/>
          </a:prstGeom>
          <a:solidFill>
            <a:srgbClr val="FFFFFF"/>
          </a:solidFill>
          <a:ln w="50800">
            <a:solidFill>
              <a:srgbClr val="E5536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2500" b="1" lang="en-US">
                <a:solidFill>
                  <a:srgbClr val="E5536F"/>
                </a:solidFill>
                <a:latin typeface="Arial"/>
                <a:cs typeface="Arial"/>
              </a:rPr>
              <a:t>Try again!</a:t>
            </a:r>
          </a:p>
        </p:txBody>
      </p:sp>
      <p:sp>
        <p:nvSpPr>
          <p:cNvPr id="17" name="Next button">
            <a:hlinkClick action="ppaction://hlinksldjump" r:id="rId9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Next arrow">
            <a:hlinkClick action="ppaction://hlinksldjump" r:id="rId9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10" name="boing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4" dur="2900" fill="hold" repeatCount="indefinite" autoRev="1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6" dur="290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8" dur="3200" fill="hold" repeatCount="indefinite" autoRev="1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10" dur="3200" fill="hold" repeatCount="indefinite" autoRev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12" dur="350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14" dur="3500" fill="hold" repeatCount="indefinite" autoRev="1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7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16" dur="3800" fill="hold" repeatCount="indefinite" autoRev="1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9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18" dur="3800" fill="hold" repeatCount="indefinite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4" presetID="53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48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Catch every fish with"/>
          <p:cNvSpPr/>
          <p:nvPr/>
        </p:nvSpPr>
        <p:spPr>
          <a:xfrm>
            <a:off x="2730500" y="190500"/>
            <a:ext cx="546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000" b="1" lang="en-US">
                <a:solidFill>
                  <a:srgbClr val="2E2640"/>
                </a:solidFill>
                <a:latin typeface="Arial"/>
                <a:cs typeface="Arial"/>
              </a:rPr>
              <a:t>Catch every fish with</a:t>
            </a:r>
          </a:p>
        </p:txBody>
      </p:sp>
      <p:sp>
        <p:nvSpPr>
          <p:cNvPr id="5" name="Find مِ" descr="مِ"/>
          <p:cNvSpPr/>
          <p:nvPr/>
        </p:nvSpPr>
        <p:spPr>
          <a:xfrm>
            <a:off x="81915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مِ</a:t>
            </a:r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Fish 1" descr="Fish 1">
            <a:hlinkClick action="ppaction://hlinksldjump" r:id="rId6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0" y="1651000"/>
            <a:ext cx="2286000" cy="1416050"/>
          </a:xfrm>
          <a:prstGeom prst="rect">
            <a:avLst/>
          </a:prstGeom>
        </p:spPr>
      </p:pic>
      <p:sp>
        <p:nvSpPr>
          <p:cNvPr id="9" name="Fish letter 1 مِ" descr="مِ">
            <a:hlinkClick action="ppaction://hlinksldjump" r:id="rId6"/>
          </p:cNvPr>
          <p:cNvSpPr/>
          <p:nvPr/>
        </p:nvSpPr>
        <p:spPr>
          <a:xfrm>
            <a:off x="1682750" y="1885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مِ</a:t>
            </a:r>
          </a:p>
        </p:txBody>
      </p:sp>
      <p:pic>
        <p:nvPicPr>
          <p:cNvPr id="10" name="Fish 2" descr="Fish 2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67500" y="1905000"/>
            <a:ext cx="2286000" cy="1416050"/>
          </a:xfrm>
          <a:prstGeom prst="rect">
            <a:avLst/>
          </a:prstGeom>
        </p:spPr>
      </p:pic>
      <p:sp>
        <p:nvSpPr>
          <p:cNvPr id="11" name="Fish letter 2 زِ" descr="زِ">
            <a:hlinkClick action="ppaction://hlinksldjump" r:id="rId7"/>
          </p:cNvPr>
          <p:cNvSpPr/>
          <p:nvPr/>
        </p:nvSpPr>
        <p:spPr>
          <a:xfrm>
            <a:off x="7207250" y="2139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زِ</a:t>
            </a:r>
          </a:p>
        </p:txBody>
      </p:sp>
      <p:pic>
        <p:nvPicPr>
          <p:cNvPr id="12" name="Fish 3" descr="Fish 3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56000" y="3302000"/>
            <a:ext cx="2286000" cy="1416050"/>
          </a:xfrm>
          <a:prstGeom prst="rect">
            <a:avLst/>
          </a:prstGeom>
        </p:spPr>
      </p:pic>
      <p:sp>
        <p:nvSpPr>
          <p:cNvPr id="13" name="Fish letter 3 وِ" descr="وِ">
            <a:hlinkClick action="ppaction://hlinksldjump" r:id="rId7"/>
          </p:cNvPr>
          <p:cNvSpPr/>
          <p:nvPr/>
        </p:nvSpPr>
        <p:spPr>
          <a:xfrm>
            <a:off x="4095750" y="3536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وِ</a:t>
            </a:r>
          </a:p>
        </p:txBody>
      </p:sp>
      <p:pic>
        <p:nvPicPr>
          <p:cNvPr id="14" name="Fish 4" descr="Fish 4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72500" y="3810000"/>
            <a:ext cx="2286000" cy="1416050"/>
          </a:xfrm>
          <a:prstGeom prst="rect">
            <a:avLst/>
          </a:prstGeom>
        </p:spPr>
      </p:pic>
      <p:sp>
        <p:nvSpPr>
          <p:cNvPr id="15" name="Fish letter 4 خِ" descr="خِ">
            <a:hlinkClick action="ppaction://hlinksldjump" r:id="rId7"/>
          </p:cNvPr>
          <p:cNvSpPr/>
          <p:nvPr/>
        </p:nvSpPr>
        <p:spPr>
          <a:xfrm>
            <a:off x="9112250" y="4044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خِ</a:t>
            </a:r>
          </a:p>
        </p:txBody>
      </p:sp>
      <p:sp>
        <p:nvSpPr>
          <p:cNvPr id="16" name="Next button">
            <a:hlinkClick action="ppaction://hlinksldjump" r:id="rId8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Next arrow">
            <a:hlinkClick action="ppaction://hlinksldjump" r:id="rId8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9" name="spla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9" dur="2600" fill="hold" repeatCount="indefinite" autoRev="1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2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11" dur="260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4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13" dur="2900" fill="hold" repeatCount="indefinite" autoRev="1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6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15" dur="2900" fill="hold" repeatCount="indefinite" autoRev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8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17" dur="320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0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19" dur="3200" fill="hold" repeatCount="indefinite" autoRev="1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2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21" dur="3500" fill="hold" repeatCount="indefinite" autoRev="1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4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23" dur="3500" fill="hold" repeatCount="indefinite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49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Catch every fish with"/>
          <p:cNvSpPr/>
          <p:nvPr/>
        </p:nvSpPr>
        <p:spPr>
          <a:xfrm>
            <a:off x="2730500" y="190500"/>
            <a:ext cx="546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000" b="1" lang="en-US">
                <a:solidFill>
                  <a:srgbClr val="2E2640"/>
                </a:solidFill>
                <a:latin typeface="Arial"/>
                <a:cs typeface="Arial"/>
              </a:rPr>
              <a:t>Catch every fish with</a:t>
            </a:r>
          </a:p>
        </p:txBody>
      </p:sp>
      <p:sp>
        <p:nvSpPr>
          <p:cNvPr id="5" name="Find مِ" descr="مِ"/>
          <p:cNvSpPr/>
          <p:nvPr/>
        </p:nvSpPr>
        <p:spPr>
          <a:xfrm>
            <a:off x="81915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مِ</a:t>
            </a:r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Fish 1" descr="Fish 1">
            <a:hlinkClick action="ppaction://hlinksldjump" r:id="rId6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0" y="1651000"/>
            <a:ext cx="2286000" cy="1416050"/>
          </a:xfrm>
          <a:prstGeom prst="rect">
            <a:avLst/>
          </a:prstGeom>
        </p:spPr>
      </p:pic>
      <p:sp>
        <p:nvSpPr>
          <p:cNvPr id="9" name="Fish letter 1 مِ" descr="مِ">
            <a:hlinkClick action="ppaction://hlinksldjump" r:id="rId6"/>
          </p:cNvPr>
          <p:cNvSpPr/>
          <p:nvPr/>
        </p:nvSpPr>
        <p:spPr>
          <a:xfrm>
            <a:off x="1682750" y="1885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مِ</a:t>
            </a:r>
          </a:p>
        </p:txBody>
      </p:sp>
      <p:pic>
        <p:nvPicPr>
          <p:cNvPr id="10" name="Fish 2" descr="Fish 2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67500" y="1905000"/>
            <a:ext cx="2286000" cy="1416050"/>
          </a:xfrm>
          <a:prstGeom prst="rect">
            <a:avLst/>
          </a:prstGeom>
        </p:spPr>
      </p:pic>
      <p:sp>
        <p:nvSpPr>
          <p:cNvPr id="11" name="Fish letter 2 زِ" descr="زِ">
            <a:hlinkClick action="ppaction://hlinksldjump" r:id="rId7"/>
          </p:cNvPr>
          <p:cNvSpPr/>
          <p:nvPr/>
        </p:nvSpPr>
        <p:spPr>
          <a:xfrm>
            <a:off x="7207250" y="2139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زِ</a:t>
            </a:r>
          </a:p>
        </p:txBody>
      </p:sp>
      <p:pic>
        <p:nvPicPr>
          <p:cNvPr id="12" name="Fish 3" descr="Fish 3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56000" y="3302000"/>
            <a:ext cx="2286000" cy="1416050"/>
          </a:xfrm>
          <a:prstGeom prst="rect">
            <a:avLst/>
          </a:prstGeom>
        </p:spPr>
      </p:pic>
      <p:sp>
        <p:nvSpPr>
          <p:cNvPr id="13" name="Fish letter 3 وِ" descr="وِ">
            <a:hlinkClick action="ppaction://hlinksldjump" r:id="rId7"/>
          </p:cNvPr>
          <p:cNvSpPr/>
          <p:nvPr/>
        </p:nvSpPr>
        <p:spPr>
          <a:xfrm>
            <a:off x="4095750" y="3536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وِ</a:t>
            </a:r>
          </a:p>
        </p:txBody>
      </p:sp>
      <p:pic>
        <p:nvPicPr>
          <p:cNvPr id="14" name="Fish 4" descr="Fish 4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72500" y="3810000"/>
            <a:ext cx="2286000" cy="1416050"/>
          </a:xfrm>
          <a:prstGeom prst="rect">
            <a:avLst/>
          </a:prstGeom>
        </p:spPr>
      </p:pic>
      <p:sp>
        <p:nvSpPr>
          <p:cNvPr id="15" name="Fish letter 4 خِ" descr="خِ">
            <a:hlinkClick action="ppaction://hlinksldjump" r:id="rId7"/>
          </p:cNvPr>
          <p:cNvSpPr/>
          <p:nvPr/>
        </p:nvSpPr>
        <p:spPr>
          <a:xfrm>
            <a:off x="9112250" y="4044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خِ</a:t>
            </a:r>
          </a:p>
        </p:txBody>
      </p:sp>
      <p:sp>
        <p:nvSpPr>
          <p:cNvPr id="16" name="Try again!" descr="Try again!"/>
          <p:cNvSpPr/>
          <p:nvPr/>
        </p:nvSpPr>
        <p:spPr>
          <a:xfrm>
            <a:off x="7937500" y="5270500"/>
            <a:ext cx="3048000" cy="1460500"/>
          </a:xfrm>
          <a:prstGeom prst="cloudCallout">
            <a:avLst/>
          </a:prstGeom>
          <a:solidFill>
            <a:srgbClr val="FFFFFF"/>
          </a:solidFill>
          <a:ln w="50800">
            <a:solidFill>
              <a:srgbClr val="E5536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2500" b="1" lang="en-US">
                <a:solidFill>
                  <a:srgbClr val="E5536F"/>
                </a:solidFill>
                <a:latin typeface="Arial"/>
                <a:cs typeface="Arial"/>
              </a:rPr>
              <a:t>Try again!</a:t>
            </a:r>
          </a:p>
        </p:txBody>
      </p:sp>
      <p:sp>
        <p:nvSpPr>
          <p:cNvPr id="17" name="Next button">
            <a:hlinkClick action="ppaction://hlinksldjump" r:id="rId8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Next arrow">
            <a:hlinkClick action="ppaction://hlinksldjump" r:id="rId8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9" name="boing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4" dur="2600" fill="hold" repeatCount="indefinite" autoRev="1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6" dur="260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8" dur="2900" fill="hold" repeatCount="indefinite" autoRev="1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10" dur="2900" fill="hold" repeatCount="indefinite" autoRev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12" dur="320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14" dur="3200" fill="hold" repeatCount="indefinite" autoRev="1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7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16" dur="3500" fill="hold" repeatCount="indefinite" autoRev="1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9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18" dur="3500" fill="hold" repeatCount="indefinite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4" presetID="53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0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Catch every fish with"/>
          <p:cNvSpPr/>
          <p:nvPr/>
        </p:nvSpPr>
        <p:spPr>
          <a:xfrm>
            <a:off x="2730500" y="190500"/>
            <a:ext cx="546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000" b="1" lang="en-US">
                <a:solidFill>
                  <a:srgbClr val="2E2640"/>
                </a:solidFill>
                <a:latin typeface="Arial"/>
                <a:cs typeface="Arial"/>
              </a:rPr>
              <a:t>Catch every fish with</a:t>
            </a:r>
          </a:p>
        </p:txBody>
      </p:sp>
      <p:sp>
        <p:nvSpPr>
          <p:cNvPr id="5" name="Find مِ" descr="مِ"/>
          <p:cNvSpPr/>
          <p:nvPr/>
        </p:nvSpPr>
        <p:spPr>
          <a:xfrm>
            <a:off x="81915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مِ</a:t>
            </a:r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Fish 2" descr="Fish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67500" y="1905000"/>
            <a:ext cx="2286000" cy="1416050"/>
          </a:xfrm>
          <a:prstGeom prst="rect">
            <a:avLst/>
          </a:prstGeom>
        </p:spPr>
      </p:pic>
      <p:sp>
        <p:nvSpPr>
          <p:cNvPr id="9" name="Fish letter 2 زِ" descr="زِ"/>
          <p:cNvSpPr/>
          <p:nvPr/>
        </p:nvSpPr>
        <p:spPr>
          <a:xfrm>
            <a:off x="7207250" y="2139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زِ</a:t>
            </a:r>
          </a:p>
        </p:txBody>
      </p:sp>
      <p:pic>
        <p:nvPicPr>
          <p:cNvPr id="10" name="Fish 3" descr="Fish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56000" y="3302000"/>
            <a:ext cx="2286000" cy="1416050"/>
          </a:xfrm>
          <a:prstGeom prst="rect">
            <a:avLst/>
          </a:prstGeom>
        </p:spPr>
      </p:pic>
      <p:sp>
        <p:nvSpPr>
          <p:cNvPr id="11" name="Fish letter 3 وِ" descr="وِ"/>
          <p:cNvSpPr/>
          <p:nvPr/>
        </p:nvSpPr>
        <p:spPr>
          <a:xfrm>
            <a:off x="4095750" y="3536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وِ</a:t>
            </a:r>
          </a:p>
        </p:txBody>
      </p:sp>
      <p:pic>
        <p:nvPicPr>
          <p:cNvPr id="12" name="Fish 4" descr="Fish 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72500" y="3810000"/>
            <a:ext cx="2286000" cy="1416050"/>
          </a:xfrm>
          <a:prstGeom prst="rect">
            <a:avLst/>
          </a:prstGeom>
        </p:spPr>
      </p:pic>
      <p:sp>
        <p:nvSpPr>
          <p:cNvPr id="13" name="Fish letter 4 خِ" descr="خِ"/>
          <p:cNvSpPr/>
          <p:nvPr/>
        </p:nvSpPr>
        <p:spPr>
          <a:xfrm>
            <a:off x="9112250" y="4044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خِ</a:t>
            </a:r>
          </a:p>
        </p:txBody>
      </p:sp>
      <p:sp>
        <p:nvSpPr>
          <p:cNvPr id="14" name="Great job!" descr="Great job!"/>
          <p:cNvSpPr/>
          <p:nvPr/>
        </p:nvSpPr>
        <p:spPr>
          <a:xfrm>
            <a:off x="7937500" y="5270500"/>
            <a:ext cx="3048000" cy="1460500"/>
          </a:xfrm>
          <a:prstGeom prst="cloudCallout">
            <a:avLst/>
          </a:prstGeom>
          <a:solidFill>
            <a:srgbClr val="FFFFFF"/>
          </a:solidFill>
          <a:ln w="50800">
            <a:solidFill>
              <a:srgbClr val="2FB57A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2500" b="1" lang="en-US">
                <a:solidFill>
                  <a:srgbClr val="2FB57A"/>
                </a:solidFill>
                <a:latin typeface="Arial"/>
                <a:cs typeface="Arial"/>
              </a:rPr>
              <a:t>Great job!</a:t>
            </a:r>
          </a:p>
        </p:txBody>
      </p:sp>
      <p:sp>
        <p:nvSpPr>
          <p:cNvPr id="15" name="Next button">
            <a:hlinkClick action="ppaction://hlinksldjump" r:id="rId6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Next arrow">
            <a:hlinkClick action="ppaction://hlinksldjump" r:id="rId6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7" name="sound anchor" descr="sound anchor (invisible)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2700" y="12700"/>
            <a:ext cx="25400" cy="25400"/>
          </a:xfrm>
          <a:prstGeom prst="rect">
            <a:avLst/>
          </a:prstGeom>
        </p:spPr>
      </p:pic>
    </p:spTree>
  </p:cSld>
  <p:clrMapOvr>
    <a:masterClrMapping/>
  </p:clrMapOvr>
  <p:transition advClick="0">
    <p:sndAc>
      <p:stSnd>
        <p:snd r:embed="rId7" name="spla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9" dur="2900" fill="hold" repeatCount="indefinite" autoRev="1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2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11" dur="290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4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13" dur="3200" fill="hold" repeatCount="indefinite" autoRev="1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6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15" dur="3200" fill="hold" repeatCount="indefinite" autoRev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8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17" dur="350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0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19" dur="3500" fill="hold" repeatCount="indefinite" autoRev="1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5" presetID="53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2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100000">
                                        <p:cTn id="2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9" name="cheer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Tap every letter with"/>
          <p:cNvSpPr/>
          <p:nvPr/>
        </p:nvSpPr>
        <p:spPr>
          <a:xfrm>
            <a:off x="2730500" y="190500"/>
            <a:ext cx="546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000" b="1" lang="en-US">
                <a:solidFill>
                  <a:srgbClr val="2E2640"/>
                </a:solidFill>
                <a:latin typeface="Arial"/>
                <a:cs typeface="Arial"/>
              </a:rPr>
              <a:t>Tap every letter with</a:t>
            </a:r>
          </a:p>
        </p:txBody>
      </p:sp>
      <p:sp>
        <p:nvSpPr>
          <p:cNvPr id="5" name="Find مِ" descr="مِ"/>
          <p:cNvSpPr/>
          <p:nvPr/>
        </p:nvSpPr>
        <p:spPr>
          <a:xfrm>
            <a:off x="81915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مِ</a:t>
            </a:r>
          </a:p>
        </p:txBody>
      </p:sp>
      <p:sp>
        <p:nvSpPr>
          <p:cNvPr id="6" name="Star place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Hole 1"/>
          <p:cNvSpPr/>
          <p:nvPr/>
        </p:nvSpPr>
        <p:spPr>
          <a:xfrm>
            <a:off x="2349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ile 1 صِ" descr="صِ">
            <a:hlinkClick action="ppaction://hlinksldjump" r:id="rId3"/>
          </p:cNvPr>
          <p:cNvSpPr/>
          <p:nvPr/>
        </p:nvSpPr>
        <p:spPr>
          <a:xfrm>
            <a:off x="2635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صِ</a:t>
            </a:r>
          </a:p>
        </p:txBody>
      </p:sp>
      <p:sp>
        <p:nvSpPr>
          <p:cNvPr id="10" name="Hole 2"/>
          <p:cNvSpPr/>
          <p:nvPr/>
        </p:nvSpPr>
        <p:spPr>
          <a:xfrm>
            <a:off x="5143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ile 2 مِ" descr="مِ">
            <a:hlinkClick action="ppaction://hlinksldjump" r:id="rId4"/>
          </p:cNvPr>
          <p:cNvSpPr/>
          <p:nvPr/>
        </p:nvSpPr>
        <p:spPr>
          <a:xfrm>
            <a:off x="5429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مِ</a:t>
            </a:r>
          </a:p>
        </p:txBody>
      </p:sp>
      <p:sp>
        <p:nvSpPr>
          <p:cNvPr id="12" name="Hole 3"/>
          <p:cNvSpPr/>
          <p:nvPr/>
        </p:nvSpPr>
        <p:spPr>
          <a:xfrm>
            <a:off x="7937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ile 3 رِ" descr="رِ">
            <a:hlinkClick action="ppaction://hlinksldjump" r:id="rId3"/>
          </p:cNvPr>
          <p:cNvSpPr/>
          <p:nvPr/>
        </p:nvSpPr>
        <p:spPr>
          <a:xfrm>
            <a:off x="8223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رِ</a:t>
            </a:r>
          </a:p>
        </p:txBody>
      </p:sp>
      <p:sp>
        <p:nvSpPr>
          <p:cNvPr id="14" name="Hole 4"/>
          <p:cNvSpPr/>
          <p:nvPr/>
        </p:nvSpPr>
        <p:spPr>
          <a:xfrm>
            <a:off x="2349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ile 4 طِ" descr="طِ">
            <a:hlinkClick action="ppaction://hlinksldjump" r:id="rId3"/>
          </p:cNvPr>
          <p:cNvSpPr/>
          <p:nvPr/>
        </p:nvSpPr>
        <p:spPr>
          <a:xfrm>
            <a:off x="2635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طِ</a:t>
            </a:r>
          </a:p>
        </p:txBody>
      </p:sp>
      <p:sp>
        <p:nvSpPr>
          <p:cNvPr id="16" name="Hole 5"/>
          <p:cNvSpPr/>
          <p:nvPr/>
        </p:nvSpPr>
        <p:spPr>
          <a:xfrm>
            <a:off x="5143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ile 5 كِ" descr="كِ">
            <a:hlinkClick action="ppaction://hlinksldjump" r:id="rId3"/>
          </p:cNvPr>
          <p:cNvSpPr/>
          <p:nvPr/>
        </p:nvSpPr>
        <p:spPr>
          <a:xfrm>
            <a:off x="5429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كِ</a:t>
            </a:r>
          </a:p>
        </p:txBody>
      </p:sp>
      <p:sp>
        <p:nvSpPr>
          <p:cNvPr id="18" name="Hole 6"/>
          <p:cNvSpPr/>
          <p:nvPr/>
        </p:nvSpPr>
        <p:spPr>
          <a:xfrm>
            <a:off x="7937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ile 6 مِ" descr="مِ">
            <a:hlinkClick action="ppaction://hlinksldjump" r:id="rId5"/>
          </p:cNvPr>
          <p:cNvSpPr/>
          <p:nvPr/>
        </p:nvSpPr>
        <p:spPr>
          <a:xfrm>
            <a:off x="8223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مِ</a:t>
            </a:r>
          </a:p>
        </p:txBody>
      </p:sp>
      <p:sp>
        <p:nvSpPr>
          <p:cNvPr id="20" name="Next button">
            <a:hlinkClick action="ppaction://hlinksldjump" r:id="rId6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Next arrow">
            <a:hlinkClick action="ppaction://hlinksldjump" r:id="rId6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6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4" dur="85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6" dur="970" fill="hold" repeatCount="indefinite" autoRev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8" dur="1090" fill="hold" repeatCount="indefinite" autoRev="1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0" dur="1210" fill="hold" repeatCount="indefinite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2" dur="1330" fill="hold" repeatCount="indefinite" autoRev="1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" presetID="0" presetClass="path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4" dur="1450" fill="hold" repeatCount="indefinite" autoRev="1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2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Tap every letter with"/>
          <p:cNvSpPr/>
          <p:nvPr/>
        </p:nvSpPr>
        <p:spPr>
          <a:xfrm>
            <a:off x="2730500" y="190500"/>
            <a:ext cx="546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000" b="1" lang="en-US">
                <a:solidFill>
                  <a:srgbClr val="2E2640"/>
                </a:solidFill>
                <a:latin typeface="Arial"/>
                <a:cs typeface="Arial"/>
              </a:rPr>
              <a:t>Tap every letter with</a:t>
            </a:r>
          </a:p>
        </p:txBody>
      </p:sp>
      <p:sp>
        <p:nvSpPr>
          <p:cNvPr id="5" name="Find مِ" descr="مِ"/>
          <p:cNvSpPr/>
          <p:nvPr/>
        </p:nvSpPr>
        <p:spPr>
          <a:xfrm>
            <a:off x="81915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مِ</a:t>
            </a:r>
          </a:p>
        </p:txBody>
      </p:sp>
      <p:sp>
        <p:nvSpPr>
          <p:cNvPr id="6" name="Star place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Hole 1"/>
          <p:cNvSpPr/>
          <p:nvPr/>
        </p:nvSpPr>
        <p:spPr>
          <a:xfrm>
            <a:off x="2349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ile 1 صِ" descr="صِ">
            <a:hlinkClick action="ppaction://hlinksldjump" r:id="rId3"/>
          </p:cNvPr>
          <p:cNvSpPr/>
          <p:nvPr/>
        </p:nvSpPr>
        <p:spPr>
          <a:xfrm>
            <a:off x="2635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صِ</a:t>
            </a:r>
          </a:p>
        </p:txBody>
      </p:sp>
      <p:sp>
        <p:nvSpPr>
          <p:cNvPr id="10" name="Hole 2"/>
          <p:cNvSpPr/>
          <p:nvPr/>
        </p:nvSpPr>
        <p:spPr>
          <a:xfrm>
            <a:off x="5143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ile 2 مِ" descr="مِ">
            <a:hlinkClick action="ppaction://hlinksldjump" r:id="rId4"/>
          </p:cNvPr>
          <p:cNvSpPr/>
          <p:nvPr/>
        </p:nvSpPr>
        <p:spPr>
          <a:xfrm>
            <a:off x="5429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مِ</a:t>
            </a:r>
          </a:p>
        </p:txBody>
      </p:sp>
      <p:sp>
        <p:nvSpPr>
          <p:cNvPr id="12" name="Hole 3"/>
          <p:cNvSpPr/>
          <p:nvPr/>
        </p:nvSpPr>
        <p:spPr>
          <a:xfrm>
            <a:off x="7937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ile 3 رِ" descr="رِ">
            <a:hlinkClick action="ppaction://hlinksldjump" r:id="rId3"/>
          </p:cNvPr>
          <p:cNvSpPr/>
          <p:nvPr/>
        </p:nvSpPr>
        <p:spPr>
          <a:xfrm>
            <a:off x="8223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رِ</a:t>
            </a:r>
          </a:p>
        </p:txBody>
      </p:sp>
      <p:sp>
        <p:nvSpPr>
          <p:cNvPr id="14" name="Hole 4"/>
          <p:cNvSpPr/>
          <p:nvPr/>
        </p:nvSpPr>
        <p:spPr>
          <a:xfrm>
            <a:off x="2349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ile 4 طِ" descr="طِ">
            <a:hlinkClick action="ppaction://hlinksldjump" r:id="rId3"/>
          </p:cNvPr>
          <p:cNvSpPr/>
          <p:nvPr/>
        </p:nvSpPr>
        <p:spPr>
          <a:xfrm>
            <a:off x="2635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طِ</a:t>
            </a:r>
          </a:p>
        </p:txBody>
      </p:sp>
      <p:sp>
        <p:nvSpPr>
          <p:cNvPr id="16" name="Hole 5"/>
          <p:cNvSpPr/>
          <p:nvPr/>
        </p:nvSpPr>
        <p:spPr>
          <a:xfrm>
            <a:off x="5143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ile 5 كِ" descr="كِ">
            <a:hlinkClick action="ppaction://hlinksldjump" r:id="rId3"/>
          </p:cNvPr>
          <p:cNvSpPr/>
          <p:nvPr/>
        </p:nvSpPr>
        <p:spPr>
          <a:xfrm>
            <a:off x="5429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كِ</a:t>
            </a:r>
          </a:p>
        </p:txBody>
      </p:sp>
      <p:sp>
        <p:nvSpPr>
          <p:cNvPr id="18" name="Hole 6"/>
          <p:cNvSpPr/>
          <p:nvPr/>
        </p:nvSpPr>
        <p:spPr>
          <a:xfrm>
            <a:off x="7937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ile 6 مِ" descr="مِ">
            <a:hlinkClick action="ppaction://hlinksldjump" r:id="rId5"/>
          </p:cNvPr>
          <p:cNvSpPr/>
          <p:nvPr/>
        </p:nvSpPr>
        <p:spPr>
          <a:xfrm>
            <a:off x="8223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مِ</a:t>
            </a:r>
          </a:p>
        </p:txBody>
      </p:sp>
      <p:sp>
        <p:nvSpPr>
          <p:cNvPr id="20" name="Try again!" descr="Try again!"/>
          <p:cNvSpPr/>
          <p:nvPr/>
        </p:nvSpPr>
        <p:spPr>
          <a:xfrm>
            <a:off x="9080500" y="1016000"/>
            <a:ext cx="3048000" cy="1460500"/>
          </a:xfrm>
          <a:prstGeom prst="cloudCallout">
            <a:avLst/>
          </a:prstGeom>
          <a:solidFill>
            <a:srgbClr val="FFFFFF"/>
          </a:solidFill>
          <a:ln w="50800">
            <a:solidFill>
              <a:srgbClr val="E5536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2500" b="1" lang="en-US">
                <a:solidFill>
                  <a:srgbClr val="E5536F"/>
                </a:solidFill>
                <a:latin typeface="Arial"/>
                <a:cs typeface="Arial"/>
              </a:rPr>
              <a:t>Try again!</a:t>
            </a:r>
          </a:p>
        </p:txBody>
      </p:sp>
      <p:sp>
        <p:nvSpPr>
          <p:cNvPr id="21" name="Next button">
            <a:hlinkClick action="ppaction://hlinksldjump" r:id="rId6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Next arrow">
            <a:hlinkClick action="ppaction://hlinksldjump" r:id="rId6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7" name="boing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1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4" dur="85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6" dur="970" fill="hold" repeatCount="indefinite" autoRev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8" dur="1090" fill="hold" repeatCount="indefinite" autoRev="1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0" dur="1210" fill="hold" repeatCount="indefinite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2" dur="1330" fill="hold" repeatCount="indefinite" autoRev="1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" presetID="0" presetClass="path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4" dur="1450" fill="hold" repeatCount="indefinite" autoRev="1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0" presetID="53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" dur="4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4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3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Tap every letter with"/>
          <p:cNvSpPr/>
          <p:nvPr/>
        </p:nvSpPr>
        <p:spPr>
          <a:xfrm>
            <a:off x="2730500" y="190500"/>
            <a:ext cx="546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000" b="1" lang="en-US">
                <a:solidFill>
                  <a:srgbClr val="2E2640"/>
                </a:solidFill>
                <a:latin typeface="Arial"/>
                <a:cs typeface="Arial"/>
              </a:rPr>
              <a:t>Tap every letter with</a:t>
            </a:r>
          </a:p>
        </p:txBody>
      </p:sp>
      <p:sp>
        <p:nvSpPr>
          <p:cNvPr id="5" name="Find مِ" descr="مِ"/>
          <p:cNvSpPr/>
          <p:nvPr/>
        </p:nvSpPr>
        <p:spPr>
          <a:xfrm>
            <a:off x="81915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مِ</a:t>
            </a:r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Hole 1"/>
          <p:cNvSpPr/>
          <p:nvPr/>
        </p:nvSpPr>
        <p:spPr>
          <a:xfrm>
            <a:off x="2349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ile 1 صِ" descr="صِ">
            <a:hlinkClick action="ppaction://hlinksldjump" r:id="rId3"/>
          </p:cNvPr>
          <p:cNvSpPr/>
          <p:nvPr/>
        </p:nvSpPr>
        <p:spPr>
          <a:xfrm>
            <a:off x="2635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صِ</a:t>
            </a:r>
          </a:p>
        </p:txBody>
      </p:sp>
      <p:sp>
        <p:nvSpPr>
          <p:cNvPr id="10" name="Hole 2"/>
          <p:cNvSpPr/>
          <p:nvPr/>
        </p:nvSpPr>
        <p:spPr>
          <a:xfrm>
            <a:off x="5143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Hole 3"/>
          <p:cNvSpPr/>
          <p:nvPr/>
        </p:nvSpPr>
        <p:spPr>
          <a:xfrm>
            <a:off x="7937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ile 3 رِ" descr="رِ">
            <a:hlinkClick action="ppaction://hlinksldjump" r:id="rId3"/>
          </p:cNvPr>
          <p:cNvSpPr/>
          <p:nvPr/>
        </p:nvSpPr>
        <p:spPr>
          <a:xfrm>
            <a:off x="8223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رِ</a:t>
            </a:r>
          </a:p>
        </p:txBody>
      </p:sp>
      <p:sp>
        <p:nvSpPr>
          <p:cNvPr id="13" name="Hole 4"/>
          <p:cNvSpPr/>
          <p:nvPr/>
        </p:nvSpPr>
        <p:spPr>
          <a:xfrm>
            <a:off x="2349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ile 4 طِ" descr="طِ">
            <a:hlinkClick action="ppaction://hlinksldjump" r:id="rId3"/>
          </p:cNvPr>
          <p:cNvSpPr/>
          <p:nvPr/>
        </p:nvSpPr>
        <p:spPr>
          <a:xfrm>
            <a:off x="2635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طِ</a:t>
            </a:r>
          </a:p>
        </p:txBody>
      </p:sp>
      <p:sp>
        <p:nvSpPr>
          <p:cNvPr id="15" name="Hole 5"/>
          <p:cNvSpPr/>
          <p:nvPr/>
        </p:nvSpPr>
        <p:spPr>
          <a:xfrm>
            <a:off x="5143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ile 5 كِ" descr="كِ">
            <a:hlinkClick action="ppaction://hlinksldjump" r:id="rId3"/>
          </p:cNvPr>
          <p:cNvSpPr/>
          <p:nvPr/>
        </p:nvSpPr>
        <p:spPr>
          <a:xfrm>
            <a:off x="5429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كِ</a:t>
            </a:r>
          </a:p>
        </p:txBody>
      </p:sp>
      <p:sp>
        <p:nvSpPr>
          <p:cNvPr id="17" name="Hole 6"/>
          <p:cNvSpPr/>
          <p:nvPr/>
        </p:nvSpPr>
        <p:spPr>
          <a:xfrm>
            <a:off x="7937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ile 6 مِ" descr="مِ">
            <a:hlinkClick action="ppaction://hlinksldjump" r:id="rId4"/>
          </p:cNvPr>
          <p:cNvSpPr/>
          <p:nvPr/>
        </p:nvSpPr>
        <p:spPr>
          <a:xfrm>
            <a:off x="8223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مِ</a:t>
            </a:r>
          </a:p>
        </p:txBody>
      </p:sp>
      <p:sp>
        <p:nvSpPr>
          <p:cNvPr id="19" name="Next button">
            <a:hlinkClick action="ppaction://hlinksldjump" r:id="rId5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Next arrow">
            <a:hlinkClick action="ppaction://hlinksldjump" r:id="rId5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6" name="bonk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9" dur="85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2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1" dur="109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4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3" dur="1210" fill="hold" repeatCount="indefinite" autoRev="1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6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5" dur="1330" fill="hold" repeatCount="indefinite" autoRev="1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8" presetID="0" presetClass="path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7" dur="1450" fill="hold" repeatCount="indefinite" autoRev="1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4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Tap every letter with"/>
          <p:cNvSpPr/>
          <p:nvPr/>
        </p:nvSpPr>
        <p:spPr>
          <a:xfrm>
            <a:off x="2730500" y="190500"/>
            <a:ext cx="546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000" b="1" lang="en-US">
                <a:solidFill>
                  <a:srgbClr val="2E2640"/>
                </a:solidFill>
                <a:latin typeface="Arial"/>
                <a:cs typeface="Arial"/>
              </a:rPr>
              <a:t>Tap every letter with</a:t>
            </a:r>
          </a:p>
        </p:txBody>
      </p:sp>
      <p:sp>
        <p:nvSpPr>
          <p:cNvPr id="5" name="Find مِ" descr="مِ"/>
          <p:cNvSpPr/>
          <p:nvPr/>
        </p:nvSpPr>
        <p:spPr>
          <a:xfrm>
            <a:off x="81915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مِ</a:t>
            </a:r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Hole 1"/>
          <p:cNvSpPr/>
          <p:nvPr/>
        </p:nvSpPr>
        <p:spPr>
          <a:xfrm>
            <a:off x="2349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ile 1 صِ" descr="صِ">
            <a:hlinkClick action="ppaction://hlinksldjump" r:id="rId3"/>
          </p:cNvPr>
          <p:cNvSpPr/>
          <p:nvPr/>
        </p:nvSpPr>
        <p:spPr>
          <a:xfrm>
            <a:off x="2635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صِ</a:t>
            </a:r>
          </a:p>
        </p:txBody>
      </p:sp>
      <p:sp>
        <p:nvSpPr>
          <p:cNvPr id="10" name="Hole 2"/>
          <p:cNvSpPr/>
          <p:nvPr/>
        </p:nvSpPr>
        <p:spPr>
          <a:xfrm>
            <a:off x="5143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Hole 3"/>
          <p:cNvSpPr/>
          <p:nvPr/>
        </p:nvSpPr>
        <p:spPr>
          <a:xfrm>
            <a:off x="7937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ile 3 رِ" descr="رِ">
            <a:hlinkClick action="ppaction://hlinksldjump" r:id="rId3"/>
          </p:cNvPr>
          <p:cNvSpPr/>
          <p:nvPr/>
        </p:nvSpPr>
        <p:spPr>
          <a:xfrm>
            <a:off x="8223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رِ</a:t>
            </a:r>
          </a:p>
        </p:txBody>
      </p:sp>
      <p:sp>
        <p:nvSpPr>
          <p:cNvPr id="13" name="Hole 4"/>
          <p:cNvSpPr/>
          <p:nvPr/>
        </p:nvSpPr>
        <p:spPr>
          <a:xfrm>
            <a:off x="2349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ile 4 طِ" descr="طِ">
            <a:hlinkClick action="ppaction://hlinksldjump" r:id="rId3"/>
          </p:cNvPr>
          <p:cNvSpPr/>
          <p:nvPr/>
        </p:nvSpPr>
        <p:spPr>
          <a:xfrm>
            <a:off x="2635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طِ</a:t>
            </a:r>
          </a:p>
        </p:txBody>
      </p:sp>
      <p:sp>
        <p:nvSpPr>
          <p:cNvPr id="15" name="Hole 5"/>
          <p:cNvSpPr/>
          <p:nvPr/>
        </p:nvSpPr>
        <p:spPr>
          <a:xfrm>
            <a:off x="5143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ile 5 كِ" descr="كِ">
            <a:hlinkClick action="ppaction://hlinksldjump" r:id="rId3"/>
          </p:cNvPr>
          <p:cNvSpPr/>
          <p:nvPr/>
        </p:nvSpPr>
        <p:spPr>
          <a:xfrm>
            <a:off x="5429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كِ</a:t>
            </a:r>
          </a:p>
        </p:txBody>
      </p:sp>
      <p:sp>
        <p:nvSpPr>
          <p:cNvPr id="17" name="Hole 6"/>
          <p:cNvSpPr/>
          <p:nvPr/>
        </p:nvSpPr>
        <p:spPr>
          <a:xfrm>
            <a:off x="7937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ile 6 مِ" descr="مِ">
            <a:hlinkClick action="ppaction://hlinksldjump" r:id="rId4"/>
          </p:cNvPr>
          <p:cNvSpPr/>
          <p:nvPr/>
        </p:nvSpPr>
        <p:spPr>
          <a:xfrm>
            <a:off x="8223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مِ</a:t>
            </a:r>
          </a:p>
        </p:txBody>
      </p:sp>
      <p:sp>
        <p:nvSpPr>
          <p:cNvPr id="19" name="Try again!" descr="Try again!"/>
          <p:cNvSpPr/>
          <p:nvPr/>
        </p:nvSpPr>
        <p:spPr>
          <a:xfrm>
            <a:off x="9080500" y="1016000"/>
            <a:ext cx="3048000" cy="1460500"/>
          </a:xfrm>
          <a:prstGeom prst="cloudCallout">
            <a:avLst/>
          </a:prstGeom>
          <a:solidFill>
            <a:srgbClr val="FFFFFF"/>
          </a:solidFill>
          <a:ln w="50800">
            <a:solidFill>
              <a:srgbClr val="E5536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2500" b="1" lang="en-US">
                <a:solidFill>
                  <a:srgbClr val="E5536F"/>
                </a:solidFill>
                <a:latin typeface="Arial"/>
                <a:cs typeface="Arial"/>
              </a:rPr>
              <a:t>Try again!</a:t>
            </a:r>
          </a:p>
        </p:txBody>
      </p:sp>
      <p:sp>
        <p:nvSpPr>
          <p:cNvPr id="20" name="Next button">
            <a:hlinkClick action="ppaction://hlinksldjump" r:id="rId5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Next arrow">
            <a:hlinkClick action="ppaction://hlinksldjump" r:id="rId5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6" name="boing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4" dur="85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6" dur="109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8" dur="1210" fill="hold" repeatCount="indefinite" autoRev="1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0" dur="1330" fill="hold" repeatCount="indefinite" autoRev="1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2" dur="1450" fill="hold" repeatCount="indefinite" autoRev="1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8" presetID="53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4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4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5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Tap every letter with"/>
          <p:cNvSpPr/>
          <p:nvPr/>
        </p:nvSpPr>
        <p:spPr>
          <a:xfrm>
            <a:off x="2730500" y="190500"/>
            <a:ext cx="546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000" b="1" lang="en-US">
                <a:solidFill>
                  <a:srgbClr val="2E2640"/>
                </a:solidFill>
                <a:latin typeface="Arial"/>
                <a:cs typeface="Arial"/>
              </a:rPr>
              <a:t>Tap every letter with</a:t>
            </a:r>
          </a:p>
        </p:txBody>
      </p:sp>
      <p:sp>
        <p:nvSpPr>
          <p:cNvPr id="5" name="Find مِ" descr="مِ"/>
          <p:cNvSpPr/>
          <p:nvPr/>
        </p:nvSpPr>
        <p:spPr>
          <a:xfrm>
            <a:off x="81915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مِ</a:t>
            </a:r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Hole 1"/>
          <p:cNvSpPr/>
          <p:nvPr/>
        </p:nvSpPr>
        <p:spPr>
          <a:xfrm>
            <a:off x="2349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ile 1 صِ" descr="صِ">
            <a:hlinkClick action="ppaction://hlinksldjump" r:id="rId3"/>
          </p:cNvPr>
          <p:cNvSpPr/>
          <p:nvPr/>
        </p:nvSpPr>
        <p:spPr>
          <a:xfrm>
            <a:off x="2635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صِ</a:t>
            </a:r>
          </a:p>
        </p:txBody>
      </p:sp>
      <p:sp>
        <p:nvSpPr>
          <p:cNvPr id="10" name="Hole 2"/>
          <p:cNvSpPr/>
          <p:nvPr/>
        </p:nvSpPr>
        <p:spPr>
          <a:xfrm>
            <a:off x="5143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ile 2 مِ" descr="مِ">
            <a:hlinkClick action="ppaction://hlinksldjump" r:id="rId4"/>
          </p:cNvPr>
          <p:cNvSpPr/>
          <p:nvPr/>
        </p:nvSpPr>
        <p:spPr>
          <a:xfrm>
            <a:off x="5429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مِ</a:t>
            </a:r>
          </a:p>
        </p:txBody>
      </p:sp>
      <p:sp>
        <p:nvSpPr>
          <p:cNvPr id="12" name="Hole 3"/>
          <p:cNvSpPr/>
          <p:nvPr/>
        </p:nvSpPr>
        <p:spPr>
          <a:xfrm>
            <a:off x="7937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ile 3 رِ" descr="رِ">
            <a:hlinkClick action="ppaction://hlinksldjump" r:id="rId3"/>
          </p:cNvPr>
          <p:cNvSpPr/>
          <p:nvPr/>
        </p:nvSpPr>
        <p:spPr>
          <a:xfrm>
            <a:off x="8223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رِ</a:t>
            </a:r>
          </a:p>
        </p:txBody>
      </p:sp>
      <p:sp>
        <p:nvSpPr>
          <p:cNvPr id="14" name="Hole 4"/>
          <p:cNvSpPr/>
          <p:nvPr/>
        </p:nvSpPr>
        <p:spPr>
          <a:xfrm>
            <a:off x="2349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ile 4 طِ" descr="طِ">
            <a:hlinkClick action="ppaction://hlinksldjump" r:id="rId3"/>
          </p:cNvPr>
          <p:cNvSpPr/>
          <p:nvPr/>
        </p:nvSpPr>
        <p:spPr>
          <a:xfrm>
            <a:off x="2635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طِ</a:t>
            </a:r>
          </a:p>
        </p:txBody>
      </p:sp>
      <p:sp>
        <p:nvSpPr>
          <p:cNvPr id="16" name="Hole 5"/>
          <p:cNvSpPr/>
          <p:nvPr/>
        </p:nvSpPr>
        <p:spPr>
          <a:xfrm>
            <a:off x="5143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ile 5 كِ" descr="كِ">
            <a:hlinkClick action="ppaction://hlinksldjump" r:id="rId3"/>
          </p:cNvPr>
          <p:cNvSpPr/>
          <p:nvPr/>
        </p:nvSpPr>
        <p:spPr>
          <a:xfrm>
            <a:off x="5429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كِ</a:t>
            </a:r>
          </a:p>
        </p:txBody>
      </p:sp>
      <p:sp>
        <p:nvSpPr>
          <p:cNvPr id="18" name="Hole 6"/>
          <p:cNvSpPr/>
          <p:nvPr/>
        </p:nvSpPr>
        <p:spPr>
          <a:xfrm>
            <a:off x="7937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Next button">
            <a:hlinkClick action="ppaction://hlinksldjump" r:id="rId5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Next arrow">
            <a:hlinkClick action="ppaction://hlinksldjump" r:id="rId5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6" name="bonk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9" dur="85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2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1" dur="970" fill="hold" repeatCount="indefinite" autoRev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4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3" dur="1090" fill="hold" repeatCount="indefinite" autoRev="1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6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5" dur="1210" fill="hold" repeatCount="indefinite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8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7" dur="1330" fill="hold" repeatCount="indefinite" autoRev="1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6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Tap every letter with"/>
          <p:cNvSpPr/>
          <p:nvPr/>
        </p:nvSpPr>
        <p:spPr>
          <a:xfrm>
            <a:off x="2730500" y="190500"/>
            <a:ext cx="546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000" b="1" lang="en-US">
                <a:solidFill>
                  <a:srgbClr val="2E2640"/>
                </a:solidFill>
                <a:latin typeface="Arial"/>
                <a:cs typeface="Arial"/>
              </a:rPr>
              <a:t>Tap every letter with</a:t>
            </a:r>
          </a:p>
        </p:txBody>
      </p:sp>
      <p:sp>
        <p:nvSpPr>
          <p:cNvPr id="5" name="Find مِ" descr="مِ"/>
          <p:cNvSpPr/>
          <p:nvPr/>
        </p:nvSpPr>
        <p:spPr>
          <a:xfrm>
            <a:off x="81915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مِ</a:t>
            </a:r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Hole 1"/>
          <p:cNvSpPr/>
          <p:nvPr/>
        </p:nvSpPr>
        <p:spPr>
          <a:xfrm>
            <a:off x="2349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ile 1 صِ" descr="صِ">
            <a:hlinkClick action="ppaction://hlinksldjump" r:id="rId3"/>
          </p:cNvPr>
          <p:cNvSpPr/>
          <p:nvPr/>
        </p:nvSpPr>
        <p:spPr>
          <a:xfrm>
            <a:off x="2635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صِ</a:t>
            </a:r>
          </a:p>
        </p:txBody>
      </p:sp>
      <p:sp>
        <p:nvSpPr>
          <p:cNvPr id="10" name="Hole 2"/>
          <p:cNvSpPr/>
          <p:nvPr/>
        </p:nvSpPr>
        <p:spPr>
          <a:xfrm>
            <a:off x="5143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ile 2 مِ" descr="مِ">
            <a:hlinkClick action="ppaction://hlinksldjump" r:id="rId4"/>
          </p:cNvPr>
          <p:cNvSpPr/>
          <p:nvPr/>
        </p:nvSpPr>
        <p:spPr>
          <a:xfrm>
            <a:off x="5429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مِ</a:t>
            </a:r>
          </a:p>
        </p:txBody>
      </p:sp>
      <p:sp>
        <p:nvSpPr>
          <p:cNvPr id="12" name="Hole 3"/>
          <p:cNvSpPr/>
          <p:nvPr/>
        </p:nvSpPr>
        <p:spPr>
          <a:xfrm>
            <a:off x="7937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ile 3 رِ" descr="رِ">
            <a:hlinkClick action="ppaction://hlinksldjump" r:id="rId3"/>
          </p:cNvPr>
          <p:cNvSpPr/>
          <p:nvPr/>
        </p:nvSpPr>
        <p:spPr>
          <a:xfrm>
            <a:off x="8223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رِ</a:t>
            </a:r>
          </a:p>
        </p:txBody>
      </p:sp>
      <p:sp>
        <p:nvSpPr>
          <p:cNvPr id="14" name="Hole 4"/>
          <p:cNvSpPr/>
          <p:nvPr/>
        </p:nvSpPr>
        <p:spPr>
          <a:xfrm>
            <a:off x="2349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ile 4 طِ" descr="طِ">
            <a:hlinkClick action="ppaction://hlinksldjump" r:id="rId3"/>
          </p:cNvPr>
          <p:cNvSpPr/>
          <p:nvPr/>
        </p:nvSpPr>
        <p:spPr>
          <a:xfrm>
            <a:off x="2635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طِ</a:t>
            </a:r>
          </a:p>
        </p:txBody>
      </p:sp>
      <p:sp>
        <p:nvSpPr>
          <p:cNvPr id="16" name="Hole 5"/>
          <p:cNvSpPr/>
          <p:nvPr/>
        </p:nvSpPr>
        <p:spPr>
          <a:xfrm>
            <a:off x="5143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ile 5 كِ" descr="كِ">
            <a:hlinkClick action="ppaction://hlinksldjump" r:id="rId3"/>
          </p:cNvPr>
          <p:cNvSpPr/>
          <p:nvPr/>
        </p:nvSpPr>
        <p:spPr>
          <a:xfrm>
            <a:off x="5429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كِ</a:t>
            </a:r>
          </a:p>
        </p:txBody>
      </p:sp>
      <p:sp>
        <p:nvSpPr>
          <p:cNvPr id="18" name="Hole 6"/>
          <p:cNvSpPr/>
          <p:nvPr/>
        </p:nvSpPr>
        <p:spPr>
          <a:xfrm>
            <a:off x="7937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ry again!" descr="Try again!"/>
          <p:cNvSpPr/>
          <p:nvPr/>
        </p:nvSpPr>
        <p:spPr>
          <a:xfrm>
            <a:off x="9080500" y="1016000"/>
            <a:ext cx="3048000" cy="1460500"/>
          </a:xfrm>
          <a:prstGeom prst="cloudCallout">
            <a:avLst/>
          </a:prstGeom>
          <a:solidFill>
            <a:srgbClr val="FFFFFF"/>
          </a:solidFill>
          <a:ln w="50800">
            <a:solidFill>
              <a:srgbClr val="E5536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2500" b="1" lang="en-US">
                <a:solidFill>
                  <a:srgbClr val="E5536F"/>
                </a:solidFill>
                <a:latin typeface="Arial"/>
                <a:cs typeface="Arial"/>
              </a:rPr>
              <a:t>Try again!</a:t>
            </a:r>
          </a:p>
        </p:txBody>
      </p:sp>
      <p:sp>
        <p:nvSpPr>
          <p:cNvPr id="20" name="Next button">
            <a:hlinkClick action="ppaction://hlinksldjump" r:id="rId5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Next arrow">
            <a:hlinkClick action="ppaction://hlinksldjump" r:id="rId5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6" name="boing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4" dur="85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6" dur="970" fill="hold" repeatCount="indefinite" autoRev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8" dur="1090" fill="hold" repeatCount="indefinite" autoRev="1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0" dur="1210" fill="hold" repeatCount="indefinite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2" dur="1330" fill="hold" repeatCount="indefinite" autoRev="1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8" presetID="53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4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4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7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Tap every letter with"/>
          <p:cNvSpPr/>
          <p:nvPr/>
        </p:nvSpPr>
        <p:spPr>
          <a:xfrm>
            <a:off x="2730500" y="190500"/>
            <a:ext cx="546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000" b="1" lang="en-US">
                <a:solidFill>
                  <a:srgbClr val="2E2640"/>
                </a:solidFill>
                <a:latin typeface="Arial"/>
                <a:cs typeface="Arial"/>
              </a:rPr>
              <a:t>Tap every letter with</a:t>
            </a:r>
          </a:p>
        </p:txBody>
      </p:sp>
      <p:sp>
        <p:nvSpPr>
          <p:cNvPr id="5" name="Find مِ" descr="مِ"/>
          <p:cNvSpPr/>
          <p:nvPr/>
        </p:nvSpPr>
        <p:spPr>
          <a:xfrm>
            <a:off x="81915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مِ</a:t>
            </a:r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Hole 1"/>
          <p:cNvSpPr/>
          <p:nvPr/>
        </p:nvSpPr>
        <p:spPr>
          <a:xfrm>
            <a:off x="2349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ile 1 صِ" descr="صِ"/>
          <p:cNvSpPr/>
          <p:nvPr/>
        </p:nvSpPr>
        <p:spPr>
          <a:xfrm>
            <a:off x="2635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صِ</a:t>
            </a:r>
          </a:p>
        </p:txBody>
      </p:sp>
      <p:sp>
        <p:nvSpPr>
          <p:cNvPr id="10" name="Hole 2"/>
          <p:cNvSpPr/>
          <p:nvPr/>
        </p:nvSpPr>
        <p:spPr>
          <a:xfrm>
            <a:off x="5143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Hole 3"/>
          <p:cNvSpPr/>
          <p:nvPr/>
        </p:nvSpPr>
        <p:spPr>
          <a:xfrm>
            <a:off x="7937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ile 3 رِ" descr="رِ"/>
          <p:cNvSpPr/>
          <p:nvPr/>
        </p:nvSpPr>
        <p:spPr>
          <a:xfrm>
            <a:off x="8223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رِ</a:t>
            </a:r>
          </a:p>
        </p:txBody>
      </p:sp>
      <p:sp>
        <p:nvSpPr>
          <p:cNvPr id="13" name="Hole 4"/>
          <p:cNvSpPr/>
          <p:nvPr/>
        </p:nvSpPr>
        <p:spPr>
          <a:xfrm>
            <a:off x="2349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ile 4 طِ" descr="طِ"/>
          <p:cNvSpPr/>
          <p:nvPr/>
        </p:nvSpPr>
        <p:spPr>
          <a:xfrm>
            <a:off x="2635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طِ</a:t>
            </a:r>
          </a:p>
        </p:txBody>
      </p:sp>
      <p:sp>
        <p:nvSpPr>
          <p:cNvPr id="15" name="Hole 5"/>
          <p:cNvSpPr/>
          <p:nvPr/>
        </p:nvSpPr>
        <p:spPr>
          <a:xfrm>
            <a:off x="5143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ile 5 كِ" descr="كِ"/>
          <p:cNvSpPr/>
          <p:nvPr/>
        </p:nvSpPr>
        <p:spPr>
          <a:xfrm>
            <a:off x="5429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كِ</a:t>
            </a:r>
          </a:p>
        </p:txBody>
      </p:sp>
      <p:sp>
        <p:nvSpPr>
          <p:cNvPr id="17" name="Hole 6"/>
          <p:cNvSpPr/>
          <p:nvPr/>
        </p:nvSpPr>
        <p:spPr>
          <a:xfrm>
            <a:off x="7937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Great job!" descr="Great job!"/>
          <p:cNvSpPr/>
          <p:nvPr/>
        </p:nvSpPr>
        <p:spPr>
          <a:xfrm>
            <a:off x="9080500" y="1016000"/>
            <a:ext cx="3048000" cy="1460500"/>
          </a:xfrm>
          <a:prstGeom prst="cloudCallout">
            <a:avLst/>
          </a:prstGeom>
          <a:solidFill>
            <a:srgbClr val="FFFFFF"/>
          </a:solidFill>
          <a:ln w="50800">
            <a:solidFill>
              <a:srgbClr val="2FB57A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2500" b="1" lang="en-US">
                <a:solidFill>
                  <a:srgbClr val="2FB57A"/>
                </a:solidFill>
                <a:latin typeface="Arial"/>
                <a:cs typeface="Arial"/>
              </a:rPr>
              <a:t>Great job!</a:t>
            </a:r>
          </a:p>
        </p:txBody>
      </p:sp>
      <p:sp>
        <p:nvSpPr>
          <p:cNvPr id="19" name="Next button">
            <a:hlinkClick action="ppaction://hlinksldjump" r:id="rId3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Next arrow">
            <a:hlinkClick action="ppaction://hlinksldjump" r:id="rId3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1" name="sound anchor" descr="sound anchor (invisible)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700" y="12700"/>
            <a:ext cx="25400" cy="25400"/>
          </a:xfrm>
          <a:prstGeom prst="rect">
            <a:avLst/>
          </a:prstGeom>
        </p:spPr>
      </p:pic>
    </p:spTree>
  </p:cSld>
  <p:clrMapOvr>
    <a:masterClrMapping/>
  </p:clrMapOvr>
  <p:transition advClick="0">
    <p:sndAc>
      <p:stSnd>
        <p:snd r:embed="rId4" name="bonk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9" dur="85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2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1" dur="109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4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3" dur="1210" fill="hold" repeatCount="indefinite" autoRev="1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6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5" dur="1330" fill="hold" repeatCount="indefinite" autoRev="1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1" presetID="53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8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0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100000">
                                        <p:cTn id="2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6" name="cheer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Pop every balloon with"/>
          <p:cNvSpPr/>
          <p:nvPr/>
        </p:nvSpPr>
        <p:spPr>
          <a:xfrm>
            <a:off x="2730500" y="190500"/>
            <a:ext cx="546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900" b="1" lang="en-US">
                <a:solidFill>
                  <a:srgbClr val="2E2640"/>
                </a:solidFill>
                <a:latin typeface="Arial"/>
                <a:cs typeface="Arial"/>
              </a:rPr>
              <a:t>Pop every balloon with</a:t>
            </a:r>
          </a:p>
        </p:txBody>
      </p:sp>
      <p:sp>
        <p:nvSpPr>
          <p:cNvPr id="5" name="Find هِ" descr="هِ"/>
          <p:cNvSpPr/>
          <p:nvPr/>
        </p:nvSpPr>
        <p:spPr>
          <a:xfrm>
            <a:off x="81915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هِ</a:t>
            </a:r>
          </a:p>
        </p:txBody>
      </p:sp>
      <p:sp>
        <p:nvSpPr>
          <p:cNvPr id="6" name="Star place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Balloon 1" descr="Balloon 1">
            <a:hlinkClick action="ppaction://hlinksldjump" r:id="rId6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5500" y="1905000"/>
            <a:ext cx="1651000" cy="2857500"/>
          </a:xfrm>
          <a:prstGeom prst="rect">
            <a:avLst/>
          </a:prstGeom>
        </p:spPr>
      </p:pic>
      <p:sp>
        <p:nvSpPr>
          <p:cNvPr id="9" name="Balloon letter 1 رِ" descr="رِ">
            <a:hlinkClick action="ppaction://hlinksldjump" r:id="rId6"/>
          </p:cNvPr>
          <p:cNvSpPr/>
          <p:nvPr/>
        </p:nvSpPr>
        <p:spPr>
          <a:xfrm>
            <a:off x="952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رِ</a:t>
            </a:r>
          </a:p>
        </p:txBody>
      </p:sp>
      <p:pic>
        <p:nvPicPr>
          <p:cNvPr id="10" name="Balloon 2" descr="Balloon 2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48000" y="2286000"/>
            <a:ext cx="1651000" cy="2857500"/>
          </a:xfrm>
          <a:prstGeom prst="rect">
            <a:avLst/>
          </a:prstGeom>
        </p:spPr>
      </p:pic>
      <p:sp>
        <p:nvSpPr>
          <p:cNvPr id="11" name="Balloon letter 2 هِ" descr="هِ">
            <a:hlinkClick action="ppaction://hlinksldjump" r:id="rId7"/>
          </p:cNvPr>
          <p:cNvSpPr/>
          <p:nvPr/>
        </p:nvSpPr>
        <p:spPr>
          <a:xfrm>
            <a:off x="3175000" y="2520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هِ</a:t>
            </a:r>
          </a:p>
        </p:txBody>
      </p:sp>
      <p:pic>
        <p:nvPicPr>
          <p:cNvPr id="12" name="Balloon 3" descr="Balloon 3">
            <a:hlinkClick action="ppaction://hlinksldjump" r:id="rId8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70500" y="1905000"/>
            <a:ext cx="1651000" cy="2857500"/>
          </a:xfrm>
          <a:prstGeom prst="rect">
            <a:avLst/>
          </a:prstGeom>
        </p:spPr>
      </p:pic>
      <p:sp>
        <p:nvSpPr>
          <p:cNvPr id="13" name="Balloon letter 3 هِ" descr="هِ">
            <a:hlinkClick action="ppaction://hlinksldjump" r:id="rId8"/>
          </p:cNvPr>
          <p:cNvSpPr/>
          <p:nvPr/>
        </p:nvSpPr>
        <p:spPr>
          <a:xfrm>
            <a:off x="5397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هِ</a:t>
            </a:r>
          </a:p>
        </p:txBody>
      </p:sp>
      <p:pic>
        <p:nvPicPr>
          <p:cNvPr id="14" name="Balloon 4" descr="Balloon 4">
            <a:hlinkClick action="ppaction://hlinksldjump" r:id="rId6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3000" y="2286000"/>
            <a:ext cx="1651000" cy="2857500"/>
          </a:xfrm>
          <a:prstGeom prst="rect">
            <a:avLst/>
          </a:prstGeom>
        </p:spPr>
      </p:pic>
      <p:sp>
        <p:nvSpPr>
          <p:cNvPr id="15" name="Balloon letter 4 جِ" descr="جِ">
            <a:hlinkClick action="ppaction://hlinksldjump" r:id="rId6"/>
          </p:cNvPr>
          <p:cNvSpPr/>
          <p:nvPr/>
        </p:nvSpPr>
        <p:spPr>
          <a:xfrm>
            <a:off x="7620000" y="2520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جِ</a:t>
            </a:r>
          </a:p>
        </p:txBody>
      </p:sp>
      <p:pic>
        <p:nvPicPr>
          <p:cNvPr id="16" name="Balloon 5" descr="Balloon 5">
            <a:hlinkClick action="ppaction://hlinksldjump" r:id="rId6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15500" y="1905000"/>
            <a:ext cx="1651000" cy="2857500"/>
          </a:xfrm>
          <a:prstGeom prst="rect">
            <a:avLst/>
          </a:prstGeom>
        </p:spPr>
      </p:pic>
      <p:sp>
        <p:nvSpPr>
          <p:cNvPr id="17" name="Balloon letter 5 طِ" descr="طِ">
            <a:hlinkClick action="ppaction://hlinksldjump" r:id="rId6"/>
          </p:cNvPr>
          <p:cNvSpPr/>
          <p:nvPr/>
        </p:nvSpPr>
        <p:spPr>
          <a:xfrm>
            <a:off x="9842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طِ</a:t>
            </a:r>
          </a:p>
        </p:txBody>
      </p:sp>
      <p:sp>
        <p:nvSpPr>
          <p:cNvPr id="18" name="Next button">
            <a:hlinkClick action="ppaction://hlinksldjump" r:id="rId9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Next arrow">
            <a:hlinkClick action="ppaction://hlinksldjump" r:id="rId9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4" dur="1500" fill="hold" repeatCount="indefinite" autoRev="1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6" dur="150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8" dur="1670" fill="hold" repeatCount="indefinite" autoRev="1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0" dur="1670" fill="hold" repeatCount="indefinite" autoRev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2" dur="184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4" dur="1840" fill="hold" repeatCount="indefinite" autoRev="1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7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6" dur="2010" fill="hold" repeatCount="indefinite" autoRev="1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9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8" dur="2010" fill="hold" repeatCount="indefinite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1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20" dur="2180" fill="hold" repeatCount="indefinite" autoRev="1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3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22" dur="2180" fill="hold" repeatCount="indefinite" autoRev="1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9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Pop every balloon with"/>
          <p:cNvSpPr/>
          <p:nvPr/>
        </p:nvSpPr>
        <p:spPr>
          <a:xfrm>
            <a:off x="2730500" y="190500"/>
            <a:ext cx="546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900" b="1" lang="en-US">
                <a:solidFill>
                  <a:srgbClr val="2E2640"/>
                </a:solidFill>
                <a:latin typeface="Arial"/>
                <a:cs typeface="Arial"/>
              </a:rPr>
              <a:t>Pop every balloon with</a:t>
            </a:r>
          </a:p>
        </p:txBody>
      </p:sp>
      <p:sp>
        <p:nvSpPr>
          <p:cNvPr id="5" name="Find هِ" descr="هِ"/>
          <p:cNvSpPr/>
          <p:nvPr/>
        </p:nvSpPr>
        <p:spPr>
          <a:xfrm>
            <a:off x="81915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هِ</a:t>
            </a:r>
          </a:p>
        </p:txBody>
      </p:sp>
      <p:sp>
        <p:nvSpPr>
          <p:cNvPr id="6" name="Star place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Balloon 1" descr="Balloon 1">
            <a:hlinkClick action="ppaction://hlinksldjump" r:id="rId6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5500" y="1905000"/>
            <a:ext cx="1651000" cy="2857500"/>
          </a:xfrm>
          <a:prstGeom prst="rect">
            <a:avLst/>
          </a:prstGeom>
        </p:spPr>
      </p:pic>
      <p:sp>
        <p:nvSpPr>
          <p:cNvPr id="9" name="Balloon letter 1 رِ" descr="رِ">
            <a:hlinkClick action="ppaction://hlinksldjump" r:id="rId6"/>
          </p:cNvPr>
          <p:cNvSpPr/>
          <p:nvPr/>
        </p:nvSpPr>
        <p:spPr>
          <a:xfrm>
            <a:off x="952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رِ</a:t>
            </a:r>
          </a:p>
        </p:txBody>
      </p:sp>
      <p:pic>
        <p:nvPicPr>
          <p:cNvPr id="10" name="Balloon 2" descr="Balloon 2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48000" y="2286000"/>
            <a:ext cx="1651000" cy="2857500"/>
          </a:xfrm>
          <a:prstGeom prst="rect">
            <a:avLst/>
          </a:prstGeom>
        </p:spPr>
      </p:pic>
      <p:sp>
        <p:nvSpPr>
          <p:cNvPr id="11" name="Balloon letter 2 هِ" descr="هِ">
            <a:hlinkClick action="ppaction://hlinksldjump" r:id="rId7"/>
          </p:cNvPr>
          <p:cNvSpPr/>
          <p:nvPr/>
        </p:nvSpPr>
        <p:spPr>
          <a:xfrm>
            <a:off x="3175000" y="2520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هِ</a:t>
            </a:r>
          </a:p>
        </p:txBody>
      </p:sp>
      <p:pic>
        <p:nvPicPr>
          <p:cNvPr id="12" name="Balloon 3" descr="Balloon 3">
            <a:hlinkClick action="ppaction://hlinksldjump" r:id="rId8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70500" y="1905000"/>
            <a:ext cx="1651000" cy="2857500"/>
          </a:xfrm>
          <a:prstGeom prst="rect">
            <a:avLst/>
          </a:prstGeom>
        </p:spPr>
      </p:pic>
      <p:sp>
        <p:nvSpPr>
          <p:cNvPr id="13" name="Balloon letter 3 هِ" descr="هِ">
            <a:hlinkClick action="ppaction://hlinksldjump" r:id="rId8"/>
          </p:cNvPr>
          <p:cNvSpPr/>
          <p:nvPr/>
        </p:nvSpPr>
        <p:spPr>
          <a:xfrm>
            <a:off x="5397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هِ</a:t>
            </a:r>
          </a:p>
        </p:txBody>
      </p:sp>
      <p:pic>
        <p:nvPicPr>
          <p:cNvPr id="14" name="Balloon 4" descr="Balloon 4">
            <a:hlinkClick action="ppaction://hlinksldjump" r:id="rId6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3000" y="2286000"/>
            <a:ext cx="1651000" cy="2857500"/>
          </a:xfrm>
          <a:prstGeom prst="rect">
            <a:avLst/>
          </a:prstGeom>
        </p:spPr>
      </p:pic>
      <p:sp>
        <p:nvSpPr>
          <p:cNvPr id="15" name="Balloon letter 4 جِ" descr="جِ">
            <a:hlinkClick action="ppaction://hlinksldjump" r:id="rId6"/>
          </p:cNvPr>
          <p:cNvSpPr/>
          <p:nvPr/>
        </p:nvSpPr>
        <p:spPr>
          <a:xfrm>
            <a:off x="7620000" y="2520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جِ</a:t>
            </a:r>
          </a:p>
        </p:txBody>
      </p:sp>
      <p:pic>
        <p:nvPicPr>
          <p:cNvPr id="16" name="Balloon 5" descr="Balloon 5">
            <a:hlinkClick action="ppaction://hlinksldjump" r:id="rId6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15500" y="1905000"/>
            <a:ext cx="1651000" cy="2857500"/>
          </a:xfrm>
          <a:prstGeom prst="rect">
            <a:avLst/>
          </a:prstGeom>
        </p:spPr>
      </p:pic>
      <p:sp>
        <p:nvSpPr>
          <p:cNvPr id="17" name="Balloon letter 5 طِ" descr="طِ">
            <a:hlinkClick action="ppaction://hlinksldjump" r:id="rId6"/>
          </p:cNvPr>
          <p:cNvSpPr/>
          <p:nvPr/>
        </p:nvSpPr>
        <p:spPr>
          <a:xfrm>
            <a:off x="9842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طِ</a:t>
            </a:r>
          </a:p>
        </p:txBody>
      </p:sp>
      <p:sp>
        <p:nvSpPr>
          <p:cNvPr id="18" name="Try again!" descr="Try again!"/>
          <p:cNvSpPr/>
          <p:nvPr/>
        </p:nvSpPr>
        <p:spPr>
          <a:xfrm>
            <a:off x="7937500" y="5270500"/>
            <a:ext cx="3048000" cy="1460500"/>
          </a:xfrm>
          <a:prstGeom prst="cloudCallout">
            <a:avLst/>
          </a:prstGeom>
          <a:solidFill>
            <a:srgbClr val="FFFFFF"/>
          </a:solidFill>
          <a:ln w="50800">
            <a:solidFill>
              <a:srgbClr val="E5536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2500" b="1" lang="en-US">
                <a:solidFill>
                  <a:srgbClr val="E5536F"/>
                </a:solidFill>
                <a:latin typeface="Arial"/>
                <a:cs typeface="Arial"/>
              </a:rPr>
              <a:t>Try again!</a:t>
            </a:r>
          </a:p>
        </p:txBody>
      </p:sp>
      <p:sp>
        <p:nvSpPr>
          <p:cNvPr id="19" name="Next button">
            <a:hlinkClick action="ppaction://hlinksldjump" r:id="rId9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Next arrow">
            <a:hlinkClick action="ppaction://hlinksldjump" r:id="rId9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10" name="boing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4" dur="1500" fill="hold" repeatCount="indefinite" autoRev="1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6" dur="150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8" dur="1670" fill="hold" repeatCount="indefinite" autoRev="1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0" dur="1670" fill="hold" repeatCount="indefinite" autoRev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2" dur="184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4" dur="1840" fill="hold" repeatCount="indefinite" autoRev="1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7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6" dur="2010" fill="hold" repeatCount="indefinite" autoRev="1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9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8" dur="2010" fill="hold" repeatCount="indefinite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1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20" dur="2180" fill="hold" repeatCount="indefinite" autoRev="1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3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22" dur="2180" fill="hold" repeatCount="indefinite" autoRev="1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8" presetID="53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60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Pop every balloon with"/>
          <p:cNvSpPr/>
          <p:nvPr/>
        </p:nvSpPr>
        <p:spPr>
          <a:xfrm>
            <a:off x="2730500" y="190500"/>
            <a:ext cx="546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900" b="1" lang="en-US">
                <a:solidFill>
                  <a:srgbClr val="2E2640"/>
                </a:solidFill>
                <a:latin typeface="Arial"/>
                <a:cs typeface="Arial"/>
              </a:rPr>
              <a:t>Pop every balloon with</a:t>
            </a:r>
          </a:p>
        </p:txBody>
      </p:sp>
      <p:sp>
        <p:nvSpPr>
          <p:cNvPr id="5" name="Find هِ" descr="هِ"/>
          <p:cNvSpPr/>
          <p:nvPr/>
        </p:nvSpPr>
        <p:spPr>
          <a:xfrm>
            <a:off x="81915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هِ</a:t>
            </a:r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Balloon 1" descr="Balloon 1">
            <a:hlinkClick action="ppaction://hlinksldjump" r:id="rId5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5500" y="1905000"/>
            <a:ext cx="1651000" cy="2857500"/>
          </a:xfrm>
          <a:prstGeom prst="rect">
            <a:avLst/>
          </a:prstGeom>
        </p:spPr>
      </p:pic>
      <p:sp>
        <p:nvSpPr>
          <p:cNvPr id="9" name="Balloon letter 1 رِ" descr="رِ">
            <a:hlinkClick action="ppaction://hlinksldjump" r:id="rId5"/>
          </p:cNvPr>
          <p:cNvSpPr/>
          <p:nvPr/>
        </p:nvSpPr>
        <p:spPr>
          <a:xfrm>
            <a:off x="952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رِ</a:t>
            </a:r>
          </a:p>
        </p:txBody>
      </p:sp>
      <p:pic>
        <p:nvPicPr>
          <p:cNvPr id="10" name="Balloon 3" descr="Balloon 3">
            <a:hlinkClick action="ppaction://hlinksldjump" r:id="rId6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70500" y="1905000"/>
            <a:ext cx="1651000" cy="2857500"/>
          </a:xfrm>
          <a:prstGeom prst="rect">
            <a:avLst/>
          </a:prstGeom>
        </p:spPr>
      </p:pic>
      <p:sp>
        <p:nvSpPr>
          <p:cNvPr id="11" name="Balloon letter 3 هِ" descr="هِ">
            <a:hlinkClick action="ppaction://hlinksldjump" r:id="rId6"/>
          </p:cNvPr>
          <p:cNvSpPr/>
          <p:nvPr/>
        </p:nvSpPr>
        <p:spPr>
          <a:xfrm>
            <a:off x="5397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هِ</a:t>
            </a:r>
          </a:p>
        </p:txBody>
      </p:sp>
      <p:pic>
        <p:nvPicPr>
          <p:cNvPr id="12" name="Balloon 4" descr="Balloon 4">
            <a:hlinkClick action="ppaction://hlinksldjump" r:id="rId5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3000" y="2286000"/>
            <a:ext cx="1651000" cy="2857500"/>
          </a:xfrm>
          <a:prstGeom prst="rect">
            <a:avLst/>
          </a:prstGeom>
        </p:spPr>
      </p:pic>
      <p:sp>
        <p:nvSpPr>
          <p:cNvPr id="13" name="Balloon letter 4 جِ" descr="جِ">
            <a:hlinkClick action="ppaction://hlinksldjump" r:id="rId5"/>
          </p:cNvPr>
          <p:cNvSpPr/>
          <p:nvPr/>
        </p:nvSpPr>
        <p:spPr>
          <a:xfrm>
            <a:off x="7620000" y="2520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جِ</a:t>
            </a:r>
          </a:p>
        </p:txBody>
      </p:sp>
      <p:pic>
        <p:nvPicPr>
          <p:cNvPr id="14" name="Balloon 5" descr="Balloon 5">
            <a:hlinkClick action="ppaction://hlinksldjump"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15500" y="1905000"/>
            <a:ext cx="1651000" cy="2857500"/>
          </a:xfrm>
          <a:prstGeom prst="rect">
            <a:avLst/>
          </a:prstGeom>
        </p:spPr>
      </p:pic>
      <p:sp>
        <p:nvSpPr>
          <p:cNvPr id="15" name="Balloon letter 5 طِ" descr="طِ">
            <a:hlinkClick action="ppaction://hlinksldjump" r:id="rId5"/>
          </p:cNvPr>
          <p:cNvSpPr/>
          <p:nvPr/>
        </p:nvSpPr>
        <p:spPr>
          <a:xfrm>
            <a:off x="9842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طِ</a:t>
            </a:r>
          </a:p>
        </p:txBody>
      </p:sp>
      <p:sp>
        <p:nvSpPr>
          <p:cNvPr id="16" name="Next button">
            <a:hlinkClick action="ppaction://hlinksldjump" r:id="rId7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Next arrow">
            <a:hlinkClick action="ppaction://hlinksldjump" r:id="rId7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8" name="po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9" dur="1500" fill="hold" repeatCount="indefinite" autoRev="1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2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1" dur="150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4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3" dur="1840" fill="hold" repeatCount="indefinite" autoRev="1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6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5" dur="1840" fill="hold" repeatCount="indefinite" autoRev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8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7" dur="201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0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9" dur="2010" fill="hold" repeatCount="indefinite" autoRev="1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2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21" dur="2180" fill="hold" repeatCount="indefinite" autoRev="1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4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23" dur="2180" fill="hold" repeatCount="indefinite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61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Pop every balloon with"/>
          <p:cNvSpPr/>
          <p:nvPr/>
        </p:nvSpPr>
        <p:spPr>
          <a:xfrm>
            <a:off x="2730500" y="190500"/>
            <a:ext cx="546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900" b="1" lang="en-US">
                <a:solidFill>
                  <a:srgbClr val="2E2640"/>
                </a:solidFill>
                <a:latin typeface="Arial"/>
                <a:cs typeface="Arial"/>
              </a:rPr>
              <a:t>Pop every balloon with</a:t>
            </a:r>
          </a:p>
        </p:txBody>
      </p:sp>
      <p:sp>
        <p:nvSpPr>
          <p:cNvPr id="5" name="Find هِ" descr="هِ"/>
          <p:cNvSpPr/>
          <p:nvPr/>
        </p:nvSpPr>
        <p:spPr>
          <a:xfrm>
            <a:off x="81915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هِ</a:t>
            </a:r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Balloon 1" descr="Balloon 1">
            <a:hlinkClick action="ppaction://hlinksldjump" r:id="rId5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5500" y="1905000"/>
            <a:ext cx="1651000" cy="2857500"/>
          </a:xfrm>
          <a:prstGeom prst="rect">
            <a:avLst/>
          </a:prstGeom>
        </p:spPr>
      </p:pic>
      <p:sp>
        <p:nvSpPr>
          <p:cNvPr id="9" name="Balloon letter 1 رِ" descr="رِ">
            <a:hlinkClick action="ppaction://hlinksldjump" r:id="rId5"/>
          </p:cNvPr>
          <p:cNvSpPr/>
          <p:nvPr/>
        </p:nvSpPr>
        <p:spPr>
          <a:xfrm>
            <a:off x="952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رِ</a:t>
            </a:r>
          </a:p>
        </p:txBody>
      </p:sp>
      <p:pic>
        <p:nvPicPr>
          <p:cNvPr id="10" name="Balloon 3" descr="Balloon 3">
            <a:hlinkClick action="ppaction://hlinksldjump" r:id="rId6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70500" y="1905000"/>
            <a:ext cx="1651000" cy="2857500"/>
          </a:xfrm>
          <a:prstGeom prst="rect">
            <a:avLst/>
          </a:prstGeom>
        </p:spPr>
      </p:pic>
      <p:sp>
        <p:nvSpPr>
          <p:cNvPr id="11" name="Balloon letter 3 هِ" descr="هِ">
            <a:hlinkClick action="ppaction://hlinksldjump" r:id="rId6"/>
          </p:cNvPr>
          <p:cNvSpPr/>
          <p:nvPr/>
        </p:nvSpPr>
        <p:spPr>
          <a:xfrm>
            <a:off x="5397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هِ</a:t>
            </a:r>
          </a:p>
        </p:txBody>
      </p:sp>
      <p:pic>
        <p:nvPicPr>
          <p:cNvPr id="12" name="Balloon 4" descr="Balloon 4">
            <a:hlinkClick action="ppaction://hlinksldjump" r:id="rId5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3000" y="2286000"/>
            <a:ext cx="1651000" cy="2857500"/>
          </a:xfrm>
          <a:prstGeom prst="rect">
            <a:avLst/>
          </a:prstGeom>
        </p:spPr>
      </p:pic>
      <p:sp>
        <p:nvSpPr>
          <p:cNvPr id="13" name="Balloon letter 4 جِ" descr="جِ">
            <a:hlinkClick action="ppaction://hlinksldjump" r:id="rId5"/>
          </p:cNvPr>
          <p:cNvSpPr/>
          <p:nvPr/>
        </p:nvSpPr>
        <p:spPr>
          <a:xfrm>
            <a:off x="7620000" y="2520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جِ</a:t>
            </a:r>
          </a:p>
        </p:txBody>
      </p:sp>
      <p:pic>
        <p:nvPicPr>
          <p:cNvPr id="14" name="Balloon 5" descr="Balloon 5">
            <a:hlinkClick action="ppaction://hlinksldjump"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15500" y="1905000"/>
            <a:ext cx="1651000" cy="2857500"/>
          </a:xfrm>
          <a:prstGeom prst="rect">
            <a:avLst/>
          </a:prstGeom>
        </p:spPr>
      </p:pic>
      <p:sp>
        <p:nvSpPr>
          <p:cNvPr id="15" name="Balloon letter 5 طِ" descr="طِ">
            <a:hlinkClick action="ppaction://hlinksldjump" r:id="rId5"/>
          </p:cNvPr>
          <p:cNvSpPr/>
          <p:nvPr/>
        </p:nvSpPr>
        <p:spPr>
          <a:xfrm>
            <a:off x="9842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طِ</a:t>
            </a:r>
          </a:p>
        </p:txBody>
      </p:sp>
      <p:sp>
        <p:nvSpPr>
          <p:cNvPr id="16" name="Try again!" descr="Try again!"/>
          <p:cNvSpPr/>
          <p:nvPr/>
        </p:nvSpPr>
        <p:spPr>
          <a:xfrm>
            <a:off x="7937500" y="5270500"/>
            <a:ext cx="3048000" cy="1460500"/>
          </a:xfrm>
          <a:prstGeom prst="cloudCallout">
            <a:avLst/>
          </a:prstGeom>
          <a:solidFill>
            <a:srgbClr val="FFFFFF"/>
          </a:solidFill>
          <a:ln w="50800">
            <a:solidFill>
              <a:srgbClr val="E5536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2500" b="1" lang="en-US">
                <a:solidFill>
                  <a:srgbClr val="E5536F"/>
                </a:solidFill>
                <a:latin typeface="Arial"/>
                <a:cs typeface="Arial"/>
              </a:rPr>
              <a:t>Try again!</a:t>
            </a:r>
          </a:p>
        </p:txBody>
      </p:sp>
      <p:sp>
        <p:nvSpPr>
          <p:cNvPr id="17" name="Next button">
            <a:hlinkClick action="ppaction://hlinksldjump" r:id="rId7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Next arrow">
            <a:hlinkClick action="ppaction://hlinksldjump" r:id="rId7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8" name="boing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4" dur="1500" fill="hold" repeatCount="indefinite" autoRev="1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6" dur="150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8" dur="1840" fill="hold" repeatCount="indefinite" autoRev="1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0" dur="1840" fill="hold" repeatCount="indefinite" autoRev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2" dur="201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4" dur="2010" fill="hold" repeatCount="indefinite" autoRev="1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7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6" dur="2180" fill="hold" repeatCount="indefinite" autoRev="1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9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8" dur="2180" fill="hold" repeatCount="indefinite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4" presetID="53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62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Pop every balloon with"/>
          <p:cNvSpPr/>
          <p:nvPr/>
        </p:nvSpPr>
        <p:spPr>
          <a:xfrm>
            <a:off x="2730500" y="190500"/>
            <a:ext cx="546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900" b="1" lang="en-US">
                <a:solidFill>
                  <a:srgbClr val="2E2640"/>
                </a:solidFill>
                <a:latin typeface="Arial"/>
                <a:cs typeface="Arial"/>
              </a:rPr>
              <a:t>Pop every balloon with</a:t>
            </a:r>
          </a:p>
        </p:txBody>
      </p:sp>
      <p:sp>
        <p:nvSpPr>
          <p:cNvPr id="5" name="Find هِ" descr="هِ"/>
          <p:cNvSpPr/>
          <p:nvPr/>
        </p:nvSpPr>
        <p:spPr>
          <a:xfrm>
            <a:off x="81915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هِ</a:t>
            </a:r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Balloon 1" descr="Balloon 1">
            <a:hlinkClick action="ppaction://hlinksldjump" r:id="rId6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5500" y="1905000"/>
            <a:ext cx="1651000" cy="2857500"/>
          </a:xfrm>
          <a:prstGeom prst="rect">
            <a:avLst/>
          </a:prstGeom>
        </p:spPr>
      </p:pic>
      <p:sp>
        <p:nvSpPr>
          <p:cNvPr id="9" name="Balloon letter 1 رِ" descr="رِ">
            <a:hlinkClick action="ppaction://hlinksldjump" r:id="rId6"/>
          </p:cNvPr>
          <p:cNvSpPr/>
          <p:nvPr/>
        </p:nvSpPr>
        <p:spPr>
          <a:xfrm>
            <a:off x="952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رِ</a:t>
            </a:r>
          </a:p>
        </p:txBody>
      </p:sp>
      <p:pic>
        <p:nvPicPr>
          <p:cNvPr id="10" name="Balloon 2" descr="Balloon 2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48000" y="2286000"/>
            <a:ext cx="1651000" cy="2857500"/>
          </a:xfrm>
          <a:prstGeom prst="rect">
            <a:avLst/>
          </a:prstGeom>
        </p:spPr>
      </p:pic>
      <p:sp>
        <p:nvSpPr>
          <p:cNvPr id="11" name="Balloon letter 2 هِ" descr="هِ">
            <a:hlinkClick action="ppaction://hlinksldjump" r:id="rId7"/>
          </p:cNvPr>
          <p:cNvSpPr/>
          <p:nvPr/>
        </p:nvSpPr>
        <p:spPr>
          <a:xfrm>
            <a:off x="3175000" y="2520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هِ</a:t>
            </a:r>
          </a:p>
        </p:txBody>
      </p:sp>
      <p:pic>
        <p:nvPicPr>
          <p:cNvPr id="12" name="Balloon 4" descr="Balloon 4">
            <a:hlinkClick action="ppaction://hlinksldjump" r:id="rId6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3000" y="2286000"/>
            <a:ext cx="1651000" cy="2857500"/>
          </a:xfrm>
          <a:prstGeom prst="rect">
            <a:avLst/>
          </a:prstGeom>
        </p:spPr>
      </p:pic>
      <p:sp>
        <p:nvSpPr>
          <p:cNvPr id="13" name="Balloon letter 4 جِ" descr="جِ">
            <a:hlinkClick action="ppaction://hlinksldjump" r:id="rId6"/>
          </p:cNvPr>
          <p:cNvSpPr/>
          <p:nvPr/>
        </p:nvSpPr>
        <p:spPr>
          <a:xfrm>
            <a:off x="7620000" y="2520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جِ</a:t>
            </a:r>
          </a:p>
        </p:txBody>
      </p:sp>
      <p:pic>
        <p:nvPicPr>
          <p:cNvPr id="14" name="Balloon 5" descr="Balloon 5">
            <a:hlinkClick action="ppaction://hlinksldjump" r:id="rId6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15500" y="1905000"/>
            <a:ext cx="1651000" cy="2857500"/>
          </a:xfrm>
          <a:prstGeom prst="rect">
            <a:avLst/>
          </a:prstGeom>
        </p:spPr>
      </p:pic>
      <p:sp>
        <p:nvSpPr>
          <p:cNvPr id="15" name="Balloon letter 5 طِ" descr="طِ">
            <a:hlinkClick action="ppaction://hlinksldjump" r:id="rId6"/>
          </p:cNvPr>
          <p:cNvSpPr/>
          <p:nvPr/>
        </p:nvSpPr>
        <p:spPr>
          <a:xfrm>
            <a:off x="9842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طِ</a:t>
            </a:r>
          </a:p>
        </p:txBody>
      </p:sp>
      <p:sp>
        <p:nvSpPr>
          <p:cNvPr id="16" name="Next button">
            <a:hlinkClick action="ppaction://hlinksldjump" r:id="rId8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Next arrow">
            <a:hlinkClick action="ppaction://hlinksldjump" r:id="rId8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9" name="po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9" dur="1500" fill="hold" repeatCount="indefinite" autoRev="1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2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1" dur="150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4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3" dur="1670" fill="hold" repeatCount="indefinite" autoRev="1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6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5" dur="1670" fill="hold" repeatCount="indefinite" autoRev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8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7" dur="201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0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9" dur="2010" fill="hold" repeatCount="indefinite" autoRev="1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2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21" dur="2180" fill="hold" repeatCount="indefinite" autoRev="1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4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23" dur="2180" fill="hold" repeatCount="indefinite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63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Pop every balloon with"/>
          <p:cNvSpPr/>
          <p:nvPr/>
        </p:nvSpPr>
        <p:spPr>
          <a:xfrm>
            <a:off x="2730500" y="190500"/>
            <a:ext cx="546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900" b="1" lang="en-US">
                <a:solidFill>
                  <a:srgbClr val="2E2640"/>
                </a:solidFill>
                <a:latin typeface="Arial"/>
                <a:cs typeface="Arial"/>
              </a:rPr>
              <a:t>Pop every balloon with</a:t>
            </a:r>
          </a:p>
        </p:txBody>
      </p:sp>
      <p:sp>
        <p:nvSpPr>
          <p:cNvPr id="5" name="Find هِ" descr="هِ"/>
          <p:cNvSpPr/>
          <p:nvPr/>
        </p:nvSpPr>
        <p:spPr>
          <a:xfrm>
            <a:off x="81915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هِ</a:t>
            </a:r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Balloon 1" descr="Balloon 1">
            <a:hlinkClick action="ppaction://hlinksldjump" r:id="rId6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5500" y="1905000"/>
            <a:ext cx="1651000" cy="2857500"/>
          </a:xfrm>
          <a:prstGeom prst="rect">
            <a:avLst/>
          </a:prstGeom>
        </p:spPr>
      </p:pic>
      <p:sp>
        <p:nvSpPr>
          <p:cNvPr id="9" name="Balloon letter 1 رِ" descr="رِ">
            <a:hlinkClick action="ppaction://hlinksldjump" r:id="rId6"/>
          </p:cNvPr>
          <p:cNvSpPr/>
          <p:nvPr/>
        </p:nvSpPr>
        <p:spPr>
          <a:xfrm>
            <a:off x="952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رِ</a:t>
            </a:r>
          </a:p>
        </p:txBody>
      </p:sp>
      <p:pic>
        <p:nvPicPr>
          <p:cNvPr id="10" name="Balloon 2" descr="Balloon 2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48000" y="2286000"/>
            <a:ext cx="1651000" cy="2857500"/>
          </a:xfrm>
          <a:prstGeom prst="rect">
            <a:avLst/>
          </a:prstGeom>
        </p:spPr>
      </p:pic>
      <p:sp>
        <p:nvSpPr>
          <p:cNvPr id="11" name="Balloon letter 2 هِ" descr="هِ">
            <a:hlinkClick action="ppaction://hlinksldjump" r:id="rId7"/>
          </p:cNvPr>
          <p:cNvSpPr/>
          <p:nvPr/>
        </p:nvSpPr>
        <p:spPr>
          <a:xfrm>
            <a:off x="3175000" y="2520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هِ</a:t>
            </a:r>
          </a:p>
        </p:txBody>
      </p:sp>
      <p:pic>
        <p:nvPicPr>
          <p:cNvPr id="12" name="Balloon 4" descr="Balloon 4">
            <a:hlinkClick action="ppaction://hlinksldjump" r:id="rId6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3000" y="2286000"/>
            <a:ext cx="1651000" cy="2857500"/>
          </a:xfrm>
          <a:prstGeom prst="rect">
            <a:avLst/>
          </a:prstGeom>
        </p:spPr>
      </p:pic>
      <p:sp>
        <p:nvSpPr>
          <p:cNvPr id="13" name="Balloon letter 4 جِ" descr="جِ">
            <a:hlinkClick action="ppaction://hlinksldjump" r:id="rId6"/>
          </p:cNvPr>
          <p:cNvSpPr/>
          <p:nvPr/>
        </p:nvSpPr>
        <p:spPr>
          <a:xfrm>
            <a:off x="7620000" y="2520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جِ</a:t>
            </a:r>
          </a:p>
        </p:txBody>
      </p:sp>
      <p:pic>
        <p:nvPicPr>
          <p:cNvPr id="14" name="Balloon 5" descr="Balloon 5">
            <a:hlinkClick action="ppaction://hlinksldjump" r:id="rId6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15500" y="1905000"/>
            <a:ext cx="1651000" cy="2857500"/>
          </a:xfrm>
          <a:prstGeom prst="rect">
            <a:avLst/>
          </a:prstGeom>
        </p:spPr>
      </p:pic>
      <p:sp>
        <p:nvSpPr>
          <p:cNvPr id="15" name="Balloon letter 5 طِ" descr="طِ">
            <a:hlinkClick action="ppaction://hlinksldjump" r:id="rId6"/>
          </p:cNvPr>
          <p:cNvSpPr/>
          <p:nvPr/>
        </p:nvSpPr>
        <p:spPr>
          <a:xfrm>
            <a:off x="9842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طِ</a:t>
            </a:r>
          </a:p>
        </p:txBody>
      </p:sp>
      <p:sp>
        <p:nvSpPr>
          <p:cNvPr id="16" name="Try again!" descr="Try again!"/>
          <p:cNvSpPr/>
          <p:nvPr/>
        </p:nvSpPr>
        <p:spPr>
          <a:xfrm>
            <a:off x="7937500" y="5270500"/>
            <a:ext cx="3048000" cy="1460500"/>
          </a:xfrm>
          <a:prstGeom prst="cloudCallout">
            <a:avLst/>
          </a:prstGeom>
          <a:solidFill>
            <a:srgbClr val="FFFFFF"/>
          </a:solidFill>
          <a:ln w="50800">
            <a:solidFill>
              <a:srgbClr val="E5536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2500" b="1" lang="en-US">
                <a:solidFill>
                  <a:srgbClr val="E5536F"/>
                </a:solidFill>
                <a:latin typeface="Arial"/>
                <a:cs typeface="Arial"/>
              </a:rPr>
              <a:t>Try again!</a:t>
            </a:r>
          </a:p>
        </p:txBody>
      </p:sp>
      <p:sp>
        <p:nvSpPr>
          <p:cNvPr id="17" name="Next button">
            <a:hlinkClick action="ppaction://hlinksldjump" r:id="rId8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Next arrow">
            <a:hlinkClick action="ppaction://hlinksldjump" r:id="rId8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9" name="boing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4" dur="1500" fill="hold" repeatCount="indefinite" autoRev="1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6" dur="150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8" dur="1670" fill="hold" repeatCount="indefinite" autoRev="1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0" dur="1670" fill="hold" repeatCount="indefinite" autoRev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2" dur="201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4" dur="2010" fill="hold" repeatCount="indefinite" autoRev="1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7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6" dur="2180" fill="hold" repeatCount="indefinite" autoRev="1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9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8" dur="2180" fill="hold" repeatCount="indefinite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4" presetID="53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64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Pop every balloon with"/>
          <p:cNvSpPr/>
          <p:nvPr/>
        </p:nvSpPr>
        <p:spPr>
          <a:xfrm>
            <a:off x="2730500" y="190500"/>
            <a:ext cx="546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900" b="1" lang="en-US">
                <a:solidFill>
                  <a:srgbClr val="2E2640"/>
                </a:solidFill>
                <a:latin typeface="Arial"/>
                <a:cs typeface="Arial"/>
              </a:rPr>
              <a:t>Pop every balloon with</a:t>
            </a:r>
          </a:p>
        </p:txBody>
      </p:sp>
      <p:sp>
        <p:nvSpPr>
          <p:cNvPr id="5" name="Find هِ" descr="هِ"/>
          <p:cNvSpPr/>
          <p:nvPr/>
        </p:nvSpPr>
        <p:spPr>
          <a:xfrm>
            <a:off x="81915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هِ</a:t>
            </a:r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Balloon 1" descr="Balloon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5500" y="1905000"/>
            <a:ext cx="1651000" cy="2857500"/>
          </a:xfrm>
          <a:prstGeom prst="rect">
            <a:avLst/>
          </a:prstGeom>
        </p:spPr>
      </p:pic>
      <p:sp>
        <p:nvSpPr>
          <p:cNvPr id="9" name="Balloon letter 1 رِ" descr="رِ"/>
          <p:cNvSpPr/>
          <p:nvPr/>
        </p:nvSpPr>
        <p:spPr>
          <a:xfrm>
            <a:off x="952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رِ</a:t>
            </a:r>
          </a:p>
        </p:txBody>
      </p:sp>
      <p:pic>
        <p:nvPicPr>
          <p:cNvPr id="10" name="Balloon 4" descr="Balloon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3000" y="2286000"/>
            <a:ext cx="1651000" cy="2857500"/>
          </a:xfrm>
          <a:prstGeom prst="rect">
            <a:avLst/>
          </a:prstGeom>
        </p:spPr>
      </p:pic>
      <p:sp>
        <p:nvSpPr>
          <p:cNvPr id="11" name="Balloon letter 4 جِ" descr="جِ"/>
          <p:cNvSpPr/>
          <p:nvPr/>
        </p:nvSpPr>
        <p:spPr>
          <a:xfrm>
            <a:off x="7620000" y="2520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جِ</a:t>
            </a:r>
          </a:p>
        </p:txBody>
      </p:sp>
      <p:pic>
        <p:nvPicPr>
          <p:cNvPr id="12" name="Balloon 5" descr="Balloon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15500" y="1905000"/>
            <a:ext cx="1651000" cy="2857500"/>
          </a:xfrm>
          <a:prstGeom prst="rect">
            <a:avLst/>
          </a:prstGeom>
        </p:spPr>
      </p:pic>
      <p:sp>
        <p:nvSpPr>
          <p:cNvPr id="13" name="Balloon letter 5 طِ" descr="طِ"/>
          <p:cNvSpPr/>
          <p:nvPr/>
        </p:nvSpPr>
        <p:spPr>
          <a:xfrm>
            <a:off x="9842500" y="2139950"/>
            <a:ext cx="1397000" cy="13970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7400" b="1" lang="ar-SA">
                <a:solidFill>
                  <a:srgbClr val="2E2640"/>
                </a:solidFill>
                <a:latin typeface="Arial"/>
                <a:cs typeface="Arial"/>
              </a:rPr>
              <a:t>طِ</a:t>
            </a:r>
          </a:p>
        </p:txBody>
      </p:sp>
      <p:sp>
        <p:nvSpPr>
          <p:cNvPr id="14" name="Great job!" descr="Great job!"/>
          <p:cNvSpPr/>
          <p:nvPr/>
        </p:nvSpPr>
        <p:spPr>
          <a:xfrm>
            <a:off x="7937500" y="5270500"/>
            <a:ext cx="3048000" cy="1460500"/>
          </a:xfrm>
          <a:prstGeom prst="cloudCallout">
            <a:avLst/>
          </a:prstGeom>
          <a:solidFill>
            <a:srgbClr val="FFFFFF"/>
          </a:solidFill>
          <a:ln w="50800">
            <a:solidFill>
              <a:srgbClr val="2FB57A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2500" b="1" lang="en-US">
                <a:solidFill>
                  <a:srgbClr val="2FB57A"/>
                </a:solidFill>
                <a:latin typeface="Arial"/>
                <a:cs typeface="Arial"/>
              </a:rPr>
              <a:t>Great job!</a:t>
            </a:r>
          </a:p>
        </p:txBody>
      </p:sp>
      <p:sp>
        <p:nvSpPr>
          <p:cNvPr id="15" name="Next button">
            <a:hlinkClick action="ppaction://hlinksldjump" r:id="rId5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Next arrow">
            <a:hlinkClick action="ppaction://hlinksldjump" r:id="rId5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7" name="sound anchor" descr="sound anchor (invisible)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700" y="12700"/>
            <a:ext cx="25400" cy="25400"/>
          </a:xfrm>
          <a:prstGeom prst="rect">
            <a:avLst/>
          </a:prstGeom>
        </p:spPr>
      </p:pic>
    </p:spTree>
  </p:cSld>
  <p:clrMapOvr>
    <a:masterClrMapping/>
  </p:clrMapOvr>
  <p:transition advClick="0">
    <p:sndAc>
      <p:stSnd>
        <p:snd r:embed="rId6" name="po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9" dur="1500" fill="hold" repeatCount="indefinite" autoRev="1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2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1" dur="150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4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3" dur="2010" fill="hold" repeatCount="indefinite" autoRev="1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6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5" dur="2010" fill="hold" repeatCount="indefinite" autoRev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8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7" dur="218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0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-0.0250 E" pathEditMode="relative" ptsTypes="AA">
                                      <p:cBhvr>
                                        <p:cTn id="19" dur="2180" fill="hold" repeatCount="indefinite" autoRev="1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5" presetID="53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2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100000">
                                        <p:cTn id="2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8" name="cheer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921000" y="190500"/>
            <a:ext cx="6350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Feed me"/>
          <p:cNvSpPr/>
          <p:nvPr/>
        </p:nvSpPr>
        <p:spPr>
          <a:xfrm>
            <a:off x="3048000" y="190500"/>
            <a:ext cx="4826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600" b="1" lang="en-US">
                <a:solidFill>
                  <a:srgbClr val="2E2640"/>
                </a:solidFill>
                <a:latin typeface="Arial"/>
                <a:cs typeface="Arial"/>
              </a:rPr>
              <a:t>Feed me</a:t>
            </a:r>
          </a:p>
        </p:txBody>
      </p:sp>
      <p:sp>
        <p:nvSpPr>
          <p:cNvPr id="5" name="Find هِ" descr="هِ"/>
          <p:cNvSpPr/>
          <p:nvPr/>
        </p:nvSpPr>
        <p:spPr>
          <a:xfrm>
            <a:off x="78740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هِ</a:t>
            </a:r>
          </a:p>
        </p:txBody>
      </p:sp>
      <p:pic>
        <p:nvPicPr>
          <p:cNvPr id="6" name="Monster" descr="Monste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2095500"/>
            <a:ext cx="3810000" cy="3810000"/>
          </a:xfrm>
          <a:prstGeom prst="rect">
            <a:avLst/>
          </a:prstGeom>
        </p:spPr>
      </p:pic>
      <p:pic>
        <p:nvPicPr>
          <p:cNvPr id="7" name="Food 1" descr="Food 1">
            <a:hlinkClick action="ppaction://hlinksldjump" r:id="rId6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5000" y="1778000"/>
            <a:ext cx="1905000" cy="1905000"/>
          </a:xfrm>
          <a:prstGeom prst="rect">
            <a:avLst/>
          </a:prstGeom>
        </p:spPr>
      </p:pic>
      <p:sp>
        <p:nvSpPr>
          <p:cNvPr id="8" name="Food letter 1 هِ" descr="هِ">
            <a:hlinkClick action="ppaction://hlinksldjump" r:id="rId6"/>
          </p:cNvPr>
          <p:cNvSpPr/>
          <p:nvPr/>
        </p:nvSpPr>
        <p:spPr>
          <a:xfrm>
            <a:off x="7429500" y="2317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هِ</a:t>
            </a:r>
          </a:p>
        </p:txBody>
      </p:sp>
      <p:pic>
        <p:nvPicPr>
          <p:cNvPr id="9" name="Food 2" descr="Food 2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25000" y="1778000"/>
            <a:ext cx="1905000" cy="1905000"/>
          </a:xfrm>
          <a:prstGeom prst="rect">
            <a:avLst/>
          </a:prstGeom>
        </p:spPr>
      </p:pic>
      <p:sp>
        <p:nvSpPr>
          <p:cNvPr id="10" name="Food letter 2 ثِ" descr="ثِ">
            <a:hlinkClick action="ppaction://hlinksldjump" r:id="rId7"/>
          </p:cNvPr>
          <p:cNvSpPr/>
          <p:nvPr/>
        </p:nvSpPr>
        <p:spPr>
          <a:xfrm>
            <a:off x="9969500" y="2317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ثِ</a:t>
            </a:r>
          </a:p>
        </p:txBody>
      </p:sp>
      <p:pic>
        <p:nvPicPr>
          <p:cNvPr id="11" name="Food 3" descr="Food 3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85000" y="4064000"/>
            <a:ext cx="1905000" cy="1905000"/>
          </a:xfrm>
          <a:prstGeom prst="rect">
            <a:avLst/>
          </a:prstGeom>
        </p:spPr>
      </p:pic>
      <p:sp>
        <p:nvSpPr>
          <p:cNvPr id="12" name="Food letter 3 رِ" descr="رِ">
            <a:hlinkClick action="ppaction://hlinksldjump" r:id="rId7"/>
          </p:cNvPr>
          <p:cNvSpPr/>
          <p:nvPr/>
        </p:nvSpPr>
        <p:spPr>
          <a:xfrm>
            <a:off x="7429500" y="4603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رِ</a:t>
            </a:r>
          </a:p>
        </p:txBody>
      </p:sp>
      <p:pic>
        <p:nvPicPr>
          <p:cNvPr id="13" name="Food 4" descr="Food 4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25000" y="4064000"/>
            <a:ext cx="1905000" cy="1905000"/>
          </a:xfrm>
          <a:prstGeom prst="rect">
            <a:avLst/>
          </a:prstGeom>
        </p:spPr>
      </p:pic>
      <p:sp>
        <p:nvSpPr>
          <p:cNvPr id="14" name="Food letter 4 شِ" descr="شِ">
            <a:hlinkClick action="ppaction://hlinksldjump" r:id="rId7"/>
          </p:cNvPr>
          <p:cNvSpPr/>
          <p:nvPr/>
        </p:nvSpPr>
        <p:spPr>
          <a:xfrm>
            <a:off x="9969500" y="4603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شِ</a:t>
            </a:r>
          </a:p>
        </p:txBody>
      </p:sp>
      <p:sp>
        <p:nvSpPr>
          <p:cNvPr id="15" name="Next button">
            <a:hlinkClick action="ppaction://hlinksldjump" r:id="rId8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Next arrow">
            <a:hlinkClick action="ppaction://hlinksldjump" r:id="rId8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 spd="med">
    <p:fade/>
  </p:transition>
</p:sld>
</file>

<file path=ppt/slides/slide466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921000" y="190500"/>
            <a:ext cx="6350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Feed me"/>
          <p:cNvSpPr/>
          <p:nvPr/>
        </p:nvSpPr>
        <p:spPr>
          <a:xfrm>
            <a:off x="3048000" y="190500"/>
            <a:ext cx="4826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600" b="1" lang="en-US">
                <a:solidFill>
                  <a:srgbClr val="2E2640"/>
                </a:solidFill>
                <a:latin typeface="Arial"/>
                <a:cs typeface="Arial"/>
              </a:rPr>
              <a:t>Feed me</a:t>
            </a:r>
          </a:p>
        </p:txBody>
      </p:sp>
      <p:sp>
        <p:nvSpPr>
          <p:cNvPr id="5" name="Find هِ" descr="هِ"/>
          <p:cNvSpPr/>
          <p:nvPr/>
        </p:nvSpPr>
        <p:spPr>
          <a:xfrm>
            <a:off x="78740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هِ</a:t>
            </a:r>
          </a:p>
        </p:txBody>
      </p:sp>
      <p:pic>
        <p:nvPicPr>
          <p:cNvPr id="6" name="Monster" descr="Monste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2095500"/>
            <a:ext cx="3810000" cy="3810000"/>
          </a:xfrm>
          <a:prstGeom prst="rect">
            <a:avLst/>
          </a:prstGeom>
        </p:spPr>
      </p:pic>
      <p:pic>
        <p:nvPicPr>
          <p:cNvPr id="7" name="Food 1" descr="Food 1">
            <a:hlinkClick action="ppaction://hlinksldjump" r:id="rId6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5000" y="1778000"/>
            <a:ext cx="1905000" cy="1905000"/>
          </a:xfrm>
          <a:prstGeom prst="rect">
            <a:avLst/>
          </a:prstGeom>
        </p:spPr>
      </p:pic>
      <p:sp>
        <p:nvSpPr>
          <p:cNvPr id="8" name="Food letter 1 هِ" descr="هِ">
            <a:hlinkClick action="ppaction://hlinksldjump" r:id="rId6"/>
          </p:cNvPr>
          <p:cNvSpPr/>
          <p:nvPr/>
        </p:nvSpPr>
        <p:spPr>
          <a:xfrm>
            <a:off x="7429500" y="2317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هِ</a:t>
            </a:r>
          </a:p>
        </p:txBody>
      </p:sp>
      <p:pic>
        <p:nvPicPr>
          <p:cNvPr id="9" name="Food 2" descr="Food 2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25000" y="1778000"/>
            <a:ext cx="1905000" cy="1905000"/>
          </a:xfrm>
          <a:prstGeom prst="rect">
            <a:avLst/>
          </a:prstGeom>
        </p:spPr>
      </p:pic>
      <p:sp>
        <p:nvSpPr>
          <p:cNvPr id="10" name="Food letter 2 ثِ" descr="ثِ">
            <a:hlinkClick action="ppaction://hlinksldjump" r:id="rId7"/>
          </p:cNvPr>
          <p:cNvSpPr/>
          <p:nvPr/>
        </p:nvSpPr>
        <p:spPr>
          <a:xfrm>
            <a:off x="9969500" y="2317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ثِ</a:t>
            </a:r>
          </a:p>
        </p:txBody>
      </p:sp>
      <p:pic>
        <p:nvPicPr>
          <p:cNvPr id="11" name="Food 3" descr="Food 3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85000" y="4064000"/>
            <a:ext cx="1905000" cy="1905000"/>
          </a:xfrm>
          <a:prstGeom prst="rect">
            <a:avLst/>
          </a:prstGeom>
        </p:spPr>
      </p:pic>
      <p:sp>
        <p:nvSpPr>
          <p:cNvPr id="12" name="Food letter 3 رِ" descr="رِ">
            <a:hlinkClick action="ppaction://hlinksldjump" r:id="rId7"/>
          </p:cNvPr>
          <p:cNvSpPr/>
          <p:nvPr/>
        </p:nvSpPr>
        <p:spPr>
          <a:xfrm>
            <a:off x="7429500" y="4603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رِ</a:t>
            </a:r>
          </a:p>
        </p:txBody>
      </p:sp>
      <p:pic>
        <p:nvPicPr>
          <p:cNvPr id="13" name="Food 4" descr="Food 4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25000" y="4064000"/>
            <a:ext cx="1905000" cy="1905000"/>
          </a:xfrm>
          <a:prstGeom prst="rect">
            <a:avLst/>
          </a:prstGeom>
        </p:spPr>
      </p:pic>
      <p:sp>
        <p:nvSpPr>
          <p:cNvPr id="14" name="Food letter 4 شِ" descr="شِ">
            <a:hlinkClick action="ppaction://hlinksldjump" r:id="rId7"/>
          </p:cNvPr>
          <p:cNvSpPr/>
          <p:nvPr/>
        </p:nvSpPr>
        <p:spPr>
          <a:xfrm>
            <a:off x="9969500" y="4603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شِ</a:t>
            </a:r>
          </a:p>
        </p:txBody>
      </p:sp>
      <p:sp>
        <p:nvSpPr>
          <p:cNvPr id="15" name="No, thanks!" descr="No, thanks!"/>
          <p:cNvSpPr/>
          <p:nvPr/>
        </p:nvSpPr>
        <p:spPr>
          <a:xfrm>
            <a:off x="3302000" y="1079500"/>
            <a:ext cx="3302000" cy="1524000"/>
          </a:xfrm>
          <a:prstGeom prst="cloudCallout">
            <a:avLst/>
          </a:prstGeom>
          <a:solidFill>
            <a:srgbClr val="FFFFFF"/>
          </a:solidFill>
          <a:ln w="50800">
            <a:solidFill>
              <a:srgbClr val="E5536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2500" b="1" lang="en-US">
                <a:solidFill>
                  <a:srgbClr val="E5536F"/>
                </a:solidFill>
                <a:latin typeface="Arial"/>
                <a:cs typeface="Arial"/>
              </a:rPr>
              <a:t>No, thanks!</a:t>
            </a:r>
          </a:p>
        </p:txBody>
      </p:sp>
      <p:sp>
        <p:nvSpPr>
          <p:cNvPr id="16" name="Next button">
            <a:hlinkClick action="ppaction://hlinksldjump" r:id="rId8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Next arrow">
            <a:hlinkClick action="ppaction://hlinksldjump" r:id="rId8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9" name="boing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53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" dur="4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4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67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921000" y="190500"/>
            <a:ext cx="6350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Feed me"/>
          <p:cNvSpPr/>
          <p:nvPr/>
        </p:nvSpPr>
        <p:spPr>
          <a:xfrm>
            <a:off x="3048000" y="190500"/>
            <a:ext cx="4826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600" b="1" lang="en-US">
                <a:solidFill>
                  <a:srgbClr val="2E2640"/>
                </a:solidFill>
                <a:latin typeface="Arial"/>
                <a:cs typeface="Arial"/>
              </a:rPr>
              <a:t>Feed me</a:t>
            </a:r>
          </a:p>
        </p:txBody>
      </p:sp>
      <p:sp>
        <p:nvSpPr>
          <p:cNvPr id="5" name="Find هِ" descr="هِ"/>
          <p:cNvSpPr/>
          <p:nvPr/>
        </p:nvSpPr>
        <p:spPr>
          <a:xfrm>
            <a:off x="78740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هِ</a:t>
            </a:r>
          </a:p>
        </p:txBody>
      </p:sp>
      <p:pic>
        <p:nvPicPr>
          <p:cNvPr id="6" name="Monster" descr="Monste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2095500"/>
            <a:ext cx="3810000" cy="3810000"/>
          </a:xfrm>
          <a:prstGeom prst="rect">
            <a:avLst/>
          </a:prstGeom>
        </p:spPr>
      </p:pic>
      <p:pic>
        <p:nvPicPr>
          <p:cNvPr id="7" name="Food 2" descr="Food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25000" y="1778000"/>
            <a:ext cx="1905000" cy="1905000"/>
          </a:xfrm>
          <a:prstGeom prst="rect">
            <a:avLst/>
          </a:prstGeom>
        </p:spPr>
      </p:pic>
      <p:sp>
        <p:nvSpPr>
          <p:cNvPr id="8" name="Food letter 2 ثِ" descr="ثِ"/>
          <p:cNvSpPr/>
          <p:nvPr/>
        </p:nvSpPr>
        <p:spPr>
          <a:xfrm>
            <a:off x="9969500" y="2317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ثِ</a:t>
            </a:r>
          </a:p>
        </p:txBody>
      </p:sp>
      <p:pic>
        <p:nvPicPr>
          <p:cNvPr id="9" name="Food 3" descr="Food 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85000" y="4064000"/>
            <a:ext cx="1905000" cy="1905000"/>
          </a:xfrm>
          <a:prstGeom prst="rect">
            <a:avLst/>
          </a:prstGeom>
        </p:spPr>
      </p:pic>
      <p:sp>
        <p:nvSpPr>
          <p:cNvPr id="10" name="Food letter 3 رِ" descr="رِ"/>
          <p:cNvSpPr/>
          <p:nvPr/>
        </p:nvSpPr>
        <p:spPr>
          <a:xfrm>
            <a:off x="7429500" y="4603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رِ</a:t>
            </a:r>
          </a:p>
        </p:txBody>
      </p:sp>
      <p:pic>
        <p:nvPicPr>
          <p:cNvPr id="11" name="Food 4" descr="Food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25000" y="4064000"/>
            <a:ext cx="1905000" cy="1905000"/>
          </a:xfrm>
          <a:prstGeom prst="rect">
            <a:avLst/>
          </a:prstGeom>
        </p:spPr>
      </p:pic>
      <p:sp>
        <p:nvSpPr>
          <p:cNvPr id="12" name="Food letter 4 شِ" descr="شِ"/>
          <p:cNvSpPr/>
          <p:nvPr/>
        </p:nvSpPr>
        <p:spPr>
          <a:xfrm>
            <a:off x="9969500" y="4603750"/>
            <a:ext cx="1016000" cy="10160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5000" b="1" lang="ar-SA">
                <a:solidFill>
                  <a:srgbClr val="2E2640"/>
                </a:solidFill>
                <a:latin typeface="Arial"/>
                <a:cs typeface="Arial"/>
              </a:rPr>
              <a:t>شِ</a:t>
            </a:r>
          </a:p>
        </p:txBody>
      </p:sp>
      <p:sp>
        <p:nvSpPr>
          <p:cNvPr id="13" name="Yummy!" descr="Yummy!"/>
          <p:cNvSpPr/>
          <p:nvPr/>
        </p:nvSpPr>
        <p:spPr>
          <a:xfrm>
            <a:off x="3302000" y="1079500"/>
            <a:ext cx="3302000" cy="1524000"/>
          </a:xfrm>
          <a:prstGeom prst="cloudCallout">
            <a:avLst/>
          </a:prstGeom>
          <a:solidFill>
            <a:srgbClr val="FFFFFF"/>
          </a:solidFill>
          <a:ln w="50800">
            <a:solidFill>
              <a:srgbClr val="E5536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3200" b="1" lang="en-US">
                <a:solidFill>
                  <a:srgbClr val="E5536F"/>
                </a:solidFill>
                <a:latin typeface="Arial"/>
                <a:cs typeface="Arial"/>
              </a:rPr>
              <a:t>Yummy!</a:t>
            </a:r>
          </a:p>
        </p:txBody>
      </p:sp>
      <p:sp>
        <p:nvSpPr>
          <p:cNvPr id="14" name="Next button">
            <a:hlinkClick action="ppaction://hlinksldjump" r:id="rId6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Next arrow">
            <a:hlinkClick action="ppaction://hlinksldjump" r:id="rId6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6" name="sound anchor" descr="sound anchor (invisible)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2700" y="12700"/>
            <a:ext cx="25400" cy="25400"/>
          </a:xfrm>
          <a:prstGeom prst="rect">
            <a:avLst/>
          </a:prstGeom>
        </p:spPr>
      </p:pic>
    </p:spTree>
  </p:cSld>
  <p:clrMapOvr>
    <a:masterClrMapping/>
  </p:clrMapOvr>
  <p:transition advClick="0">
    <p:sndAc>
      <p:stSnd>
        <p:snd r:embed="rId7" name="munc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2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53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100000">
                                        <p:cTn id="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9" name="cheer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286000" y="190500"/>
            <a:ext cx="7620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Build the word, then tap GO!"/>
          <p:cNvSpPr/>
          <p:nvPr/>
        </p:nvSpPr>
        <p:spPr>
          <a:xfrm>
            <a:off x="2413000" y="190500"/>
            <a:ext cx="52705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200" b="1" lang="en-US">
                <a:solidFill>
                  <a:srgbClr val="2E2640"/>
                </a:solidFill>
                <a:latin typeface="Arial"/>
                <a:cs typeface="Arial"/>
              </a:rPr>
              <a:t>Build the word, then tap GO!</a:t>
            </a:r>
          </a:p>
        </p:txBody>
      </p:sp>
      <p:sp>
        <p:nvSpPr>
          <p:cNvPr id="5" name="Find صَعِدَ" descr="صَعِدَ"/>
          <p:cNvSpPr/>
          <p:nvPr/>
        </p:nvSpPr>
        <p:spPr>
          <a:xfrm>
            <a:off x="7683500" y="228600"/>
            <a:ext cx="20955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صَعِدَ</a:t>
            </a:r>
          </a:p>
        </p:txBody>
      </p:sp>
      <p:pic>
        <p:nvPicPr>
          <p:cNvPr id="6" name="Engine" descr="Engin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000" y="3937000"/>
            <a:ext cx="2667000" cy="1911350"/>
          </a:xfrm>
          <a:prstGeom prst="rect">
            <a:avLst/>
          </a:prstGeom>
        </p:spPr>
      </p:pic>
      <p:pic>
        <p:nvPicPr>
          <p:cNvPr id="7" name="Wagon 1" descr="Wagon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75000" y="4381500"/>
            <a:ext cx="1778000" cy="1543050"/>
          </a:xfrm>
          <a:prstGeom prst="rect">
            <a:avLst/>
          </a:prstGeom>
        </p:spPr>
      </p:pic>
      <p:pic>
        <p:nvPicPr>
          <p:cNvPr id="8" name="Wagon 2" descr="Wagon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16500" y="4381500"/>
            <a:ext cx="1778000" cy="1543050"/>
          </a:xfrm>
          <a:prstGeom prst="rect">
            <a:avLst/>
          </a:prstGeom>
        </p:spPr>
      </p:pic>
      <p:pic>
        <p:nvPicPr>
          <p:cNvPr id="9" name="Wagon 3" descr="Wagon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0" y="4381500"/>
            <a:ext cx="1778000" cy="1543050"/>
          </a:xfrm>
          <a:prstGeom prst="rect">
            <a:avLst/>
          </a:prstGeom>
        </p:spPr>
      </p:pic>
      <p:sp>
        <p:nvSpPr>
          <p:cNvPr id="10" name="Card عِ" descr="عِ">
            <a:hlinkClick action="ppaction://hlinksldjump" r:id="rId5"/>
          </p:cNvPr>
          <p:cNvSpPr/>
          <p:nvPr/>
        </p:nvSpPr>
        <p:spPr>
          <a:xfrm>
            <a:off x="3302000" y="1778000"/>
            <a:ext cx="1206500" cy="12065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FFB347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6200" b="1" lang="ar-SA">
                <a:solidFill>
                  <a:srgbClr val="2E2640"/>
                </a:solidFill>
                <a:latin typeface="Arial"/>
                <a:cs typeface="Arial"/>
              </a:rPr>
              <a:t>عِ</a:t>
            </a:r>
          </a:p>
        </p:txBody>
      </p:sp>
      <p:sp>
        <p:nvSpPr>
          <p:cNvPr id="11" name="Card دَ" descr="دَ">
            <a:hlinkClick action="ppaction://hlinksldjump" r:id="rId5"/>
          </p:cNvPr>
          <p:cNvSpPr/>
          <p:nvPr/>
        </p:nvSpPr>
        <p:spPr>
          <a:xfrm>
            <a:off x="4953000" y="1778000"/>
            <a:ext cx="1206500" cy="12065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FFB347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6200" b="1" lang="ar-SA">
                <a:solidFill>
                  <a:srgbClr val="2E2640"/>
                </a:solidFill>
                <a:latin typeface="Arial"/>
                <a:cs typeface="Arial"/>
              </a:rPr>
              <a:t>دَ</a:t>
            </a:r>
          </a:p>
        </p:txBody>
      </p:sp>
      <p:sp>
        <p:nvSpPr>
          <p:cNvPr id="12" name="Card صَ" descr="صَ">
            <a:hlinkClick action="ppaction://hlinksldjump" r:id="rId6"/>
          </p:cNvPr>
          <p:cNvSpPr/>
          <p:nvPr/>
        </p:nvSpPr>
        <p:spPr>
          <a:xfrm>
            <a:off x="6604000" y="1778000"/>
            <a:ext cx="1206500" cy="12065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FFB347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6200" b="1" lang="ar-SA">
                <a:solidFill>
                  <a:srgbClr val="2E2640"/>
                </a:solidFill>
                <a:latin typeface="Arial"/>
                <a:cs typeface="Arial"/>
              </a:rPr>
              <a:t>صَ</a:t>
            </a:r>
          </a:p>
        </p:txBody>
      </p:sp>
      <p:sp>
        <p:nvSpPr>
          <p:cNvPr id="13" name="Next button">
            <a:hlinkClick action="ppaction://hlinksldjump" r:id="rId7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Next arrow">
            <a:hlinkClick action="ppaction://hlinksldjump" r:id="rId7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 spd="med">
    <p:fade/>
  </p:transition>
</p:sld>
</file>

<file path=ppt/slides/slide469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286000" y="190500"/>
            <a:ext cx="7620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Build the word, then tap GO!"/>
          <p:cNvSpPr/>
          <p:nvPr/>
        </p:nvSpPr>
        <p:spPr>
          <a:xfrm>
            <a:off x="2413000" y="190500"/>
            <a:ext cx="52705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200" b="1" lang="en-US">
                <a:solidFill>
                  <a:srgbClr val="2E2640"/>
                </a:solidFill>
                <a:latin typeface="Arial"/>
                <a:cs typeface="Arial"/>
              </a:rPr>
              <a:t>Build the word, then tap GO!</a:t>
            </a:r>
          </a:p>
        </p:txBody>
      </p:sp>
      <p:sp>
        <p:nvSpPr>
          <p:cNvPr id="5" name="Find صَعِدَ" descr="صَعِدَ"/>
          <p:cNvSpPr/>
          <p:nvPr/>
        </p:nvSpPr>
        <p:spPr>
          <a:xfrm>
            <a:off x="7683500" y="228600"/>
            <a:ext cx="20955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صَعِدَ</a:t>
            </a:r>
          </a:p>
        </p:txBody>
      </p:sp>
      <p:pic>
        <p:nvPicPr>
          <p:cNvPr id="6" name="Engine" descr="Engin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000" y="3937000"/>
            <a:ext cx="2667000" cy="1911350"/>
          </a:xfrm>
          <a:prstGeom prst="rect">
            <a:avLst/>
          </a:prstGeom>
        </p:spPr>
      </p:pic>
      <p:pic>
        <p:nvPicPr>
          <p:cNvPr id="7" name="Wagon 1" descr="Wagon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75000" y="4381500"/>
            <a:ext cx="1778000" cy="1543050"/>
          </a:xfrm>
          <a:prstGeom prst="rect">
            <a:avLst/>
          </a:prstGeom>
        </p:spPr>
      </p:pic>
      <p:pic>
        <p:nvPicPr>
          <p:cNvPr id="8" name="Wagon 2" descr="Wagon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16500" y="4381500"/>
            <a:ext cx="1778000" cy="1543050"/>
          </a:xfrm>
          <a:prstGeom prst="rect">
            <a:avLst/>
          </a:prstGeom>
        </p:spPr>
      </p:pic>
      <p:pic>
        <p:nvPicPr>
          <p:cNvPr id="9" name="Wagon 3" descr="Wagon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0" y="4381500"/>
            <a:ext cx="1778000" cy="1543050"/>
          </a:xfrm>
          <a:prstGeom prst="rect">
            <a:avLst/>
          </a:prstGeom>
        </p:spPr>
      </p:pic>
      <p:sp>
        <p:nvSpPr>
          <p:cNvPr id="10" name="Wagon letter 1" descr="صَ"/>
          <p:cNvSpPr/>
          <p:nvPr/>
        </p:nvSpPr>
        <p:spPr>
          <a:xfrm>
            <a:off x="7099300" y="4737100"/>
            <a:ext cx="1295400" cy="6604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3800" b="1" lang="ar-SA">
                <a:solidFill>
                  <a:srgbClr val="2E2640"/>
                </a:solidFill>
                <a:latin typeface="Arial"/>
                <a:cs typeface="Arial"/>
              </a:rPr>
              <a:t>صَ</a:t>
            </a:r>
          </a:p>
        </p:txBody>
      </p:sp>
      <p:sp>
        <p:nvSpPr>
          <p:cNvPr id="11" name="Card عِ" descr="عِ">
            <a:hlinkClick action="ppaction://hlinksldjump" r:id="rId5"/>
          </p:cNvPr>
          <p:cNvSpPr/>
          <p:nvPr/>
        </p:nvSpPr>
        <p:spPr>
          <a:xfrm>
            <a:off x="3302000" y="1778000"/>
            <a:ext cx="1206500" cy="12065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FFB347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6200" b="1" lang="ar-SA">
                <a:solidFill>
                  <a:srgbClr val="2E2640"/>
                </a:solidFill>
                <a:latin typeface="Arial"/>
                <a:cs typeface="Arial"/>
              </a:rPr>
              <a:t>عِ</a:t>
            </a:r>
          </a:p>
        </p:txBody>
      </p:sp>
      <p:sp>
        <p:nvSpPr>
          <p:cNvPr id="12" name="Card دَ" descr="دَ">
            <a:hlinkClick action="ppaction://hlinksldjump" r:id="rId6"/>
          </p:cNvPr>
          <p:cNvSpPr/>
          <p:nvPr/>
        </p:nvSpPr>
        <p:spPr>
          <a:xfrm>
            <a:off x="4953000" y="1778000"/>
            <a:ext cx="1206500" cy="12065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FFB347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6200" b="1" lang="ar-SA">
                <a:solidFill>
                  <a:srgbClr val="2E2640"/>
                </a:solidFill>
                <a:latin typeface="Arial"/>
                <a:cs typeface="Arial"/>
              </a:rPr>
              <a:t>دَ</a:t>
            </a:r>
          </a:p>
        </p:txBody>
      </p:sp>
      <p:sp>
        <p:nvSpPr>
          <p:cNvPr id="13" name="Next button">
            <a:hlinkClick action="ppaction://hlinksldjump" r:id="rId7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Next arrow">
            <a:hlinkClick action="ppaction://hlinksldjump" r:id="rId7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8" name="ding.wav"/>
      </p:stSnd>
    </p:sndAc>
  </p:transition>
</p:sld>
</file>

<file path=ppt/slides/slide470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286000" y="190500"/>
            <a:ext cx="7620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Build the word, then tap GO!"/>
          <p:cNvSpPr/>
          <p:nvPr/>
        </p:nvSpPr>
        <p:spPr>
          <a:xfrm>
            <a:off x="2413000" y="190500"/>
            <a:ext cx="52705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200" b="1" lang="en-US">
                <a:solidFill>
                  <a:srgbClr val="2E2640"/>
                </a:solidFill>
                <a:latin typeface="Arial"/>
                <a:cs typeface="Arial"/>
              </a:rPr>
              <a:t>Build the word, then tap GO!</a:t>
            </a:r>
          </a:p>
        </p:txBody>
      </p:sp>
      <p:sp>
        <p:nvSpPr>
          <p:cNvPr id="5" name="Find صَعِدَ" descr="صَعِدَ"/>
          <p:cNvSpPr/>
          <p:nvPr/>
        </p:nvSpPr>
        <p:spPr>
          <a:xfrm>
            <a:off x="7683500" y="228600"/>
            <a:ext cx="20955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صَعِدَ</a:t>
            </a:r>
          </a:p>
        </p:txBody>
      </p:sp>
      <p:pic>
        <p:nvPicPr>
          <p:cNvPr id="6" name="Engine" descr="Engin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000" y="3937000"/>
            <a:ext cx="2667000" cy="1911350"/>
          </a:xfrm>
          <a:prstGeom prst="rect">
            <a:avLst/>
          </a:prstGeom>
        </p:spPr>
      </p:pic>
      <p:pic>
        <p:nvPicPr>
          <p:cNvPr id="7" name="Wagon 1" descr="Wagon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75000" y="4381500"/>
            <a:ext cx="1778000" cy="1543050"/>
          </a:xfrm>
          <a:prstGeom prst="rect">
            <a:avLst/>
          </a:prstGeom>
        </p:spPr>
      </p:pic>
      <p:pic>
        <p:nvPicPr>
          <p:cNvPr id="8" name="Wagon 2" descr="Wagon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16500" y="4381500"/>
            <a:ext cx="1778000" cy="1543050"/>
          </a:xfrm>
          <a:prstGeom prst="rect">
            <a:avLst/>
          </a:prstGeom>
        </p:spPr>
      </p:pic>
      <p:pic>
        <p:nvPicPr>
          <p:cNvPr id="9" name="Wagon 3" descr="Wagon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0" y="4381500"/>
            <a:ext cx="1778000" cy="1543050"/>
          </a:xfrm>
          <a:prstGeom prst="rect">
            <a:avLst/>
          </a:prstGeom>
        </p:spPr>
      </p:pic>
      <p:sp>
        <p:nvSpPr>
          <p:cNvPr id="10" name="Wagon letter 1" descr="صَ"/>
          <p:cNvSpPr/>
          <p:nvPr/>
        </p:nvSpPr>
        <p:spPr>
          <a:xfrm>
            <a:off x="7099300" y="4737100"/>
            <a:ext cx="1295400" cy="6604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3800" b="1" lang="ar-SA">
                <a:solidFill>
                  <a:srgbClr val="2E2640"/>
                </a:solidFill>
                <a:latin typeface="Arial"/>
                <a:cs typeface="Arial"/>
              </a:rPr>
              <a:t>صَ</a:t>
            </a:r>
          </a:p>
        </p:txBody>
      </p:sp>
      <p:sp>
        <p:nvSpPr>
          <p:cNvPr id="11" name="Wagon letter 2" descr="عِ"/>
          <p:cNvSpPr/>
          <p:nvPr/>
        </p:nvSpPr>
        <p:spPr>
          <a:xfrm>
            <a:off x="5257800" y="4737100"/>
            <a:ext cx="1295400" cy="6604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3800" b="1" lang="ar-SA">
                <a:solidFill>
                  <a:srgbClr val="2E2640"/>
                </a:solidFill>
                <a:latin typeface="Arial"/>
                <a:cs typeface="Arial"/>
              </a:rPr>
              <a:t>عِ</a:t>
            </a:r>
          </a:p>
        </p:txBody>
      </p:sp>
      <p:sp>
        <p:nvSpPr>
          <p:cNvPr id="12" name="Card دَ" descr="دَ">
            <a:hlinkClick action="ppaction://hlinksldjump" r:id="rId5"/>
          </p:cNvPr>
          <p:cNvSpPr/>
          <p:nvPr/>
        </p:nvSpPr>
        <p:spPr>
          <a:xfrm>
            <a:off x="4953000" y="1778000"/>
            <a:ext cx="1206500" cy="12065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FFB347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6200" b="1" lang="ar-SA">
                <a:solidFill>
                  <a:srgbClr val="2E2640"/>
                </a:solidFill>
                <a:latin typeface="Arial"/>
                <a:cs typeface="Arial"/>
              </a:rPr>
              <a:t>دَ</a:t>
            </a:r>
          </a:p>
        </p:txBody>
      </p:sp>
      <p:sp>
        <p:nvSpPr>
          <p:cNvPr id="13" name="Next button">
            <a:hlinkClick action="ppaction://hlinksldjump" r:id="rId6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Next arrow">
            <a:hlinkClick action="ppaction://hlinksldjump" r:id="rId6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7" name="ding.wav"/>
      </p:stSnd>
    </p:sndAc>
  </p:transition>
</p:sld>
</file>

<file path=ppt/slides/slide471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286000" y="190500"/>
            <a:ext cx="7620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Build the word, then tap GO!"/>
          <p:cNvSpPr/>
          <p:nvPr/>
        </p:nvSpPr>
        <p:spPr>
          <a:xfrm>
            <a:off x="2413000" y="190500"/>
            <a:ext cx="52705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200" b="1" lang="en-US">
                <a:solidFill>
                  <a:srgbClr val="2E2640"/>
                </a:solidFill>
                <a:latin typeface="Arial"/>
                <a:cs typeface="Arial"/>
              </a:rPr>
              <a:t>Build the word, then tap GO!</a:t>
            </a:r>
          </a:p>
        </p:txBody>
      </p:sp>
      <p:sp>
        <p:nvSpPr>
          <p:cNvPr id="5" name="Find صَعِدَ" descr="صَعِدَ"/>
          <p:cNvSpPr/>
          <p:nvPr/>
        </p:nvSpPr>
        <p:spPr>
          <a:xfrm>
            <a:off x="7683500" y="228600"/>
            <a:ext cx="20955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صَعِدَ</a:t>
            </a:r>
          </a:p>
        </p:txBody>
      </p:sp>
      <p:pic>
        <p:nvPicPr>
          <p:cNvPr id="6" name="Engine" descr="Engin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000" y="3937000"/>
            <a:ext cx="2667000" cy="1911350"/>
          </a:xfrm>
          <a:prstGeom prst="rect">
            <a:avLst/>
          </a:prstGeom>
        </p:spPr>
      </p:pic>
      <p:pic>
        <p:nvPicPr>
          <p:cNvPr id="7" name="Wagon 1" descr="Wagon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75000" y="4381500"/>
            <a:ext cx="1778000" cy="1543050"/>
          </a:xfrm>
          <a:prstGeom prst="rect">
            <a:avLst/>
          </a:prstGeom>
        </p:spPr>
      </p:pic>
      <p:pic>
        <p:nvPicPr>
          <p:cNvPr id="8" name="Wagon 2" descr="Wagon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16500" y="4381500"/>
            <a:ext cx="1778000" cy="1543050"/>
          </a:xfrm>
          <a:prstGeom prst="rect">
            <a:avLst/>
          </a:prstGeom>
        </p:spPr>
      </p:pic>
      <p:pic>
        <p:nvPicPr>
          <p:cNvPr id="9" name="Wagon 3" descr="Wagon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0" y="4381500"/>
            <a:ext cx="1778000" cy="1543050"/>
          </a:xfrm>
          <a:prstGeom prst="rect">
            <a:avLst/>
          </a:prstGeom>
        </p:spPr>
      </p:pic>
      <p:sp>
        <p:nvSpPr>
          <p:cNvPr id="10" name="Wagon letter 1" descr="صَ"/>
          <p:cNvSpPr/>
          <p:nvPr/>
        </p:nvSpPr>
        <p:spPr>
          <a:xfrm>
            <a:off x="7099300" y="4737100"/>
            <a:ext cx="1295400" cy="6604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3800" b="1" lang="ar-SA">
                <a:solidFill>
                  <a:srgbClr val="2E2640"/>
                </a:solidFill>
                <a:latin typeface="Arial"/>
                <a:cs typeface="Arial"/>
              </a:rPr>
              <a:t>صَ</a:t>
            </a:r>
          </a:p>
        </p:txBody>
      </p:sp>
      <p:sp>
        <p:nvSpPr>
          <p:cNvPr id="11" name="Wagon letter 2" descr="عِ"/>
          <p:cNvSpPr/>
          <p:nvPr/>
        </p:nvSpPr>
        <p:spPr>
          <a:xfrm>
            <a:off x="5257800" y="4737100"/>
            <a:ext cx="1295400" cy="6604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3800" b="1" lang="ar-SA">
                <a:solidFill>
                  <a:srgbClr val="2E2640"/>
                </a:solidFill>
                <a:latin typeface="Arial"/>
                <a:cs typeface="Arial"/>
              </a:rPr>
              <a:t>عِ</a:t>
            </a:r>
          </a:p>
        </p:txBody>
      </p:sp>
      <p:sp>
        <p:nvSpPr>
          <p:cNvPr id="12" name="Wagon letter 3" descr="دَ"/>
          <p:cNvSpPr/>
          <p:nvPr/>
        </p:nvSpPr>
        <p:spPr>
          <a:xfrm>
            <a:off x="3416300" y="4737100"/>
            <a:ext cx="1295400" cy="6604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3800" b="1" lang="ar-SA">
                <a:solidFill>
                  <a:srgbClr val="2E2640"/>
                </a:solidFill>
                <a:latin typeface="Arial"/>
                <a:cs typeface="Arial"/>
              </a:rPr>
              <a:t>دَ</a:t>
            </a:r>
          </a:p>
        </p:txBody>
      </p:sp>
      <p:sp>
        <p:nvSpPr>
          <p:cNvPr id="13" name="GO button" descr="GO!">
            <a:hlinkClick action="ppaction://hlinksldjump" r:id="rId5"/>
          </p:cNvPr>
          <p:cNvSpPr/>
          <p:nvPr/>
        </p:nvSpPr>
        <p:spPr>
          <a:xfrm>
            <a:off x="9271000" y="1905000"/>
            <a:ext cx="1460500" cy="889000"/>
          </a:xfrm>
          <a:prstGeom prst="roundRect">
            <a:avLst>
              <a:gd name="adj" fmla="val 30000"/>
            </a:avLst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4800" b="1" lang="en-US">
                <a:solidFill>
                  <a:srgbClr val="FFFFFF"/>
                </a:solidFill>
                <a:latin typeface="Arial"/>
                <a:cs typeface="Arial"/>
              </a:rPr>
              <a:t>GO!</a:t>
            </a:r>
          </a:p>
        </p:txBody>
      </p:sp>
      <p:sp>
        <p:nvSpPr>
          <p:cNvPr id="14" name="Next button">
            <a:hlinkClick action="ppaction://hlinksldjump" r:id="rId6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Next arrow">
            <a:hlinkClick action="ppaction://hlinksldjump" r:id="rId6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7" name="ding.wav"/>
      </p:stSnd>
    </p:sndAc>
  </p:transition>
</p:sld>
</file>

<file path=ppt/slides/slide472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286000" y="190500"/>
            <a:ext cx="7620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Build the word, then tap GO!"/>
          <p:cNvSpPr/>
          <p:nvPr/>
        </p:nvSpPr>
        <p:spPr>
          <a:xfrm>
            <a:off x="2413000" y="190500"/>
            <a:ext cx="52705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200" b="1" lang="en-US">
                <a:solidFill>
                  <a:srgbClr val="2E2640"/>
                </a:solidFill>
                <a:latin typeface="Arial"/>
                <a:cs typeface="Arial"/>
              </a:rPr>
              <a:t>Build the word, then tap GO!</a:t>
            </a:r>
          </a:p>
        </p:txBody>
      </p:sp>
      <p:sp>
        <p:nvSpPr>
          <p:cNvPr id="5" name="Find صَعِدَ" descr="صَعِدَ"/>
          <p:cNvSpPr/>
          <p:nvPr/>
        </p:nvSpPr>
        <p:spPr>
          <a:xfrm>
            <a:off x="7683500" y="228600"/>
            <a:ext cx="20955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صَعِدَ</a:t>
            </a:r>
          </a:p>
        </p:txBody>
      </p:sp>
      <p:pic>
        <p:nvPicPr>
          <p:cNvPr id="6" name="Engine" descr="Engin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000" y="3937000"/>
            <a:ext cx="2667000" cy="1911350"/>
          </a:xfrm>
          <a:prstGeom prst="rect">
            <a:avLst/>
          </a:prstGeom>
        </p:spPr>
      </p:pic>
      <p:pic>
        <p:nvPicPr>
          <p:cNvPr id="7" name="Wagon 1" descr="Wagon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75000" y="4381500"/>
            <a:ext cx="1778000" cy="1543050"/>
          </a:xfrm>
          <a:prstGeom prst="rect">
            <a:avLst/>
          </a:prstGeom>
        </p:spPr>
      </p:pic>
      <p:pic>
        <p:nvPicPr>
          <p:cNvPr id="8" name="Wagon 2" descr="Wagon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16500" y="4381500"/>
            <a:ext cx="1778000" cy="1543050"/>
          </a:xfrm>
          <a:prstGeom prst="rect">
            <a:avLst/>
          </a:prstGeom>
        </p:spPr>
      </p:pic>
      <p:pic>
        <p:nvPicPr>
          <p:cNvPr id="9" name="Wagon 3" descr="Wagon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0" y="4381500"/>
            <a:ext cx="1778000" cy="1543050"/>
          </a:xfrm>
          <a:prstGeom prst="rect">
            <a:avLst/>
          </a:prstGeom>
        </p:spPr>
      </p:pic>
      <p:sp>
        <p:nvSpPr>
          <p:cNvPr id="10" name="Card عِ" descr="عِ">
            <a:hlinkClick action="ppaction://hlinksldjump" r:id="rId5"/>
          </p:cNvPr>
          <p:cNvSpPr/>
          <p:nvPr/>
        </p:nvSpPr>
        <p:spPr>
          <a:xfrm>
            <a:off x="3302000" y="1778000"/>
            <a:ext cx="1206500" cy="12065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FFB347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6200" b="1" lang="ar-SA">
                <a:solidFill>
                  <a:srgbClr val="2E2640"/>
                </a:solidFill>
                <a:latin typeface="Arial"/>
                <a:cs typeface="Arial"/>
              </a:rPr>
              <a:t>عِ</a:t>
            </a:r>
          </a:p>
        </p:txBody>
      </p:sp>
      <p:sp>
        <p:nvSpPr>
          <p:cNvPr id="11" name="Card دَ" descr="دَ">
            <a:hlinkClick action="ppaction://hlinksldjump" r:id="rId5"/>
          </p:cNvPr>
          <p:cNvSpPr/>
          <p:nvPr/>
        </p:nvSpPr>
        <p:spPr>
          <a:xfrm>
            <a:off x="4953000" y="1778000"/>
            <a:ext cx="1206500" cy="12065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FFB347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6200" b="1" lang="ar-SA">
                <a:solidFill>
                  <a:srgbClr val="2E2640"/>
                </a:solidFill>
                <a:latin typeface="Arial"/>
                <a:cs typeface="Arial"/>
              </a:rPr>
              <a:t>دَ</a:t>
            </a:r>
          </a:p>
        </p:txBody>
      </p:sp>
      <p:sp>
        <p:nvSpPr>
          <p:cNvPr id="12" name="Card صَ" descr="صَ">
            <a:hlinkClick action="ppaction://hlinksldjump" r:id="rId6"/>
          </p:cNvPr>
          <p:cNvSpPr/>
          <p:nvPr/>
        </p:nvSpPr>
        <p:spPr>
          <a:xfrm>
            <a:off x="6604000" y="1778000"/>
            <a:ext cx="1206500" cy="12065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FFB347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6200" b="1" lang="ar-SA">
                <a:solidFill>
                  <a:srgbClr val="2E2640"/>
                </a:solidFill>
                <a:latin typeface="Arial"/>
                <a:cs typeface="Arial"/>
              </a:rPr>
              <a:t>صَ</a:t>
            </a:r>
          </a:p>
        </p:txBody>
      </p:sp>
      <p:sp>
        <p:nvSpPr>
          <p:cNvPr id="13" name="Try again!" descr="Try again!"/>
          <p:cNvSpPr/>
          <p:nvPr/>
        </p:nvSpPr>
        <p:spPr>
          <a:xfrm>
            <a:off x="8255000" y="2667000"/>
            <a:ext cx="3048000" cy="1460500"/>
          </a:xfrm>
          <a:prstGeom prst="cloudCallout">
            <a:avLst/>
          </a:prstGeom>
          <a:solidFill>
            <a:srgbClr val="FFFFFF"/>
          </a:solidFill>
          <a:ln w="50800">
            <a:solidFill>
              <a:srgbClr val="E5536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2500" b="1" lang="en-US">
                <a:solidFill>
                  <a:srgbClr val="E5536F"/>
                </a:solidFill>
                <a:latin typeface="Arial"/>
                <a:cs typeface="Arial"/>
              </a:rPr>
              <a:t>Try again!</a:t>
            </a:r>
          </a:p>
        </p:txBody>
      </p:sp>
      <p:sp>
        <p:nvSpPr>
          <p:cNvPr id="14" name="Next button">
            <a:hlinkClick action="ppaction://hlinksldjump" r:id="rId7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Next arrow">
            <a:hlinkClick action="ppaction://hlinksldjump" r:id="rId7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8" name="boing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53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73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286000" y="190500"/>
            <a:ext cx="7620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Build the word, then tap GO!"/>
          <p:cNvSpPr/>
          <p:nvPr/>
        </p:nvSpPr>
        <p:spPr>
          <a:xfrm>
            <a:off x="2413000" y="190500"/>
            <a:ext cx="52705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200" b="1" lang="en-US">
                <a:solidFill>
                  <a:srgbClr val="2E2640"/>
                </a:solidFill>
                <a:latin typeface="Arial"/>
                <a:cs typeface="Arial"/>
              </a:rPr>
              <a:t>Build the word, then tap GO!</a:t>
            </a:r>
          </a:p>
        </p:txBody>
      </p:sp>
      <p:sp>
        <p:nvSpPr>
          <p:cNvPr id="5" name="Find صَعِدَ" descr="صَعِدَ"/>
          <p:cNvSpPr/>
          <p:nvPr/>
        </p:nvSpPr>
        <p:spPr>
          <a:xfrm>
            <a:off x="7683500" y="228600"/>
            <a:ext cx="20955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صَعِدَ</a:t>
            </a:r>
          </a:p>
        </p:txBody>
      </p:sp>
      <p:pic>
        <p:nvPicPr>
          <p:cNvPr id="6" name="Engine" descr="Engin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000" y="3937000"/>
            <a:ext cx="2667000" cy="1911350"/>
          </a:xfrm>
          <a:prstGeom prst="rect">
            <a:avLst/>
          </a:prstGeom>
        </p:spPr>
      </p:pic>
      <p:pic>
        <p:nvPicPr>
          <p:cNvPr id="7" name="Wagon 1" descr="Wagon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75000" y="4381500"/>
            <a:ext cx="1778000" cy="1543050"/>
          </a:xfrm>
          <a:prstGeom prst="rect">
            <a:avLst/>
          </a:prstGeom>
        </p:spPr>
      </p:pic>
      <p:pic>
        <p:nvPicPr>
          <p:cNvPr id="8" name="Wagon 2" descr="Wagon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16500" y="4381500"/>
            <a:ext cx="1778000" cy="1543050"/>
          </a:xfrm>
          <a:prstGeom prst="rect">
            <a:avLst/>
          </a:prstGeom>
        </p:spPr>
      </p:pic>
      <p:pic>
        <p:nvPicPr>
          <p:cNvPr id="9" name="Wagon 3" descr="Wagon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0" y="4381500"/>
            <a:ext cx="1778000" cy="1543050"/>
          </a:xfrm>
          <a:prstGeom prst="rect">
            <a:avLst/>
          </a:prstGeom>
        </p:spPr>
      </p:pic>
      <p:sp>
        <p:nvSpPr>
          <p:cNvPr id="10" name="Wagon letter 1" descr="صَ"/>
          <p:cNvSpPr/>
          <p:nvPr/>
        </p:nvSpPr>
        <p:spPr>
          <a:xfrm>
            <a:off x="7099300" y="4737100"/>
            <a:ext cx="1295400" cy="6604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3800" b="1" lang="ar-SA">
                <a:solidFill>
                  <a:srgbClr val="2E2640"/>
                </a:solidFill>
                <a:latin typeface="Arial"/>
                <a:cs typeface="Arial"/>
              </a:rPr>
              <a:t>صَ</a:t>
            </a:r>
          </a:p>
        </p:txBody>
      </p:sp>
      <p:sp>
        <p:nvSpPr>
          <p:cNvPr id="11" name="Card عِ" descr="عِ">
            <a:hlinkClick action="ppaction://hlinksldjump" r:id="rId5"/>
          </p:cNvPr>
          <p:cNvSpPr/>
          <p:nvPr/>
        </p:nvSpPr>
        <p:spPr>
          <a:xfrm>
            <a:off x="3302000" y="1778000"/>
            <a:ext cx="1206500" cy="12065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FFB347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6200" b="1" lang="ar-SA">
                <a:solidFill>
                  <a:srgbClr val="2E2640"/>
                </a:solidFill>
                <a:latin typeface="Arial"/>
                <a:cs typeface="Arial"/>
              </a:rPr>
              <a:t>عِ</a:t>
            </a:r>
          </a:p>
        </p:txBody>
      </p:sp>
      <p:sp>
        <p:nvSpPr>
          <p:cNvPr id="12" name="Card دَ" descr="دَ">
            <a:hlinkClick action="ppaction://hlinksldjump" r:id="rId6"/>
          </p:cNvPr>
          <p:cNvSpPr/>
          <p:nvPr/>
        </p:nvSpPr>
        <p:spPr>
          <a:xfrm>
            <a:off x="4953000" y="1778000"/>
            <a:ext cx="1206500" cy="12065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FFB347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6200" b="1" lang="ar-SA">
                <a:solidFill>
                  <a:srgbClr val="2E2640"/>
                </a:solidFill>
                <a:latin typeface="Arial"/>
                <a:cs typeface="Arial"/>
              </a:rPr>
              <a:t>دَ</a:t>
            </a:r>
          </a:p>
        </p:txBody>
      </p:sp>
      <p:sp>
        <p:nvSpPr>
          <p:cNvPr id="13" name="Try again!" descr="Try again!"/>
          <p:cNvSpPr/>
          <p:nvPr/>
        </p:nvSpPr>
        <p:spPr>
          <a:xfrm>
            <a:off x="8255000" y="2667000"/>
            <a:ext cx="3048000" cy="1460500"/>
          </a:xfrm>
          <a:prstGeom prst="cloudCallout">
            <a:avLst/>
          </a:prstGeom>
          <a:solidFill>
            <a:srgbClr val="FFFFFF"/>
          </a:solidFill>
          <a:ln w="50800">
            <a:solidFill>
              <a:srgbClr val="E5536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2500" b="1" lang="en-US">
                <a:solidFill>
                  <a:srgbClr val="E5536F"/>
                </a:solidFill>
                <a:latin typeface="Arial"/>
                <a:cs typeface="Arial"/>
              </a:rPr>
              <a:t>Try again!</a:t>
            </a:r>
          </a:p>
        </p:txBody>
      </p:sp>
      <p:sp>
        <p:nvSpPr>
          <p:cNvPr id="14" name="Next button">
            <a:hlinkClick action="ppaction://hlinksldjump" r:id="rId7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Next arrow">
            <a:hlinkClick action="ppaction://hlinksldjump" r:id="rId7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8" name="boing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53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74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286000" y="190500"/>
            <a:ext cx="7620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Build the word, then tap GO!"/>
          <p:cNvSpPr/>
          <p:nvPr/>
        </p:nvSpPr>
        <p:spPr>
          <a:xfrm>
            <a:off x="2413000" y="190500"/>
            <a:ext cx="52705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200" b="1" lang="en-US">
                <a:solidFill>
                  <a:srgbClr val="2E2640"/>
                </a:solidFill>
                <a:latin typeface="Arial"/>
                <a:cs typeface="Arial"/>
              </a:rPr>
              <a:t>Build the word, then tap GO!</a:t>
            </a:r>
          </a:p>
        </p:txBody>
      </p:sp>
      <p:sp>
        <p:nvSpPr>
          <p:cNvPr id="5" name="Find صَعِدَ" descr="صَعِدَ"/>
          <p:cNvSpPr/>
          <p:nvPr/>
        </p:nvSpPr>
        <p:spPr>
          <a:xfrm>
            <a:off x="7683500" y="228600"/>
            <a:ext cx="20955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صَعِدَ</a:t>
            </a:r>
          </a:p>
        </p:txBody>
      </p:sp>
      <p:pic>
        <p:nvPicPr>
          <p:cNvPr id="6" name="Engine" descr="Engin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000" y="3937000"/>
            <a:ext cx="2667000" cy="1911350"/>
          </a:xfrm>
          <a:prstGeom prst="rect">
            <a:avLst/>
          </a:prstGeom>
        </p:spPr>
      </p:pic>
      <p:pic>
        <p:nvPicPr>
          <p:cNvPr id="7" name="Wagon 1" descr="Wagon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75000" y="4381500"/>
            <a:ext cx="1778000" cy="1543050"/>
          </a:xfrm>
          <a:prstGeom prst="rect">
            <a:avLst/>
          </a:prstGeom>
        </p:spPr>
      </p:pic>
      <p:pic>
        <p:nvPicPr>
          <p:cNvPr id="8" name="Wagon 2" descr="Wagon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16500" y="4381500"/>
            <a:ext cx="1778000" cy="1543050"/>
          </a:xfrm>
          <a:prstGeom prst="rect">
            <a:avLst/>
          </a:prstGeom>
        </p:spPr>
      </p:pic>
      <p:pic>
        <p:nvPicPr>
          <p:cNvPr id="9" name="Wagon 3" descr="Wagon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0" y="4381500"/>
            <a:ext cx="1778000" cy="1543050"/>
          </a:xfrm>
          <a:prstGeom prst="rect">
            <a:avLst/>
          </a:prstGeom>
        </p:spPr>
      </p:pic>
      <p:sp>
        <p:nvSpPr>
          <p:cNvPr id="10" name="Wagon letter 1" descr="صَ"/>
          <p:cNvSpPr/>
          <p:nvPr/>
        </p:nvSpPr>
        <p:spPr>
          <a:xfrm>
            <a:off x="7099300" y="4737100"/>
            <a:ext cx="1295400" cy="6604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3800" b="1" lang="ar-SA">
                <a:solidFill>
                  <a:srgbClr val="2E2640"/>
                </a:solidFill>
                <a:latin typeface="Arial"/>
                <a:cs typeface="Arial"/>
              </a:rPr>
              <a:t>صَ</a:t>
            </a:r>
          </a:p>
        </p:txBody>
      </p:sp>
      <p:sp>
        <p:nvSpPr>
          <p:cNvPr id="11" name="Wagon letter 2" descr="عِ"/>
          <p:cNvSpPr/>
          <p:nvPr/>
        </p:nvSpPr>
        <p:spPr>
          <a:xfrm>
            <a:off x="5257800" y="4737100"/>
            <a:ext cx="1295400" cy="6604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3800" b="1" lang="ar-SA">
                <a:solidFill>
                  <a:srgbClr val="2E2640"/>
                </a:solidFill>
                <a:latin typeface="Arial"/>
                <a:cs typeface="Arial"/>
              </a:rPr>
              <a:t>عِ</a:t>
            </a:r>
          </a:p>
        </p:txBody>
      </p:sp>
      <p:sp>
        <p:nvSpPr>
          <p:cNvPr id="12" name="Wagon letter 3" descr="دَ"/>
          <p:cNvSpPr/>
          <p:nvPr/>
        </p:nvSpPr>
        <p:spPr>
          <a:xfrm>
            <a:off x="3416300" y="4737100"/>
            <a:ext cx="1295400" cy="660400"/>
          </a:xfrm>
          <a:prstGeom prst="ellipse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3800" b="1" lang="ar-SA">
                <a:solidFill>
                  <a:srgbClr val="2E2640"/>
                </a:solidFill>
                <a:latin typeface="Arial"/>
                <a:cs typeface="Arial"/>
              </a:rPr>
              <a:t>دَ</a:t>
            </a:r>
          </a:p>
        </p:txBody>
      </p:sp>
      <p:sp>
        <p:nvSpPr>
          <p:cNvPr id="13" name="Word" descr="صَعِدَ"/>
          <p:cNvSpPr/>
          <p:nvPr/>
        </p:nvSpPr>
        <p:spPr>
          <a:xfrm>
            <a:off x="2921000" y="1905000"/>
            <a:ext cx="6350000" cy="2095500"/>
          </a:xfrm>
          <a:prstGeom prst="roundRect">
            <a:avLst>
              <a:gd name="adj" fmla="val 20000"/>
            </a:avLst>
          </a:prstGeom>
          <a:solidFill>
            <a:srgbClr val="FFFFFF">
              <a:alpha val="94000"/>
            </a:srgbClr>
          </a:solidFill>
          <a:ln w="76200">
            <a:solidFill>
              <a:srgbClr val="FFB347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11000" b="1" lang="ar-SA">
                <a:solidFill>
                  <a:srgbClr val="2E2640"/>
                </a:solidFill>
                <a:latin typeface="Arial"/>
                <a:cs typeface="Arial"/>
              </a:rPr>
              <a:t>صَعِدَ</a:t>
            </a:r>
          </a:p>
        </p:txBody>
      </p:sp>
      <p:sp>
        <p:nvSpPr>
          <p:cNvPr id="14" name="Next button">
            <a:hlinkClick action="ppaction://hlinksldjump" r:id="rId5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Next arrow">
            <a:hlinkClick action="ppaction://hlinksldjump" r:id="rId5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6" name="sound anchor" descr="sound anchor (invisible)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700" y="12700"/>
            <a:ext cx="25400" cy="25400"/>
          </a:xfrm>
          <a:prstGeom prst="rect">
            <a:avLst/>
          </a:prstGeom>
        </p:spPr>
      </p:pic>
    </p:spTree>
  </p:cSld>
  <p:clrMapOvr>
    <a:masterClrMapping/>
  </p:clrMapOvr>
  <p:transition advClick="0">
    <p:sndAc>
      <p:stSnd>
        <p:snd r:embed="rId6" name="whist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6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-1.2500 0.0000 E" pathEditMode="relative" ptsTypes="AA">
                                      <p:cBhvr>
                                        <p:cTn id="4" dur="26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-1.2500 0.0000 E" pathEditMode="relative" ptsTypes="AA">
                                      <p:cBhvr>
                                        <p:cTn id="6" dur="26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-1.2500 0.0000 E" pathEditMode="relative" ptsTypes="AA">
                                      <p:cBhvr>
                                        <p:cTn id="8" dur="26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-1.2500 0.0000 E" pathEditMode="relative" ptsTypes="AA">
                                      <p:cBhvr>
                                        <p:cTn id="10" dur="26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-1.2500 0.0000 E" pathEditMode="relative" ptsTypes="AA">
                                      <p:cBhvr>
                                        <p:cTn id="12" dur="26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-1.2500 0.0000 E" pathEditMode="relative" ptsTypes="AA">
                                      <p:cBhvr>
                                        <p:cTn id="14" dur="26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7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-1.2500 0.0000 E" pathEditMode="relative" ptsTypes="AA">
                                      <p:cBhvr>
                                        <p:cTn id="16" dur="26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2" presetID="53" presetClass="entr" presetSubtype="0" fill="hold" nodeType="withEffect">
                                  <p:stCondLst>
                                    <p:cond delay="29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29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100000">
                                        <p:cTn id="2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8" name="cheer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Catch every fish with"/>
          <p:cNvSpPr/>
          <p:nvPr/>
        </p:nvSpPr>
        <p:spPr>
          <a:xfrm>
            <a:off x="2730500" y="190500"/>
            <a:ext cx="546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000" b="1" lang="en-US">
                <a:solidFill>
                  <a:srgbClr val="2E2640"/>
                </a:solidFill>
                <a:latin typeface="Arial"/>
                <a:cs typeface="Arial"/>
              </a:rPr>
              <a:t>Catch every fish with</a:t>
            </a:r>
          </a:p>
        </p:txBody>
      </p:sp>
      <p:sp>
        <p:nvSpPr>
          <p:cNvPr id="5" name="Find وِ" descr="وِ"/>
          <p:cNvSpPr/>
          <p:nvPr/>
        </p:nvSpPr>
        <p:spPr>
          <a:xfrm>
            <a:off x="81915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وِ</a:t>
            </a:r>
          </a:p>
        </p:txBody>
      </p:sp>
      <p:sp>
        <p:nvSpPr>
          <p:cNvPr id="6" name="Star place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Fish 1" descr="Fish 1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0" y="1651000"/>
            <a:ext cx="2286000" cy="1416050"/>
          </a:xfrm>
          <a:prstGeom prst="rect">
            <a:avLst/>
          </a:prstGeom>
        </p:spPr>
      </p:pic>
      <p:sp>
        <p:nvSpPr>
          <p:cNvPr id="9" name="Fish letter 1 وِ" descr="وِ">
            <a:hlinkClick action="ppaction://hlinksldjump" r:id="rId7"/>
          </p:cNvPr>
          <p:cNvSpPr/>
          <p:nvPr/>
        </p:nvSpPr>
        <p:spPr>
          <a:xfrm>
            <a:off x="1682750" y="1885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وِ</a:t>
            </a:r>
          </a:p>
        </p:txBody>
      </p:sp>
      <p:pic>
        <p:nvPicPr>
          <p:cNvPr id="10" name="Fish 2" descr="Fish 2">
            <a:hlinkClick action="ppaction://hlinksldjump" r:id="rId8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67500" y="1905000"/>
            <a:ext cx="2286000" cy="1416050"/>
          </a:xfrm>
          <a:prstGeom prst="rect">
            <a:avLst/>
          </a:prstGeom>
        </p:spPr>
      </p:pic>
      <p:sp>
        <p:nvSpPr>
          <p:cNvPr id="11" name="Fish letter 2 هِ" descr="هِ">
            <a:hlinkClick action="ppaction://hlinksldjump" r:id="rId8"/>
          </p:cNvPr>
          <p:cNvSpPr/>
          <p:nvPr/>
        </p:nvSpPr>
        <p:spPr>
          <a:xfrm>
            <a:off x="7207250" y="2139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هِ</a:t>
            </a:r>
          </a:p>
        </p:txBody>
      </p:sp>
      <p:pic>
        <p:nvPicPr>
          <p:cNvPr id="12" name="Fish 3" descr="Fish 3">
            <a:hlinkClick action="ppaction://hlinksldjump" r:id="rId8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56000" y="3302000"/>
            <a:ext cx="2286000" cy="1416050"/>
          </a:xfrm>
          <a:prstGeom prst="rect">
            <a:avLst/>
          </a:prstGeom>
        </p:spPr>
      </p:pic>
      <p:sp>
        <p:nvSpPr>
          <p:cNvPr id="13" name="Fish letter 3 شِ" descr="شِ">
            <a:hlinkClick action="ppaction://hlinksldjump" r:id="rId8"/>
          </p:cNvPr>
          <p:cNvSpPr/>
          <p:nvPr/>
        </p:nvSpPr>
        <p:spPr>
          <a:xfrm>
            <a:off x="4095750" y="3536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شِ</a:t>
            </a:r>
          </a:p>
        </p:txBody>
      </p:sp>
      <p:pic>
        <p:nvPicPr>
          <p:cNvPr id="14" name="Fish 4" descr="Fish 4">
            <a:hlinkClick action="ppaction://hlinksldjump" r:id="rId9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72500" y="3810000"/>
            <a:ext cx="2286000" cy="1416050"/>
          </a:xfrm>
          <a:prstGeom prst="rect">
            <a:avLst/>
          </a:prstGeom>
        </p:spPr>
      </p:pic>
      <p:sp>
        <p:nvSpPr>
          <p:cNvPr id="15" name="Fish letter 4 وِ" descr="وِ">
            <a:hlinkClick action="ppaction://hlinksldjump" r:id="rId9"/>
          </p:cNvPr>
          <p:cNvSpPr/>
          <p:nvPr/>
        </p:nvSpPr>
        <p:spPr>
          <a:xfrm>
            <a:off x="9112250" y="4044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وِ</a:t>
            </a:r>
          </a:p>
        </p:txBody>
      </p:sp>
      <p:pic>
        <p:nvPicPr>
          <p:cNvPr id="16" name="Fish 5" descr="Fish 5">
            <a:hlinkClick action="ppaction://hlinksldjump" r:id="rId8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87500" y="4826000"/>
            <a:ext cx="2286000" cy="1416050"/>
          </a:xfrm>
          <a:prstGeom prst="rect">
            <a:avLst/>
          </a:prstGeom>
        </p:spPr>
      </p:pic>
      <p:sp>
        <p:nvSpPr>
          <p:cNvPr id="17" name="Fish letter 5 جِ" descr="جِ">
            <a:hlinkClick action="ppaction://hlinksldjump" r:id="rId8"/>
          </p:cNvPr>
          <p:cNvSpPr/>
          <p:nvPr/>
        </p:nvSpPr>
        <p:spPr>
          <a:xfrm>
            <a:off x="2127250" y="5060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جِ</a:t>
            </a:r>
          </a:p>
        </p:txBody>
      </p:sp>
      <p:sp>
        <p:nvSpPr>
          <p:cNvPr id="18" name="Next button">
            <a:hlinkClick action="ppaction://hlinksldjump" r:id="rId10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Next arrow">
            <a:hlinkClick action="ppaction://hlinksldjump" r:id="rId10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4" dur="2600" fill="hold" repeatCount="indefinite" autoRev="1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6" dur="260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8" dur="2900" fill="hold" repeatCount="indefinite" autoRev="1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10" dur="2900" fill="hold" repeatCount="indefinite" autoRev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12" dur="320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14" dur="3200" fill="hold" repeatCount="indefinite" autoRev="1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7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16" dur="3500" fill="hold" repeatCount="indefinite" autoRev="1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9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18" dur="3500" fill="hold" repeatCount="indefinite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1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20" dur="3800" fill="hold" repeatCount="indefinite" autoRev="1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3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22" dur="3800" fill="hold" repeatCount="indefinite" autoRev="1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76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Catch every fish with"/>
          <p:cNvSpPr/>
          <p:nvPr/>
        </p:nvSpPr>
        <p:spPr>
          <a:xfrm>
            <a:off x="2730500" y="190500"/>
            <a:ext cx="546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000" b="1" lang="en-US">
                <a:solidFill>
                  <a:srgbClr val="2E2640"/>
                </a:solidFill>
                <a:latin typeface="Arial"/>
                <a:cs typeface="Arial"/>
              </a:rPr>
              <a:t>Catch every fish with</a:t>
            </a:r>
          </a:p>
        </p:txBody>
      </p:sp>
      <p:sp>
        <p:nvSpPr>
          <p:cNvPr id="5" name="Find وِ" descr="وِ"/>
          <p:cNvSpPr/>
          <p:nvPr/>
        </p:nvSpPr>
        <p:spPr>
          <a:xfrm>
            <a:off x="81915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وِ</a:t>
            </a:r>
          </a:p>
        </p:txBody>
      </p:sp>
      <p:sp>
        <p:nvSpPr>
          <p:cNvPr id="6" name="Star place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Fish 1" descr="Fish 1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0" y="1651000"/>
            <a:ext cx="2286000" cy="1416050"/>
          </a:xfrm>
          <a:prstGeom prst="rect">
            <a:avLst/>
          </a:prstGeom>
        </p:spPr>
      </p:pic>
      <p:sp>
        <p:nvSpPr>
          <p:cNvPr id="9" name="Fish letter 1 وِ" descr="وِ">
            <a:hlinkClick action="ppaction://hlinksldjump" r:id="rId7"/>
          </p:cNvPr>
          <p:cNvSpPr/>
          <p:nvPr/>
        </p:nvSpPr>
        <p:spPr>
          <a:xfrm>
            <a:off x="1682750" y="1885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وِ</a:t>
            </a:r>
          </a:p>
        </p:txBody>
      </p:sp>
      <p:pic>
        <p:nvPicPr>
          <p:cNvPr id="10" name="Fish 2" descr="Fish 2">
            <a:hlinkClick action="ppaction://hlinksldjump" r:id="rId8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67500" y="1905000"/>
            <a:ext cx="2286000" cy="1416050"/>
          </a:xfrm>
          <a:prstGeom prst="rect">
            <a:avLst/>
          </a:prstGeom>
        </p:spPr>
      </p:pic>
      <p:sp>
        <p:nvSpPr>
          <p:cNvPr id="11" name="Fish letter 2 هِ" descr="هِ">
            <a:hlinkClick action="ppaction://hlinksldjump" r:id="rId8"/>
          </p:cNvPr>
          <p:cNvSpPr/>
          <p:nvPr/>
        </p:nvSpPr>
        <p:spPr>
          <a:xfrm>
            <a:off x="7207250" y="2139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هِ</a:t>
            </a:r>
          </a:p>
        </p:txBody>
      </p:sp>
      <p:pic>
        <p:nvPicPr>
          <p:cNvPr id="12" name="Fish 3" descr="Fish 3">
            <a:hlinkClick action="ppaction://hlinksldjump" r:id="rId8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56000" y="3302000"/>
            <a:ext cx="2286000" cy="1416050"/>
          </a:xfrm>
          <a:prstGeom prst="rect">
            <a:avLst/>
          </a:prstGeom>
        </p:spPr>
      </p:pic>
      <p:sp>
        <p:nvSpPr>
          <p:cNvPr id="13" name="Fish letter 3 شِ" descr="شِ">
            <a:hlinkClick action="ppaction://hlinksldjump" r:id="rId8"/>
          </p:cNvPr>
          <p:cNvSpPr/>
          <p:nvPr/>
        </p:nvSpPr>
        <p:spPr>
          <a:xfrm>
            <a:off x="4095750" y="3536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شِ</a:t>
            </a:r>
          </a:p>
        </p:txBody>
      </p:sp>
      <p:pic>
        <p:nvPicPr>
          <p:cNvPr id="14" name="Fish 4" descr="Fish 4">
            <a:hlinkClick action="ppaction://hlinksldjump" r:id="rId9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72500" y="3810000"/>
            <a:ext cx="2286000" cy="1416050"/>
          </a:xfrm>
          <a:prstGeom prst="rect">
            <a:avLst/>
          </a:prstGeom>
        </p:spPr>
      </p:pic>
      <p:sp>
        <p:nvSpPr>
          <p:cNvPr id="15" name="Fish letter 4 وِ" descr="وِ">
            <a:hlinkClick action="ppaction://hlinksldjump" r:id="rId9"/>
          </p:cNvPr>
          <p:cNvSpPr/>
          <p:nvPr/>
        </p:nvSpPr>
        <p:spPr>
          <a:xfrm>
            <a:off x="9112250" y="4044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وِ</a:t>
            </a:r>
          </a:p>
        </p:txBody>
      </p:sp>
      <p:pic>
        <p:nvPicPr>
          <p:cNvPr id="16" name="Fish 5" descr="Fish 5">
            <a:hlinkClick action="ppaction://hlinksldjump" r:id="rId8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87500" y="4826000"/>
            <a:ext cx="2286000" cy="1416050"/>
          </a:xfrm>
          <a:prstGeom prst="rect">
            <a:avLst/>
          </a:prstGeom>
        </p:spPr>
      </p:pic>
      <p:sp>
        <p:nvSpPr>
          <p:cNvPr id="17" name="Fish letter 5 جِ" descr="جِ">
            <a:hlinkClick action="ppaction://hlinksldjump" r:id="rId8"/>
          </p:cNvPr>
          <p:cNvSpPr/>
          <p:nvPr/>
        </p:nvSpPr>
        <p:spPr>
          <a:xfrm>
            <a:off x="2127250" y="5060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جِ</a:t>
            </a:r>
          </a:p>
        </p:txBody>
      </p:sp>
      <p:sp>
        <p:nvSpPr>
          <p:cNvPr id="18" name="Try again!" descr="Try again!"/>
          <p:cNvSpPr/>
          <p:nvPr/>
        </p:nvSpPr>
        <p:spPr>
          <a:xfrm>
            <a:off x="7937500" y="5270500"/>
            <a:ext cx="3048000" cy="1460500"/>
          </a:xfrm>
          <a:prstGeom prst="cloudCallout">
            <a:avLst/>
          </a:prstGeom>
          <a:solidFill>
            <a:srgbClr val="FFFFFF"/>
          </a:solidFill>
          <a:ln w="50800">
            <a:solidFill>
              <a:srgbClr val="E5536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2500" b="1" lang="en-US">
                <a:solidFill>
                  <a:srgbClr val="E5536F"/>
                </a:solidFill>
                <a:latin typeface="Arial"/>
                <a:cs typeface="Arial"/>
              </a:rPr>
              <a:t>Try again!</a:t>
            </a:r>
          </a:p>
        </p:txBody>
      </p:sp>
      <p:sp>
        <p:nvSpPr>
          <p:cNvPr id="19" name="Next button">
            <a:hlinkClick action="ppaction://hlinksldjump" r:id="rId10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Next arrow">
            <a:hlinkClick action="ppaction://hlinksldjump" r:id="rId10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11" name="boing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4" dur="2600" fill="hold" repeatCount="indefinite" autoRev="1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6" dur="260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8" dur="2900" fill="hold" repeatCount="indefinite" autoRev="1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10" dur="2900" fill="hold" repeatCount="indefinite" autoRev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12" dur="320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14" dur="3200" fill="hold" repeatCount="indefinite" autoRev="1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7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16" dur="3500" fill="hold" repeatCount="indefinite" autoRev="1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9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18" dur="3500" fill="hold" repeatCount="indefinite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1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20" dur="3800" fill="hold" repeatCount="indefinite" autoRev="1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3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22" dur="3800" fill="hold" repeatCount="indefinite" autoRev="1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8" presetID="53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77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Catch every fish with"/>
          <p:cNvSpPr/>
          <p:nvPr/>
        </p:nvSpPr>
        <p:spPr>
          <a:xfrm>
            <a:off x="2730500" y="190500"/>
            <a:ext cx="546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000" b="1" lang="en-US">
                <a:solidFill>
                  <a:srgbClr val="2E2640"/>
                </a:solidFill>
                <a:latin typeface="Arial"/>
                <a:cs typeface="Arial"/>
              </a:rPr>
              <a:t>Catch every fish with</a:t>
            </a:r>
          </a:p>
        </p:txBody>
      </p:sp>
      <p:sp>
        <p:nvSpPr>
          <p:cNvPr id="5" name="Find وِ" descr="وِ"/>
          <p:cNvSpPr/>
          <p:nvPr/>
        </p:nvSpPr>
        <p:spPr>
          <a:xfrm>
            <a:off x="81915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وِ</a:t>
            </a:r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Fish 2" descr="Fish 2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67500" y="1905000"/>
            <a:ext cx="2286000" cy="1416050"/>
          </a:xfrm>
          <a:prstGeom prst="rect">
            <a:avLst/>
          </a:prstGeom>
        </p:spPr>
      </p:pic>
      <p:sp>
        <p:nvSpPr>
          <p:cNvPr id="9" name="Fish letter 2 هِ" descr="هِ">
            <a:hlinkClick action="ppaction://hlinksldjump" r:id="rId7"/>
          </p:cNvPr>
          <p:cNvSpPr/>
          <p:nvPr/>
        </p:nvSpPr>
        <p:spPr>
          <a:xfrm>
            <a:off x="7207250" y="2139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هِ</a:t>
            </a:r>
          </a:p>
        </p:txBody>
      </p:sp>
      <p:pic>
        <p:nvPicPr>
          <p:cNvPr id="10" name="Fish 3" descr="Fish 3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56000" y="3302000"/>
            <a:ext cx="2286000" cy="1416050"/>
          </a:xfrm>
          <a:prstGeom prst="rect">
            <a:avLst/>
          </a:prstGeom>
        </p:spPr>
      </p:pic>
      <p:sp>
        <p:nvSpPr>
          <p:cNvPr id="11" name="Fish letter 3 شِ" descr="شِ">
            <a:hlinkClick action="ppaction://hlinksldjump" r:id="rId7"/>
          </p:cNvPr>
          <p:cNvSpPr/>
          <p:nvPr/>
        </p:nvSpPr>
        <p:spPr>
          <a:xfrm>
            <a:off x="4095750" y="3536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شِ</a:t>
            </a:r>
          </a:p>
        </p:txBody>
      </p:sp>
      <p:pic>
        <p:nvPicPr>
          <p:cNvPr id="12" name="Fish 4" descr="Fish 4">
            <a:hlinkClick action="ppaction://hlinksldjump" r:id="rId8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72500" y="3810000"/>
            <a:ext cx="2286000" cy="1416050"/>
          </a:xfrm>
          <a:prstGeom prst="rect">
            <a:avLst/>
          </a:prstGeom>
        </p:spPr>
      </p:pic>
      <p:sp>
        <p:nvSpPr>
          <p:cNvPr id="13" name="Fish letter 4 وِ" descr="وِ">
            <a:hlinkClick action="ppaction://hlinksldjump" r:id="rId8"/>
          </p:cNvPr>
          <p:cNvSpPr/>
          <p:nvPr/>
        </p:nvSpPr>
        <p:spPr>
          <a:xfrm>
            <a:off x="9112250" y="4044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وِ</a:t>
            </a:r>
          </a:p>
        </p:txBody>
      </p:sp>
      <p:pic>
        <p:nvPicPr>
          <p:cNvPr id="14" name="Fish 5" descr="Fish 5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87500" y="4826000"/>
            <a:ext cx="2286000" cy="1416050"/>
          </a:xfrm>
          <a:prstGeom prst="rect">
            <a:avLst/>
          </a:prstGeom>
        </p:spPr>
      </p:pic>
      <p:sp>
        <p:nvSpPr>
          <p:cNvPr id="15" name="Fish letter 5 جِ" descr="جِ">
            <a:hlinkClick action="ppaction://hlinksldjump" r:id="rId7"/>
          </p:cNvPr>
          <p:cNvSpPr/>
          <p:nvPr/>
        </p:nvSpPr>
        <p:spPr>
          <a:xfrm>
            <a:off x="2127250" y="5060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جِ</a:t>
            </a:r>
          </a:p>
        </p:txBody>
      </p:sp>
      <p:sp>
        <p:nvSpPr>
          <p:cNvPr id="16" name="Next button">
            <a:hlinkClick action="ppaction://hlinksldjump" r:id="rId9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Next arrow">
            <a:hlinkClick action="ppaction://hlinksldjump" r:id="rId9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10" name="spla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9" dur="2900" fill="hold" repeatCount="indefinite" autoRev="1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2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11" dur="290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4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13" dur="3200" fill="hold" repeatCount="indefinite" autoRev="1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6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15" dur="3200" fill="hold" repeatCount="indefinite" autoRev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8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17" dur="350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0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19" dur="3500" fill="hold" repeatCount="indefinite" autoRev="1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2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21" dur="3800" fill="hold" repeatCount="indefinite" autoRev="1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4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23" dur="3800" fill="hold" repeatCount="indefinite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78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Catch every fish with"/>
          <p:cNvSpPr/>
          <p:nvPr/>
        </p:nvSpPr>
        <p:spPr>
          <a:xfrm>
            <a:off x="2730500" y="190500"/>
            <a:ext cx="546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000" b="1" lang="en-US">
                <a:solidFill>
                  <a:srgbClr val="2E2640"/>
                </a:solidFill>
                <a:latin typeface="Arial"/>
                <a:cs typeface="Arial"/>
              </a:rPr>
              <a:t>Catch every fish with</a:t>
            </a:r>
          </a:p>
        </p:txBody>
      </p:sp>
      <p:sp>
        <p:nvSpPr>
          <p:cNvPr id="5" name="Find وِ" descr="وِ"/>
          <p:cNvSpPr/>
          <p:nvPr/>
        </p:nvSpPr>
        <p:spPr>
          <a:xfrm>
            <a:off x="81915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وِ</a:t>
            </a:r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Fish 2" descr="Fish 2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67500" y="1905000"/>
            <a:ext cx="2286000" cy="1416050"/>
          </a:xfrm>
          <a:prstGeom prst="rect">
            <a:avLst/>
          </a:prstGeom>
        </p:spPr>
      </p:pic>
      <p:sp>
        <p:nvSpPr>
          <p:cNvPr id="9" name="Fish letter 2 هِ" descr="هِ">
            <a:hlinkClick action="ppaction://hlinksldjump" r:id="rId7"/>
          </p:cNvPr>
          <p:cNvSpPr/>
          <p:nvPr/>
        </p:nvSpPr>
        <p:spPr>
          <a:xfrm>
            <a:off x="7207250" y="2139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هِ</a:t>
            </a:r>
          </a:p>
        </p:txBody>
      </p:sp>
      <p:pic>
        <p:nvPicPr>
          <p:cNvPr id="10" name="Fish 3" descr="Fish 3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56000" y="3302000"/>
            <a:ext cx="2286000" cy="1416050"/>
          </a:xfrm>
          <a:prstGeom prst="rect">
            <a:avLst/>
          </a:prstGeom>
        </p:spPr>
      </p:pic>
      <p:sp>
        <p:nvSpPr>
          <p:cNvPr id="11" name="Fish letter 3 شِ" descr="شِ">
            <a:hlinkClick action="ppaction://hlinksldjump" r:id="rId7"/>
          </p:cNvPr>
          <p:cNvSpPr/>
          <p:nvPr/>
        </p:nvSpPr>
        <p:spPr>
          <a:xfrm>
            <a:off x="4095750" y="3536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شِ</a:t>
            </a:r>
          </a:p>
        </p:txBody>
      </p:sp>
      <p:pic>
        <p:nvPicPr>
          <p:cNvPr id="12" name="Fish 4" descr="Fish 4">
            <a:hlinkClick action="ppaction://hlinksldjump" r:id="rId8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72500" y="3810000"/>
            <a:ext cx="2286000" cy="1416050"/>
          </a:xfrm>
          <a:prstGeom prst="rect">
            <a:avLst/>
          </a:prstGeom>
        </p:spPr>
      </p:pic>
      <p:sp>
        <p:nvSpPr>
          <p:cNvPr id="13" name="Fish letter 4 وِ" descr="وِ">
            <a:hlinkClick action="ppaction://hlinksldjump" r:id="rId8"/>
          </p:cNvPr>
          <p:cNvSpPr/>
          <p:nvPr/>
        </p:nvSpPr>
        <p:spPr>
          <a:xfrm>
            <a:off x="9112250" y="4044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وِ</a:t>
            </a:r>
          </a:p>
        </p:txBody>
      </p:sp>
      <p:pic>
        <p:nvPicPr>
          <p:cNvPr id="14" name="Fish 5" descr="Fish 5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87500" y="4826000"/>
            <a:ext cx="2286000" cy="1416050"/>
          </a:xfrm>
          <a:prstGeom prst="rect">
            <a:avLst/>
          </a:prstGeom>
        </p:spPr>
      </p:pic>
      <p:sp>
        <p:nvSpPr>
          <p:cNvPr id="15" name="Fish letter 5 جِ" descr="جِ">
            <a:hlinkClick action="ppaction://hlinksldjump" r:id="rId7"/>
          </p:cNvPr>
          <p:cNvSpPr/>
          <p:nvPr/>
        </p:nvSpPr>
        <p:spPr>
          <a:xfrm>
            <a:off x="2127250" y="5060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جِ</a:t>
            </a:r>
          </a:p>
        </p:txBody>
      </p:sp>
      <p:sp>
        <p:nvSpPr>
          <p:cNvPr id="16" name="Try again!" descr="Try again!"/>
          <p:cNvSpPr/>
          <p:nvPr/>
        </p:nvSpPr>
        <p:spPr>
          <a:xfrm>
            <a:off x="7937500" y="5270500"/>
            <a:ext cx="3048000" cy="1460500"/>
          </a:xfrm>
          <a:prstGeom prst="cloudCallout">
            <a:avLst/>
          </a:prstGeom>
          <a:solidFill>
            <a:srgbClr val="FFFFFF"/>
          </a:solidFill>
          <a:ln w="50800">
            <a:solidFill>
              <a:srgbClr val="E5536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2500" b="1" lang="en-US">
                <a:solidFill>
                  <a:srgbClr val="E5536F"/>
                </a:solidFill>
                <a:latin typeface="Arial"/>
                <a:cs typeface="Arial"/>
              </a:rPr>
              <a:t>Try again!</a:t>
            </a:r>
          </a:p>
        </p:txBody>
      </p:sp>
      <p:sp>
        <p:nvSpPr>
          <p:cNvPr id="17" name="Next button">
            <a:hlinkClick action="ppaction://hlinksldjump" r:id="rId9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Next arrow">
            <a:hlinkClick action="ppaction://hlinksldjump" r:id="rId9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10" name="boing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4" dur="2900" fill="hold" repeatCount="indefinite" autoRev="1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6" dur="290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8" dur="3200" fill="hold" repeatCount="indefinite" autoRev="1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10" dur="3200" fill="hold" repeatCount="indefinite" autoRev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12" dur="350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14" dur="3500" fill="hold" repeatCount="indefinite" autoRev="1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7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16" dur="3800" fill="hold" repeatCount="indefinite" autoRev="1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9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18" dur="3800" fill="hold" repeatCount="indefinite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4" presetID="53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79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Catch every fish with"/>
          <p:cNvSpPr/>
          <p:nvPr/>
        </p:nvSpPr>
        <p:spPr>
          <a:xfrm>
            <a:off x="2730500" y="190500"/>
            <a:ext cx="546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000" b="1" lang="en-US">
                <a:solidFill>
                  <a:srgbClr val="2E2640"/>
                </a:solidFill>
                <a:latin typeface="Arial"/>
                <a:cs typeface="Arial"/>
              </a:rPr>
              <a:t>Catch every fish with</a:t>
            </a:r>
          </a:p>
        </p:txBody>
      </p:sp>
      <p:sp>
        <p:nvSpPr>
          <p:cNvPr id="5" name="Find وِ" descr="وِ"/>
          <p:cNvSpPr/>
          <p:nvPr/>
        </p:nvSpPr>
        <p:spPr>
          <a:xfrm>
            <a:off x="81915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وِ</a:t>
            </a:r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Fish 1" descr="Fish 1">
            <a:hlinkClick action="ppaction://hlinksldjump" r:id="rId6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0" y="1651000"/>
            <a:ext cx="2286000" cy="1416050"/>
          </a:xfrm>
          <a:prstGeom prst="rect">
            <a:avLst/>
          </a:prstGeom>
        </p:spPr>
      </p:pic>
      <p:sp>
        <p:nvSpPr>
          <p:cNvPr id="9" name="Fish letter 1 وِ" descr="وِ">
            <a:hlinkClick action="ppaction://hlinksldjump" r:id="rId6"/>
          </p:cNvPr>
          <p:cNvSpPr/>
          <p:nvPr/>
        </p:nvSpPr>
        <p:spPr>
          <a:xfrm>
            <a:off x="1682750" y="1885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وِ</a:t>
            </a:r>
          </a:p>
        </p:txBody>
      </p:sp>
      <p:pic>
        <p:nvPicPr>
          <p:cNvPr id="10" name="Fish 2" descr="Fish 2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67500" y="1905000"/>
            <a:ext cx="2286000" cy="1416050"/>
          </a:xfrm>
          <a:prstGeom prst="rect">
            <a:avLst/>
          </a:prstGeom>
        </p:spPr>
      </p:pic>
      <p:sp>
        <p:nvSpPr>
          <p:cNvPr id="11" name="Fish letter 2 هِ" descr="هِ">
            <a:hlinkClick action="ppaction://hlinksldjump" r:id="rId7"/>
          </p:cNvPr>
          <p:cNvSpPr/>
          <p:nvPr/>
        </p:nvSpPr>
        <p:spPr>
          <a:xfrm>
            <a:off x="7207250" y="2139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هِ</a:t>
            </a:r>
          </a:p>
        </p:txBody>
      </p:sp>
      <p:pic>
        <p:nvPicPr>
          <p:cNvPr id="12" name="Fish 3" descr="Fish 3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56000" y="3302000"/>
            <a:ext cx="2286000" cy="1416050"/>
          </a:xfrm>
          <a:prstGeom prst="rect">
            <a:avLst/>
          </a:prstGeom>
        </p:spPr>
      </p:pic>
      <p:sp>
        <p:nvSpPr>
          <p:cNvPr id="13" name="Fish letter 3 شِ" descr="شِ">
            <a:hlinkClick action="ppaction://hlinksldjump" r:id="rId7"/>
          </p:cNvPr>
          <p:cNvSpPr/>
          <p:nvPr/>
        </p:nvSpPr>
        <p:spPr>
          <a:xfrm>
            <a:off x="4095750" y="3536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شِ</a:t>
            </a:r>
          </a:p>
        </p:txBody>
      </p:sp>
      <p:pic>
        <p:nvPicPr>
          <p:cNvPr id="14" name="Fish 5" descr="Fish 5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87500" y="4826000"/>
            <a:ext cx="2286000" cy="1416050"/>
          </a:xfrm>
          <a:prstGeom prst="rect">
            <a:avLst/>
          </a:prstGeom>
        </p:spPr>
      </p:pic>
      <p:sp>
        <p:nvSpPr>
          <p:cNvPr id="15" name="Fish letter 5 جِ" descr="جِ">
            <a:hlinkClick action="ppaction://hlinksldjump" r:id="rId7"/>
          </p:cNvPr>
          <p:cNvSpPr/>
          <p:nvPr/>
        </p:nvSpPr>
        <p:spPr>
          <a:xfrm>
            <a:off x="2127250" y="5060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جِ</a:t>
            </a:r>
          </a:p>
        </p:txBody>
      </p:sp>
      <p:sp>
        <p:nvSpPr>
          <p:cNvPr id="16" name="Next button">
            <a:hlinkClick action="ppaction://hlinksldjump" r:id="rId8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Next arrow">
            <a:hlinkClick action="ppaction://hlinksldjump" r:id="rId8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9" name="spla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9" dur="2600" fill="hold" repeatCount="indefinite" autoRev="1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2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11" dur="260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4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13" dur="2900" fill="hold" repeatCount="indefinite" autoRev="1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6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15" dur="2900" fill="hold" repeatCount="indefinite" autoRev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8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17" dur="320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0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19" dur="3200" fill="hold" repeatCount="indefinite" autoRev="1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2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21" dur="3800" fill="hold" repeatCount="indefinite" autoRev="1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4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23" dur="3800" fill="hold" repeatCount="indefinite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80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Catch every fish with"/>
          <p:cNvSpPr/>
          <p:nvPr/>
        </p:nvSpPr>
        <p:spPr>
          <a:xfrm>
            <a:off x="2730500" y="190500"/>
            <a:ext cx="546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000" b="1" lang="en-US">
                <a:solidFill>
                  <a:srgbClr val="2E2640"/>
                </a:solidFill>
                <a:latin typeface="Arial"/>
                <a:cs typeface="Arial"/>
              </a:rPr>
              <a:t>Catch every fish with</a:t>
            </a:r>
          </a:p>
        </p:txBody>
      </p:sp>
      <p:sp>
        <p:nvSpPr>
          <p:cNvPr id="5" name="Find وِ" descr="وِ"/>
          <p:cNvSpPr/>
          <p:nvPr/>
        </p:nvSpPr>
        <p:spPr>
          <a:xfrm>
            <a:off x="81915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وِ</a:t>
            </a:r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Fish 1" descr="Fish 1">
            <a:hlinkClick action="ppaction://hlinksldjump" r:id="rId6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0" y="1651000"/>
            <a:ext cx="2286000" cy="1416050"/>
          </a:xfrm>
          <a:prstGeom prst="rect">
            <a:avLst/>
          </a:prstGeom>
        </p:spPr>
      </p:pic>
      <p:sp>
        <p:nvSpPr>
          <p:cNvPr id="9" name="Fish letter 1 وِ" descr="وِ">
            <a:hlinkClick action="ppaction://hlinksldjump" r:id="rId6"/>
          </p:cNvPr>
          <p:cNvSpPr/>
          <p:nvPr/>
        </p:nvSpPr>
        <p:spPr>
          <a:xfrm>
            <a:off x="1682750" y="1885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وِ</a:t>
            </a:r>
          </a:p>
        </p:txBody>
      </p:sp>
      <p:pic>
        <p:nvPicPr>
          <p:cNvPr id="10" name="Fish 2" descr="Fish 2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67500" y="1905000"/>
            <a:ext cx="2286000" cy="1416050"/>
          </a:xfrm>
          <a:prstGeom prst="rect">
            <a:avLst/>
          </a:prstGeom>
        </p:spPr>
      </p:pic>
      <p:sp>
        <p:nvSpPr>
          <p:cNvPr id="11" name="Fish letter 2 هِ" descr="هِ">
            <a:hlinkClick action="ppaction://hlinksldjump" r:id="rId7"/>
          </p:cNvPr>
          <p:cNvSpPr/>
          <p:nvPr/>
        </p:nvSpPr>
        <p:spPr>
          <a:xfrm>
            <a:off x="7207250" y="2139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هِ</a:t>
            </a:r>
          </a:p>
        </p:txBody>
      </p:sp>
      <p:pic>
        <p:nvPicPr>
          <p:cNvPr id="12" name="Fish 3" descr="Fish 3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56000" y="3302000"/>
            <a:ext cx="2286000" cy="1416050"/>
          </a:xfrm>
          <a:prstGeom prst="rect">
            <a:avLst/>
          </a:prstGeom>
        </p:spPr>
      </p:pic>
      <p:sp>
        <p:nvSpPr>
          <p:cNvPr id="13" name="Fish letter 3 شِ" descr="شِ">
            <a:hlinkClick action="ppaction://hlinksldjump" r:id="rId7"/>
          </p:cNvPr>
          <p:cNvSpPr/>
          <p:nvPr/>
        </p:nvSpPr>
        <p:spPr>
          <a:xfrm>
            <a:off x="4095750" y="3536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شِ</a:t>
            </a:r>
          </a:p>
        </p:txBody>
      </p:sp>
      <p:pic>
        <p:nvPicPr>
          <p:cNvPr id="14" name="Fish 5" descr="Fish 5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87500" y="4826000"/>
            <a:ext cx="2286000" cy="1416050"/>
          </a:xfrm>
          <a:prstGeom prst="rect">
            <a:avLst/>
          </a:prstGeom>
        </p:spPr>
      </p:pic>
      <p:sp>
        <p:nvSpPr>
          <p:cNvPr id="15" name="Fish letter 5 جِ" descr="جِ">
            <a:hlinkClick action="ppaction://hlinksldjump" r:id="rId7"/>
          </p:cNvPr>
          <p:cNvSpPr/>
          <p:nvPr/>
        </p:nvSpPr>
        <p:spPr>
          <a:xfrm>
            <a:off x="2127250" y="5060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جِ</a:t>
            </a:r>
          </a:p>
        </p:txBody>
      </p:sp>
      <p:sp>
        <p:nvSpPr>
          <p:cNvPr id="16" name="Try again!" descr="Try again!"/>
          <p:cNvSpPr/>
          <p:nvPr/>
        </p:nvSpPr>
        <p:spPr>
          <a:xfrm>
            <a:off x="7937500" y="5270500"/>
            <a:ext cx="3048000" cy="1460500"/>
          </a:xfrm>
          <a:prstGeom prst="cloudCallout">
            <a:avLst/>
          </a:prstGeom>
          <a:solidFill>
            <a:srgbClr val="FFFFFF"/>
          </a:solidFill>
          <a:ln w="50800">
            <a:solidFill>
              <a:srgbClr val="E5536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2500" b="1" lang="en-US">
                <a:solidFill>
                  <a:srgbClr val="E5536F"/>
                </a:solidFill>
                <a:latin typeface="Arial"/>
                <a:cs typeface="Arial"/>
              </a:rPr>
              <a:t>Try again!</a:t>
            </a:r>
          </a:p>
        </p:txBody>
      </p:sp>
      <p:sp>
        <p:nvSpPr>
          <p:cNvPr id="17" name="Next button">
            <a:hlinkClick action="ppaction://hlinksldjump" r:id="rId8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Next arrow">
            <a:hlinkClick action="ppaction://hlinksldjump" r:id="rId8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9" name="boing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4" dur="2600" fill="hold" repeatCount="indefinite" autoRev="1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6" dur="260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8" dur="2900" fill="hold" repeatCount="indefinite" autoRev="1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10" dur="2900" fill="hold" repeatCount="indefinite" autoRev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12" dur="320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14" dur="3200" fill="hold" repeatCount="indefinite" autoRev="1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7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16" dur="3800" fill="hold" repeatCount="indefinite" autoRev="1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9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18" dur="3800" fill="hold" repeatCount="indefinite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4" presetID="53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81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Catch every fish with"/>
          <p:cNvSpPr/>
          <p:nvPr/>
        </p:nvSpPr>
        <p:spPr>
          <a:xfrm>
            <a:off x="2730500" y="190500"/>
            <a:ext cx="546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000" b="1" lang="en-US">
                <a:solidFill>
                  <a:srgbClr val="2E2640"/>
                </a:solidFill>
                <a:latin typeface="Arial"/>
                <a:cs typeface="Arial"/>
              </a:rPr>
              <a:t>Catch every fish with</a:t>
            </a:r>
          </a:p>
        </p:txBody>
      </p:sp>
      <p:sp>
        <p:nvSpPr>
          <p:cNvPr id="5" name="Find وِ" descr="وِ"/>
          <p:cNvSpPr/>
          <p:nvPr/>
        </p:nvSpPr>
        <p:spPr>
          <a:xfrm>
            <a:off x="81915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وِ</a:t>
            </a:r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Fish 2" descr="Fish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67500" y="1905000"/>
            <a:ext cx="2286000" cy="1416050"/>
          </a:xfrm>
          <a:prstGeom prst="rect">
            <a:avLst/>
          </a:prstGeom>
        </p:spPr>
      </p:pic>
      <p:sp>
        <p:nvSpPr>
          <p:cNvPr id="9" name="Fish letter 2 هِ" descr="هِ"/>
          <p:cNvSpPr/>
          <p:nvPr/>
        </p:nvSpPr>
        <p:spPr>
          <a:xfrm>
            <a:off x="7207250" y="2139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هِ</a:t>
            </a:r>
          </a:p>
        </p:txBody>
      </p:sp>
      <p:pic>
        <p:nvPicPr>
          <p:cNvPr id="10" name="Fish 3" descr="Fish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56000" y="3302000"/>
            <a:ext cx="2286000" cy="1416050"/>
          </a:xfrm>
          <a:prstGeom prst="rect">
            <a:avLst/>
          </a:prstGeom>
        </p:spPr>
      </p:pic>
      <p:sp>
        <p:nvSpPr>
          <p:cNvPr id="11" name="Fish letter 3 شِ" descr="شِ"/>
          <p:cNvSpPr/>
          <p:nvPr/>
        </p:nvSpPr>
        <p:spPr>
          <a:xfrm>
            <a:off x="4095750" y="3536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شِ</a:t>
            </a:r>
          </a:p>
        </p:txBody>
      </p:sp>
      <p:pic>
        <p:nvPicPr>
          <p:cNvPr id="12" name="Fish 5" descr="Fish 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87500" y="4826000"/>
            <a:ext cx="2286000" cy="1416050"/>
          </a:xfrm>
          <a:prstGeom prst="rect">
            <a:avLst/>
          </a:prstGeom>
        </p:spPr>
      </p:pic>
      <p:sp>
        <p:nvSpPr>
          <p:cNvPr id="13" name="Fish letter 5 جِ" descr="جِ"/>
          <p:cNvSpPr/>
          <p:nvPr/>
        </p:nvSpPr>
        <p:spPr>
          <a:xfrm>
            <a:off x="2127250" y="5060950"/>
            <a:ext cx="952500" cy="95250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E6DDF5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4800" b="1" lang="ar-SA">
                <a:solidFill>
                  <a:srgbClr val="2E2640"/>
                </a:solidFill>
                <a:latin typeface="Arial"/>
                <a:cs typeface="Arial"/>
              </a:rPr>
              <a:t>جِ</a:t>
            </a:r>
          </a:p>
        </p:txBody>
      </p:sp>
      <p:sp>
        <p:nvSpPr>
          <p:cNvPr id="14" name="Great job!" descr="Great job!"/>
          <p:cNvSpPr/>
          <p:nvPr/>
        </p:nvSpPr>
        <p:spPr>
          <a:xfrm>
            <a:off x="7937500" y="5270500"/>
            <a:ext cx="3048000" cy="1460500"/>
          </a:xfrm>
          <a:prstGeom prst="cloudCallout">
            <a:avLst/>
          </a:prstGeom>
          <a:solidFill>
            <a:srgbClr val="FFFFFF"/>
          </a:solidFill>
          <a:ln w="50800">
            <a:solidFill>
              <a:srgbClr val="2FB57A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2500" b="1" lang="en-US">
                <a:solidFill>
                  <a:srgbClr val="2FB57A"/>
                </a:solidFill>
                <a:latin typeface="Arial"/>
                <a:cs typeface="Arial"/>
              </a:rPr>
              <a:t>Great job!</a:t>
            </a:r>
          </a:p>
        </p:txBody>
      </p:sp>
      <p:sp>
        <p:nvSpPr>
          <p:cNvPr id="15" name="Next button">
            <a:hlinkClick action="ppaction://hlinksldjump" r:id="rId6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Next arrow">
            <a:hlinkClick action="ppaction://hlinksldjump" r:id="rId6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7" name="sound anchor" descr="sound anchor (invisible)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2700" y="12700"/>
            <a:ext cx="25400" cy="25400"/>
          </a:xfrm>
          <a:prstGeom prst="rect">
            <a:avLst/>
          </a:prstGeom>
        </p:spPr>
      </p:pic>
    </p:spTree>
  </p:cSld>
  <p:clrMapOvr>
    <a:masterClrMapping/>
  </p:clrMapOvr>
  <p:transition advClick="0">
    <p:sndAc>
      <p:stSnd>
        <p:snd r:embed="rId7" name="spla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9" dur="2900" fill="hold" repeatCount="indefinite" autoRev="1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2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900 0.0000 E" pathEditMode="relative" ptsTypes="AA">
                                      <p:cBhvr>
                                        <p:cTn id="11" dur="290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4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13" dur="3200" fill="hold" repeatCount="indefinite" autoRev="1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6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15" dur="3200" fill="hold" repeatCount="indefinite" autoRev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8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17" dur="380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0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-0.0900 0.0000 E" pathEditMode="relative" ptsTypes="AA">
                                      <p:cBhvr>
                                        <p:cTn id="19" dur="3800" fill="hold" repeatCount="indefinite" autoRev="1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5" presetID="53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2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100000">
                                        <p:cTn id="2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9" name="cheer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Tap every letter with"/>
          <p:cNvSpPr/>
          <p:nvPr/>
        </p:nvSpPr>
        <p:spPr>
          <a:xfrm>
            <a:off x="2730500" y="190500"/>
            <a:ext cx="546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000" b="1" lang="en-US">
                <a:solidFill>
                  <a:srgbClr val="2E2640"/>
                </a:solidFill>
                <a:latin typeface="Arial"/>
                <a:cs typeface="Arial"/>
              </a:rPr>
              <a:t>Tap every letter with</a:t>
            </a:r>
          </a:p>
        </p:txBody>
      </p:sp>
      <p:sp>
        <p:nvSpPr>
          <p:cNvPr id="5" name="Find وِ" descr="وِ"/>
          <p:cNvSpPr/>
          <p:nvPr/>
        </p:nvSpPr>
        <p:spPr>
          <a:xfrm>
            <a:off x="81915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وِ</a:t>
            </a:r>
          </a:p>
        </p:txBody>
      </p:sp>
      <p:sp>
        <p:nvSpPr>
          <p:cNvPr id="6" name="Star place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Hole 1"/>
          <p:cNvSpPr/>
          <p:nvPr/>
        </p:nvSpPr>
        <p:spPr>
          <a:xfrm>
            <a:off x="2349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ile 1 قِ" descr="قِ">
            <a:hlinkClick action="ppaction://hlinksldjump" r:id="rId3"/>
          </p:cNvPr>
          <p:cNvSpPr/>
          <p:nvPr/>
        </p:nvSpPr>
        <p:spPr>
          <a:xfrm>
            <a:off x="2635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قِ</a:t>
            </a:r>
          </a:p>
        </p:txBody>
      </p:sp>
      <p:sp>
        <p:nvSpPr>
          <p:cNvPr id="10" name="Hole 2"/>
          <p:cNvSpPr/>
          <p:nvPr/>
        </p:nvSpPr>
        <p:spPr>
          <a:xfrm>
            <a:off x="5143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ile 2 وِ" descr="وِ">
            <a:hlinkClick action="ppaction://hlinksldjump" r:id="rId4"/>
          </p:cNvPr>
          <p:cNvSpPr/>
          <p:nvPr/>
        </p:nvSpPr>
        <p:spPr>
          <a:xfrm>
            <a:off x="5429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وِ</a:t>
            </a:r>
          </a:p>
        </p:txBody>
      </p:sp>
      <p:sp>
        <p:nvSpPr>
          <p:cNvPr id="12" name="Hole 3"/>
          <p:cNvSpPr/>
          <p:nvPr/>
        </p:nvSpPr>
        <p:spPr>
          <a:xfrm>
            <a:off x="7937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ile 3 طِ" descr="طِ">
            <a:hlinkClick action="ppaction://hlinksldjump" r:id="rId3"/>
          </p:cNvPr>
          <p:cNvSpPr/>
          <p:nvPr/>
        </p:nvSpPr>
        <p:spPr>
          <a:xfrm>
            <a:off x="8223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طِ</a:t>
            </a:r>
          </a:p>
        </p:txBody>
      </p:sp>
      <p:sp>
        <p:nvSpPr>
          <p:cNvPr id="14" name="Hole 4"/>
          <p:cNvSpPr/>
          <p:nvPr/>
        </p:nvSpPr>
        <p:spPr>
          <a:xfrm>
            <a:off x="2349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ile 4 سِ" descr="سِ">
            <a:hlinkClick action="ppaction://hlinksldjump" r:id="rId3"/>
          </p:cNvPr>
          <p:cNvSpPr/>
          <p:nvPr/>
        </p:nvSpPr>
        <p:spPr>
          <a:xfrm>
            <a:off x="2635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سِ</a:t>
            </a:r>
          </a:p>
        </p:txBody>
      </p:sp>
      <p:sp>
        <p:nvSpPr>
          <p:cNvPr id="16" name="Hole 5"/>
          <p:cNvSpPr/>
          <p:nvPr/>
        </p:nvSpPr>
        <p:spPr>
          <a:xfrm>
            <a:off x="5143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ile 5 ظِ" descr="ظِ">
            <a:hlinkClick action="ppaction://hlinksldjump" r:id="rId3"/>
          </p:cNvPr>
          <p:cNvSpPr/>
          <p:nvPr/>
        </p:nvSpPr>
        <p:spPr>
          <a:xfrm>
            <a:off x="5429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ظِ</a:t>
            </a:r>
          </a:p>
        </p:txBody>
      </p:sp>
      <p:sp>
        <p:nvSpPr>
          <p:cNvPr id="18" name="Hole 6"/>
          <p:cNvSpPr/>
          <p:nvPr/>
        </p:nvSpPr>
        <p:spPr>
          <a:xfrm>
            <a:off x="7937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ile 6 وِ" descr="وِ">
            <a:hlinkClick action="ppaction://hlinksldjump" r:id="rId5"/>
          </p:cNvPr>
          <p:cNvSpPr/>
          <p:nvPr/>
        </p:nvSpPr>
        <p:spPr>
          <a:xfrm>
            <a:off x="8223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وِ</a:t>
            </a:r>
          </a:p>
        </p:txBody>
      </p:sp>
      <p:sp>
        <p:nvSpPr>
          <p:cNvPr id="20" name="Next button">
            <a:hlinkClick action="ppaction://hlinksldjump" r:id="rId6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Next arrow">
            <a:hlinkClick action="ppaction://hlinksldjump" r:id="rId6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6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4" dur="85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6" dur="970" fill="hold" repeatCount="indefinite" autoRev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8" dur="1090" fill="hold" repeatCount="indefinite" autoRev="1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0" dur="1210" fill="hold" repeatCount="indefinite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2" dur="1330" fill="hold" repeatCount="indefinite" autoRev="1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" presetID="0" presetClass="path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4" dur="1450" fill="hold" repeatCount="indefinite" autoRev="1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83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Tap every letter with"/>
          <p:cNvSpPr/>
          <p:nvPr/>
        </p:nvSpPr>
        <p:spPr>
          <a:xfrm>
            <a:off x="2730500" y="190500"/>
            <a:ext cx="546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000" b="1" lang="en-US">
                <a:solidFill>
                  <a:srgbClr val="2E2640"/>
                </a:solidFill>
                <a:latin typeface="Arial"/>
                <a:cs typeface="Arial"/>
              </a:rPr>
              <a:t>Tap every letter with</a:t>
            </a:r>
          </a:p>
        </p:txBody>
      </p:sp>
      <p:sp>
        <p:nvSpPr>
          <p:cNvPr id="5" name="Find وِ" descr="وِ"/>
          <p:cNvSpPr/>
          <p:nvPr/>
        </p:nvSpPr>
        <p:spPr>
          <a:xfrm>
            <a:off x="81915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وِ</a:t>
            </a:r>
          </a:p>
        </p:txBody>
      </p:sp>
      <p:sp>
        <p:nvSpPr>
          <p:cNvPr id="6" name="Star place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Hole 1"/>
          <p:cNvSpPr/>
          <p:nvPr/>
        </p:nvSpPr>
        <p:spPr>
          <a:xfrm>
            <a:off x="2349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ile 1 قِ" descr="قِ">
            <a:hlinkClick action="ppaction://hlinksldjump" r:id="rId3"/>
          </p:cNvPr>
          <p:cNvSpPr/>
          <p:nvPr/>
        </p:nvSpPr>
        <p:spPr>
          <a:xfrm>
            <a:off x="2635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قِ</a:t>
            </a:r>
          </a:p>
        </p:txBody>
      </p:sp>
      <p:sp>
        <p:nvSpPr>
          <p:cNvPr id="10" name="Hole 2"/>
          <p:cNvSpPr/>
          <p:nvPr/>
        </p:nvSpPr>
        <p:spPr>
          <a:xfrm>
            <a:off x="5143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ile 2 وِ" descr="وِ">
            <a:hlinkClick action="ppaction://hlinksldjump" r:id="rId4"/>
          </p:cNvPr>
          <p:cNvSpPr/>
          <p:nvPr/>
        </p:nvSpPr>
        <p:spPr>
          <a:xfrm>
            <a:off x="5429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وِ</a:t>
            </a:r>
          </a:p>
        </p:txBody>
      </p:sp>
      <p:sp>
        <p:nvSpPr>
          <p:cNvPr id="12" name="Hole 3"/>
          <p:cNvSpPr/>
          <p:nvPr/>
        </p:nvSpPr>
        <p:spPr>
          <a:xfrm>
            <a:off x="7937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ile 3 طِ" descr="طِ">
            <a:hlinkClick action="ppaction://hlinksldjump" r:id="rId3"/>
          </p:cNvPr>
          <p:cNvSpPr/>
          <p:nvPr/>
        </p:nvSpPr>
        <p:spPr>
          <a:xfrm>
            <a:off x="8223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طِ</a:t>
            </a:r>
          </a:p>
        </p:txBody>
      </p:sp>
      <p:sp>
        <p:nvSpPr>
          <p:cNvPr id="14" name="Hole 4"/>
          <p:cNvSpPr/>
          <p:nvPr/>
        </p:nvSpPr>
        <p:spPr>
          <a:xfrm>
            <a:off x="2349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ile 4 سِ" descr="سِ">
            <a:hlinkClick action="ppaction://hlinksldjump" r:id="rId3"/>
          </p:cNvPr>
          <p:cNvSpPr/>
          <p:nvPr/>
        </p:nvSpPr>
        <p:spPr>
          <a:xfrm>
            <a:off x="2635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سِ</a:t>
            </a:r>
          </a:p>
        </p:txBody>
      </p:sp>
      <p:sp>
        <p:nvSpPr>
          <p:cNvPr id="16" name="Hole 5"/>
          <p:cNvSpPr/>
          <p:nvPr/>
        </p:nvSpPr>
        <p:spPr>
          <a:xfrm>
            <a:off x="5143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ile 5 ظِ" descr="ظِ">
            <a:hlinkClick action="ppaction://hlinksldjump" r:id="rId3"/>
          </p:cNvPr>
          <p:cNvSpPr/>
          <p:nvPr/>
        </p:nvSpPr>
        <p:spPr>
          <a:xfrm>
            <a:off x="5429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ظِ</a:t>
            </a:r>
          </a:p>
        </p:txBody>
      </p:sp>
      <p:sp>
        <p:nvSpPr>
          <p:cNvPr id="18" name="Hole 6"/>
          <p:cNvSpPr/>
          <p:nvPr/>
        </p:nvSpPr>
        <p:spPr>
          <a:xfrm>
            <a:off x="7937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ile 6 وِ" descr="وِ">
            <a:hlinkClick action="ppaction://hlinksldjump" r:id="rId5"/>
          </p:cNvPr>
          <p:cNvSpPr/>
          <p:nvPr/>
        </p:nvSpPr>
        <p:spPr>
          <a:xfrm>
            <a:off x="8223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وِ</a:t>
            </a:r>
          </a:p>
        </p:txBody>
      </p:sp>
      <p:sp>
        <p:nvSpPr>
          <p:cNvPr id="20" name="Try again!" descr="Try again!"/>
          <p:cNvSpPr/>
          <p:nvPr/>
        </p:nvSpPr>
        <p:spPr>
          <a:xfrm>
            <a:off x="9080500" y="1016000"/>
            <a:ext cx="3048000" cy="1460500"/>
          </a:xfrm>
          <a:prstGeom prst="cloudCallout">
            <a:avLst/>
          </a:prstGeom>
          <a:solidFill>
            <a:srgbClr val="FFFFFF"/>
          </a:solidFill>
          <a:ln w="50800">
            <a:solidFill>
              <a:srgbClr val="E5536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2500" b="1" lang="en-US">
                <a:solidFill>
                  <a:srgbClr val="E5536F"/>
                </a:solidFill>
                <a:latin typeface="Arial"/>
                <a:cs typeface="Arial"/>
              </a:rPr>
              <a:t>Try again!</a:t>
            </a:r>
          </a:p>
        </p:txBody>
      </p:sp>
      <p:sp>
        <p:nvSpPr>
          <p:cNvPr id="21" name="Next button">
            <a:hlinkClick action="ppaction://hlinksldjump" r:id="rId6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Next arrow">
            <a:hlinkClick action="ppaction://hlinksldjump" r:id="rId6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7" name="boing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1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4" dur="85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6" dur="970" fill="hold" repeatCount="indefinite" autoRev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8" dur="1090" fill="hold" repeatCount="indefinite" autoRev="1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0" dur="1210" fill="hold" repeatCount="indefinite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2" dur="1330" fill="hold" repeatCount="indefinite" autoRev="1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" presetID="0" presetClass="path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4" dur="1450" fill="hold" repeatCount="indefinite" autoRev="1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0" presetID="53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" dur="4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4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84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Tap every letter with"/>
          <p:cNvSpPr/>
          <p:nvPr/>
        </p:nvSpPr>
        <p:spPr>
          <a:xfrm>
            <a:off x="2730500" y="190500"/>
            <a:ext cx="546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000" b="1" lang="en-US">
                <a:solidFill>
                  <a:srgbClr val="2E2640"/>
                </a:solidFill>
                <a:latin typeface="Arial"/>
                <a:cs typeface="Arial"/>
              </a:rPr>
              <a:t>Tap every letter with</a:t>
            </a:r>
          </a:p>
        </p:txBody>
      </p:sp>
      <p:sp>
        <p:nvSpPr>
          <p:cNvPr id="5" name="Find وِ" descr="وِ"/>
          <p:cNvSpPr/>
          <p:nvPr/>
        </p:nvSpPr>
        <p:spPr>
          <a:xfrm>
            <a:off x="81915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وِ</a:t>
            </a:r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Hole 1"/>
          <p:cNvSpPr/>
          <p:nvPr/>
        </p:nvSpPr>
        <p:spPr>
          <a:xfrm>
            <a:off x="2349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ile 1 قِ" descr="قِ">
            <a:hlinkClick action="ppaction://hlinksldjump" r:id="rId3"/>
          </p:cNvPr>
          <p:cNvSpPr/>
          <p:nvPr/>
        </p:nvSpPr>
        <p:spPr>
          <a:xfrm>
            <a:off x="2635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قِ</a:t>
            </a:r>
          </a:p>
        </p:txBody>
      </p:sp>
      <p:sp>
        <p:nvSpPr>
          <p:cNvPr id="10" name="Hole 2"/>
          <p:cNvSpPr/>
          <p:nvPr/>
        </p:nvSpPr>
        <p:spPr>
          <a:xfrm>
            <a:off x="5143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Hole 3"/>
          <p:cNvSpPr/>
          <p:nvPr/>
        </p:nvSpPr>
        <p:spPr>
          <a:xfrm>
            <a:off x="7937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ile 3 طِ" descr="طِ">
            <a:hlinkClick action="ppaction://hlinksldjump" r:id="rId3"/>
          </p:cNvPr>
          <p:cNvSpPr/>
          <p:nvPr/>
        </p:nvSpPr>
        <p:spPr>
          <a:xfrm>
            <a:off x="8223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طِ</a:t>
            </a:r>
          </a:p>
        </p:txBody>
      </p:sp>
      <p:sp>
        <p:nvSpPr>
          <p:cNvPr id="13" name="Hole 4"/>
          <p:cNvSpPr/>
          <p:nvPr/>
        </p:nvSpPr>
        <p:spPr>
          <a:xfrm>
            <a:off x="2349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ile 4 سِ" descr="سِ">
            <a:hlinkClick action="ppaction://hlinksldjump" r:id="rId3"/>
          </p:cNvPr>
          <p:cNvSpPr/>
          <p:nvPr/>
        </p:nvSpPr>
        <p:spPr>
          <a:xfrm>
            <a:off x="2635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سِ</a:t>
            </a:r>
          </a:p>
        </p:txBody>
      </p:sp>
      <p:sp>
        <p:nvSpPr>
          <p:cNvPr id="15" name="Hole 5"/>
          <p:cNvSpPr/>
          <p:nvPr/>
        </p:nvSpPr>
        <p:spPr>
          <a:xfrm>
            <a:off x="5143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ile 5 ظِ" descr="ظِ">
            <a:hlinkClick action="ppaction://hlinksldjump" r:id="rId3"/>
          </p:cNvPr>
          <p:cNvSpPr/>
          <p:nvPr/>
        </p:nvSpPr>
        <p:spPr>
          <a:xfrm>
            <a:off x="5429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ظِ</a:t>
            </a:r>
          </a:p>
        </p:txBody>
      </p:sp>
      <p:sp>
        <p:nvSpPr>
          <p:cNvPr id="17" name="Hole 6"/>
          <p:cNvSpPr/>
          <p:nvPr/>
        </p:nvSpPr>
        <p:spPr>
          <a:xfrm>
            <a:off x="7937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ile 6 وِ" descr="وِ">
            <a:hlinkClick action="ppaction://hlinksldjump" r:id="rId4"/>
          </p:cNvPr>
          <p:cNvSpPr/>
          <p:nvPr/>
        </p:nvSpPr>
        <p:spPr>
          <a:xfrm>
            <a:off x="8223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وِ</a:t>
            </a:r>
          </a:p>
        </p:txBody>
      </p:sp>
      <p:sp>
        <p:nvSpPr>
          <p:cNvPr id="19" name="Next button">
            <a:hlinkClick action="ppaction://hlinksldjump" r:id="rId5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Next arrow">
            <a:hlinkClick action="ppaction://hlinksldjump" r:id="rId5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6" name="bonk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9" dur="85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2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1" dur="109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4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3" dur="1210" fill="hold" repeatCount="indefinite" autoRev="1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6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5" dur="1330" fill="hold" repeatCount="indefinite" autoRev="1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8" presetID="0" presetClass="path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7" dur="1450" fill="hold" repeatCount="indefinite" autoRev="1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85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Tap every letter with"/>
          <p:cNvSpPr/>
          <p:nvPr/>
        </p:nvSpPr>
        <p:spPr>
          <a:xfrm>
            <a:off x="2730500" y="190500"/>
            <a:ext cx="546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000" b="1" lang="en-US">
                <a:solidFill>
                  <a:srgbClr val="2E2640"/>
                </a:solidFill>
                <a:latin typeface="Arial"/>
                <a:cs typeface="Arial"/>
              </a:rPr>
              <a:t>Tap every letter with</a:t>
            </a:r>
          </a:p>
        </p:txBody>
      </p:sp>
      <p:sp>
        <p:nvSpPr>
          <p:cNvPr id="5" name="Find وِ" descr="وِ"/>
          <p:cNvSpPr/>
          <p:nvPr/>
        </p:nvSpPr>
        <p:spPr>
          <a:xfrm>
            <a:off x="81915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وِ</a:t>
            </a:r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Hole 1"/>
          <p:cNvSpPr/>
          <p:nvPr/>
        </p:nvSpPr>
        <p:spPr>
          <a:xfrm>
            <a:off x="2349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ile 1 قِ" descr="قِ">
            <a:hlinkClick action="ppaction://hlinksldjump" r:id="rId3"/>
          </p:cNvPr>
          <p:cNvSpPr/>
          <p:nvPr/>
        </p:nvSpPr>
        <p:spPr>
          <a:xfrm>
            <a:off x="2635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قِ</a:t>
            </a:r>
          </a:p>
        </p:txBody>
      </p:sp>
      <p:sp>
        <p:nvSpPr>
          <p:cNvPr id="10" name="Hole 2"/>
          <p:cNvSpPr/>
          <p:nvPr/>
        </p:nvSpPr>
        <p:spPr>
          <a:xfrm>
            <a:off x="5143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Hole 3"/>
          <p:cNvSpPr/>
          <p:nvPr/>
        </p:nvSpPr>
        <p:spPr>
          <a:xfrm>
            <a:off x="7937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ile 3 طِ" descr="طِ">
            <a:hlinkClick action="ppaction://hlinksldjump" r:id="rId3"/>
          </p:cNvPr>
          <p:cNvSpPr/>
          <p:nvPr/>
        </p:nvSpPr>
        <p:spPr>
          <a:xfrm>
            <a:off x="8223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طِ</a:t>
            </a:r>
          </a:p>
        </p:txBody>
      </p:sp>
      <p:sp>
        <p:nvSpPr>
          <p:cNvPr id="13" name="Hole 4"/>
          <p:cNvSpPr/>
          <p:nvPr/>
        </p:nvSpPr>
        <p:spPr>
          <a:xfrm>
            <a:off x="2349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ile 4 سِ" descr="سِ">
            <a:hlinkClick action="ppaction://hlinksldjump" r:id="rId3"/>
          </p:cNvPr>
          <p:cNvSpPr/>
          <p:nvPr/>
        </p:nvSpPr>
        <p:spPr>
          <a:xfrm>
            <a:off x="2635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سِ</a:t>
            </a:r>
          </a:p>
        </p:txBody>
      </p:sp>
      <p:sp>
        <p:nvSpPr>
          <p:cNvPr id="15" name="Hole 5"/>
          <p:cNvSpPr/>
          <p:nvPr/>
        </p:nvSpPr>
        <p:spPr>
          <a:xfrm>
            <a:off x="5143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ile 5 ظِ" descr="ظِ">
            <a:hlinkClick action="ppaction://hlinksldjump" r:id="rId3"/>
          </p:cNvPr>
          <p:cNvSpPr/>
          <p:nvPr/>
        </p:nvSpPr>
        <p:spPr>
          <a:xfrm>
            <a:off x="5429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ظِ</a:t>
            </a:r>
          </a:p>
        </p:txBody>
      </p:sp>
      <p:sp>
        <p:nvSpPr>
          <p:cNvPr id="17" name="Hole 6"/>
          <p:cNvSpPr/>
          <p:nvPr/>
        </p:nvSpPr>
        <p:spPr>
          <a:xfrm>
            <a:off x="7937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ile 6 وِ" descr="وِ">
            <a:hlinkClick action="ppaction://hlinksldjump" r:id="rId4"/>
          </p:cNvPr>
          <p:cNvSpPr/>
          <p:nvPr/>
        </p:nvSpPr>
        <p:spPr>
          <a:xfrm>
            <a:off x="8223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وِ</a:t>
            </a:r>
          </a:p>
        </p:txBody>
      </p:sp>
      <p:sp>
        <p:nvSpPr>
          <p:cNvPr id="19" name="Try again!" descr="Try again!"/>
          <p:cNvSpPr/>
          <p:nvPr/>
        </p:nvSpPr>
        <p:spPr>
          <a:xfrm>
            <a:off x="9080500" y="1016000"/>
            <a:ext cx="3048000" cy="1460500"/>
          </a:xfrm>
          <a:prstGeom prst="cloudCallout">
            <a:avLst/>
          </a:prstGeom>
          <a:solidFill>
            <a:srgbClr val="FFFFFF"/>
          </a:solidFill>
          <a:ln w="50800">
            <a:solidFill>
              <a:srgbClr val="E5536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2500" b="1" lang="en-US">
                <a:solidFill>
                  <a:srgbClr val="E5536F"/>
                </a:solidFill>
                <a:latin typeface="Arial"/>
                <a:cs typeface="Arial"/>
              </a:rPr>
              <a:t>Try again!</a:t>
            </a:r>
          </a:p>
        </p:txBody>
      </p:sp>
      <p:sp>
        <p:nvSpPr>
          <p:cNvPr id="20" name="Next button">
            <a:hlinkClick action="ppaction://hlinksldjump" r:id="rId5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Next arrow">
            <a:hlinkClick action="ppaction://hlinksldjump" r:id="rId5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6" name="boing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4" dur="85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6" dur="109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8" dur="1210" fill="hold" repeatCount="indefinite" autoRev="1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0" dur="1330" fill="hold" repeatCount="indefinite" autoRev="1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2" dur="1450" fill="hold" repeatCount="indefinite" autoRev="1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8" presetID="53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4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4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86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Tap every letter with"/>
          <p:cNvSpPr/>
          <p:nvPr/>
        </p:nvSpPr>
        <p:spPr>
          <a:xfrm>
            <a:off x="2730500" y="190500"/>
            <a:ext cx="546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000" b="1" lang="en-US">
                <a:solidFill>
                  <a:srgbClr val="2E2640"/>
                </a:solidFill>
                <a:latin typeface="Arial"/>
                <a:cs typeface="Arial"/>
              </a:rPr>
              <a:t>Tap every letter with</a:t>
            </a:r>
          </a:p>
        </p:txBody>
      </p:sp>
      <p:sp>
        <p:nvSpPr>
          <p:cNvPr id="5" name="Find وِ" descr="وِ"/>
          <p:cNvSpPr/>
          <p:nvPr/>
        </p:nvSpPr>
        <p:spPr>
          <a:xfrm>
            <a:off x="81915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وِ</a:t>
            </a:r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Hole 1"/>
          <p:cNvSpPr/>
          <p:nvPr/>
        </p:nvSpPr>
        <p:spPr>
          <a:xfrm>
            <a:off x="2349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ile 1 قِ" descr="قِ">
            <a:hlinkClick action="ppaction://hlinksldjump" r:id="rId3"/>
          </p:cNvPr>
          <p:cNvSpPr/>
          <p:nvPr/>
        </p:nvSpPr>
        <p:spPr>
          <a:xfrm>
            <a:off x="2635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قِ</a:t>
            </a:r>
          </a:p>
        </p:txBody>
      </p:sp>
      <p:sp>
        <p:nvSpPr>
          <p:cNvPr id="10" name="Hole 2"/>
          <p:cNvSpPr/>
          <p:nvPr/>
        </p:nvSpPr>
        <p:spPr>
          <a:xfrm>
            <a:off x="5143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ile 2 وِ" descr="وِ">
            <a:hlinkClick action="ppaction://hlinksldjump" r:id="rId4"/>
          </p:cNvPr>
          <p:cNvSpPr/>
          <p:nvPr/>
        </p:nvSpPr>
        <p:spPr>
          <a:xfrm>
            <a:off x="5429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وِ</a:t>
            </a:r>
          </a:p>
        </p:txBody>
      </p:sp>
      <p:sp>
        <p:nvSpPr>
          <p:cNvPr id="12" name="Hole 3"/>
          <p:cNvSpPr/>
          <p:nvPr/>
        </p:nvSpPr>
        <p:spPr>
          <a:xfrm>
            <a:off x="7937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ile 3 طِ" descr="طِ">
            <a:hlinkClick action="ppaction://hlinksldjump" r:id="rId3"/>
          </p:cNvPr>
          <p:cNvSpPr/>
          <p:nvPr/>
        </p:nvSpPr>
        <p:spPr>
          <a:xfrm>
            <a:off x="8223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طِ</a:t>
            </a:r>
          </a:p>
        </p:txBody>
      </p:sp>
      <p:sp>
        <p:nvSpPr>
          <p:cNvPr id="14" name="Hole 4"/>
          <p:cNvSpPr/>
          <p:nvPr/>
        </p:nvSpPr>
        <p:spPr>
          <a:xfrm>
            <a:off x="2349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ile 4 سِ" descr="سِ">
            <a:hlinkClick action="ppaction://hlinksldjump" r:id="rId3"/>
          </p:cNvPr>
          <p:cNvSpPr/>
          <p:nvPr/>
        </p:nvSpPr>
        <p:spPr>
          <a:xfrm>
            <a:off x="2635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سِ</a:t>
            </a:r>
          </a:p>
        </p:txBody>
      </p:sp>
      <p:sp>
        <p:nvSpPr>
          <p:cNvPr id="16" name="Hole 5"/>
          <p:cNvSpPr/>
          <p:nvPr/>
        </p:nvSpPr>
        <p:spPr>
          <a:xfrm>
            <a:off x="5143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ile 5 ظِ" descr="ظِ">
            <a:hlinkClick action="ppaction://hlinksldjump" r:id="rId3"/>
          </p:cNvPr>
          <p:cNvSpPr/>
          <p:nvPr/>
        </p:nvSpPr>
        <p:spPr>
          <a:xfrm>
            <a:off x="5429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ظِ</a:t>
            </a:r>
          </a:p>
        </p:txBody>
      </p:sp>
      <p:sp>
        <p:nvSpPr>
          <p:cNvPr id="18" name="Hole 6"/>
          <p:cNvSpPr/>
          <p:nvPr/>
        </p:nvSpPr>
        <p:spPr>
          <a:xfrm>
            <a:off x="7937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Next button">
            <a:hlinkClick action="ppaction://hlinksldjump" r:id="rId5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Next arrow">
            <a:hlinkClick action="ppaction://hlinksldjump" r:id="rId5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6" name="bonk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9" dur="85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2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1" dur="970" fill="hold" repeatCount="indefinite" autoRev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4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3" dur="1090" fill="hold" repeatCount="indefinite" autoRev="1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6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5" dur="1210" fill="hold" repeatCount="indefinite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8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7" dur="1330" fill="hold" repeatCount="indefinite" autoRev="1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87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Tap every letter with"/>
          <p:cNvSpPr/>
          <p:nvPr/>
        </p:nvSpPr>
        <p:spPr>
          <a:xfrm>
            <a:off x="2730500" y="190500"/>
            <a:ext cx="546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000" b="1" lang="en-US">
                <a:solidFill>
                  <a:srgbClr val="2E2640"/>
                </a:solidFill>
                <a:latin typeface="Arial"/>
                <a:cs typeface="Arial"/>
              </a:rPr>
              <a:t>Tap every letter with</a:t>
            </a:r>
          </a:p>
        </p:txBody>
      </p:sp>
      <p:sp>
        <p:nvSpPr>
          <p:cNvPr id="5" name="Find وِ" descr="وِ"/>
          <p:cNvSpPr/>
          <p:nvPr/>
        </p:nvSpPr>
        <p:spPr>
          <a:xfrm>
            <a:off x="81915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وِ</a:t>
            </a:r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place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noFill/>
          <a:ln w="38100">
            <a:solidFill>
              <a:srgbClr val="C9BE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Hole 1"/>
          <p:cNvSpPr/>
          <p:nvPr/>
        </p:nvSpPr>
        <p:spPr>
          <a:xfrm>
            <a:off x="2349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ile 1 قِ" descr="قِ">
            <a:hlinkClick action="ppaction://hlinksldjump" r:id="rId3"/>
          </p:cNvPr>
          <p:cNvSpPr/>
          <p:nvPr/>
        </p:nvSpPr>
        <p:spPr>
          <a:xfrm>
            <a:off x="2635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قِ</a:t>
            </a:r>
          </a:p>
        </p:txBody>
      </p:sp>
      <p:sp>
        <p:nvSpPr>
          <p:cNvPr id="10" name="Hole 2"/>
          <p:cNvSpPr/>
          <p:nvPr/>
        </p:nvSpPr>
        <p:spPr>
          <a:xfrm>
            <a:off x="5143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ile 2 وِ" descr="وِ">
            <a:hlinkClick action="ppaction://hlinksldjump" r:id="rId4"/>
          </p:cNvPr>
          <p:cNvSpPr/>
          <p:nvPr/>
        </p:nvSpPr>
        <p:spPr>
          <a:xfrm>
            <a:off x="5429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وِ</a:t>
            </a:r>
          </a:p>
        </p:txBody>
      </p:sp>
      <p:sp>
        <p:nvSpPr>
          <p:cNvPr id="12" name="Hole 3"/>
          <p:cNvSpPr/>
          <p:nvPr/>
        </p:nvSpPr>
        <p:spPr>
          <a:xfrm>
            <a:off x="7937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ile 3 طِ" descr="طِ">
            <a:hlinkClick action="ppaction://hlinksldjump" r:id="rId3"/>
          </p:cNvPr>
          <p:cNvSpPr/>
          <p:nvPr/>
        </p:nvSpPr>
        <p:spPr>
          <a:xfrm>
            <a:off x="8223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طِ</a:t>
            </a:r>
          </a:p>
        </p:txBody>
      </p:sp>
      <p:sp>
        <p:nvSpPr>
          <p:cNvPr id="14" name="Hole 4"/>
          <p:cNvSpPr/>
          <p:nvPr/>
        </p:nvSpPr>
        <p:spPr>
          <a:xfrm>
            <a:off x="2349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ile 4 سِ" descr="سِ">
            <a:hlinkClick action="ppaction://hlinksldjump" r:id="rId3"/>
          </p:cNvPr>
          <p:cNvSpPr/>
          <p:nvPr/>
        </p:nvSpPr>
        <p:spPr>
          <a:xfrm>
            <a:off x="2635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سِ</a:t>
            </a:r>
          </a:p>
        </p:txBody>
      </p:sp>
      <p:sp>
        <p:nvSpPr>
          <p:cNvPr id="16" name="Hole 5"/>
          <p:cNvSpPr/>
          <p:nvPr/>
        </p:nvSpPr>
        <p:spPr>
          <a:xfrm>
            <a:off x="5143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ile 5 ظِ" descr="ظِ">
            <a:hlinkClick action="ppaction://hlinksldjump" r:id="rId3"/>
          </p:cNvPr>
          <p:cNvSpPr/>
          <p:nvPr/>
        </p:nvSpPr>
        <p:spPr>
          <a:xfrm>
            <a:off x="5429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ظِ</a:t>
            </a:r>
          </a:p>
        </p:txBody>
      </p:sp>
      <p:sp>
        <p:nvSpPr>
          <p:cNvPr id="18" name="Hole 6"/>
          <p:cNvSpPr/>
          <p:nvPr/>
        </p:nvSpPr>
        <p:spPr>
          <a:xfrm>
            <a:off x="7937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ry again!" descr="Try again!"/>
          <p:cNvSpPr/>
          <p:nvPr/>
        </p:nvSpPr>
        <p:spPr>
          <a:xfrm>
            <a:off x="9080500" y="1016000"/>
            <a:ext cx="3048000" cy="1460500"/>
          </a:xfrm>
          <a:prstGeom prst="cloudCallout">
            <a:avLst/>
          </a:prstGeom>
          <a:solidFill>
            <a:srgbClr val="FFFFFF"/>
          </a:solidFill>
          <a:ln w="50800">
            <a:solidFill>
              <a:srgbClr val="E5536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2500" b="1" lang="en-US">
                <a:solidFill>
                  <a:srgbClr val="E5536F"/>
                </a:solidFill>
                <a:latin typeface="Arial"/>
                <a:cs typeface="Arial"/>
              </a:rPr>
              <a:t>Try again!</a:t>
            </a:r>
          </a:p>
        </p:txBody>
      </p:sp>
      <p:sp>
        <p:nvSpPr>
          <p:cNvPr id="20" name="Next button">
            <a:hlinkClick action="ppaction://hlinksldjump" r:id="rId5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Next arrow">
            <a:hlinkClick action="ppaction://hlinksldjump" r:id="rId5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6" name="boing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4" dur="85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6" dur="970" fill="hold" repeatCount="indefinite" autoRev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8" dur="1090" fill="hold" repeatCount="indefinite" autoRev="1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0" dur="1210" fill="hold" repeatCount="indefinite" autoRev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2" dur="1330" fill="hold" repeatCount="indefinite" autoRev="1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8" presetID="53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4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4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88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Tap every letter with"/>
          <p:cNvSpPr/>
          <p:nvPr/>
        </p:nvSpPr>
        <p:spPr>
          <a:xfrm>
            <a:off x="2730500" y="190500"/>
            <a:ext cx="546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000" b="1" lang="en-US">
                <a:solidFill>
                  <a:srgbClr val="2E2640"/>
                </a:solidFill>
                <a:latin typeface="Arial"/>
                <a:cs typeface="Arial"/>
              </a:rPr>
              <a:t>Tap every letter with</a:t>
            </a:r>
          </a:p>
        </p:txBody>
      </p:sp>
      <p:sp>
        <p:nvSpPr>
          <p:cNvPr id="5" name="Find وِ" descr="وِ"/>
          <p:cNvSpPr/>
          <p:nvPr/>
        </p:nvSpPr>
        <p:spPr>
          <a:xfrm>
            <a:off x="8191500" y="228600"/>
            <a:ext cx="1270000" cy="685800"/>
          </a:xfrm>
          <a:prstGeom prst="roundRect">
            <a:avLst>
              <a:gd name="adj" fmla="val 30000"/>
            </a:avLst>
          </a:prstGeom>
          <a:solidFill>
            <a:srgbClr val="FFF6D6"/>
          </a:solidFill>
          <a:ln w="38100">
            <a:solidFill>
              <a:srgbClr val="F2A93B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3700" b="1" lang="ar-SA">
                <a:solidFill>
                  <a:srgbClr val="C2255C"/>
                </a:solidFill>
                <a:latin typeface="Arial"/>
                <a:cs typeface="Arial"/>
              </a:rPr>
              <a:t>وِ</a:t>
            </a:r>
          </a:p>
        </p:txBody>
      </p:sp>
      <p:sp>
        <p:nvSpPr>
          <p:cNvPr id="6" name="Star 1"/>
          <p:cNvSpPr/>
          <p:nvPr/>
        </p:nvSpPr>
        <p:spPr>
          <a:xfrm>
            <a:off x="2540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2"/>
          <p:cNvSpPr/>
          <p:nvPr/>
        </p:nvSpPr>
        <p:spPr>
          <a:xfrm>
            <a:off x="774700" y="254000"/>
            <a:ext cx="444500" cy="4445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Hole 1"/>
          <p:cNvSpPr/>
          <p:nvPr/>
        </p:nvSpPr>
        <p:spPr>
          <a:xfrm>
            <a:off x="2349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ile 1 قِ" descr="قِ"/>
          <p:cNvSpPr/>
          <p:nvPr/>
        </p:nvSpPr>
        <p:spPr>
          <a:xfrm>
            <a:off x="2635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قِ</a:t>
            </a:r>
          </a:p>
        </p:txBody>
      </p:sp>
      <p:sp>
        <p:nvSpPr>
          <p:cNvPr id="10" name="Hole 2"/>
          <p:cNvSpPr/>
          <p:nvPr/>
        </p:nvSpPr>
        <p:spPr>
          <a:xfrm>
            <a:off x="5143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Hole 3"/>
          <p:cNvSpPr/>
          <p:nvPr/>
        </p:nvSpPr>
        <p:spPr>
          <a:xfrm>
            <a:off x="7937500" y="3365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ile 3 طِ" descr="طِ"/>
          <p:cNvSpPr/>
          <p:nvPr/>
        </p:nvSpPr>
        <p:spPr>
          <a:xfrm>
            <a:off x="8223250" y="2190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طِ</a:t>
            </a:r>
          </a:p>
        </p:txBody>
      </p:sp>
      <p:sp>
        <p:nvSpPr>
          <p:cNvPr id="13" name="Hole 4"/>
          <p:cNvSpPr/>
          <p:nvPr/>
        </p:nvSpPr>
        <p:spPr>
          <a:xfrm>
            <a:off x="2349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ile 4 سِ" descr="سِ"/>
          <p:cNvSpPr/>
          <p:nvPr/>
        </p:nvSpPr>
        <p:spPr>
          <a:xfrm>
            <a:off x="2635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سِ</a:t>
            </a:r>
          </a:p>
        </p:txBody>
      </p:sp>
      <p:sp>
        <p:nvSpPr>
          <p:cNvPr id="15" name="Hole 5"/>
          <p:cNvSpPr/>
          <p:nvPr/>
        </p:nvSpPr>
        <p:spPr>
          <a:xfrm>
            <a:off x="5143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ile 5 ظِ" descr="ظِ"/>
          <p:cNvSpPr/>
          <p:nvPr/>
        </p:nvSpPr>
        <p:spPr>
          <a:xfrm>
            <a:off x="5429250" y="4349750"/>
            <a:ext cx="1333500" cy="1270000"/>
          </a:xfrm>
          <a:prstGeom prst="roundRect">
            <a:avLst>
              <a:gd name="adj" fmla="val 25000"/>
            </a:avLst>
          </a:prstGeom>
          <a:solidFill>
            <a:srgbClr val="FFF8E6"/>
          </a:solidFill>
          <a:ln w="50800">
            <a:solidFill>
              <a:srgbClr val="C9A27A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7000" b="1" lang="ar-SA">
                <a:solidFill>
                  <a:srgbClr val="2E2640"/>
                </a:solidFill>
                <a:latin typeface="Arial"/>
                <a:cs typeface="Arial"/>
              </a:rPr>
              <a:t>ظِ</a:t>
            </a:r>
          </a:p>
        </p:txBody>
      </p:sp>
      <p:sp>
        <p:nvSpPr>
          <p:cNvPr id="17" name="Hole 6"/>
          <p:cNvSpPr/>
          <p:nvPr/>
        </p:nvSpPr>
        <p:spPr>
          <a:xfrm>
            <a:off x="7937500" y="5524500"/>
            <a:ext cx="1905000" cy="571500"/>
          </a:xfrm>
          <a:prstGeom prst="ellipse">
            <a:avLst/>
          </a:prstGeom>
          <a:solidFill>
            <a:srgbClr val="7A5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Great job!" descr="Great job!"/>
          <p:cNvSpPr/>
          <p:nvPr/>
        </p:nvSpPr>
        <p:spPr>
          <a:xfrm>
            <a:off x="9080500" y="1016000"/>
            <a:ext cx="3048000" cy="1460500"/>
          </a:xfrm>
          <a:prstGeom prst="cloudCallout">
            <a:avLst/>
          </a:prstGeom>
          <a:solidFill>
            <a:srgbClr val="FFFFFF"/>
          </a:solidFill>
          <a:ln w="50800">
            <a:solidFill>
              <a:srgbClr val="2FB57A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2500" b="1" lang="en-US">
                <a:solidFill>
                  <a:srgbClr val="2FB57A"/>
                </a:solidFill>
                <a:latin typeface="Arial"/>
                <a:cs typeface="Arial"/>
              </a:rPr>
              <a:t>Great job!</a:t>
            </a:r>
          </a:p>
        </p:txBody>
      </p:sp>
      <p:sp>
        <p:nvSpPr>
          <p:cNvPr id="19" name="Next button">
            <a:hlinkClick action="ppaction://hlinksldjump" r:id="rId3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Next arrow">
            <a:hlinkClick action="ppaction://hlinksldjump" r:id="rId3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1" name="sound anchor" descr="sound anchor (invisible)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700" y="12700"/>
            <a:ext cx="25400" cy="25400"/>
          </a:xfrm>
          <a:prstGeom prst="rect">
            <a:avLst/>
          </a:prstGeom>
        </p:spPr>
      </p:pic>
    </p:spTree>
  </p:cSld>
  <p:clrMapOvr>
    <a:masterClrMapping/>
  </p:clrMapOvr>
  <p:transition advClick="0">
    <p:sndAc>
      <p:stSnd>
        <p:snd r:embed="rId4" name="bonk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53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0" presetClass="pat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9" dur="850" fill="hold" repeatCount="indefinite" autoRev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2" presetID="0" presetClass="pat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1" dur="1090" fill="hold" repeatCount="indefinite" autoRev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4" presetID="0" presetClass="path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3" dur="1210" fill="hold" repeatCount="indefinite" autoRev="1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6" presetID="0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00 -0.0300 E" pathEditMode="relative" ptsTypes="AA">
                                      <p:cBhvr>
                                        <p:cTn id="15" dur="1330" fill="hold" repeatCount="indefinite" autoRev="1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1" presetID="53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8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0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100000">
                                        <p:cTn id="2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6" name="cheer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Open a gift and read it!"/>
          <p:cNvSpPr/>
          <p:nvPr/>
        </p:nvSpPr>
        <p:spPr>
          <a:xfrm>
            <a:off x="2730500" y="190500"/>
            <a:ext cx="673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300" b="1" lang="en-US">
                <a:solidFill>
                  <a:srgbClr val="2E2640"/>
                </a:solidFill>
                <a:latin typeface="Arial"/>
                <a:cs typeface="Arial"/>
              </a:rPr>
              <a:t>Open a gift and read it!</a:t>
            </a:r>
          </a:p>
        </p:txBody>
      </p:sp>
      <p:pic>
        <p:nvPicPr>
          <p:cNvPr id="5" name="Gift box 1" descr="Gift box 1">
            <a:hlinkClick action="ppaction://hlinksldjump" r:id="rId11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2500" y="2317750"/>
            <a:ext cx="2286000" cy="1333500"/>
          </a:xfrm>
          <a:prstGeom prst="rect">
            <a:avLst/>
          </a:prstGeom>
        </p:spPr>
      </p:pic>
      <p:pic>
        <p:nvPicPr>
          <p:cNvPr id="6" name="Gift lid 1" descr="Gift lid 1">
            <a:hlinkClick action="ppaction://hlinksldjump" r:id="rId11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7250" y="1682750"/>
            <a:ext cx="2476500" cy="1238250"/>
          </a:xfrm>
          <a:prstGeom prst="rect">
            <a:avLst/>
          </a:prstGeom>
        </p:spPr>
      </p:pic>
      <p:pic>
        <p:nvPicPr>
          <p:cNvPr id="7" name="Gift box 2" descr="Gift box 2">
            <a:hlinkClick action="ppaction://hlinksldjump" r:id="rId12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19500" y="2317750"/>
            <a:ext cx="2286000" cy="1333500"/>
          </a:xfrm>
          <a:prstGeom prst="rect">
            <a:avLst/>
          </a:prstGeom>
        </p:spPr>
      </p:pic>
      <p:pic>
        <p:nvPicPr>
          <p:cNvPr id="8" name="Gift lid 2" descr="Gift lid 2">
            <a:hlinkClick action="ppaction://hlinksldjump" r:id="rId12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24250" y="1682750"/>
            <a:ext cx="2476500" cy="1238250"/>
          </a:xfrm>
          <a:prstGeom prst="rect">
            <a:avLst/>
          </a:prstGeom>
        </p:spPr>
      </p:pic>
      <p:pic>
        <p:nvPicPr>
          <p:cNvPr id="9" name="Gift box 3" descr="Gift box 3">
            <a:hlinkClick action="ppaction://hlinksldjump" r:id="rId13"/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86500" y="2317750"/>
            <a:ext cx="2286000" cy="1333500"/>
          </a:xfrm>
          <a:prstGeom prst="rect">
            <a:avLst/>
          </a:prstGeom>
        </p:spPr>
      </p:pic>
      <p:pic>
        <p:nvPicPr>
          <p:cNvPr id="10" name="Gift lid 3" descr="Gift lid 3">
            <a:hlinkClick action="ppaction://hlinksldjump" r:id="rId13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91250" y="1682750"/>
            <a:ext cx="2476500" cy="1238250"/>
          </a:xfrm>
          <a:prstGeom prst="rect">
            <a:avLst/>
          </a:prstGeom>
        </p:spPr>
      </p:pic>
      <p:pic>
        <p:nvPicPr>
          <p:cNvPr id="11" name="Gift box 4" descr="Gift box 4">
            <a:hlinkClick action="ppaction://hlinksldjump" r:id="rId14"/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953500" y="2317750"/>
            <a:ext cx="2286000" cy="1333500"/>
          </a:xfrm>
          <a:prstGeom prst="rect">
            <a:avLst/>
          </a:prstGeom>
        </p:spPr>
      </p:pic>
      <p:pic>
        <p:nvPicPr>
          <p:cNvPr id="12" name="Gift lid 4" descr="Gift lid 4">
            <a:hlinkClick action="ppaction://hlinksldjump" r:id="rId14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858250" y="1682750"/>
            <a:ext cx="2476500" cy="1238250"/>
          </a:xfrm>
          <a:prstGeom prst="rect">
            <a:avLst/>
          </a:prstGeom>
        </p:spPr>
      </p:pic>
      <p:pic>
        <p:nvPicPr>
          <p:cNvPr id="13" name="Gift box 5" descr="Gift box 5">
            <a:hlinkClick action="ppaction://hlinksldjump" r:id="rId15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2500" y="4730750"/>
            <a:ext cx="2286000" cy="1333500"/>
          </a:xfrm>
          <a:prstGeom prst="rect">
            <a:avLst/>
          </a:prstGeom>
        </p:spPr>
      </p:pic>
      <p:pic>
        <p:nvPicPr>
          <p:cNvPr id="14" name="Gift lid 5" descr="Gift lid 5">
            <a:hlinkClick action="ppaction://hlinksldjump" r:id="rId1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7250" y="4095750"/>
            <a:ext cx="2476500" cy="1238250"/>
          </a:xfrm>
          <a:prstGeom prst="rect">
            <a:avLst/>
          </a:prstGeom>
        </p:spPr>
      </p:pic>
      <p:pic>
        <p:nvPicPr>
          <p:cNvPr id="15" name="Gift box 6" descr="Gift box 6">
            <a:hlinkClick action="ppaction://hlinksldjump" r:id="rId16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19500" y="4730750"/>
            <a:ext cx="2286000" cy="1333500"/>
          </a:xfrm>
          <a:prstGeom prst="rect">
            <a:avLst/>
          </a:prstGeom>
        </p:spPr>
      </p:pic>
      <p:pic>
        <p:nvPicPr>
          <p:cNvPr id="16" name="Gift lid 6" descr="Gift lid 6">
            <a:hlinkClick action="ppaction://hlinksldjump" r:id="rId16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24250" y="4095750"/>
            <a:ext cx="2476500" cy="1238250"/>
          </a:xfrm>
          <a:prstGeom prst="rect">
            <a:avLst/>
          </a:prstGeom>
        </p:spPr>
      </p:pic>
      <p:pic>
        <p:nvPicPr>
          <p:cNvPr id="17" name="Gift box 7" descr="Gift box 7">
            <a:hlinkClick action="ppaction://hlinksldjump" r:id="rId17"/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86500" y="4730750"/>
            <a:ext cx="2286000" cy="1333500"/>
          </a:xfrm>
          <a:prstGeom prst="rect">
            <a:avLst/>
          </a:prstGeom>
        </p:spPr>
      </p:pic>
      <p:pic>
        <p:nvPicPr>
          <p:cNvPr id="18" name="Gift lid 7" descr="Gift lid 7">
            <a:hlinkClick action="ppaction://hlinksldjump" r:id="rId17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91250" y="4095750"/>
            <a:ext cx="2476500" cy="1238250"/>
          </a:xfrm>
          <a:prstGeom prst="rect">
            <a:avLst/>
          </a:prstGeom>
        </p:spPr>
      </p:pic>
      <p:pic>
        <p:nvPicPr>
          <p:cNvPr id="19" name="Gift box 8" descr="Gift box 8">
            <a:hlinkClick action="ppaction://hlinksldjump" r:id="rId18"/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953500" y="4730750"/>
            <a:ext cx="2286000" cy="1333500"/>
          </a:xfrm>
          <a:prstGeom prst="rect">
            <a:avLst/>
          </a:prstGeom>
        </p:spPr>
      </p:pic>
      <p:pic>
        <p:nvPicPr>
          <p:cNvPr id="20" name="Gift lid 8" descr="Gift lid 8">
            <a:hlinkClick action="ppaction://hlinksldjump" r:id="rId18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858250" y="4095750"/>
            <a:ext cx="2476500" cy="1238250"/>
          </a:xfrm>
          <a:prstGeom prst="rect">
            <a:avLst/>
          </a:prstGeom>
        </p:spPr>
      </p:pic>
      <p:sp>
        <p:nvSpPr>
          <p:cNvPr id="21" name="Next button">
            <a:hlinkClick action="ppaction://hlinksldjump" r:id="rId19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Next arrow">
            <a:hlinkClick action="ppaction://hlinksldjump" r:id="rId19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 spd="med">
    <p:fade/>
  </p:transition>
</p:sld>
</file>

<file path=ppt/slides/slide490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Read it!"/>
          <p:cNvSpPr/>
          <p:nvPr/>
        </p:nvSpPr>
        <p:spPr>
          <a:xfrm>
            <a:off x="2730500" y="190500"/>
            <a:ext cx="673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600" b="1" lang="en-US">
                <a:solidFill>
                  <a:srgbClr val="2E2640"/>
                </a:solidFill>
                <a:latin typeface="Arial"/>
                <a:cs typeface="Arial"/>
              </a:rPr>
              <a:t>Read it!</a:t>
            </a:r>
          </a:p>
        </p:txBody>
      </p:sp>
      <p:pic>
        <p:nvPicPr>
          <p:cNvPr id="5" name="Open gift box" descr="Open gift box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1500" y="4445000"/>
            <a:ext cx="3429000" cy="2000250"/>
          </a:xfrm>
          <a:prstGeom prst="rect">
            <a:avLst/>
          </a:prstGeom>
        </p:spPr>
      </p:pic>
      <p:pic>
        <p:nvPicPr>
          <p:cNvPr id="6" name="Gift lid" descr="Gift lid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500000">
            <a:off x="7937500" y="4064000"/>
            <a:ext cx="2476500" cy="1238250"/>
          </a:xfrm>
          <a:prstGeom prst="rect">
            <a:avLst/>
          </a:prstGeom>
        </p:spPr>
      </p:pic>
      <p:sp>
        <p:nvSpPr>
          <p:cNvPr id="7" name="Card مِثِ" descr="مِثِ"/>
          <p:cNvSpPr/>
          <p:nvPr/>
        </p:nvSpPr>
        <p:spPr>
          <a:xfrm>
            <a:off x="3556000" y="1397000"/>
            <a:ext cx="5080000" cy="27940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B8A1FF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15000" b="1" lang="ar-SA">
                <a:solidFill>
                  <a:srgbClr val="2E2640"/>
                </a:solidFill>
                <a:latin typeface="Arial"/>
                <a:cs typeface="Arial"/>
              </a:rPr>
              <a:t>مِثِ</a:t>
            </a:r>
          </a:p>
        </p:txBody>
      </p:sp>
      <p:sp>
        <p:nvSpPr>
          <p:cNvPr id="8" name="Back to the gifts" descr="◀  Back to the gifts">
            <a:hlinkClick action="ppaction://hlinksldjump" r:id="rId5"/>
          </p:cNvPr>
          <p:cNvSpPr/>
          <p:nvPr/>
        </p:nvSpPr>
        <p:spPr>
          <a:xfrm>
            <a:off x="381000" y="5715000"/>
            <a:ext cx="2667000" cy="762000"/>
          </a:xfrm>
          <a:prstGeom prst="roundRect">
            <a:avLst>
              <a:gd name="adj" fmla="val 30000"/>
            </a:avLst>
          </a:prstGeom>
          <a:solidFill>
            <a:srgbClr val="8A6CF0"/>
          </a:solidFill>
          <a:ln w="635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1500" b="1" lang="en-US">
                <a:solidFill>
                  <a:srgbClr val="FFFFFF"/>
                </a:solidFill>
                <a:latin typeface="Arial"/>
                <a:cs typeface="Arial"/>
              </a:rPr>
              <a:t>◀  Back to the gifts</a:t>
            </a:r>
          </a:p>
        </p:txBody>
      </p:sp>
      <p:sp>
        <p:nvSpPr>
          <p:cNvPr id="9" name="Next button">
            <a:hlinkClick action="ppaction://hlinksldjump" r:id="rId6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Next arrow">
            <a:hlinkClick action="ppaction://hlinksldjump" r:id="rId6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7" name="tad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53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91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Read it!"/>
          <p:cNvSpPr/>
          <p:nvPr/>
        </p:nvSpPr>
        <p:spPr>
          <a:xfrm>
            <a:off x="2730500" y="190500"/>
            <a:ext cx="673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600" b="1" lang="en-US">
                <a:solidFill>
                  <a:srgbClr val="2E2640"/>
                </a:solidFill>
                <a:latin typeface="Arial"/>
                <a:cs typeface="Arial"/>
              </a:rPr>
              <a:t>Read it!</a:t>
            </a:r>
          </a:p>
        </p:txBody>
      </p:sp>
      <p:pic>
        <p:nvPicPr>
          <p:cNvPr id="5" name="Open gift box" descr="Open gift box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1500" y="4445000"/>
            <a:ext cx="3429000" cy="2000250"/>
          </a:xfrm>
          <a:prstGeom prst="rect">
            <a:avLst/>
          </a:prstGeom>
        </p:spPr>
      </p:pic>
      <p:pic>
        <p:nvPicPr>
          <p:cNvPr id="6" name="Gift lid" descr="Gift lid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500000">
            <a:off x="7937500" y="4064000"/>
            <a:ext cx="2476500" cy="1238250"/>
          </a:xfrm>
          <a:prstGeom prst="rect">
            <a:avLst/>
          </a:prstGeom>
        </p:spPr>
      </p:pic>
      <p:sp>
        <p:nvSpPr>
          <p:cNvPr id="7" name="Card هِ" descr="هِ"/>
          <p:cNvSpPr/>
          <p:nvPr/>
        </p:nvSpPr>
        <p:spPr>
          <a:xfrm>
            <a:off x="3556000" y="1397000"/>
            <a:ext cx="5080000" cy="27940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B8A1FF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15000" b="1" lang="ar-SA">
                <a:solidFill>
                  <a:srgbClr val="2E2640"/>
                </a:solidFill>
                <a:latin typeface="Arial"/>
                <a:cs typeface="Arial"/>
              </a:rPr>
              <a:t>هِ</a:t>
            </a:r>
          </a:p>
        </p:txBody>
      </p:sp>
      <p:sp>
        <p:nvSpPr>
          <p:cNvPr id="8" name="Back to the gifts" descr="◀  Back to the gifts">
            <a:hlinkClick action="ppaction://hlinksldjump" r:id="rId5"/>
          </p:cNvPr>
          <p:cNvSpPr/>
          <p:nvPr/>
        </p:nvSpPr>
        <p:spPr>
          <a:xfrm>
            <a:off x="381000" y="5715000"/>
            <a:ext cx="2667000" cy="762000"/>
          </a:xfrm>
          <a:prstGeom prst="roundRect">
            <a:avLst>
              <a:gd name="adj" fmla="val 30000"/>
            </a:avLst>
          </a:prstGeom>
          <a:solidFill>
            <a:srgbClr val="8A6CF0"/>
          </a:solidFill>
          <a:ln w="635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1500" b="1" lang="en-US">
                <a:solidFill>
                  <a:srgbClr val="FFFFFF"/>
                </a:solidFill>
                <a:latin typeface="Arial"/>
                <a:cs typeface="Arial"/>
              </a:rPr>
              <a:t>◀  Back to the gifts</a:t>
            </a:r>
          </a:p>
        </p:txBody>
      </p:sp>
      <p:sp>
        <p:nvSpPr>
          <p:cNvPr id="9" name="Next button">
            <a:hlinkClick action="ppaction://hlinksldjump" r:id="rId6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Next arrow">
            <a:hlinkClick action="ppaction://hlinksldjump" r:id="rId6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7" name="tad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53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92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Read it!"/>
          <p:cNvSpPr/>
          <p:nvPr/>
        </p:nvSpPr>
        <p:spPr>
          <a:xfrm>
            <a:off x="2730500" y="190500"/>
            <a:ext cx="673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600" b="1" lang="en-US">
                <a:solidFill>
                  <a:srgbClr val="2E2640"/>
                </a:solidFill>
                <a:latin typeface="Arial"/>
                <a:cs typeface="Arial"/>
              </a:rPr>
              <a:t>Read it!</a:t>
            </a:r>
          </a:p>
        </p:txBody>
      </p:sp>
      <p:pic>
        <p:nvPicPr>
          <p:cNvPr id="5" name="Open gift box" descr="Open gift box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1500" y="4445000"/>
            <a:ext cx="3429000" cy="2000250"/>
          </a:xfrm>
          <a:prstGeom prst="rect">
            <a:avLst/>
          </a:prstGeom>
        </p:spPr>
      </p:pic>
      <p:pic>
        <p:nvPicPr>
          <p:cNvPr id="6" name="Gift lid" descr="Gift lid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500000">
            <a:off x="7937500" y="4064000"/>
            <a:ext cx="2476500" cy="1238250"/>
          </a:xfrm>
          <a:prstGeom prst="rect">
            <a:avLst/>
          </a:prstGeom>
        </p:spPr>
      </p:pic>
      <p:sp>
        <p:nvSpPr>
          <p:cNvPr id="7" name="Card وِ" descr="وِ"/>
          <p:cNvSpPr/>
          <p:nvPr/>
        </p:nvSpPr>
        <p:spPr>
          <a:xfrm>
            <a:off x="3556000" y="1397000"/>
            <a:ext cx="5080000" cy="27940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B8A1FF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15000" b="1" lang="ar-SA">
                <a:solidFill>
                  <a:srgbClr val="2E2640"/>
                </a:solidFill>
                <a:latin typeface="Arial"/>
                <a:cs typeface="Arial"/>
              </a:rPr>
              <a:t>وِ</a:t>
            </a:r>
          </a:p>
        </p:txBody>
      </p:sp>
      <p:sp>
        <p:nvSpPr>
          <p:cNvPr id="8" name="Back to the gifts" descr="◀  Back to the gifts">
            <a:hlinkClick action="ppaction://hlinksldjump" r:id="rId5"/>
          </p:cNvPr>
          <p:cNvSpPr/>
          <p:nvPr/>
        </p:nvSpPr>
        <p:spPr>
          <a:xfrm>
            <a:off x="381000" y="5715000"/>
            <a:ext cx="2667000" cy="762000"/>
          </a:xfrm>
          <a:prstGeom prst="roundRect">
            <a:avLst>
              <a:gd name="adj" fmla="val 30000"/>
            </a:avLst>
          </a:prstGeom>
          <a:solidFill>
            <a:srgbClr val="8A6CF0"/>
          </a:solidFill>
          <a:ln w="635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1500" b="1" lang="en-US">
                <a:solidFill>
                  <a:srgbClr val="FFFFFF"/>
                </a:solidFill>
                <a:latin typeface="Arial"/>
                <a:cs typeface="Arial"/>
              </a:rPr>
              <a:t>◀  Back to the gifts</a:t>
            </a:r>
          </a:p>
        </p:txBody>
      </p:sp>
      <p:sp>
        <p:nvSpPr>
          <p:cNvPr id="9" name="Next button">
            <a:hlinkClick action="ppaction://hlinksldjump" r:id="rId6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Next arrow">
            <a:hlinkClick action="ppaction://hlinksldjump" r:id="rId6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7" name="tad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53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93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Read it!"/>
          <p:cNvSpPr/>
          <p:nvPr/>
        </p:nvSpPr>
        <p:spPr>
          <a:xfrm>
            <a:off x="2730500" y="190500"/>
            <a:ext cx="673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600" b="1" lang="en-US">
                <a:solidFill>
                  <a:srgbClr val="2E2640"/>
                </a:solidFill>
                <a:latin typeface="Arial"/>
                <a:cs typeface="Arial"/>
              </a:rPr>
              <a:t>Read it!</a:t>
            </a:r>
          </a:p>
        </p:txBody>
      </p:sp>
      <p:pic>
        <p:nvPicPr>
          <p:cNvPr id="5" name="Open gift box" descr="Open gift box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1500" y="4445000"/>
            <a:ext cx="3429000" cy="2000250"/>
          </a:xfrm>
          <a:prstGeom prst="rect">
            <a:avLst/>
          </a:prstGeom>
        </p:spPr>
      </p:pic>
      <p:pic>
        <p:nvPicPr>
          <p:cNvPr id="6" name="Gift lid" descr="Gift lid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500000">
            <a:off x="7937500" y="4064000"/>
            <a:ext cx="2476500" cy="1238250"/>
          </a:xfrm>
          <a:prstGeom prst="rect">
            <a:avLst/>
          </a:prstGeom>
        </p:spPr>
      </p:pic>
      <p:sp>
        <p:nvSpPr>
          <p:cNvPr id="7" name="Card وِرِ" descr="وِرِ"/>
          <p:cNvSpPr/>
          <p:nvPr/>
        </p:nvSpPr>
        <p:spPr>
          <a:xfrm>
            <a:off x="3556000" y="1397000"/>
            <a:ext cx="5080000" cy="27940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B8A1FF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15000" b="1" lang="ar-SA">
                <a:solidFill>
                  <a:srgbClr val="2E2640"/>
                </a:solidFill>
                <a:latin typeface="Arial"/>
                <a:cs typeface="Arial"/>
              </a:rPr>
              <a:t>وِرِ</a:t>
            </a:r>
          </a:p>
        </p:txBody>
      </p:sp>
      <p:sp>
        <p:nvSpPr>
          <p:cNvPr id="8" name="Back to the gifts" descr="◀  Back to the gifts">
            <a:hlinkClick action="ppaction://hlinksldjump" r:id="rId5"/>
          </p:cNvPr>
          <p:cNvSpPr/>
          <p:nvPr/>
        </p:nvSpPr>
        <p:spPr>
          <a:xfrm>
            <a:off x="381000" y="5715000"/>
            <a:ext cx="2667000" cy="762000"/>
          </a:xfrm>
          <a:prstGeom prst="roundRect">
            <a:avLst>
              <a:gd name="adj" fmla="val 30000"/>
            </a:avLst>
          </a:prstGeom>
          <a:solidFill>
            <a:srgbClr val="8A6CF0"/>
          </a:solidFill>
          <a:ln w="635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1500" b="1" lang="en-US">
                <a:solidFill>
                  <a:srgbClr val="FFFFFF"/>
                </a:solidFill>
                <a:latin typeface="Arial"/>
                <a:cs typeface="Arial"/>
              </a:rPr>
              <a:t>◀  Back to the gifts</a:t>
            </a:r>
          </a:p>
        </p:txBody>
      </p:sp>
      <p:sp>
        <p:nvSpPr>
          <p:cNvPr id="9" name="Next button">
            <a:hlinkClick action="ppaction://hlinksldjump" r:id="rId6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Next arrow">
            <a:hlinkClick action="ppaction://hlinksldjump" r:id="rId6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7" name="tad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53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94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Read it!"/>
          <p:cNvSpPr/>
          <p:nvPr/>
        </p:nvSpPr>
        <p:spPr>
          <a:xfrm>
            <a:off x="2730500" y="190500"/>
            <a:ext cx="673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600" b="1" lang="en-US">
                <a:solidFill>
                  <a:srgbClr val="2E2640"/>
                </a:solidFill>
                <a:latin typeface="Arial"/>
                <a:cs typeface="Arial"/>
              </a:rPr>
              <a:t>Read it!</a:t>
            </a:r>
          </a:p>
        </p:txBody>
      </p:sp>
      <p:pic>
        <p:nvPicPr>
          <p:cNvPr id="5" name="Open gift box" descr="Open gift box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1500" y="4445000"/>
            <a:ext cx="3429000" cy="2000250"/>
          </a:xfrm>
          <a:prstGeom prst="rect">
            <a:avLst/>
          </a:prstGeom>
        </p:spPr>
      </p:pic>
      <p:pic>
        <p:nvPicPr>
          <p:cNvPr id="6" name="Gift lid" descr="Gift lid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500000">
            <a:off x="7937500" y="4064000"/>
            <a:ext cx="2476500" cy="1238250"/>
          </a:xfrm>
          <a:prstGeom prst="rect">
            <a:avLst/>
          </a:prstGeom>
        </p:spPr>
      </p:pic>
      <p:sp>
        <p:nvSpPr>
          <p:cNvPr id="7" name="Card مِ" descr="مِ"/>
          <p:cNvSpPr/>
          <p:nvPr/>
        </p:nvSpPr>
        <p:spPr>
          <a:xfrm>
            <a:off x="3556000" y="1397000"/>
            <a:ext cx="5080000" cy="27940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B8A1FF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15000" b="1" lang="ar-SA">
                <a:solidFill>
                  <a:srgbClr val="2E2640"/>
                </a:solidFill>
                <a:latin typeface="Arial"/>
                <a:cs typeface="Arial"/>
              </a:rPr>
              <a:t>مِ</a:t>
            </a:r>
          </a:p>
        </p:txBody>
      </p:sp>
      <p:sp>
        <p:nvSpPr>
          <p:cNvPr id="8" name="Back to the gifts" descr="◀  Back to the gifts">
            <a:hlinkClick action="ppaction://hlinksldjump" r:id="rId5"/>
          </p:cNvPr>
          <p:cNvSpPr/>
          <p:nvPr/>
        </p:nvSpPr>
        <p:spPr>
          <a:xfrm>
            <a:off x="381000" y="5715000"/>
            <a:ext cx="2667000" cy="762000"/>
          </a:xfrm>
          <a:prstGeom prst="roundRect">
            <a:avLst>
              <a:gd name="adj" fmla="val 30000"/>
            </a:avLst>
          </a:prstGeom>
          <a:solidFill>
            <a:srgbClr val="8A6CF0"/>
          </a:solidFill>
          <a:ln w="635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1500" b="1" lang="en-US">
                <a:solidFill>
                  <a:srgbClr val="FFFFFF"/>
                </a:solidFill>
                <a:latin typeface="Arial"/>
                <a:cs typeface="Arial"/>
              </a:rPr>
              <a:t>◀  Back to the gifts</a:t>
            </a:r>
          </a:p>
        </p:txBody>
      </p:sp>
      <p:sp>
        <p:nvSpPr>
          <p:cNvPr id="9" name="Next button">
            <a:hlinkClick action="ppaction://hlinksldjump" r:id="rId6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Next arrow">
            <a:hlinkClick action="ppaction://hlinksldjump" r:id="rId6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7" name="tad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53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95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Read it!"/>
          <p:cNvSpPr/>
          <p:nvPr/>
        </p:nvSpPr>
        <p:spPr>
          <a:xfrm>
            <a:off x="2730500" y="190500"/>
            <a:ext cx="673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600" b="1" lang="en-US">
                <a:solidFill>
                  <a:srgbClr val="2E2640"/>
                </a:solidFill>
                <a:latin typeface="Arial"/>
                <a:cs typeface="Arial"/>
              </a:rPr>
              <a:t>Read it!</a:t>
            </a:r>
          </a:p>
        </p:txBody>
      </p:sp>
      <p:pic>
        <p:nvPicPr>
          <p:cNvPr id="5" name="Open gift box" descr="Open gift box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1500" y="4445000"/>
            <a:ext cx="3429000" cy="2000250"/>
          </a:xfrm>
          <a:prstGeom prst="rect">
            <a:avLst/>
          </a:prstGeom>
        </p:spPr>
      </p:pic>
      <p:pic>
        <p:nvPicPr>
          <p:cNvPr id="6" name="Gift lid" descr="Gift lid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500000">
            <a:off x="7937500" y="4064000"/>
            <a:ext cx="2476500" cy="1238250"/>
          </a:xfrm>
          <a:prstGeom prst="rect">
            <a:avLst/>
          </a:prstGeom>
        </p:spPr>
      </p:pic>
      <p:sp>
        <p:nvSpPr>
          <p:cNvPr id="7" name="Card لِشِ" descr="لِشِ"/>
          <p:cNvSpPr/>
          <p:nvPr/>
        </p:nvSpPr>
        <p:spPr>
          <a:xfrm>
            <a:off x="3556000" y="1397000"/>
            <a:ext cx="5080000" cy="27940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B8A1FF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15000" b="1" lang="ar-SA">
                <a:solidFill>
                  <a:srgbClr val="2E2640"/>
                </a:solidFill>
                <a:latin typeface="Arial"/>
                <a:cs typeface="Arial"/>
              </a:rPr>
              <a:t>لِشِ</a:t>
            </a:r>
          </a:p>
        </p:txBody>
      </p:sp>
      <p:sp>
        <p:nvSpPr>
          <p:cNvPr id="8" name="Back to the gifts" descr="◀  Back to the gifts">
            <a:hlinkClick action="ppaction://hlinksldjump" r:id="rId5"/>
          </p:cNvPr>
          <p:cNvSpPr/>
          <p:nvPr/>
        </p:nvSpPr>
        <p:spPr>
          <a:xfrm>
            <a:off x="381000" y="5715000"/>
            <a:ext cx="2667000" cy="762000"/>
          </a:xfrm>
          <a:prstGeom prst="roundRect">
            <a:avLst>
              <a:gd name="adj" fmla="val 30000"/>
            </a:avLst>
          </a:prstGeom>
          <a:solidFill>
            <a:srgbClr val="8A6CF0"/>
          </a:solidFill>
          <a:ln w="635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1500" b="1" lang="en-US">
                <a:solidFill>
                  <a:srgbClr val="FFFFFF"/>
                </a:solidFill>
                <a:latin typeface="Arial"/>
                <a:cs typeface="Arial"/>
              </a:rPr>
              <a:t>◀  Back to the gifts</a:t>
            </a:r>
          </a:p>
        </p:txBody>
      </p:sp>
      <p:sp>
        <p:nvSpPr>
          <p:cNvPr id="9" name="Next button">
            <a:hlinkClick action="ppaction://hlinksldjump" r:id="rId6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Next arrow">
            <a:hlinkClick action="ppaction://hlinksldjump" r:id="rId6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7" name="tad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53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96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Read it!"/>
          <p:cNvSpPr/>
          <p:nvPr/>
        </p:nvSpPr>
        <p:spPr>
          <a:xfrm>
            <a:off x="2730500" y="190500"/>
            <a:ext cx="673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600" b="1" lang="en-US">
                <a:solidFill>
                  <a:srgbClr val="2E2640"/>
                </a:solidFill>
                <a:latin typeface="Arial"/>
                <a:cs typeface="Arial"/>
              </a:rPr>
              <a:t>Read it!</a:t>
            </a:r>
          </a:p>
        </p:txBody>
      </p:sp>
      <p:pic>
        <p:nvPicPr>
          <p:cNvPr id="5" name="Open gift box" descr="Open gift box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1500" y="4445000"/>
            <a:ext cx="3429000" cy="2000250"/>
          </a:xfrm>
          <a:prstGeom prst="rect">
            <a:avLst/>
          </a:prstGeom>
        </p:spPr>
      </p:pic>
      <p:pic>
        <p:nvPicPr>
          <p:cNvPr id="6" name="Gift lid" descr="Gift lid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500000">
            <a:off x="7937500" y="4064000"/>
            <a:ext cx="2476500" cy="1238250"/>
          </a:xfrm>
          <a:prstGeom prst="rect">
            <a:avLst/>
          </a:prstGeom>
        </p:spPr>
      </p:pic>
      <p:sp>
        <p:nvSpPr>
          <p:cNvPr id="7" name="Card لِ" descr="لِ"/>
          <p:cNvSpPr/>
          <p:nvPr/>
        </p:nvSpPr>
        <p:spPr>
          <a:xfrm>
            <a:off x="3556000" y="1397000"/>
            <a:ext cx="5080000" cy="27940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B8A1FF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15000" b="1" lang="ar-SA">
                <a:solidFill>
                  <a:srgbClr val="2E2640"/>
                </a:solidFill>
                <a:latin typeface="Arial"/>
                <a:cs typeface="Arial"/>
              </a:rPr>
              <a:t>لِ</a:t>
            </a:r>
          </a:p>
        </p:txBody>
      </p:sp>
      <p:sp>
        <p:nvSpPr>
          <p:cNvPr id="8" name="Back to the gifts" descr="◀  Back to the gifts">
            <a:hlinkClick action="ppaction://hlinksldjump" r:id="rId5"/>
          </p:cNvPr>
          <p:cNvSpPr/>
          <p:nvPr/>
        </p:nvSpPr>
        <p:spPr>
          <a:xfrm>
            <a:off x="381000" y="5715000"/>
            <a:ext cx="2667000" cy="762000"/>
          </a:xfrm>
          <a:prstGeom prst="roundRect">
            <a:avLst>
              <a:gd name="adj" fmla="val 30000"/>
            </a:avLst>
          </a:prstGeom>
          <a:solidFill>
            <a:srgbClr val="8A6CF0"/>
          </a:solidFill>
          <a:ln w="635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1500" b="1" lang="en-US">
                <a:solidFill>
                  <a:srgbClr val="FFFFFF"/>
                </a:solidFill>
                <a:latin typeface="Arial"/>
                <a:cs typeface="Arial"/>
              </a:rPr>
              <a:t>◀  Back to the gifts</a:t>
            </a:r>
          </a:p>
        </p:txBody>
      </p:sp>
      <p:sp>
        <p:nvSpPr>
          <p:cNvPr id="9" name="Next button">
            <a:hlinkClick action="ppaction://hlinksldjump" r:id="rId6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Next arrow">
            <a:hlinkClick action="ppaction://hlinksldjump" r:id="rId6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7" name="tad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53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97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2603500" y="190500"/>
            <a:ext cx="6985000" cy="762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Read it!"/>
          <p:cNvSpPr/>
          <p:nvPr/>
        </p:nvSpPr>
        <p:spPr>
          <a:xfrm>
            <a:off x="2730500" y="190500"/>
            <a:ext cx="6731000" cy="76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3600" b="1" lang="en-US">
                <a:solidFill>
                  <a:srgbClr val="2E2640"/>
                </a:solidFill>
                <a:latin typeface="Arial"/>
                <a:cs typeface="Arial"/>
              </a:rPr>
              <a:t>Read it!</a:t>
            </a:r>
          </a:p>
        </p:txBody>
      </p:sp>
      <p:pic>
        <p:nvPicPr>
          <p:cNvPr id="5" name="Open gift box" descr="Open gift box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1500" y="4445000"/>
            <a:ext cx="3429000" cy="2000250"/>
          </a:xfrm>
          <a:prstGeom prst="rect">
            <a:avLst/>
          </a:prstGeom>
        </p:spPr>
      </p:pic>
      <p:pic>
        <p:nvPicPr>
          <p:cNvPr id="6" name="Gift lid" descr="Gift lid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500000">
            <a:off x="7937500" y="4064000"/>
            <a:ext cx="2476500" cy="1238250"/>
          </a:xfrm>
          <a:prstGeom prst="rect">
            <a:avLst/>
          </a:prstGeom>
        </p:spPr>
      </p:pic>
      <p:sp>
        <p:nvSpPr>
          <p:cNvPr id="7" name="Card هِخِ" descr="هِخِ"/>
          <p:cNvSpPr/>
          <p:nvPr/>
        </p:nvSpPr>
        <p:spPr>
          <a:xfrm>
            <a:off x="3556000" y="1397000"/>
            <a:ext cx="5080000" cy="27940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50800">
            <a:solidFill>
              <a:srgbClr val="B8A1FF"/>
            </a:solidFill>
          </a:ln>
        </p:spPr>
        <p:txBody>
          <a:bodyPr rtlCol="0" anchor="ctr" wrap="none" lIns="0" rIns="0" tIns="0" bIns="0"/>
          <a:lstStyle/>
          <a:p>
            <a:pPr algn="ctr" rtl="1"/>
            <a:r>
              <a:rPr sz="15000" b="1" lang="ar-SA">
                <a:solidFill>
                  <a:srgbClr val="2E2640"/>
                </a:solidFill>
                <a:latin typeface="Arial"/>
                <a:cs typeface="Arial"/>
              </a:rPr>
              <a:t>هِخِ</a:t>
            </a:r>
          </a:p>
        </p:txBody>
      </p:sp>
      <p:sp>
        <p:nvSpPr>
          <p:cNvPr id="8" name="Back to the gifts" descr="◀  Back to the gifts">
            <a:hlinkClick action="ppaction://hlinksldjump" r:id="rId5"/>
          </p:cNvPr>
          <p:cNvSpPr/>
          <p:nvPr/>
        </p:nvSpPr>
        <p:spPr>
          <a:xfrm>
            <a:off x="381000" y="5715000"/>
            <a:ext cx="2667000" cy="762000"/>
          </a:xfrm>
          <a:prstGeom prst="roundRect">
            <a:avLst>
              <a:gd name="adj" fmla="val 30000"/>
            </a:avLst>
          </a:prstGeom>
          <a:solidFill>
            <a:srgbClr val="8A6CF0"/>
          </a:solidFill>
          <a:ln w="635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1500" b="1" lang="en-US">
                <a:solidFill>
                  <a:srgbClr val="FFFFFF"/>
                </a:solidFill>
                <a:latin typeface="Arial"/>
                <a:cs typeface="Arial"/>
              </a:rPr>
              <a:t>◀  Back to the gifts</a:t>
            </a:r>
          </a:p>
        </p:txBody>
      </p:sp>
      <p:sp>
        <p:nvSpPr>
          <p:cNvPr id="9" name="Next button">
            <a:hlinkClick action="ppaction://hlinksldjump" r:id="rId6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Next arrow">
            <a:hlinkClick action="ppaction://hlinksldjump" r:id="rId6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7" name="tad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53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1968500" y="127000"/>
            <a:ext cx="8255000" cy="635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Team Race!  Read the word, then tap your team."/>
          <p:cNvSpPr/>
          <p:nvPr/>
        </p:nvSpPr>
        <p:spPr>
          <a:xfrm>
            <a:off x="2095500" y="127000"/>
            <a:ext cx="8001000" cy="635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000" b="1" lang="en-US">
                <a:solidFill>
                  <a:srgbClr val="2E2640"/>
                </a:solidFill>
                <a:latin typeface="Arial"/>
                <a:cs typeface="Arial"/>
              </a:rPr>
              <a:t>Team Race!  Read the word, then tap your team.</a:t>
            </a:r>
          </a:p>
        </p:txBody>
      </p:sp>
      <p:sp>
        <p:nvSpPr>
          <p:cNvPr id="5" name="Red lane"/>
          <p:cNvSpPr/>
          <p:nvPr/>
        </p:nvSpPr>
        <p:spPr>
          <a:xfrm>
            <a:off x="254000" y="3556000"/>
            <a:ext cx="11303000" cy="1270000"/>
          </a:xfrm>
          <a:prstGeom prst="roundRect">
            <a:avLst>
              <a:gd name="adj" fmla="val 20000"/>
            </a:avLst>
          </a:prstGeom>
          <a:solidFill>
            <a:srgbClr val="FFE3E8"/>
          </a:solidFill>
          <a:ln w="38100">
            <a:solidFill>
              <a:srgbClr val="D9D2E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Blue lane"/>
          <p:cNvSpPr/>
          <p:nvPr/>
        </p:nvSpPr>
        <p:spPr>
          <a:xfrm>
            <a:off x="254000" y="5080000"/>
            <a:ext cx="11303000" cy="1270000"/>
          </a:xfrm>
          <a:prstGeom prst="roundRect">
            <a:avLst>
              <a:gd name="adj" fmla="val 20000"/>
            </a:avLst>
          </a:prstGeom>
          <a:solidFill>
            <a:srgbClr val="E0F4FF"/>
          </a:solidFill>
          <a:ln w="38100">
            <a:solidFill>
              <a:srgbClr val="D9D2E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Finish"/>
          <p:cNvSpPr/>
          <p:nvPr/>
        </p:nvSpPr>
        <p:spPr>
          <a:xfrm>
            <a:off x="10731500" y="355600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Finish"/>
          <p:cNvSpPr/>
          <p:nvPr/>
        </p:nvSpPr>
        <p:spPr>
          <a:xfrm>
            <a:off x="10922000" y="355600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Finish"/>
          <p:cNvSpPr/>
          <p:nvPr/>
        </p:nvSpPr>
        <p:spPr>
          <a:xfrm>
            <a:off x="10731500" y="390525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Finish"/>
          <p:cNvSpPr/>
          <p:nvPr/>
        </p:nvSpPr>
        <p:spPr>
          <a:xfrm>
            <a:off x="10922000" y="390525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Finish"/>
          <p:cNvSpPr/>
          <p:nvPr/>
        </p:nvSpPr>
        <p:spPr>
          <a:xfrm>
            <a:off x="10731500" y="425450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Finish"/>
          <p:cNvSpPr/>
          <p:nvPr/>
        </p:nvSpPr>
        <p:spPr>
          <a:xfrm>
            <a:off x="10922000" y="425450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Finish"/>
          <p:cNvSpPr/>
          <p:nvPr/>
        </p:nvSpPr>
        <p:spPr>
          <a:xfrm>
            <a:off x="10731500" y="460375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Finish"/>
          <p:cNvSpPr/>
          <p:nvPr/>
        </p:nvSpPr>
        <p:spPr>
          <a:xfrm>
            <a:off x="10922000" y="460375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Finish"/>
          <p:cNvSpPr/>
          <p:nvPr/>
        </p:nvSpPr>
        <p:spPr>
          <a:xfrm>
            <a:off x="10731500" y="495300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Finish"/>
          <p:cNvSpPr/>
          <p:nvPr/>
        </p:nvSpPr>
        <p:spPr>
          <a:xfrm>
            <a:off x="10922000" y="495300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Finish"/>
          <p:cNvSpPr/>
          <p:nvPr/>
        </p:nvSpPr>
        <p:spPr>
          <a:xfrm>
            <a:off x="10731500" y="530225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Finish"/>
          <p:cNvSpPr/>
          <p:nvPr/>
        </p:nvSpPr>
        <p:spPr>
          <a:xfrm>
            <a:off x="10922000" y="530225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Finish"/>
          <p:cNvSpPr/>
          <p:nvPr/>
        </p:nvSpPr>
        <p:spPr>
          <a:xfrm>
            <a:off x="10731500" y="565150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Finish"/>
          <p:cNvSpPr/>
          <p:nvPr/>
        </p:nvSpPr>
        <p:spPr>
          <a:xfrm>
            <a:off x="10922000" y="565150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Finish"/>
          <p:cNvSpPr/>
          <p:nvPr/>
        </p:nvSpPr>
        <p:spPr>
          <a:xfrm>
            <a:off x="10731500" y="600075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Finish"/>
          <p:cNvSpPr/>
          <p:nvPr/>
        </p:nvSpPr>
        <p:spPr>
          <a:xfrm>
            <a:off x="10922000" y="600075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3" name="Red car" descr="Red ca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8000" y="3810000"/>
            <a:ext cx="1460500" cy="800100"/>
          </a:xfrm>
          <a:prstGeom prst="rect">
            <a:avLst/>
          </a:prstGeom>
        </p:spPr>
      </p:pic>
      <p:pic>
        <p:nvPicPr>
          <p:cNvPr id="24" name="Blue car" descr="Blue car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8000" y="5334000"/>
            <a:ext cx="1460500" cy="800100"/>
          </a:xfrm>
          <a:prstGeom prst="rect">
            <a:avLst/>
          </a:prstGeom>
        </p:spPr>
      </p:pic>
      <p:sp>
        <p:nvSpPr>
          <p:cNvPr id="25" name="Word card"/>
          <p:cNvSpPr/>
          <p:nvPr/>
        </p:nvSpPr>
        <p:spPr>
          <a:xfrm>
            <a:off x="3873500" y="952500"/>
            <a:ext cx="4445000" cy="22860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76200">
            <a:solidFill>
              <a:srgbClr val="B8A1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Word لَعِبَ" descr="لَعِبَ"/>
          <p:cNvSpPr/>
          <p:nvPr/>
        </p:nvSpPr>
        <p:spPr>
          <a:xfrm>
            <a:off x="4064000" y="1079500"/>
            <a:ext cx="4064000" cy="203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11000" b="1" lang="ar-SA">
                <a:solidFill>
                  <a:srgbClr val="2E2640"/>
                </a:solidFill>
                <a:latin typeface="Arial"/>
                <a:cs typeface="Arial"/>
              </a:rPr>
              <a:t>لَعِبَ</a:t>
            </a:r>
          </a:p>
        </p:txBody>
      </p:sp>
      <p:sp>
        <p:nvSpPr>
          <p:cNvPr id="27" name="Red point" descr="Red ✓">
            <a:hlinkClick action="ppaction://hlinksldjump" r:id="rId5"/>
          </p:cNvPr>
          <p:cNvSpPr/>
          <p:nvPr/>
        </p:nvSpPr>
        <p:spPr>
          <a:xfrm>
            <a:off x="381000" y="1143000"/>
            <a:ext cx="1905000" cy="762000"/>
          </a:xfrm>
          <a:prstGeom prst="roundRect">
            <a:avLst>
              <a:gd name="adj" fmla="val 30000"/>
            </a:avLst>
          </a:prstGeom>
          <a:solidFill>
            <a:srgbClr val="E5536F"/>
          </a:solidFill>
          <a:ln w="635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4000" b="1" lang="en-US">
                <a:solidFill>
                  <a:srgbClr val="FFFFFF"/>
                </a:solidFill>
                <a:latin typeface="Arial"/>
                <a:cs typeface="Arial"/>
              </a:rPr>
              <a:t>Red ✓</a:t>
            </a:r>
          </a:p>
        </p:txBody>
      </p:sp>
      <p:sp>
        <p:nvSpPr>
          <p:cNvPr id="28" name="Blue point" descr="Blue ✓">
            <a:hlinkClick action="ppaction://hlinksldjump" r:id="rId6"/>
          </p:cNvPr>
          <p:cNvSpPr/>
          <p:nvPr/>
        </p:nvSpPr>
        <p:spPr>
          <a:xfrm>
            <a:off x="381000" y="2095500"/>
            <a:ext cx="1905000" cy="762000"/>
          </a:xfrm>
          <a:prstGeom prst="roundRect">
            <a:avLst>
              <a:gd name="adj" fmla="val 30000"/>
            </a:avLst>
          </a:prstGeom>
          <a:solidFill>
            <a:srgbClr val="3FA7C9"/>
          </a:solidFill>
          <a:ln w="635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4000" b="1" lang="en-US">
                <a:solidFill>
                  <a:srgbClr val="FFFFFF"/>
                </a:solidFill>
                <a:latin typeface="Arial"/>
                <a:cs typeface="Arial"/>
              </a:rPr>
              <a:t>Blue ✓</a:t>
            </a:r>
          </a:p>
        </p:txBody>
      </p:sp>
      <p:sp>
        <p:nvSpPr>
          <p:cNvPr id="29" name="Next button">
            <a:hlinkClick action="ppaction://hlinksldjump" r:id="rId7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Next arrow">
            <a:hlinkClick action="ppaction://hlinksldjump" r:id="rId7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 spd="med">
    <p:fade/>
  </p:transition>
</p:sld>
</file>

<file path=ppt/slides/slide499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1968500" y="127000"/>
            <a:ext cx="8255000" cy="635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Team Race!  Read the word, then tap your team."/>
          <p:cNvSpPr/>
          <p:nvPr/>
        </p:nvSpPr>
        <p:spPr>
          <a:xfrm>
            <a:off x="2095500" y="127000"/>
            <a:ext cx="8001000" cy="635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000" b="1" lang="en-US">
                <a:solidFill>
                  <a:srgbClr val="2E2640"/>
                </a:solidFill>
                <a:latin typeface="Arial"/>
                <a:cs typeface="Arial"/>
              </a:rPr>
              <a:t>Team Race!  Read the word, then tap your team.</a:t>
            </a:r>
          </a:p>
        </p:txBody>
      </p:sp>
      <p:sp>
        <p:nvSpPr>
          <p:cNvPr id="5" name="Red lane"/>
          <p:cNvSpPr/>
          <p:nvPr/>
        </p:nvSpPr>
        <p:spPr>
          <a:xfrm>
            <a:off x="254000" y="3556000"/>
            <a:ext cx="11303000" cy="1270000"/>
          </a:xfrm>
          <a:prstGeom prst="roundRect">
            <a:avLst>
              <a:gd name="adj" fmla="val 20000"/>
            </a:avLst>
          </a:prstGeom>
          <a:solidFill>
            <a:srgbClr val="FFE3E8"/>
          </a:solidFill>
          <a:ln w="38100">
            <a:solidFill>
              <a:srgbClr val="D9D2E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Blue lane"/>
          <p:cNvSpPr/>
          <p:nvPr/>
        </p:nvSpPr>
        <p:spPr>
          <a:xfrm>
            <a:off x="254000" y="5080000"/>
            <a:ext cx="11303000" cy="1270000"/>
          </a:xfrm>
          <a:prstGeom prst="roundRect">
            <a:avLst>
              <a:gd name="adj" fmla="val 20000"/>
            </a:avLst>
          </a:prstGeom>
          <a:solidFill>
            <a:srgbClr val="E0F4FF"/>
          </a:solidFill>
          <a:ln w="38100">
            <a:solidFill>
              <a:srgbClr val="D9D2E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Finish"/>
          <p:cNvSpPr/>
          <p:nvPr/>
        </p:nvSpPr>
        <p:spPr>
          <a:xfrm>
            <a:off x="10731500" y="355600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Finish"/>
          <p:cNvSpPr/>
          <p:nvPr/>
        </p:nvSpPr>
        <p:spPr>
          <a:xfrm>
            <a:off x="10922000" y="355600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Finish"/>
          <p:cNvSpPr/>
          <p:nvPr/>
        </p:nvSpPr>
        <p:spPr>
          <a:xfrm>
            <a:off x="10731500" y="390525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Finish"/>
          <p:cNvSpPr/>
          <p:nvPr/>
        </p:nvSpPr>
        <p:spPr>
          <a:xfrm>
            <a:off x="10922000" y="390525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Finish"/>
          <p:cNvSpPr/>
          <p:nvPr/>
        </p:nvSpPr>
        <p:spPr>
          <a:xfrm>
            <a:off x="10731500" y="425450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Finish"/>
          <p:cNvSpPr/>
          <p:nvPr/>
        </p:nvSpPr>
        <p:spPr>
          <a:xfrm>
            <a:off x="10922000" y="425450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Finish"/>
          <p:cNvSpPr/>
          <p:nvPr/>
        </p:nvSpPr>
        <p:spPr>
          <a:xfrm>
            <a:off x="10731500" y="460375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Finish"/>
          <p:cNvSpPr/>
          <p:nvPr/>
        </p:nvSpPr>
        <p:spPr>
          <a:xfrm>
            <a:off x="10922000" y="460375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Finish"/>
          <p:cNvSpPr/>
          <p:nvPr/>
        </p:nvSpPr>
        <p:spPr>
          <a:xfrm>
            <a:off x="10731500" y="495300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Finish"/>
          <p:cNvSpPr/>
          <p:nvPr/>
        </p:nvSpPr>
        <p:spPr>
          <a:xfrm>
            <a:off x="10922000" y="495300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Finish"/>
          <p:cNvSpPr/>
          <p:nvPr/>
        </p:nvSpPr>
        <p:spPr>
          <a:xfrm>
            <a:off x="10731500" y="530225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Finish"/>
          <p:cNvSpPr/>
          <p:nvPr/>
        </p:nvSpPr>
        <p:spPr>
          <a:xfrm>
            <a:off x="10922000" y="530225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Finish"/>
          <p:cNvSpPr/>
          <p:nvPr/>
        </p:nvSpPr>
        <p:spPr>
          <a:xfrm>
            <a:off x="10731500" y="565150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Finish"/>
          <p:cNvSpPr/>
          <p:nvPr/>
        </p:nvSpPr>
        <p:spPr>
          <a:xfrm>
            <a:off x="10922000" y="565150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Finish"/>
          <p:cNvSpPr/>
          <p:nvPr/>
        </p:nvSpPr>
        <p:spPr>
          <a:xfrm>
            <a:off x="10731500" y="600075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Finish"/>
          <p:cNvSpPr/>
          <p:nvPr/>
        </p:nvSpPr>
        <p:spPr>
          <a:xfrm>
            <a:off x="10922000" y="600075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3" name="Red car" descr="Red ca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8000" y="3810000"/>
            <a:ext cx="1460500" cy="800100"/>
          </a:xfrm>
          <a:prstGeom prst="rect">
            <a:avLst/>
          </a:prstGeom>
        </p:spPr>
      </p:pic>
      <p:pic>
        <p:nvPicPr>
          <p:cNvPr id="24" name="Blue car" descr="Blue car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13000" y="5334000"/>
            <a:ext cx="1460500" cy="800100"/>
          </a:xfrm>
          <a:prstGeom prst="rect">
            <a:avLst/>
          </a:prstGeom>
        </p:spPr>
      </p:pic>
      <p:sp>
        <p:nvSpPr>
          <p:cNvPr id="25" name="Word card"/>
          <p:cNvSpPr/>
          <p:nvPr/>
        </p:nvSpPr>
        <p:spPr>
          <a:xfrm>
            <a:off x="3873500" y="952500"/>
            <a:ext cx="4445000" cy="22860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76200">
            <a:solidFill>
              <a:srgbClr val="B8A1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Word سَمِعَ" descr="سَمِعَ"/>
          <p:cNvSpPr/>
          <p:nvPr/>
        </p:nvSpPr>
        <p:spPr>
          <a:xfrm>
            <a:off x="4064000" y="1079500"/>
            <a:ext cx="4064000" cy="203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11000" b="1" lang="ar-SA">
                <a:solidFill>
                  <a:srgbClr val="2E2640"/>
                </a:solidFill>
                <a:latin typeface="Arial"/>
                <a:cs typeface="Arial"/>
              </a:rPr>
              <a:t>سَمِعَ</a:t>
            </a:r>
          </a:p>
        </p:txBody>
      </p:sp>
      <p:sp>
        <p:nvSpPr>
          <p:cNvPr id="27" name="Red point" descr="Red ✓">
            <a:hlinkClick action="ppaction://hlinksldjump" r:id="rId5"/>
          </p:cNvPr>
          <p:cNvSpPr/>
          <p:nvPr/>
        </p:nvSpPr>
        <p:spPr>
          <a:xfrm>
            <a:off x="381000" y="1143000"/>
            <a:ext cx="1905000" cy="762000"/>
          </a:xfrm>
          <a:prstGeom prst="roundRect">
            <a:avLst>
              <a:gd name="adj" fmla="val 30000"/>
            </a:avLst>
          </a:prstGeom>
          <a:solidFill>
            <a:srgbClr val="E5536F"/>
          </a:solidFill>
          <a:ln w="635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4000" b="1" lang="en-US">
                <a:solidFill>
                  <a:srgbClr val="FFFFFF"/>
                </a:solidFill>
                <a:latin typeface="Arial"/>
                <a:cs typeface="Arial"/>
              </a:rPr>
              <a:t>Red ✓</a:t>
            </a:r>
          </a:p>
        </p:txBody>
      </p:sp>
      <p:sp>
        <p:nvSpPr>
          <p:cNvPr id="28" name="Blue point" descr="Blue ✓">
            <a:hlinkClick action="ppaction://hlinksldjump" r:id="rId6"/>
          </p:cNvPr>
          <p:cNvSpPr/>
          <p:nvPr/>
        </p:nvSpPr>
        <p:spPr>
          <a:xfrm>
            <a:off x="381000" y="2095500"/>
            <a:ext cx="1905000" cy="762000"/>
          </a:xfrm>
          <a:prstGeom prst="roundRect">
            <a:avLst>
              <a:gd name="adj" fmla="val 30000"/>
            </a:avLst>
          </a:prstGeom>
          <a:solidFill>
            <a:srgbClr val="3FA7C9"/>
          </a:solidFill>
          <a:ln w="635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4000" b="1" lang="en-US">
                <a:solidFill>
                  <a:srgbClr val="FFFFFF"/>
                </a:solidFill>
                <a:latin typeface="Arial"/>
                <a:cs typeface="Arial"/>
              </a:rPr>
              <a:t>Blue ✓</a:t>
            </a:r>
          </a:p>
        </p:txBody>
      </p:sp>
      <p:sp>
        <p:nvSpPr>
          <p:cNvPr id="29" name="Next button">
            <a:hlinkClick action="ppaction://hlinksldjump" r:id="rId7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Next arrow">
            <a:hlinkClick action="ppaction://hlinksldjump" r:id="rId7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8" name="vroom.wav"/>
      </p:stSnd>
    </p:sndAc>
  </p:transition>
</p:sld>
</file>

<file path=ppt/slides/slide500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1968500" y="127000"/>
            <a:ext cx="8255000" cy="635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Team Race!  Read the word, then tap your team."/>
          <p:cNvSpPr/>
          <p:nvPr/>
        </p:nvSpPr>
        <p:spPr>
          <a:xfrm>
            <a:off x="2095500" y="127000"/>
            <a:ext cx="8001000" cy="635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000" b="1" lang="en-US">
                <a:solidFill>
                  <a:srgbClr val="2E2640"/>
                </a:solidFill>
                <a:latin typeface="Arial"/>
                <a:cs typeface="Arial"/>
              </a:rPr>
              <a:t>Team Race!  Read the word, then tap your team.</a:t>
            </a:r>
          </a:p>
        </p:txBody>
      </p:sp>
      <p:sp>
        <p:nvSpPr>
          <p:cNvPr id="5" name="Red lane"/>
          <p:cNvSpPr/>
          <p:nvPr/>
        </p:nvSpPr>
        <p:spPr>
          <a:xfrm>
            <a:off x="254000" y="3556000"/>
            <a:ext cx="11303000" cy="1270000"/>
          </a:xfrm>
          <a:prstGeom prst="roundRect">
            <a:avLst>
              <a:gd name="adj" fmla="val 20000"/>
            </a:avLst>
          </a:prstGeom>
          <a:solidFill>
            <a:srgbClr val="FFE3E8"/>
          </a:solidFill>
          <a:ln w="38100">
            <a:solidFill>
              <a:srgbClr val="D9D2E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Blue lane"/>
          <p:cNvSpPr/>
          <p:nvPr/>
        </p:nvSpPr>
        <p:spPr>
          <a:xfrm>
            <a:off x="254000" y="5080000"/>
            <a:ext cx="11303000" cy="1270000"/>
          </a:xfrm>
          <a:prstGeom prst="roundRect">
            <a:avLst>
              <a:gd name="adj" fmla="val 20000"/>
            </a:avLst>
          </a:prstGeom>
          <a:solidFill>
            <a:srgbClr val="E0F4FF"/>
          </a:solidFill>
          <a:ln w="38100">
            <a:solidFill>
              <a:srgbClr val="D9D2E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Finish"/>
          <p:cNvSpPr/>
          <p:nvPr/>
        </p:nvSpPr>
        <p:spPr>
          <a:xfrm>
            <a:off x="10731500" y="355600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Finish"/>
          <p:cNvSpPr/>
          <p:nvPr/>
        </p:nvSpPr>
        <p:spPr>
          <a:xfrm>
            <a:off x="10922000" y="355600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Finish"/>
          <p:cNvSpPr/>
          <p:nvPr/>
        </p:nvSpPr>
        <p:spPr>
          <a:xfrm>
            <a:off x="10731500" y="390525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Finish"/>
          <p:cNvSpPr/>
          <p:nvPr/>
        </p:nvSpPr>
        <p:spPr>
          <a:xfrm>
            <a:off x="10922000" y="390525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Finish"/>
          <p:cNvSpPr/>
          <p:nvPr/>
        </p:nvSpPr>
        <p:spPr>
          <a:xfrm>
            <a:off x="10731500" y="425450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Finish"/>
          <p:cNvSpPr/>
          <p:nvPr/>
        </p:nvSpPr>
        <p:spPr>
          <a:xfrm>
            <a:off x="10922000" y="425450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Finish"/>
          <p:cNvSpPr/>
          <p:nvPr/>
        </p:nvSpPr>
        <p:spPr>
          <a:xfrm>
            <a:off x="10731500" y="460375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Finish"/>
          <p:cNvSpPr/>
          <p:nvPr/>
        </p:nvSpPr>
        <p:spPr>
          <a:xfrm>
            <a:off x="10922000" y="460375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Finish"/>
          <p:cNvSpPr/>
          <p:nvPr/>
        </p:nvSpPr>
        <p:spPr>
          <a:xfrm>
            <a:off x="10731500" y="495300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Finish"/>
          <p:cNvSpPr/>
          <p:nvPr/>
        </p:nvSpPr>
        <p:spPr>
          <a:xfrm>
            <a:off x="10922000" y="495300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Finish"/>
          <p:cNvSpPr/>
          <p:nvPr/>
        </p:nvSpPr>
        <p:spPr>
          <a:xfrm>
            <a:off x="10731500" y="530225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Finish"/>
          <p:cNvSpPr/>
          <p:nvPr/>
        </p:nvSpPr>
        <p:spPr>
          <a:xfrm>
            <a:off x="10922000" y="530225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Finish"/>
          <p:cNvSpPr/>
          <p:nvPr/>
        </p:nvSpPr>
        <p:spPr>
          <a:xfrm>
            <a:off x="10731500" y="565150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Finish"/>
          <p:cNvSpPr/>
          <p:nvPr/>
        </p:nvSpPr>
        <p:spPr>
          <a:xfrm>
            <a:off x="10922000" y="565150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Finish"/>
          <p:cNvSpPr/>
          <p:nvPr/>
        </p:nvSpPr>
        <p:spPr>
          <a:xfrm>
            <a:off x="10731500" y="600075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Finish"/>
          <p:cNvSpPr/>
          <p:nvPr/>
        </p:nvSpPr>
        <p:spPr>
          <a:xfrm>
            <a:off x="10922000" y="600075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3" name="Red car" descr="Red ca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8000" y="3810000"/>
            <a:ext cx="1460500" cy="800100"/>
          </a:xfrm>
          <a:prstGeom prst="rect">
            <a:avLst/>
          </a:prstGeom>
        </p:spPr>
      </p:pic>
      <p:pic>
        <p:nvPicPr>
          <p:cNvPr id="24" name="Blue car" descr="Blue car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18000" y="5334000"/>
            <a:ext cx="1460500" cy="800100"/>
          </a:xfrm>
          <a:prstGeom prst="rect">
            <a:avLst/>
          </a:prstGeom>
        </p:spPr>
      </p:pic>
      <p:sp>
        <p:nvSpPr>
          <p:cNvPr id="25" name="Word card"/>
          <p:cNvSpPr/>
          <p:nvPr/>
        </p:nvSpPr>
        <p:spPr>
          <a:xfrm>
            <a:off x="3873500" y="952500"/>
            <a:ext cx="4445000" cy="22860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76200">
            <a:solidFill>
              <a:srgbClr val="B8A1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Word وَثِقَ" descr="وَثِقَ"/>
          <p:cNvSpPr/>
          <p:nvPr/>
        </p:nvSpPr>
        <p:spPr>
          <a:xfrm>
            <a:off x="4064000" y="1079500"/>
            <a:ext cx="4064000" cy="203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11000" b="1" lang="ar-SA">
                <a:solidFill>
                  <a:srgbClr val="2E2640"/>
                </a:solidFill>
                <a:latin typeface="Arial"/>
                <a:cs typeface="Arial"/>
              </a:rPr>
              <a:t>وَثِقَ</a:t>
            </a:r>
          </a:p>
        </p:txBody>
      </p:sp>
      <p:sp>
        <p:nvSpPr>
          <p:cNvPr id="27" name="Red point" descr="Red ✓">
            <a:hlinkClick action="ppaction://hlinksldjump" r:id="rId5"/>
          </p:cNvPr>
          <p:cNvSpPr/>
          <p:nvPr/>
        </p:nvSpPr>
        <p:spPr>
          <a:xfrm>
            <a:off x="381000" y="1143000"/>
            <a:ext cx="1905000" cy="762000"/>
          </a:xfrm>
          <a:prstGeom prst="roundRect">
            <a:avLst>
              <a:gd name="adj" fmla="val 30000"/>
            </a:avLst>
          </a:prstGeom>
          <a:solidFill>
            <a:srgbClr val="E5536F"/>
          </a:solidFill>
          <a:ln w="635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4000" b="1" lang="en-US">
                <a:solidFill>
                  <a:srgbClr val="FFFFFF"/>
                </a:solidFill>
                <a:latin typeface="Arial"/>
                <a:cs typeface="Arial"/>
              </a:rPr>
              <a:t>Red ✓</a:t>
            </a:r>
          </a:p>
        </p:txBody>
      </p:sp>
      <p:sp>
        <p:nvSpPr>
          <p:cNvPr id="28" name="Blue point" descr="Blue ✓">
            <a:hlinkClick action="ppaction://hlinksldjump" r:id="rId6"/>
          </p:cNvPr>
          <p:cNvSpPr/>
          <p:nvPr/>
        </p:nvSpPr>
        <p:spPr>
          <a:xfrm>
            <a:off x="381000" y="2095500"/>
            <a:ext cx="1905000" cy="762000"/>
          </a:xfrm>
          <a:prstGeom prst="roundRect">
            <a:avLst>
              <a:gd name="adj" fmla="val 30000"/>
            </a:avLst>
          </a:prstGeom>
          <a:solidFill>
            <a:srgbClr val="3FA7C9"/>
          </a:solidFill>
          <a:ln w="635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4000" b="1" lang="en-US">
                <a:solidFill>
                  <a:srgbClr val="FFFFFF"/>
                </a:solidFill>
                <a:latin typeface="Arial"/>
                <a:cs typeface="Arial"/>
              </a:rPr>
              <a:t>Blue ✓</a:t>
            </a:r>
          </a:p>
        </p:txBody>
      </p:sp>
      <p:sp>
        <p:nvSpPr>
          <p:cNvPr id="29" name="Next button">
            <a:hlinkClick action="ppaction://hlinksldjump" r:id="rId7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Next arrow">
            <a:hlinkClick action="ppaction://hlinksldjump" r:id="rId7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8" name="vroom.wav"/>
      </p:stSnd>
    </p:sndAc>
  </p:transition>
</p:sld>
</file>

<file path=ppt/slides/slide501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1968500" y="127000"/>
            <a:ext cx="8255000" cy="635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Team Race!  Read the word, then tap your team."/>
          <p:cNvSpPr/>
          <p:nvPr/>
        </p:nvSpPr>
        <p:spPr>
          <a:xfrm>
            <a:off x="2095500" y="127000"/>
            <a:ext cx="8001000" cy="635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000" b="1" lang="en-US">
                <a:solidFill>
                  <a:srgbClr val="2E2640"/>
                </a:solidFill>
                <a:latin typeface="Arial"/>
                <a:cs typeface="Arial"/>
              </a:rPr>
              <a:t>Team Race!  Read the word, then tap your team.</a:t>
            </a:r>
          </a:p>
        </p:txBody>
      </p:sp>
      <p:sp>
        <p:nvSpPr>
          <p:cNvPr id="5" name="Red lane"/>
          <p:cNvSpPr/>
          <p:nvPr/>
        </p:nvSpPr>
        <p:spPr>
          <a:xfrm>
            <a:off x="254000" y="3556000"/>
            <a:ext cx="11303000" cy="1270000"/>
          </a:xfrm>
          <a:prstGeom prst="roundRect">
            <a:avLst>
              <a:gd name="adj" fmla="val 20000"/>
            </a:avLst>
          </a:prstGeom>
          <a:solidFill>
            <a:srgbClr val="FFE3E8"/>
          </a:solidFill>
          <a:ln w="38100">
            <a:solidFill>
              <a:srgbClr val="D9D2E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Blue lane"/>
          <p:cNvSpPr/>
          <p:nvPr/>
        </p:nvSpPr>
        <p:spPr>
          <a:xfrm>
            <a:off x="254000" y="5080000"/>
            <a:ext cx="11303000" cy="1270000"/>
          </a:xfrm>
          <a:prstGeom prst="roundRect">
            <a:avLst>
              <a:gd name="adj" fmla="val 20000"/>
            </a:avLst>
          </a:prstGeom>
          <a:solidFill>
            <a:srgbClr val="E0F4FF"/>
          </a:solidFill>
          <a:ln w="38100">
            <a:solidFill>
              <a:srgbClr val="D9D2E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Finish"/>
          <p:cNvSpPr/>
          <p:nvPr/>
        </p:nvSpPr>
        <p:spPr>
          <a:xfrm>
            <a:off x="10731500" y="355600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Finish"/>
          <p:cNvSpPr/>
          <p:nvPr/>
        </p:nvSpPr>
        <p:spPr>
          <a:xfrm>
            <a:off x="10922000" y="355600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Finish"/>
          <p:cNvSpPr/>
          <p:nvPr/>
        </p:nvSpPr>
        <p:spPr>
          <a:xfrm>
            <a:off x="10731500" y="390525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Finish"/>
          <p:cNvSpPr/>
          <p:nvPr/>
        </p:nvSpPr>
        <p:spPr>
          <a:xfrm>
            <a:off x="10922000" y="390525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Finish"/>
          <p:cNvSpPr/>
          <p:nvPr/>
        </p:nvSpPr>
        <p:spPr>
          <a:xfrm>
            <a:off x="10731500" y="425450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Finish"/>
          <p:cNvSpPr/>
          <p:nvPr/>
        </p:nvSpPr>
        <p:spPr>
          <a:xfrm>
            <a:off x="10922000" y="425450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Finish"/>
          <p:cNvSpPr/>
          <p:nvPr/>
        </p:nvSpPr>
        <p:spPr>
          <a:xfrm>
            <a:off x="10731500" y="460375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Finish"/>
          <p:cNvSpPr/>
          <p:nvPr/>
        </p:nvSpPr>
        <p:spPr>
          <a:xfrm>
            <a:off x="10922000" y="460375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Finish"/>
          <p:cNvSpPr/>
          <p:nvPr/>
        </p:nvSpPr>
        <p:spPr>
          <a:xfrm>
            <a:off x="10731500" y="495300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Finish"/>
          <p:cNvSpPr/>
          <p:nvPr/>
        </p:nvSpPr>
        <p:spPr>
          <a:xfrm>
            <a:off x="10922000" y="495300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Finish"/>
          <p:cNvSpPr/>
          <p:nvPr/>
        </p:nvSpPr>
        <p:spPr>
          <a:xfrm>
            <a:off x="10731500" y="530225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Finish"/>
          <p:cNvSpPr/>
          <p:nvPr/>
        </p:nvSpPr>
        <p:spPr>
          <a:xfrm>
            <a:off x="10922000" y="530225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Finish"/>
          <p:cNvSpPr/>
          <p:nvPr/>
        </p:nvSpPr>
        <p:spPr>
          <a:xfrm>
            <a:off x="10731500" y="565150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Finish"/>
          <p:cNvSpPr/>
          <p:nvPr/>
        </p:nvSpPr>
        <p:spPr>
          <a:xfrm>
            <a:off x="10922000" y="565150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Finish"/>
          <p:cNvSpPr/>
          <p:nvPr/>
        </p:nvSpPr>
        <p:spPr>
          <a:xfrm>
            <a:off x="10731500" y="600075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Finish"/>
          <p:cNvSpPr/>
          <p:nvPr/>
        </p:nvSpPr>
        <p:spPr>
          <a:xfrm>
            <a:off x="10922000" y="600075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3" name="Red car" descr="Red ca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8000" y="3810000"/>
            <a:ext cx="1460500" cy="800100"/>
          </a:xfrm>
          <a:prstGeom prst="rect">
            <a:avLst/>
          </a:prstGeom>
        </p:spPr>
      </p:pic>
      <p:pic>
        <p:nvPicPr>
          <p:cNvPr id="24" name="Blue car" descr="Blue car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23000" y="5334000"/>
            <a:ext cx="1460500" cy="800100"/>
          </a:xfrm>
          <a:prstGeom prst="rect">
            <a:avLst/>
          </a:prstGeom>
        </p:spPr>
      </p:pic>
      <p:sp>
        <p:nvSpPr>
          <p:cNvPr id="25" name="Word card"/>
          <p:cNvSpPr/>
          <p:nvPr/>
        </p:nvSpPr>
        <p:spPr>
          <a:xfrm>
            <a:off x="3873500" y="952500"/>
            <a:ext cx="4445000" cy="22860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76200">
            <a:solidFill>
              <a:srgbClr val="B8A1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Word صَعِدَ" descr="صَعِدَ"/>
          <p:cNvSpPr/>
          <p:nvPr/>
        </p:nvSpPr>
        <p:spPr>
          <a:xfrm>
            <a:off x="4064000" y="1079500"/>
            <a:ext cx="4064000" cy="203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11000" b="1" lang="ar-SA">
                <a:solidFill>
                  <a:srgbClr val="2E2640"/>
                </a:solidFill>
                <a:latin typeface="Arial"/>
                <a:cs typeface="Arial"/>
              </a:rPr>
              <a:t>صَعِدَ</a:t>
            </a:r>
          </a:p>
        </p:txBody>
      </p:sp>
      <p:sp>
        <p:nvSpPr>
          <p:cNvPr id="27" name="Red point" descr="Red ✓">
            <a:hlinkClick action="ppaction://hlinksldjump" r:id="rId5"/>
          </p:cNvPr>
          <p:cNvSpPr/>
          <p:nvPr/>
        </p:nvSpPr>
        <p:spPr>
          <a:xfrm>
            <a:off x="381000" y="1143000"/>
            <a:ext cx="1905000" cy="762000"/>
          </a:xfrm>
          <a:prstGeom prst="roundRect">
            <a:avLst>
              <a:gd name="adj" fmla="val 30000"/>
            </a:avLst>
          </a:prstGeom>
          <a:solidFill>
            <a:srgbClr val="E5536F"/>
          </a:solidFill>
          <a:ln w="635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4000" b="1" lang="en-US">
                <a:solidFill>
                  <a:srgbClr val="FFFFFF"/>
                </a:solidFill>
                <a:latin typeface="Arial"/>
                <a:cs typeface="Arial"/>
              </a:rPr>
              <a:t>Red ✓</a:t>
            </a:r>
          </a:p>
        </p:txBody>
      </p:sp>
      <p:sp>
        <p:nvSpPr>
          <p:cNvPr id="28" name="Blue point" descr="Blue ✓">
            <a:hlinkClick action="ppaction://hlinksldjump" r:id="rId6"/>
          </p:cNvPr>
          <p:cNvSpPr/>
          <p:nvPr/>
        </p:nvSpPr>
        <p:spPr>
          <a:xfrm>
            <a:off x="381000" y="2095500"/>
            <a:ext cx="1905000" cy="762000"/>
          </a:xfrm>
          <a:prstGeom prst="roundRect">
            <a:avLst>
              <a:gd name="adj" fmla="val 30000"/>
            </a:avLst>
          </a:prstGeom>
          <a:solidFill>
            <a:srgbClr val="3FA7C9"/>
          </a:solidFill>
          <a:ln w="635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4000" b="1" lang="en-US">
                <a:solidFill>
                  <a:srgbClr val="FFFFFF"/>
                </a:solidFill>
                <a:latin typeface="Arial"/>
                <a:cs typeface="Arial"/>
              </a:rPr>
              <a:t>Blue ✓</a:t>
            </a:r>
          </a:p>
        </p:txBody>
      </p:sp>
      <p:sp>
        <p:nvSpPr>
          <p:cNvPr id="29" name="Next button">
            <a:hlinkClick action="ppaction://hlinksldjump" r:id="rId7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Next arrow">
            <a:hlinkClick action="ppaction://hlinksldjump" r:id="rId7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8" name="vroom.wav"/>
      </p:stSnd>
    </p:sndAc>
  </p:transition>
</p:sld>
</file>

<file path=ppt/slides/slide502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1968500" y="127000"/>
            <a:ext cx="8255000" cy="635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Team Race!  Read the word, then tap your team."/>
          <p:cNvSpPr/>
          <p:nvPr/>
        </p:nvSpPr>
        <p:spPr>
          <a:xfrm>
            <a:off x="2095500" y="127000"/>
            <a:ext cx="8001000" cy="635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000" b="1" lang="en-US">
                <a:solidFill>
                  <a:srgbClr val="2E2640"/>
                </a:solidFill>
                <a:latin typeface="Arial"/>
                <a:cs typeface="Arial"/>
              </a:rPr>
              <a:t>Team Race!  Read the word, then tap your team.</a:t>
            </a:r>
          </a:p>
        </p:txBody>
      </p:sp>
      <p:sp>
        <p:nvSpPr>
          <p:cNvPr id="5" name="Red lane"/>
          <p:cNvSpPr/>
          <p:nvPr/>
        </p:nvSpPr>
        <p:spPr>
          <a:xfrm>
            <a:off x="254000" y="3556000"/>
            <a:ext cx="11303000" cy="1270000"/>
          </a:xfrm>
          <a:prstGeom prst="roundRect">
            <a:avLst>
              <a:gd name="adj" fmla="val 20000"/>
            </a:avLst>
          </a:prstGeom>
          <a:solidFill>
            <a:srgbClr val="FFE3E8"/>
          </a:solidFill>
          <a:ln w="38100">
            <a:solidFill>
              <a:srgbClr val="D9D2E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Blue lane"/>
          <p:cNvSpPr/>
          <p:nvPr/>
        </p:nvSpPr>
        <p:spPr>
          <a:xfrm>
            <a:off x="254000" y="5080000"/>
            <a:ext cx="11303000" cy="1270000"/>
          </a:xfrm>
          <a:prstGeom prst="roundRect">
            <a:avLst>
              <a:gd name="adj" fmla="val 20000"/>
            </a:avLst>
          </a:prstGeom>
          <a:solidFill>
            <a:srgbClr val="E0F4FF"/>
          </a:solidFill>
          <a:ln w="38100">
            <a:solidFill>
              <a:srgbClr val="D9D2E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Finish"/>
          <p:cNvSpPr/>
          <p:nvPr/>
        </p:nvSpPr>
        <p:spPr>
          <a:xfrm>
            <a:off x="10731500" y="355600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Finish"/>
          <p:cNvSpPr/>
          <p:nvPr/>
        </p:nvSpPr>
        <p:spPr>
          <a:xfrm>
            <a:off x="10922000" y="355600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Finish"/>
          <p:cNvSpPr/>
          <p:nvPr/>
        </p:nvSpPr>
        <p:spPr>
          <a:xfrm>
            <a:off x="10731500" y="390525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Finish"/>
          <p:cNvSpPr/>
          <p:nvPr/>
        </p:nvSpPr>
        <p:spPr>
          <a:xfrm>
            <a:off x="10922000" y="390525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Finish"/>
          <p:cNvSpPr/>
          <p:nvPr/>
        </p:nvSpPr>
        <p:spPr>
          <a:xfrm>
            <a:off x="10731500" y="425450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Finish"/>
          <p:cNvSpPr/>
          <p:nvPr/>
        </p:nvSpPr>
        <p:spPr>
          <a:xfrm>
            <a:off x="10922000" y="425450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Finish"/>
          <p:cNvSpPr/>
          <p:nvPr/>
        </p:nvSpPr>
        <p:spPr>
          <a:xfrm>
            <a:off x="10731500" y="460375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Finish"/>
          <p:cNvSpPr/>
          <p:nvPr/>
        </p:nvSpPr>
        <p:spPr>
          <a:xfrm>
            <a:off x="10922000" y="460375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Finish"/>
          <p:cNvSpPr/>
          <p:nvPr/>
        </p:nvSpPr>
        <p:spPr>
          <a:xfrm>
            <a:off x="10731500" y="495300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Finish"/>
          <p:cNvSpPr/>
          <p:nvPr/>
        </p:nvSpPr>
        <p:spPr>
          <a:xfrm>
            <a:off x="10922000" y="495300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Finish"/>
          <p:cNvSpPr/>
          <p:nvPr/>
        </p:nvSpPr>
        <p:spPr>
          <a:xfrm>
            <a:off x="10731500" y="530225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Finish"/>
          <p:cNvSpPr/>
          <p:nvPr/>
        </p:nvSpPr>
        <p:spPr>
          <a:xfrm>
            <a:off x="10922000" y="530225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Finish"/>
          <p:cNvSpPr/>
          <p:nvPr/>
        </p:nvSpPr>
        <p:spPr>
          <a:xfrm>
            <a:off x="10731500" y="565150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Finish"/>
          <p:cNvSpPr/>
          <p:nvPr/>
        </p:nvSpPr>
        <p:spPr>
          <a:xfrm>
            <a:off x="10922000" y="565150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Finish"/>
          <p:cNvSpPr/>
          <p:nvPr/>
        </p:nvSpPr>
        <p:spPr>
          <a:xfrm>
            <a:off x="10731500" y="600075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Finish"/>
          <p:cNvSpPr/>
          <p:nvPr/>
        </p:nvSpPr>
        <p:spPr>
          <a:xfrm>
            <a:off x="10922000" y="600075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3" name="Red car" descr="Red ca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8000" y="3810000"/>
            <a:ext cx="1460500" cy="800100"/>
          </a:xfrm>
          <a:prstGeom prst="rect">
            <a:avLst/>
          </a:prstGeom>
        </p:spPr>
      </p:pic>
      <p:pic>
        <p:nvPicPr>
          <p:cNvPr id="24" name="Blue car" descr="Blue car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8000" y="5334000"/>
            <a:ext cx="1460500" cy="800100"/>
          </a:xfrm>
          <a:prstGeom prst="rect">
            <a:avLst/>
          </a:prstGeom>
        </p:spPr>
      </p:pic>
      <p:sp>
        <p:nvSpPr>
          <p:cNvPr id="25" name="Word card"/>
          <p:cNvSpPr/>
          <p:nvPr/>
        </p:nvSpPr>
        <p:spPr>
          <a:xfrm>
            <a:off x="3873500" y="952500"/>
            <a:ext cx="4445000" cy="22860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76200">
            <a:solidFill>
              <a:srgbClr val="B8A1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Word رَضِيَ" descr="رَضِيَ"/>
          <p:cNvSpPr/>
          <p:nvPr/>
        </p:nvSpPr>
        <p:spPr>
          <a:xfrm>
            <a:off x="4064000" y="1079500"/>
            <a:ext cx="4064000" cy="203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11000" b="1" lang="ar-SA">
                <a:solidFill>
                  <a:srgbClr val="2E2640"/>
                </a:solidFill>
                <a:latin typeface="Arial"/>
                <a:cs typeface="Arial"/>
              </a:rPr>
              <a:t>رَضِيَ</a:t>
            </a:r>
          </a:p>
        </p:txBody>
      </p:sp>
      <p:sp>
        <p:nvSpPr>
          <p:cNvPr id="27" name="Red point" descr="Red ✓">
            <a:hlinkClick action="ppaction://hlinksldjump" r:id="rId5"/>
          </p:cNvPr>
          <p:cNvSpPr/>
          <p:nvPr/>
        </p:nvSpPr>
        <p:spPr>
          <a:xfrm>
            <a:off x="381000" y="1143000"/>
            <a:ext cx="1905000" cy="762000"/>
          </a:xfrm>
          <a:prstGeom prst="roundRect">
            <a:avLst>
              <a:gd name="adj" fmla="val 30000"/>
            </a:avLst>
          </a:prstGeom>
          <a:solidFill>
            <a:srgbClr val="E5536F"/>
          </a:solidFill>
          <a:ln w="635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4000" b="1" lang="en-US">
                <a:solidFill>
                  <a:srgbClr val="FFFFFF"/>
                </a:solidFill>
                <a:latin typeface="Arial"/>
                <a:cs typeface="Arial"/>
              </a:rPr>
              <a:t>Red ✓</a:t>
            </a:r>
          </a:p>
        </p:txBody>
      </p:sp>
      <p:sp>
        <p:nvSpPr>
          <p:cNvPr id="28" name="Blue point" descr="Blue ✓">
            <a:hlinkClick action="ppaction://hlinksldjump" r:id="rId6"/>
          </p:cNvPr>
          <p:cNvSpPr/>
          <p:nvPr/>
        </p:nvSpPr>
        <p:spPr>
          <a:xfrm>
            <a:off x="381000" y="2095500"/>
            <a:ext cx="1905000" cy="762000"/>
          </a:xfrm>
          <a:prstGeom prst="roundRect">
            <a:avLst>
              <a:gd name="adj" fmla="val 30000"/>
            </a:avLst>
          </a:prstGeom>
          <a:solidFill>
            <a:srgbClr val="3FA7C9"/>
          </a:solidFill>
          <a:ln w="635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4000" b="1" lang="en-US">
                <a:solidFill>
                  <a:srgbClr val="FFFFFF"/>
                </a:solidFill>
                <a:latin typeface="Arial"/>
                <a:cs typeface="Arial"/>
              </a:rPr>
              <a:t>Blue ✓</a:t>
            </a:r>
          </a:p>
        </p:txBody>
      </p:sp>
      <p:sp>
        <p:nvSpPr>
          <p:cNvPr id="29" name="Next button">
            <a:hlinkClick action="ppaction://hlinksldjump" r:id="rId7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Next arrow">
            <a:hlinkClick action="ppaction://hlinksldjump" r:id="rId7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8" name="vroom.wav"/>
      </p:stSnd>
    </p:sndAc>
  </p:transition>
</p:sld>
</file>

<file path=ppt/slides/slide503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1968500" y="127000"/>
            <a:ext cx="8255000" cy="635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Team Race!  Read the word, then tap your team."/>
          <p:cNvSpPr/>
          <p:nvPr/>
        </p:nvSpPr>
        <p:spPr>
          <a:xfrm>
            <a:off x="2095500" y="127000"/>
            <a:ext cx="8001000" cy="635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000" b="1" lang="en-US">
                <a:solidFill>
                  <a:srgbClr val="2E2640"/>
                </a:solidFill>
                <a:latin typeface="Arial"/>
                <a:cs typeface="Arial"/>
              </a:rPr>
              <a:t>Team Race!  Read the word, then tap your team.</a:t>
            </a:r>
          </a:p>
        </p:txBody>
      </p:sp>
      <p:sp>
        <p:nvSpPr>
          <p:cNvPr id="5" name="Red lane"/>
          <p:cNvSpPr/>
          <p:nvPr/>
        </p:nvSpPr>
        <p:spPr>
          <a:xfrm>
            <a:off x="254000" y="3556000"/>
            <a:ext cx="11303000" cy="1270000"/>
          </a:xfrm>
          <a:prstGeom prst="roundRect">
            <a:avLst>
              <a:gd name="adj" fmla="val 20000"/>
            </a:avLst>
          </a:prstGeom>
          <a:solidFill>
            <a:srgbClr val="FFE3E8"/>
          </a:solidFill>
          <a:ln w="38100">
            <a:solidFill>
              <a:srgbClr val="D9D2E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Blue lane"/>
          <p:cNvSpPr/>
          <p:nvPr/>
        </p:nvSpPr>
        <p:spPr>
          <a:xfrm>
            <a:off x="254000" y="5080000"/>
            <a:ext cx="11303000" cy="1270000"/>
          </a:xfrm>
          <a:prstGeom prst="roundRect">
            <a:avLst>
              <a:gd name="adj" fmla="val 20000"/>
            </a:avLst>
          </a:prstGeom>
          <a:solidFill>
            <a:srgbClr val="E0F4FF"/>
          </a:solidFill>
          <a:ln w="38100">
            <a:solidFill>
              <a:srgbClr val="D9D2E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Finish"/>
          <p:cNvSpPr/>
          <p:nvPr/>
        </p:nvSpPr>
        <p:spPr>
          <a:xfrm>
            <a:off x="10731500" y="355600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Finish"/>
          <p:cNvSpPr/>
          <p:nvPr/>
        </p:nvSpPr>
        <p:spPr>
          <a:xfrm>
            <a:off x="10922000" y="355600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Finish"/>
          <p:cNvSpPr/>
          <p:nvPr/>
        </p:nvSpPr>
        <p:spPr>
          <a:xfrm>
            <a:off x="10731500" y="390525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Finish"/>
          <p:cNvSpPr/>
          <p:nvPr/>
        </p:nvSpPr>
        <p:spPr>
          <a:xfrm>
            <a:off x="10922000" y="390525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Finish"/>
          <p:cNvSpPr/>
          <p:nvPr/>
        </p:nvSpPr>
        <p:spPr>
          <a:xfrm>
            <a:off x="10731500" y="425450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Finish"/>
          <p:cNvSpPr/>
          <p:nvPr/>
        </p:nvSpPr>
        <p:spPr>
          <a:xfrm>
            <a:off x="10922000" y="425450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Finish"/>
          <p:cNvSpPr/>
          <p:nvPr/>
        </p:nvSpPr>
        <p:spPr>
          <a:xfrm>
            <a:off x="10731500" y="460375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Finish"/>
          <p:cNvSpPr/>
          <p:nvPr/>
        </p:nvSpPr>
        <p:spPr>
          <a:xfrm>
            <a:off x="10922000" y="460375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Finish"/>
          <p:cNvSpPr/>
          <p:nvPr/>
        </p:nvSpPr>
        <p:spPr>
          <a:xfrm>
            <a:off x="10731500" y="495300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Finish"/>
          <p:cNvSpPr/>
          <p:nvPr/>
        </p:nvSpPr>
        <p:spPr>
          <a:xfrm>
            <a:off x="10922000" y="495300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Finish"/>
          <p:cNvSpPr/>
          <p:nvPr/>
        </p:nvSpPr>
        <p:spPr>
          <a:xfrm>
            <a:off x="10731500" y="530225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Finish"/>
          <p:cNvSpPr/>
          <p:nvPr/>
        </p:nvSpPr>
        <p:spPr>
          <a:xfrm>
            <a:off x="10922000" y="530225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Finish"/>
          <p:cNvSpPr/>
          <p:nvPr/>
        </p:nvSpPr>
        <p:spPr>
          <a:xfrm>
            <a:off x="10731500" y="565150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Finish"/>
          <p:cNvSpPr/>
          <p:nvPr/>
        </p:nvSpPr>
        <p:spPr>
          <a:xfrm>
            <a:off x="10922000" y="565150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Finish"/>
          <p:cNvSpPr/>
          <p:nvPr/>
        </p:nvSpPr>
        <p:spPr>
          <a:xfrm>
            <a:off x="10731500" y="600075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Finish"/>
          <p:cNvSpPr/>
          <p:nvPr/>
        </p:nvSpPr>
        <p:spPr>
          <a:xfrm>
            <a:off x="10922000" y="600075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3" name="Red car" descr="Red ca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13000" y="3810000"/>
            <a:ext cx="1460500" cy="800100"/>
          </a:xfrm>
          <a:prstGeom prst="rect">
            <a:avLst/>
          </a:prstGeom>
        </p:spPr>
      </p:pic>
      <p:pic>
        <p:nvPicPr>
          <p:cNvPr id="24" name="Blue car" descr="Blue car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8000" y="5334000"/>
            <a:ext cx="1460500" cy="800100"/>
          </a:xfrm>
          <a:prstGeom prst="rect">
            <a:avLst/>
          </a:prstGeom>
        </p:spPr>
      </p:pic>
      <p:sp>
        <p:nvSpPr>
          <p:cNvPr id="25" name="Word card"/>
          <p:cNvSpPr/>
          <p:nvPr/>
        </p:nvSpPr>
        <p:spPr>
          <a:xfrm>
            <a:off x="3873500" y="952500"/>
            <a:ext cx="4445000" cy="22860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76200">
            <a:solidFill>
              <a:srgbClr val="B8A1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Word سَمِعَ" descr="سَمِعَ"/>
          <p:cNvSpPr/>
          <p:nvPr/>
        </p:nvSpPr>
        <p:spPr>
          <a:xfrm>
            <a:off x="4064000" y="1079500"/>
            <a:ext cx="4064000" cy="203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11000" b="1" lang="ar-SA">
                <a:solidFill>
                  <a:srgbClr val="2E2640"/>
                </a:solidFill>
                <a:latin typeface="Arial"/>
                <a:cs typeface="Arial"/>
              </a:rPr>
              <a:t>سَمِعَ</a:t>
            </a:r>
          </a:p>
        </p:txBody>
      </p:sp>
      <p:sp>
        <p:nvSpPr>
          <p:cNvPr id="27" name="Red point" descr="Red ✓">
            <a:hlinkClick action="ppaction://hlinksldjump" r:id="rId5"/>
          </p:cNvPr>
          <p:cNvSpPr/>
          <p:nvPr/>
        </p:nvSpPr>
        <p:spPr>
          <a:xfrm>
            <a:off x="381000" y="1143000"/>
            <a:ext cx="1905000" cy="762000"/>
          </a:xfrm>
          <a:prstGeom prst="roundRect">
            <a:avLst>
              <a:gd name="adj" fmla="val 30000"/>
            </a:avLst>
          </a:prstGeom>
          <a:solidFill>
            <a:srgbClr val="E5536F"/>
          </a:solidFill>
          <a:ln w="635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4000" b="1" lang="en-US">
                <a:solidFill>
                  <a:srgbClr val="FFFFFF"/>
                </a:solidFill>
                <a:latin typeface="Arial"/>
                <a:cs typeface="Arial"/>
              </a:rPr>
              <a:t>Red ✓</a:t>
            </a:r>
          </a:p>
        </p:txBody>
      </p:sp>
      <p:sp>
        <p:nvSpPr>
          <p:cNvPr id="28" name="Blue point" descr="Blue ✓">
            <a:hlinkClick action="ppaction://hlinksldjump" r:id="rId6"/>
          </p:cNvPr>
          <p:cNvSpPr/>
          <p:nvPr/>
        </p:nvSpPr>
        <p:spPr>
          <a:xfrm>
            <a:off x="381000" y="2095500"/>
            <a:ext cx="1905000" cy="762000"/>
          </a:xfrm>
          <a:prstGeom prst="roundRect">
            <a:avLst>
              <a:gd name="adj" fmla="val 30000"/>
            </a:avLst>
          </a:prstGeom>
          <a:solidFill>
            <a:srgbClr val="3FA7C9"/>
          </a:solidFill>
          <a:ln w="635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4000" b="1" lang="en-US">
                <a:solidFill>
                  <a:srgbClr val="FFFFFF"/>
                </a:solidFill>
                <a:latin typeface="Arial"/>
                <a:cs typeface="Arial"/>
              </a:rPr>
              <a:t>Blue ✓</a:t>
            </a:r>
          </a:p>
        </p:txBody>
      </p:sp>
      <p:sp>
        <p:nvSpPr>
          <p:cNvPr id="29" name="Next button">
            <a:hlinkClick action="ppaction://hlinksldjump" r:id="rId7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Next arrow">
            <a:hlinkClick action="ppaction://hlinksldjump" r:id="rId7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8" name="vroom.wav"/>
      </p:stSnd>
    </p:sndAc>
  </p:transition>
</p:sld>
</file>

<file path=ppt/slides/slide504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1968500" y="127000"/>
            <a:ext cx="8255000" cy="635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Team Race!  Read the word, then tap your team."/>
          <p:cNvSpPr/>
          <p:nvPr/>
        </p:nvSpPr>
        <p:spPr>
          <a:xfrm>
            <a:off x="2095500" y="127000"/>
            <a:ext cx="8001000" cy="635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000" b="1" lang="en-US">
                <a:solidFill>
                  <a:srgbClr val="2E2640"/>
                </a:solidFill>
                <a:latin typeface="Arial"/>
                <a:cs typeface="Arial"/>
              </a:rPr>
              <a:t>Team Race!  Read the word, then tap your team.</a:t>
            </a:r>
          </a:p>
        </p:txBody>
      </p:sp>
      <p:sp>
        <p:nvSpPr>
          <p:cNvPr id="5" name="Red lane"/>
          <p:cNvSpPr/>
          <p:nvPr/>
        </p:nvSpPr>
        <p:spPr>
          <a:xfrm>
            <a:off x="254000" y="3556000"/>
            <a:ext cx="11303000" cy="1270000"/>
          </a:xfrm>
          <a:prstGeom prst="roundRect">
            <a:avLst>
              <a:gd name="adj" fmla="val 20000"/>
            </a:avLst>
          </a:prstGeom>
          <a:solidFill>
            <a:srgbClr val="FFE3E8"/>
          </a:solidFill>
          <a:ln w="38100">
            <a:solidFill>
              <a:srgbClr val="D9D2E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Blue lane"/>
          <p:cNvSpPr/>
          <p:nvPr/>
        </p:nvSpPr>
        <p:spPr>
          <a:xfrm>
            <a:off x="254000" y="5080000"/>
            <a:ext cx="11303000" cy="1270000"/>
          </a:xfrm>
          <a:prstGeom prst="roundRect">
            <a:avLst>
              <a:gd name="adj" fmla="val 20000"/>
            </a:avLst>
          </a:prstGeom>
          <a:solidFill>
            <a:srgbClr val="E0F4FF"/>
          </a:solidFill>
          <a:ln w="38100">
            <a:solidFill>
              <a:srgbClr val="D9D2E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Finish"/>
          <p:cNvSpPr/>
          <p:nvPr/>
        </p:nvSpPr>
        <p:spPr>
          <a:xfrm>
            <a:off x="10731500" y="355600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Finish"/>
          <p:cNvSpPr/>
          <p:nvPr/>
        </p:nvSpPr>
        <p:spPr>
          <a:xfrm>
            <a:off x="10922000" y="355600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Finish"/>
          <p:cNvSpPr/>
          <p:nvPr/>
        </p:nvSpPr>
        <p:spPr>
          <a:xfrm>
            <a:off x="10731500" y="390525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Finish"/>
          <p:cNvSpPr/>
          <p:nvPr/>
        </p:nvSpPr>
        <p:spPr>
          <a:xfrm>
            <a:off x="10922000" y="390525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Finish"/>
          <p:cNvSpPr/>
          <p:nvPr/>
        </p:nvSpPr>
        <p:spPr>
          <a:xfrm>
            <a:off x="10731500" y="425450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Finish"/>
          <p:cNvSpPr/>
          <p:nvPr/>
        </p:nvSpPr>
        <p:spPr>
          <a:xfrm>
            <a:off x="10922000" y="425450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Finish"/>
          <p:cNvSpPr/>
          <p:nvPr/>
        </p:nvSpPr>
        <p:spPr>
          <a:xfrm>
            <a:off x="10731500" y="460375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Finish"/>
          <p:cNvSpPr/>
          <p:nvPr/>
        </p:nvSpPr>
        <p:spPr>
          <a:xfrm>
            <a:off x="10922000" y="460375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Finish"/>
          <p:cNvSpPr/>
          <p:nvPr/>
        </p:nvSpPr>
        <p:spPr>
          <a:xfrm>
            <a:off x="10731500" y="495300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Finish"/>
          <p:cNvSpPr/>
          <p:nvPr/>
        </p:nvSpPr>
        <p:spPr>
          <a:xfrm>
            <a:off x="10922000" y="495300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Finish"/>
          <p:cNvSpPr/>
          <p:nvPr/>
        </p:nvSpPr>
        <p:spPr>
          <a:xfrm>
            <a:off x="10731500" y="530225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Finish"/>
          <p:cNvSpPr/>
          <p:nvPr/>
        </p:nvSpPr>
        <p:spPr>
          <a:xfrm>
            <a:off x="10922000" y="530225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Finish"/>
          <p:cNvSpPr/>
          <p:nvPr/>
        </p:nvSpPr>
        <p:spPr>
          <a:xfrm>
            <a:off x="10731500" y="565150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Finish"/>
          <p:cNvSpPr/>
          <p:nvPr/>
        </p:nvSpPr>
        <p:spPr>
          <a:xfrm>
            <a:off x="10922000" y="565150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Finish"/>
          <p:cNvSpPr/>
          <p:nvPr/>
        </p:nvSpPr>
        <p:spPr>
          <a:xfrm>
            <a:off x="10731500" y="600075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Finish"/>
          <p:cNvSpPr/>
          <p:nvPr/>
        </p:nvSpPr>
        <p:spPr>
          <a:xfrm>
            <a:off x="10922000" y="600075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3" name="Red car" descr="Red ca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13000" y="3810000"/>
            <a:ext cx="1460500" cy="800100"/>
          </a:xfrm>
          <a:prstGeom prst="rect">
            <a:avLst/>
          </a:prstGeom>
        </p:spPr>
      </p:pic>
      <p:pic>
        <p:nvPicPr>
          <p:cNvPr id="24" name="Blue car" descr="Blue car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13000" y="5334000"/>
            <a:ext cx="1460500" cy="800100"/>
          </a:xfrm>
          <a:prstGeom prst="rect">
            <a:avLst/>
          </a:prstGeom>
        </p:spPr>
      </p:pic>
      <p:sp>
        <p:nvSpPr>
          <p:cNvPr id="25" name="Word card"/>
          <p:cNvSpPr/>
          <p:nvPr/>
        </p:nvSpPr>
        <p:spPr>
          <a:xfrm>
            <a:off x="3873500" y="952500"/>
            <a:ext cx="4445000" cy="22860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76200">
            <a:solidFill>
              <a:srgbClr val="B8A1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Word وَثِقَ" descr="وَثِقَ"/>
          <p:cNvSpPr/>
          <p:nvPr/>
        </p:nvSpPr>
        <p:spPr>
          <a:xfrm>
            <a:off x="4064000" y="1079500"/>
            <a:ext cx="4064000" cy="203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11000" b="1" lang="ar-SA">
                <a:solidFill>
                  <a:srgbClr val="2E2640"/>
                </a:solidFill>
                <a:latin typeface="Arial"/>
                <a:cs typeface="Arial"/>
              </a:rPr>
              <a:t>وَثِقَ</a:t>
            </a:r>
          </a:p>
        </p:txBody>
      </p:sp>
      <p:sp>
        <p:nvSpPr>
          <p:cNvPr id="27" name="Red point" descr="Red ✓">
            <a:hlinkClick action="ppaction://hlinksldjump" r:id="rId5"/>
          </p:cNvPr>
          <p:cNvSpPr/>
          <p:nvPr/>
        </p:nvSpPr>
        <p:spPr>
          <a:xfrm>
            <a:off x="381000" y="1143000"/>
            <a:ext cx="1905000" cy="762000"/>
          </a:xfrm>
          <a:prstGeom prst="roundRect">
            <a:avLst>
              <a:gd name="adj" fmla="val 30000"/>
            </a:avLst>
          </a:prstGeom>
          <a:solidFill>
            <a:srgbClr val="E5536F"/>
          </a:solidFill>
          <a:ln w="635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4000" b="1" lang="en-US">
                <a:solidFill>
                  <a:srgbClr val="FFFFFF"/>
                </a:solidFill>
                <a:latin typeface="Arial"/>
                <a:cs typeface="Arial"/>
              </a:rPr>
              <a:t>Red ✓</a:t>
            </a:r>
          </a:p>
        </p:txBody>
      </p:sp>
      <p:sp>
        <p:nvSpPr>
          <p:cNvPr id="28" name="Blue point" descr="Blue ✓">
            <a:hlinkClick action="ppaction://hlinksldjump" r:id="rId6"/>
          </p:cNvPr>
          <p:cNvSpPr/>
          <p:nvPr/>
        </p:nvSpPr>
        <p:spPr>
          <a:xfrm>
            <a:off x="381000" y="2095500"/>
            <a:ext cx="1905000" cy="762000"/>
          </a:xfrm>
          <a:prstGeom prst="roundRect">
            <a:avLst>
              <a:gd name="adj" fmla="val 30000"/>
            </a:avLst>
          </a:prstGeom>
          <a:solidFill>
            <a:srgbClr val="3FA7C9"/>
          </a:solidFill>
          <a:ln w="635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4000" b="1" lang="en-US">
                <a:solidFill>
                  <a:srgbClr val="FFFFFF"/>
                </a:solidFill>
                <a:latin typeface="Arial"/>
                <a:cs typeface="Arial"/>
              </a:rPr>
              <a:t>Blue ✓</a:t>
            </a:r>
          </a:p>
        </p:txBody>
      </p:sp>
      <p:sp>
        <p:nvSpPr>
          <p:cNvPr id="29" name="Next button">
            <a:hlinkClick action="ppaction://hlinksldjump" r:id="rId7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Next arrow">
            <a:hlinkClick action="ppaction://hlinksldjump" r:id="rId7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8" name="vroom.wav"/>
      </p:stSnd>
    </p:sndAc>
  </p:transition>
</p:sld>
</file>

<file path=ppt/slides/slide505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1968500" y="127000"/>
            <a:ext cx="8255000" cy="635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Team Race!  Read the word, then tap your team."/>
          <p:cNvSpPr/>
          <p:nvPr/>
        </p:nvSpPr>
        <p:spPr>
          <a:xfrm>
            <a:off x="2095500" y="127000"/>
            <a:ext cx="8001000" cy="635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000" b="1" lang="en-US">
                <a:solidFill>
                  <a:srgbClr val="2E2640"/>
                </a:solidFill>
                <a:latin typeface="Arial"/>
                <a:cs typeface="Arial"/>
              </a:rPr>
              <a:t>Team Race!  Read the word, then tap your team.</a:t>
            </a:r>
          </a:p>
        </p:txBody>
      </p:sp>
      <p:sp>
        <p:nvSpPr>
          <p:cNvPr id="5" name="Red lane"/>
          <p:cNvSpPr/>
          <p:nvPr/>
        </p:nvSpPr>
        <p:spPr>
          <a:xfrm>
            <a:off x="254000" y="3556000"/>
            <a:ext cx="11303000" cy="1270000"/>
          </a:xfrm>
          <a:prstGeom prst="roundRect">
            <a:avLst>
              <a:gd name="adj" fmla="val 20000"/>
            </a:avLst>
          </a:prstGeom>
          <a:solidFill>
            <a:srgbClr val="FFE3E8"/>
          </a:solidFill>
          <a:ln w="38100">
            <a:solidFill>
              <a:srgbClr val="D9D2E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Blue lane"/>
          <p:cNvSpPr/>
          <p:nvPr/>
        </p:nvSpPr>
        <p:spPr>
          <a:xfrm>
            <a:off x="254000" y="5080000"/>
            <a:ext cx="11303000" cy="1270000"/>
          </a:xfrm>
          <a:prstGeom prst="roundRect">
            <a:avLst>
              <a:gd name="adj" fmla="val 20000"/>
            </a:avLst>
          </a:prstGeom>
          <a:solidFill>
            <a:srgbClr val="E0F4FF"/>
          </a:solidFill>
          <a:ln w="38100">
            <a:solidFill>
              <a:srgbClr val="D9D2E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Finish"/>
          <p:cNvSpPr/>
          <p:nvPr/>
        </p:nvSpPr>
        <p:spPr>
          <a:xfrm>
            <a:off x="10731500" y="355600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Finish"/>
          <p:cNvSpPr/>
          <p:nvPr/>
        </p:nvSpPr>
        <p:spPr>
          <a:xfrm>
            <a:off x="10922000" y="355600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Finish"/>
          <p:cNvSpPr/>
          <p:nvPr/>
        </p:nvSpPr>
        <p:spPr>
          <a:xfrm>
            <a:off x="10731500" y="390525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Finish"/>
          <p:cNvSpPr/>
          <p:nvPr/>
        </p:nvSpPr>
        <p:spPr>
          <a:xfrm>
            <a:off x="10922000" y="390525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Finish"/>
          <p:cNvSpPr/>
          <p:nvPr/>
        </p:nvSpPr>
        <p:spPr>
          <a:xfrm>
            <a:off x="10731500" y="425450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Finish"/>
          <p:cNvSpPr/>
          <p:nvPr/>
        </p:nvSpPr>
        <p:spPr>
          <a:xfrm>
            <a:off x="10922000" y="425450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Finish"/>
          <p:cNvSpPr/>
          <p:nvPr/>
        </p:nvSpPr>
        <p:spPr>
          <a:xfrm>
            <a:off x="10731500" y="460375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Finish"/>
          <p:cNvSpPr/>
          <p:nvPr/>
        </p:nvSpPr>
        <p:spPr>
          <a:xfrm>
            <a:off x="10922000" y="460375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Finish"/>
          <p:cNvSpPr/>
          <p:nvPr/>
        </p:nvSpPr>
        <p:spPr>
          <a:xfrm>
            <a:off x="10731500" y="495300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Finish"/>
          <p:cNvSpPr/>
          <p:nvPr/>
        </p:nvSpPr>
        <p:spPr>
          <a:xfrm>
            <a:off x="10922000" y="495300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Finish"/>
          <p:cNvSpPr/>
          <p:nvPr/>
        </p:nvSpPr>
        <p:spPr>
          <a:xfrm>
            <a:off x="10731500" y="530225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Finish"/>
          <p:cNvSpPr/>
          <p:nvPr/>
        </p:nvSpPr>
        <p:spPr>
          <a:xfrm>
            <a:off x="10922000" y="530225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Finish"/>
          <p:cNvSpPr/>
          <p:nvPr/>
        </p:nvSpPr>
        <p:spPr>
          <a:xfrm>
            <a:off x="10731500" y="565150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Finish"/>
          <p:cNvSpPr/>
          <p:nvPr/>
        </p:nvSpPr>
        <p:spPr>
          <a:xfrm>
            <a:off x="10922000" y="565150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Finish"/>
          <p:cNvSpPr/>
          <p:nvPr/>
        </p:nvSpPr>
        <p:spPr>
          <a:xfrm>
            <a:off x="10731500" y="600075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Finish"/>
          <p:cNvSpPr/>
          <p:nvPr/>
        </p:nvSpPr>
        <p:spPr>
          <a:xfrm>
            <a:off x="10922000" y="600075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3" name="Red car" descr="Red ca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13000" y="3810000"/>
            <a:ext cx="1460500" cy="800100"/>
          </a:xfrm>
          <a:prstGeom prst="rect">
            <a:avLst/>
          </a:prstGeom>
        </p:spPr>
      </p:pic>
      <p:pic>
        <p:nvPicPr>
          <p:cNvPr id="24" name="Blue car" descr="Blue car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18000" y="5334000"/>
            <a:ext cx="1460500" cy="800100"/>
          </a:xfrm>
          <a:prstGeom prst="rect">
            <a:avLst/>
          </a:prstGeom>
        </p:spPr>
      </p:pic>
      <p:sp>
        <p:nvSpPr>
          <p:cNvPr id="25" name="Word card"/>
          <p:cNvSpPr/>
          <p:nvPr/>
        </p:nvSpPr>
        <p:spPr>
          <a:xfrm>
            <a:off x="3873500" y="952500"/>
            <a:ext cx="4445000" cy="22860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76200">
            <a:solidFill>
              <a:srgbClr val="B8A1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Word صَعِدَ" descr="صَعِدَ"/>
          <p:cNvSpPr/>
          <p:nvPr/>
        </p:nvSpPr>
        <p:spPr>
          <a:xfrm>
            <a:off x="4064000" y="1079500"/>
            <a:ext cx="4064000" cy="203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11000" b="1" lang="ar-SA">
                <a:solidFill>
                  <a:srgbClr val="2E2640"/>
                </a:solidFill>
                <a:latin typeface="Arial"/>
                <a:cs typeface="Arial"/>
              </a:rPr>
              <a:t>صَعِدَ</a:t>
            </a:r>
          </a:p>
        </p:txBody>
      </p:sp>
      <p:sp>
        <p:nvSpPr>
          <p:cNvPr id="27" name="Red point" descr="Red ✓">
            <a:hlinkClick action="ppaction://hlinksldjump" r:id="rId5"/>
          </p:cNvPr>
          <p:cNvSpPr/>
          <p:nvPr/>
        </p:nvSpPr>
        <p:spPr>
          <a:xfrm>
            <a:off x="381000" y="1143000"/>
            <a:ext cx="1905000" cy="762000"/>
          </a:xfrm>
          <a:prstGeom prst="roundRect">
            <a:avLst>
              <a:gd name="adj" fmla="val 30000"/>
            </a:avLst>
          </a:prstGeom>
          <a:solidFill>
            <a:srgbClr val="E5536F"/>
          </a:solidFill>
          <a:ln w="635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4000" b="1" lang="en-US">
                <a:solidFill>
                  <a:srgbClr val="FFFFFF"/>
                </a:solidFill>
                <a:latin typeface="Arial"/>
                <a:cs typeface="Arial"/>
              </a:rPr>
              <a:t>Red ✓</a:t>
            </a:r>
          </a:p>
        </p:txBody>
      </p:sp>
      <p:sp>
        <p:nvSpPr>
          <p:cNvPr id="28" name="Blue point" descr="Blue ✓">
            <a:hlinkClick action="ppaction://hlinksldjump" r:id="rId6"/>
          </p:cNvPr>
          <p:cNvSpPr/>
          <p:nvPr/>
        </p:nvSpPr>
        <p:spPr>
          <a:xfrm>
            <a:off x="381000" y="2095500"/>
            <a:ext cx="1905000" cy="762000"/>
          </a:xfrm>
          <a:prstGeom prst="roundRect">
            <a:avLst>
              <a:gd name="adj" fmla="val 30000"/>
            </a:avLst>
          </a:prstGeom>
          <a:solidFill>
            <a:srgbClr val="3FA7C9"/>
          </a:solidFill>
          <a:ln w="635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4000" b="1" lang="en-US">
                <a:solidFill>
                  <a:srgbClr val="FFFFFF"/>
                </a:solidFill>
                <a:latin typeface="Arial"/>
                <a:cs typeface="Arial"/>
              </a:rPr>
              <a:t>Blue ✓</a:t>
            </a:r>
          </a:p>
        </p:txBody>
      </p:sp>
      <p:sp>
        <p:nvSpPr>
          <p:cNvPr id="29" name="Next button">
            <a:hlinkClick action="ppaction://hlinksldjump" r:id="rId7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Next arrow">
            <a:hlinkClick action="ppaction://hlinksldjump" r:id="rId7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8" name="vroom.wav"/>
      </p:stSnd>
    </p:sndAc>
  </p:transition>
</p:sld>
</file>

<file path=ppt/slides/slide506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1968500" y="127000"/>
            <a:ext cx="8255000" cy="635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Team Race!  Read the word, then tap your team."/>
          <p:cNvSpPr/>
          <p:nvPr/>
        </p:nvSpPr>
        <p:spPr>
          <a:xfrm>
            <a:off x="2095500" y="127000"/>
            <a:ext cx="8001000" cy="635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000" b="1" lang="en-US">
                <a:solidFill>
                  <a:srgbClr val="2E2640"/>
                </a:solidFill>
                <a:latin typeface="Arial"/>
                <a:cs typeface="Arial"/>
              </a:rPr>
              <a:t>Team Race!  Read the word, then tap your team.</a:t>
            </a:r>
          </a:p>
        </p:txBody>
      </p:sp>
      <p:sp>
        <p:nvSpPr>
          <p:cNvPr id="5" name="Red lane"/>
          <p:cNvSpPr/>
          <p:nvPr/>
        </p:nvSpPr>
        <p:spPr>
          <a:xfrm>
            <a:off x="254000" y="3556000"/>
            <a:ext cx="11303000" cy="1270000"/>
          </a:xfrm>
          <a:prstGeom prst="roundRect">
            <a:avLst>
              <a:gd name="adj" fmla="val 20000"/>
            </a:avLst>
          </a:prstGeom>
          <a:solidFill>
            <a:srgbClr val="FFE3E8"/>
          </a:solidFill>
          <a:ln w="38100">
            <a:solidFill>
              <a:srgbClr val="D9D2E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Blue lane"/>
          <p:cNvSpPr/>
          <p:nvPr/>
        </p:nvSpPr>
        <p:spPr>
          <a:xfrm>
            <a:off x="254000" y="5080000"/>
            <a:ext cx="11303000" cy="1270000"/>
          </a:xfrm>
          <a:prstGeom prst="roundRect">
            <a:avLst>
              <a:gd name="adj" fmla="val 20000"/>
            </a:avLst>
          </a:prstGeom>
          <a:solidFill>
            <a:srgbClr val="E0F4FF"/>
          </a:solidFill>
          <a:ln w="38100">
            <a:solidFill>
              <a:srgbClr val="D9D2E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Finish"/>
          <p:cNvSpPr/>
          <p:nvPr/>
        </p:nvSpPr>
        <p:spPr>
          <a:xfrm>
            <a:off x="10731500" y="355600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Finish"/>
          <p:cNvSpPr/>
          <p:nvPr/>
        </p:nvSpPr>
        <p:spPr>
          <a:xfrm>
            <a:off x="10922000" y="355600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Finish"/>
          <p:cNvSpPr/>
          <p:nvPr/>
        </p:nvSpPr>
        <p:spPr>
          <a:xfrm>
            <a:off x="10731500" y="390525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Finish"/>
          <p:cNvSpPr/>
          <p:nvPr/>
        </p:nvSpPr>
        <p:spPr>
          <a:xfrm>
            <a:off x="10922000" y="390525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Finish"/>
          <p:cNvSpPr/>
          <p:nvPr/>
        </p:nvSpPr>
        <p:spPr>
          <a:xfrm>
            <a:off x="10731500" y="425450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Finish"/>
          <p:cNvSpPr/>
          <p:nvPr/>
        </p:nvSpPr>
        <p:spPr>
          <a:xfrm>
            <a:off x="10922000" y="425450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Finish"/>
          <p:cNvSpPr/>
          <p:nvPr/>
        </p:nvSpPr>
        <p:spPr>
          <a:xfrm>
            <a:off x="10731500" y="460375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Finish"/>
          <p:cNvSpPr/>
          <p:nvPr/>
        </p:nvSpPr>
        <p:spPr>
          <a:xfrm>
            <a:off x="10922000" y="460375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Finish"/>
          <p:cNvSpPr/>
          <p:nvPr/>
        </p:nvSpPr>
        <p:spPr>
          <a:xfrm>
            <a:off x="10731500" y="495300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Finish"/>
          <p:cNvSpPr/>
          <p:nvPr/>
        </p:nvSpPr>
        <p:spPr>
          <a:xfrm>
            <a:off x="10922000" y="495300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Finish"/>
          <p:cNvSpPr/>
          <p:nvPr/>
        </p:nvSpPr>
        <p:spPr>
          <a:xfrm>
            <a:off x="10731500" y="530225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Finish"/>
          <p:cNvSpPr/>
          <p:nvPr/>
        </p:nvSpPr>
        <p:spPr>
          <a:xfrm>
            <a:off x="10922000" y="530225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Finish"/>
          <p:cNvSpPr/>
          <p:nvPr/>
        </p:nvSpPr>
        <p:spPr>
          <a:xfrm>
            <a:off x="10731500" y="565150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Finish"/>
          <p:cNvSpPr/>
          <p:nvPr/>
        </p:nvSpPr>
        <p:spPr>
          <a:xfrm>
            <a:off x="10922000" y="565150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Finish"/>
          <p:cNvSpPr/>
          <p:nvPr/>
        </p:nvSpPr>
        <p:spPr>
          <a:xfrm>
            <a:off x="10731500" y="600075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Finish"/>
          <p:cNvSpPr/>
          <p:nvPr/>
        </p:nvSpPr>
        <p:spPr>
          <a:xfrm>
            <a:off x="10922000" y="600075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3" name="Red car" descr="Red ca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13000" y="3810000"/>
            <a:ext cx="1460500" cy="800100"/>
          </a:xfrm>
          <a:prstGeom prst="rect">
            <a:avLst/>
          </a:prstGeom>
        </p:spPr>
      </p:pic>
      <p:pic>
        <p:nvPicPr>
          <p:cNvPr id="24" name="Blue car" descr="Blue car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23000" y="5334000"/>
            <a:ext cx="1460500" cy="800100"/>
          </a:xfrm>
          <a:prstGeom prst="rect">
            <a:avLst/>
          </a:prstGeom>
        </p:spPr>
      </p:pic>
      <p:sp>
        <p:nvSpPr>
          <p:cNvPr id="25" name="Word card"/>
          <p:cNvSpPr/>
          <p:nvPr/>
        </p:nvSpPr>
        <p:spPr>
          <a:xfrm>
            <a:off x="3873500" y="952500"/>
            <a:ext cx="4445000" cy="22860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76200">
            <a:solidFill>
              <a:srgbClr val="B8A1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Word رَضِيَ" descr="رَضِيَ"/>
          <p:cNvSpPr/>
          <p:nvPr/>
        </p:nvSpPr>
        <p:spPr>
          <a:xfrm>
            <a:off x="4064000" y="1079500"/>
            <a:ext cx="4064000" cy="203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11000" b="1" lang="ar-SA">
                <a:solidFill>
                  <a:srgbClr val="2E2640"/>
                </a:solidFill>
                <a:latin typeface="Arial"/>
                <a:cs typeface="Arial"/>
              </a:rPr>
              <a:t>رَضِيَ</a:t>
            </a:r>
          </a:p>
        </p:txBody>
      </p:sp>
      <p:sp>
        <p:nvSpPr>
          <p:cNvPr id="27" name="Red point" descr="Red ✓">
            <a:hlinkClick action="ppaction://hlinksldjump" r:id="rId5"/>
          </p:cNvPr>
          <p:cNvSpPr/>
          <p:nvPr/>
        </p:nvSpPr>
        <p:spPr>
          <a:xfrm>
            <a:off x="381000" y="1143000"/>
            <a:ext cx="1905000" cy="762000"/>
          </a:xfrm>
          <a:prstGeom prst="roundRect">
            <a:avLst>
              <a:gd name="adj" fmla="val 30000"/>
            </a:avLst>
          </a:prstGeom>
          <a:solidFill>
            <a:srgbClr val="E5536F"/>
          </a:solidFill>
          <a:ln w="635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4000" b="1" lang="en-US">
                <a:solidFill>
                  <a:srgbClr val="FFFFFF"/>
                </a:solidFill>
                <a:latin typeface="Arial"/>
                <a:cs typeface="Arial"/>
              </a:rPr>
              <a:t>Red ✓</a:t>
            </a:r>
          </a:p>
        </p:txBody>
      </p:sp>
      <p:sp>
        <p:nvSpPr>
          <p:cNvPr id="28" name="Blue point" descr="Blue ✓">
            <a:hlinkClick action="ppaction://hlinksldjump" r:id="rId6"/>
          </p:cNvPr>
          <p:cNvSpPr/>
          <p:nvPr/>
        </p:nvSpPr>
        <p:spPr>
          <a:xfrm>
            <a:off x="381000" y="2095500"/>
            <a:ext cx="1905000" cy="762000"/>
          </a:xfrm>
          <a:prstGeom prst="roundRect">
            <a:avLst>
              <a:gd name="adj" fmla="val 30000"/>
            </a:avLst>
          </a:prstGeom>
          <a:solidFill>
            <a:srgbClr val="3FA7C9"/>
          </a:solidFill>
          <a:ln w="635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4000" b="1" lang="en-US">
                <a:solidFill>
                  <a:srgbClr val="FFFFFF"/>
                </a:solidFill>
                <a:latin typeface="Arial"/>
                <a:cs typeface="Arial"/>
              </a:rPr>
              <a:t>Blue ✓</a:t>
            </a:r>
          </a:p>
        </p:txBody>
      </p:sp>
      <p:sp>
        <p:nvSpPr>
          <p:cNvPr id="29" name="Next button">
            <a:hlinkClick action="ppaction://hlinksldjump" r:id="rId7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Next arrow">
            <a:hlinkClick action="ppaction://hlinksldjump" r:id="rId7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8" name="vroom.wav"/>
      </p:stSnd>
    </p:sndAc>
  </p:transition>
</p:sld>
</file>

<file path=ppt/slides/slide507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1968500" y="127000"/>
            <a:ext cx="8255000" cy="635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Team Race!  Read the word, then tap your team."/>
          <p:cNvSpPr/>
          <p:nvPr/>
        </p:nvSpPr>
        <p:spPr>
          <a:xfrm>
            <a:off x="2095500" y="127000"/>
            <a:ext cx="8001000" cy="635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000" b="1" lang="en-US">
                <a:solidFill>
                  <a:srgbClr val="2E2640"/>
                </a:solidFill>
                <a:latin typeface="Arial"/>
                <a:cs typeface="Arial"/>
              </a:rPr>
              <a:t>Team Race!  Read the word, then tap your team.</a:t>
            </a:r>
          </a:p>
        </p:txBody>
      </p:sp>
      <p:sp>
        <p:nvSpPr>
          <p:cNvPr id="5" name="Red lane"/>
          <p:cNvSpPr/>
          <p:nvPr/>
        </p:nvSpPr>
        <p:spPr>
          <a:xfrm>
            <a:off x="254000" y="3556000"/>
            <a:ext cx="11303000" cy="1270000"/>
          </a:xfrm>
          <a:prstGeom prst="roundRect">
            <a:avLst>
              <a:gd name="adj" fmla="val 20000"/>
            </a:avLst>
          </a:prstGeom>
          <a:solidFill>
            <a:srgbClr val="FFE3E8"/>
          </a:solidFill>
          <a:ln w="38100">
            <a:solidFill>
              <a:srgbClr val="D9D2E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Blue lane"/>
          <p:cNvSpPr/>
          <p:nvPr/>
        </p:nvSpPr>
        <p:spPr>
          <a:xfrm>
            <a:off x="254000" y="5080000"/>
            <a:ext cx="11303000" cy="1270000"/>
          </a:xfrm>
          <a:prstGeom prst="roundRect">
            <a:avLst>
              <a:gd name="adj" fmla="val 20000"/>
            </a:avLst>
          </a:prstGeom>
          <a:solidFill>
            <a:srgbClr val="E0F4FF"/>
          </a:solidFill>
          <a:ln w="38100">
            <a:solidFill>
              <a:srgbClr val="D9D2E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Finish"/>
          <p:cNvSpPr/>
          <p:nvPr/>
        </p:nvSpPr>
        <p:spPr>
          <a:xfrm>
            <a:off x="10731500" y="355600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Finish"/>
          <p:cNvSpPr/>
          <p:nvPr/>
        </p:nvSpPr>
        <p:spPr>
          <a:xfrm>
            <a:off x="10922000" y="355600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Finish"/>
          <p:cNvSpPr/>
          <p:nvPr/>
        </p:nvSpPr>
        <p:spPr>
          <a:xfrm>
            <a:off x="10731500" y="390525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Finish"/>
          <p:cNvSpPr/>
          <p:nvPr/>
        </p:nvSpPr>
        <p:spPr>
          <a:xfrm>
            <a:off x="10922000" y="390525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Finish"/>
          <p:cNvSpPr/>
          <p:nvPr/>
        </p:nvSpPr>
        <p:spPr>
          <a:xfrm>
            <a:off x="10731500" y="425450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Finish"/>
          <p:cNvSpPr/>
          <p:nvPr/>
        </p:nvSpPr>
        <p:spPr>
          <a:xfrm>
            <a:off x="10922000" y="425450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Finish"/>
          <p:cNvSpPr/>
          <p:nvPr/>
        </p:nvSpPr>
        <p:spPr>
          <a:xfrm>
            <a:off x="10731500" y="460375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Finish"/>
          <p:cNvSpPr/>
          <p:nvPr/>
        </p:nvSpPr>
        <p:spPr>
          <a:xfrm>
            <a:off x="10922000" y="460375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Finish"/>
          <p:cNvSpPr/>
          <p:nvPr/>
        </p:nvSpPr>
        <p:spPr>
          <a:xfrm>
            <a:off x="10731500" y="495300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Finish"/>
          <p:cNvSpPr/>
          <p:nvPr/>
        </p:nvSpPr>
        <p:spPr>
          <a:xfrm>
            <a:off x="10922000" y="495300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Finish"/>
          <p:cNvSpPr/>
          <p:nvPr/>
        </p:nvSpPr>
        <p:spPr>
          <a:xfrm>
            <a:off x="10731500" y="530225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Finish"/>
          <p:cNvSpPr/>
          <p:nvPr/>
        </p:nvSpPr>
        <p:spPr>
          <a:xfrm>
            <a:off x="10922000" y="530225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Finish"/>
          <p:cNvSpPr/>
          <p:nvPr/>
        </p:nvSpPr>
        <p:spPr>
          <a:xfrm>
            <a:off x="10731500" y="565150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Finish"/>
          <p:cNvSpPr/>
          <p:nvPr/>
        </p:nvSpPr>
        <p:spPr>
          <a:xfrm>
            <a:off x="10922000" y="565150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Finish"/>
          <p:cNvSpPr/>
          <p:nvPr/>
        </p:nvSpPr>
        <p:spPr>
          <a:xfrm>
            <a:off x="10731500" y="600075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Finish"/>
          <p:cNvSpPr/>
          <p:nvPr/>
        </p:nvSpPr>
        <p:spPr>
          <a:xfrm>
            <a:off x="10922000" y="600075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3" name="Red car" descr="Red ca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13000" y="3810000"/>
            <a:ext cx="1460500" cy="800100"/>
          </a:xfrm>
          <a:prstGeom prst="rect">
            <a:avLst/>
          </a:prstGeom>
        </p:spPr>
      </p:pic>
      <p:pic>
        <p:nvPicPr>
          <p:cNvPr id="24" name="Blue car" descr="Blue car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8000" y="5334000"/>
            <a:ext cx="1460500" cy="800100"/>
          </a:xfrm>
          <a:prstGeom prst="rect">
            <a:avLst/>
          </a:prstGeom>
        </p:spPr>
      </p:pic>
      <p:sp>
        <p:nvSpPr>
          <p:cNvPr id="25" name="Word card"/>
          <p:cNvSpPr/>
          <p:nvPr/>
        </p:nvSpPr>
        <p:spPr>
          <a:xfrm>
            <a:off x="3873500" y="952500"/>
            <a:ext cx="4445000" cy="22860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76200">
            <a:solidFill>
              <a:srgbClr val="B8A1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Word ضَحِكَ" descr="ضَحِكَ"/>
          <p:cNvSpPr/>
          <p:nvPr/>
        </p:nvSpPr>
        <p:spPr>
          <a:xfrm>
            <a:off x="4064000" y="1079500"/>
            <a:ext cx="4064000" cy="203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11000" b="1" lang="ar-SA">
                <a:solidFill>
                  <a:srgbClr val="2E2640"/>
                </a:solidFill>
                <a:latin typeface="Arial"/>
                <a:cs typeface="Arial"/>
              </a:rPr>
              <a:t>ضَحِكَ</a:t>
            </a:r>
          </a:p>
        </p:txBody>
      </p:sp>
      <p:sp>
        <p:nvSpPr>
          <p:cNvPr id="27" name="Red point" descr="Red ✓">
            <a:hlinkClick action="ppaction://hlinksldjump" r:id="rId5"/>
          </p:cNvPr>
          <p:cNvSpPr/>
          <p:nvPr/>
        </p:nvSpPr>
        <p:spPr>
          <a:xfrm>
            <a:off x="381000" y="1143000"/>
            <a:ext cx="1905000" cy="762000"/>
          </a:xfrm>
          <a:prstGeom prst="roundRect">
            <a:avLst>
              <a:gd name="adj" fmla="val 30000"/>
            </a:avLst>
          </a:prstGeom>
          <a:solidFill>
            <a:srgbClr val="E5536F"/>
          </a:solidFill>
          <a:ln w="635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4000" b="1" lang="en-US">
                <a:solidFill>
                  <a:srgbClr val="FFFFFF"/>
                </a:solidFill>
                <a:latin typeface="Arial"/>
                <a:cs typeface="Arial"/>
              </a:rPr>
              <a:t>Red ✓</a:t>
            </a:r>
          </a:p>
        </p:txBody>
      </p:sp>
      <p:sp>
        <p:nvSpPr>
          <p:cNvPr id="28" name="Blue point" descr="Blue ✓">
            <a:hlinkClick action="ppaction://hlinksldjump" r:id="rId6"/>
          </p:cNvPr>
          <p:cNvSpPr/>
          <p:nvPr/>
        </p:nvSpPr>
        <p:spPr>
          <a:xfrm>
            <a:off x="381000" y="2095500"/>
            <a:ext cx="1905000" cy="762000"/>
          </a:xfrm>
          <a:prstGeom prst="roundRect">
            <a:avLst>
              <a:gd name="adj" fmla="val 30000"/>
            </a:avLst>
          </a:prstGeom>
          <a:solidFill>
            <a:srgbClr val="3FA7C9"/>
          </a:solidFill>
          <a:ln w="635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4000" b="1" lang="en-US">
                <a:solidFill>
                  <a:srgbClr val="FFFFFF"/>
                </a:solidFill>
                <a:latin typeface="Arial"/>
                <a:cs typeface="Arial"/>
              </a:rPr>
              <a:t>Blue ✓</a:t>
            </a:r>
          </a:p>
        </p:txBody>
      </p:sp>
      <p:sp>
        <p:nvSpPr>
          <p:cNvPr id="29" name="Next button">
            <a:hlinkClick action="ppaction://hlinksldjump" r:id="rId7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Next arrow">
            <a:hlinkClick action="ppaction://hlinksldjump" r:id="rId7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8" name="vroom.wav"/>
      </p:stSnd>
    </p:sndAc>
  </p:transition>
</p:sld>
</file>

<file path=ppt/slides/slide508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1968500" y="127000"/>
            <a:ext cx="8255000" cy="635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Team Race!  Read the word, then tap your team."/>
          <p:cNvSpPr/>
          <p:nvPr/>
        </p:nvSpPr>
        <p:spPr>
          <a:xfrm>
            <a:off x="2095500" y="127000"/>
            <a:ext cx="8001000" cy="635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000" b="1" lang="en-US">
                <a:solidFill>
                  <a:srgbClr val="2E2640"/>
                </a:solidFill>
                <a:latin typeface="Arial"/>
                <a:cs typeface="Arial"/>
              </a:rPr>
              <a:t>Team Race!  Read the word, then tap your team.</a:t>
            </a:r>
          </a:p>
        </p:txBody>
      </p:sp>
      <p:sp>
        <p:nvSpPr>
          <p:cNvPr id="5" name="Red lane"/>
          <p:cNvSpPr/>
          <p:nvPr/>
        </p:nvSpPr>
        <p:spPr>
          <a:xfrm>
            <a:off x="254000" y="3556000"/>
            <a:ext cx="11303000" cy="1270000"/>
          </a:xfrm>
          <a:prstGeom prst="roundRect">
            <a:avLst>
              <a:gd name="adj" fmla="val 20000"/>
            </a:avLst>
          </a:prstGeom>
          <a:solidFill>
            <a:srgbClr val="FFE3E8"/>
          </a:solidFill>
          <a:ln w="38100">
            <a:solidFill>
              <a:srgbClr val="D9D2E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Blue lane"/>
          <p:cNvSpPr/>
          <p:nvPr/>
        </p:nvSpPr>
        <p:spPr>
          <a:xfrm>
            <a:off x="254000" y="5080000"/>
            <a:ext cx="11303000" cy="1270000"/>
          </a:xfrm>
          <a:prstGeom prst="roundRect">
            <a:avLst>
              <a:gd name="adj" fmla="val 20000"/>
            </a:avLst>
          </a:prstGeom>
          <a:solidFill>
            <a:srgbClr val="E0F4FF"/>
          </a:solidFill>
          <a:ln w="38100">
            <a:solidFill>
              <a:srgbClr val="D9D2E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Finish"/>
          <p:cNvSpPr/>
          <p:nvPr/>
        </p:nvSpPr>
        <p:spPr>
          <a:xfrm>
            <a:off x="10731500" y="355600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Finish"/>
          <p:cNvSpPr/>
          <p:nvPr/>
        </p:nvSpPr>
        <p:spPr>
          <a:xfrm>
            <a:off x="10922000" y="355600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Finish"/>
          <p:cNvSpPr/>
          <p:nvPr/>
        </p:nvSpPr>
        <p:spPr>
          <a:xfrm>
            <a:off x="10731500" y="390525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Finish"/>
          <p:cNvSpPr/>
          <p:nvPr/>
        </p:nvSpPr>
        <p:spPr>
          <a:xfrm>
            <a:off x="10922000" y="390525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Finish"/>
          <p:cNvSpPr/>
          <p:nvPr/>
        </p:nvSpPr>
        <p:spPr>
          <a:xfrm>
            <a:off x="10731500" y="425450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Finish"/>
          <p:cNvSpPr/>
          <p:nvPr/>
        </p:nvSpPr>
        <p:spPr>
          <a:xfrm>
            <a:off x="10922000" y="425450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Finish"/>
          <p:cNvSpPr/>
          <p:nvPr/>
        </p:nvSpPr>
        <p:spPr>
          <a:xfrm>
            <a:off x="10731500" y="460375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Finish"/>
          <p:cNvSpPr/>
          <p:nvPr/>
        </p:nvSpPr>
        <p:spPr>
          <a:xfrm>
            <a:off x="10922000" y="460375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Finish"/>
          <p:cNvSpPr/>
          <p:nvPr/>
        </p:nvSpPr>
        <p:spPr>
          <a:xfrm>
            <a:off x="10731500" y="495300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Finish"/>
          <p:cNvSpPr/>
          <p:nvPr/>
        </p:nvSpPr>
        <p:spPr>
          <a:xfrm>
            <a:off x="10922000" y="495300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Finish"/>
          <p:cNvSpPr/>
          <p:nvPr/>
        </p:nvSpPr>
        <p:spPr>
          <a:xfrm>
            <a:off x="10731500" y="530225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Finish"/>
          <p:cNvSpPr/>
          <p:nvPr/>
        </p:nvSpPr>
        <p:spPr>
          <a:xfrm>
            <a:off x="10922000" y="530225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Finish"/>
          <p:cNvSpPr/>
          <p:nvPr/>
        </p:nvSpPr>
        <p:spPr>
          <a:xfrm>
            <a:off x="10731500" y="565150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Finish"/>
          <p:cNvSpPr/>
          <p:nvPr/>
        </p:nvSpPr>
        <p:spPr>
          <a:xfrm>
            <a:off x="10922000" y="565150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Finish"/>
          <p:cNvSpPr/>
          <p:nvPr/>
        </p:nvSpPr>
        <p:spPr>
          <a:xfrm>
            <a:off x="10731500" y="600075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Finish"/>
          <p:cNvSpPr/>
          <p:nvPr/>
        </p:nvSpPr>
        <p:spPr>
          <a:xfrm>
            <a:off x="10922000" y="600075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3" name="Red car" descr="Red ca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18000" y="3810000"/>
            <a:ext cx="1460500" cy="800100"/>
          </a:xfrm>
          <a:prstGeom prst="rect">
            <a:avLst/>
          </a:prstGeom>
        </p:spPr>
      </p:pic>
      <p:pic>
        <p:nvPicPr>
          <p:cNvPr id="24" name="Blue car" descr="Blue car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8000" y="5334000"/>
            <a:ext cx="1460500" cy="800100"/>
          </a:xfrm>
          <a:prstGeom prst="rect">
            <a:avLst/>
          </a:prstGeom>
        </p:spPr>
      </p:pic>
      <p:sp>
        <p:nvSpPr>
          <p:cNvPr id="25" name="Word card"/>
          <p:cNvSpPr/>
          <p:nvPr/>
        </p:nvSpPr>
        <p:spPr>
          <a:xfrm>
            <a:off x="3873500" y="952500"/>
            <a:ext cx="4445000" cy="22860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76200">
            <a:solidFill>
              <a:srgbClr val="B8A1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Word وَثِقَ" descr="وَثِقَ"/>
          <p:cNvSpPr/>
          <p:nvPr/>
        </p:nvSpPr>
        <p:spPr>
          <a:xfrm>
            <a:off x="4064000" y="1079500"/>
            <a:ext cx="4064000" cy="203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11000" b="1" lang="ar-SA">
                <a:solidFill>
                  <a:srgbClr val="2E2640"/>
                </a:solidFill>
                <a:latin typeface="Arial"/>
                <a:cs typeface="Arial"/>
              </a:rPr>
              <a:t>وَثِقَ</a:t>
            </a:r>
          </a:p>
        </p:txBody>
      </p:sp>
      <p:sp>
        <p:nvSpPr>
          <p:cNvPr id="27" name="Red point" descr="Red ✓">
            <a:hlinkClick action="ppaction://hlinksldjump" r:id="rId5"/>
          </p:cNvPr>
          <p:cNvSpPr/>
          <p:nvPr/>
        </p:nvSpPr>
        <p:spPr>
          <a:xfrm>
            <a:off x="381000" y="1143000"/>
            <a:ext cx="1905000" cy="762000"/>
          </a:xfrm>
          <a:prstGeom prst="roundRect">
            <a:avLst>
              <a:gd name="adj" fmla="val 30000"/>
            </a:avLst>
          </a:prstGeom>
          <a:solidFill>
            <a:srgbClr val="E5536F"/>
          </a:solidFill>
          <a:ln w="635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4000" b="1" lang="en-US">
                <a:solidFill>
                  <a:srgbClr val="FFFFFF"/>
                </a:solidFill>
                <a:latin typeface="Arial"/>
                <a:cs typeface="Arial"/>
              </a:rPr>
              <a:t>Red ✓</a:t>
            </a:r>
          </a:p>
        </p:txBody>
      </p:sp>
      <p:sp>
        <p:nvSpPr>
          <p:cNvPr id="28" name="Blue point" descr="Blue ✓">
            <a:hlinkClick action="ppaction://hlinksldjump" r:id="rId6"/>
          </p:cNvPr>
          <p:cNvSpPr/>
          <p:nvPr/>
        </p:nvSpPr>
        <p:spPr>
          <a:xfrm>
            <a:off x="381000" y="2095500"/>
            <a:ext cx="1905000" cy="762000"/>
          </a:xfrm>
          <a:prstGeom prst="roundRect">
            <a:avLst>
              <a:gd name="adj" fmla="val 30000"/>
            </a:avLst>
          </a:prstGeom>
          <a:solidFill>
            <a:srgbClr val="3FA7C9"/>
          </a:solidFill>
          <a:ln w="635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4000" b="1" lang="en-US">
                <a:solidFill>
                  <a:srgbClr val="FFFFFF"/>
                </a:solidFill>
                <a:latin typeface="Arial"/>
                <a:cs typeface="Arial"/>
              </a:rPr>
              <a:t>Blue ✓</a:t>
            </a:r>
          </a:p>
        </p:txBody>
      </p:sp>
      <p:sp>
        <p:nvSpPr>
          <p:cNvPr id="29" name="Next button">
            <a:hlinkClick action="ppaction://hlinksldjump" r:id="rId7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Next arrow">
            <a:hlinkClick action="ppaction://hlinksldjump" r:id="rId7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8" name="vroom.wav"/>
      </p:stSnd>
    </p:sndAc>
  </p:transition>
</p:sld>
</file>

<file path=ppt/slides/slide509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1968500" y="127000"/>
            <a:ext cx="8255000" cy="635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Team Race!  Read the word, then tap your team."/>
          <p:cNvSpPr/>
          <p:nvPr/>
        </p:nvSpPr>
        <p:spPr>
          <a:xfrm>
            <a:off x="2095500" y="127000"/>
            <a:ext cx="8001000" cy="635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000" b="1" lang="en-US">
                <a:solidFill>
                  <a:srgbClr val="2E2640"/>
                </a:solidFill>
                <a:latin typeface="Arial"/>
                <a:cs typeface="Arial"/>
              </a:rPr>
              <a:t>Team Race!  Read the word, then tap your team.</a:t>
            </a:r>
          </a:p>
        </p:txBody>
      </p:sp>
      <p:sp>
        <p:nvSpPr>
          <p:cNvPr id="5" name="Red lane"/>
          <p:cNvSpPr/>
          <p:nvPr/>
        </p:nvSpPr>
        <p:spPr>
          <a:xfrm>
            <a:off x="254000" y="3556000"/>
            <a:ext cx="11303000" cy="1270000"/>
          </a:xfrm>
          <a:prstGeom prst="roundRect">
            <a:avLst>
              <a:gd name="adj" fmla="val 20000"/>
            </a:avLst>
          </a:prstGeom>
          <a:solidFill>
            <a:srgbClr val="FFE3E8"/>
          </a:solidFill>
          <a:ln w="38100">
            <a:solidFill>
              <a:srgbClr val="D9D2E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Blue lane"/>
          <p:cNvSpPr/>
          <p:nvPr/>
        </p:nvSpPr>
        <p:spPr>
          <a:xfrm>
            <a:off x="254000" y="5080000"/>
            <a:ext cx="11303000" cy="1270000"/>
          </a:xfrm>
          <a:prstGeom prst="roundRect">
            <a:avLst>
              <a:gd name="adj" fmla="val 20000"/>
            </a:avLst>
          </a:prstGeom>
          <a:solidFill>
            <a:srgbClr val="E0F4FF"/>
          </a:solidFill>
          <a:ln w="38100">
            <a:solidFill>
              <a:srgbClr val="D9D2E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Finish"/>
          <p:cNvSpPr/>
          <p:nvPr/>
        </p:nvSpPr>
        <p:spPr>
          <a:xfrm>
            <a:off x="10731500" y="355600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Finish"/>
          <p:cNvSpPr/>
          <p:nvPr/>
        </p:nvSpPr>
        <p:spPr>
          <a:xfrm>
            <a:off x="10922000" y="355600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Finish"/>
          <p:cNvSpPr/>
          <p:nvPr/>
        </p:nvSpPr>
        <p:spPr>
          <a:xfrm>
            <a:off x="10731500" y="390525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Finish"/>
          <p:cNvSpPr/>
          <p:nvPr/>
        </p:nvSpPr>
        <p:spPr>
          <a:xfrm>
            <a:off x="10922000" y="390525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Finish"/>
          <p:cNvSpPr/>
          <p:nvPr/>
        </p:nvSpPr>
        <p:spPr>
          <a:xfrm>
            <a:off x="10731500" y="425450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Finish"/>
          <p:cNvSpPr/>
          <p:nvPr/>
        </p:nvSpPr>
        <p:spPr>
          <a:xfrm>
            <a:off x="10922000" y="425450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Finish"/>
          <p:cNvSpPr/>
          <p:nvPr/>
        </p:nvSpPr>
        <p:spPr>
          <a:xfrm>
            <a:off x="10731500" y="460375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Finish"/>
          <p:cNvSpPr/>
          <p:nvPr/>
        </p:nvSpPr>
        <p:spPr>
          <a:xfrm>
            <a:off x="10922000" y="460375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Finish"/>
          <p:cNvSpPr/>
          <p:nvPr/>
        </p:nvSpPr>
        <p:spPr>
          <a:xfrm>
            <a:off x="10731500" y="495300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Finish"/>
          <p:cNvSpPr/>
          <p:nvPr/>
        </p:nvSpPr>
        <p:spPr>
          <a:xfrm>
            <a:off x="10922000" y="495300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Finish"/>
          <p:cNvSpPr/>
          <p:nvPr/>
        </p:nvSpPr>
        <p:spPr>
          <a:xfrm>
            <a:off x="10731500" y="530225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Finish"/>
          <p:cNvSpPr/>
          <p:nvPr/>
        </p:nvSpPr>
        <p:spPr>
          <a:xfrm>
            <a:off x="10922000" y="530225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Finish"/>
          <p:cNvSpPr/>
          <p:nvPr/>
        </p:nvSpPr>
        <p:spPr>
          <a:xfrm>
            <a:off x="10731500" y="565150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Finish"/>
          <p:cNvSpPr/>
          <p:nvPr/>
        </p:nvSpPr>
        <p:spPr>
          <a:xfrm>
            <a:off x="10922000" y="565150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Finish"/>
          <p:cNvSpPr/>
          <p:nvPr/>
        </p:nvSpPr>
        <p:spPr>
          <a:xfrm>
            <a:off x="10731500" y="600075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Finish"/>
          <p:cNvSpPr/>
          <p:nvPr/>
        </p:nvSpPr>
        <p:spPr>
          <a:xfrm>
            <a:off x="10922000" y="600075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3" name="Red car" descr="Red ca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18000" y="3810000"/>
            <a:ext cx="1460500" cy="800100"/>
          </a:xfrm>
          <a:prstGeom prst="rect">
            <a:avLst/>
          </a:prstGeom>
        </p:spPr>
      </p:pic>
      <p:pic>
        <p:nvPicPr>
          <p:cNvPr id="24" name="Blue car" descr="Blue car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13000" y="5334000"/>
            <a:ext cx="1460500" cy="800100"/>
          </a:xfrm>
          <a:prstGeom prst="rect">
            <a:avLst/>
          </a:prstGeom>
        </p:spPr>
      </p:pic>
      <p:sp>
        <p:nvSpPr>
          <p:cNvPr id="25" name="Word card"/>
          <p:cNvSpPr/>
          <p:nvPr/>
        </p:nvSpPr>
        <p:spPr>
          <a:xfrm>
            <a:off x="3873500" y="952500"/>
            <a:ext cx="4445000" cy="22860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76200">
            <a:solidFill>
              <a:srgbClr val="B8A1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Word صَعِدَ" descr="صَعِدَ"/>
          <p:cNvSpPr/>
          <p:nvPr/>
        </p:nvSpPr>
        <p:spPr>
          <a:xfrm>
            <a:off x="4064000" y="1079500"/>
            <a:ext cx="4064000" cy="203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11000" b="1" lang="ar-SA">
                <a:solidFill>
                  <a:srgbClr val="2E2640"/>
                </a:solidFill>
                <a:latin typeface="Arial"/>
                <a:cs typeface="Arial"/>
              </a:rPr>
              <a:t>صَعِدَ</a:t>
            </a:r>
          </a:p>
        </p:txBody>
      </p:sp>
      <p:sp>
        <p:nvSpPr>
          <p:cNvPr id="27" name="Red point" descr="Red ✓">
            <a:hlinkClick action="ppaction://hlinksldjump" r:id="rId5"/>
          </p:cNvPr>
          <p:cNvSpPr/>
          <p:nvPr/>
        </p:nvSpPr>
        <p:spPr>
          <a:xfrm>
            <a:off x="381000" y="1143000"/>
            <a:ext cx="1905000" cy="762000"/>
          </a:xfrm>
          <a:prstGeom prst="roundRect">
            <a:avLst>
              <a:gd name="adj" fmla="val 30000"/>
            </a:avLst>
          </a:prstGeom>
          <a:solidFill>
            <a:srgbClr val="E5536F"/>
          </a:solidFill>
          <a:ln w="635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4000" b="1" lang="en-US">
                <a:solidFill>
                  <a:srgbClr val="FFFFFF"/>
                </a:solidFill>
                <a:latin typeface="Arial"/>
                <a:cs typeface="Arial"/>
              </a:rPr>
              <a:t>Red ✓</a:t>
            </a:r>
          </a:p>
        </p:txBody>
      </p:sp>
      <p:sp>
        <p:nvSpPr>
          <p:cNvPr id="28" name="Blue point" descr="Blue ✓">
            <a:hlinkClick action="ppaction://hlinksldjump" r:id="rId6"/>
          </p:cNvPr>
          <p:cNvSpPr/>
          <p:nvPr/>
        </p:nvSpPr>
        <p:spPr>
          <a:xfrm>
            <a:off x="381000" y="2095500"/>
            <a:ext cx="1905000" cy="762000"/>
          </a:xfrm>
          <a:prstGeom prst="roundRect">
            <a:avLst>
              <a:gd name="adj" fmla="val 30000"/>
            </a:avLst>
          </a:prstGeom>
          <a:solidFill>
            <a:srgbClr val="3FA7C9"/>
          </a:solidFill>
          <a:ln w="635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4000" b="1" lang="en-US">
                <a:solidFill>
                  <a:srgbClr val="FFFFFF"/>
                </a:solidFill>
                <a:latin typeface="Arial"/>
                <a:cs typeface="Arial"/>
              </a:rPr>
              <a:t>Blue ✓</a:t>
            </a:r>
          </a:p>
        </p:txBody>
      </p:sp>
      <p:sp>
        <p:nvSpPr>
          <p:cNvPr id="29" name="Next button">
            <a:hlinkClick action="ppaction://hlinksldjump" r:id="rId7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Next arrow">
            <a:hlinkClick action="ppaction://hlinksldjump" r:id="rId7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8" name="vroom.wav"/>
      </p:stSnd>
    </p:sndAc>
  </p:transition>
</p:sld>
</file>

<file path=ppt/slides/slide510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1968500" y="127000"/>
            <a:ext cx="8255000" cy="635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Team Race!  Read the word, then tap your team."/>
          <p:cNvSpPr/>
          <p:nvPr/>
        </p:nvSpPr>
        <p:spPr>
          <a:xfrm>
            <a:off x="2095500" y="127000"/>
            <a:ext cx="8001000" cy="635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000" b="1" lang="en-US">
                <a:solidFill>
                  <a:srgbClr val="2E2640"/>
                </a:solidFill>
                <a:latin typeface="Arial"/>
                <a:cs typeface="Arial"/>
              </a:rPr>
              <a:t>Team Race!  Read the word, then tap your team.</a:t>
            </a:r>
          </a:p>
        </p:txBody>
      </p:sp>
      <p:sp>
        <p:nvSpPr>
          <p:cNvPr id="5" name="Red lane"/>
          <p:cNvSpPr/>
          <p:nvPr/>
        </p:nvSpPr>
        <p:spPr>
          <a:xfrm>
            <a:off x="254000" y="3556000"/>
            <a:ext cx="11303000" cy="1270000"/>
          </a:xfrm>
          <a:prstGeom prst="roundRect">
            <a:avLst>
              <a:gd name="adj" fmla="val 20000"/>
            </a:avLst>
          </a:prstGeom>
          <a:solidFill>
            <a:srgbClr val="FFE3E8"/>
          </a:solidFill>
          <a:ln w="38100">
            <a:solidFill>
              <a:srgbClr val="D9D2E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Blue lane"/>
          <p:cNvSpPr/>
          <p:nvPr/>
        </p:nvSpPr>
        <p:spPr>
          <a:xfrm>
            <a:off x="254000" y="5080000"/>
            <a:ext cx="11303000" cy="1270000"/>
          </a:xfrm>
          <a:prstGeom prst="roundRect">
            <a:avLst>
              <a:gd name="adj" fmla="val 20000"/>
            </a:avLst>
          </a:prstGeom>
          <a:solidFill>
            <a:srgbClr val="E0F4FF"/>
          </a:solidFill>
          <a:ln w="38100">
            <a:solidFill>
              <a:srgbClr val="D9D2E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Finish"/>
          <p:cNvSpPr/>
          <p:nvPr/>
        </p:nvSpPr>
        <p:spPr>
          <a:xfrm>
            <a:off x="10731500" y="355600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Finish"/>
          <p:cNvSpPr/>
          <p:nvPr/>
        </p:nvSpPr>
        <p:spPr>
          <a:xfrm>
            <a:off x="10922000" y="355600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Finish"/>
          <p:cNvSpPr/>
          <p:nvPr/>
        </p:nvSpPr>
        <p:spPr>
          <a:xfrm>
            <a:off x="10731500" y="390525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Finish"/>
          <p:cNvSpPr/>
          <p:nvPr/>
        </p:nvSpPr>
        <p:spPr>
          <a:xfrm>
            <a:off x="10922000" y="390525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Finish"/>
          <p:cNvSpPr/>
          <p:nvPr/>
        </p:nvSpPr>
        <p:spPr>
          <a:xfrm>
            <a:off x="10731500" y="425450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Finish"/>
          <p:cNvSpPr/>
          <p:nvPr/>
        </p:nvSpPr>
        <p:spPr>
          <a:xfrm>
            <a:off x="10922000" y="425450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Finish"/>
          <p:cNvSpPr/>
          <p:nvPr/>
        </p:nvSpPr>
        <p:spPr>
          <a:xfrm>
            <a:off x="10731500" y="460375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Finish"/>
          <p:cNvSpPr/>
          <p:nvPr/>
        </p:nvSpPr>
        <p:spPr>
          <a:xfrm>
            <a:off x="10922000" y="460375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Finish"/>
          <p:cNvSpPr/>
          <p:nvPr/>
        </p:nvSpPr>
        <p:spPr>
          <a:xfrm>
            <a:off x="10731500" y="495300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Finish"/>
          <p:cNvSpPr/>
          <p:nvPr/>
        </p:nvSpPr>
        <p:spPr>
          <a:xfrm>
            <a:off x="10922000" y="495300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Finish"/>
          <p:cNvSpPr/>
          <p:nvPr/>
        </p:nvSpPr>
        <p:spPr>
          <a:xfrm>
            <a:off x="10731500" y="530225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Finish"/>
          <p:cNvSpPr/>
          <p:nvPr/>
        </p:nvSpPr>
        <p:spPr>
          <a:xfrm>
            <a:off x="10922000" y="530225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Finish"/>
          <p:cNvSpPr/>
          <p:nvPr/>
        </p:nvSpPr>
        <p:spPr>
          <a:xfrm>
            <a:off x="10731500" y="565150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Finish"/>
          <p:cNvSpPr/>
          <p:nvPr/>
        </p:nvSpPr>
        <p:spPr>
          <a:xfrm>
            <a:off x="10922000" y="565150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Finish"/>
          <p:cNvSpPr/>
          <p:nvPr/>
        </p:nvSpPr>
        <p:spPr>
          <a:xfrm>
            <a:off x="10731500" y="600075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Finish"/>
          <p:cNvSpPr/>
          <p:nvPr/>
        </p:nvSpPr>
        <p:spPr>
          <a:xfrm>
            <a:off x="10922000" y="600075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3" name="Red car" descr="Red ca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18000" y="3810000"/>
            <a:ext cx="1460500" cy="800100"/>
          </a:xfrm>
          <a:prstGeom prst="rect">
            <a:avLst/>
          </a:prstGeom>
        </p:spPr>
      </p:pic>
      <p:pic>
        <p:nvPicPr>
          <p:cNvPr id="24" name="Blue car" descr="Blue car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18000" y="5334000"/>
            <a:ext cx="1460500" cy="800100"/>
          </a:xfrm>
          <a:prstGeom prst="rect">
            <a:avLst/>
          </a:prstGeom>
        </p:spPr>
      </p:pic>
      <p:sp>
        <p:nvSpPr>
          <p:cNvPr id="25" name="Word card"/>
          <p:cNvSpPr/>
          <p:nvPr/>
        </p:nvSpPr>
        <p:spPr>
          <a:xfrm>
            <a:off x="3873500" y="952500"/>
            <a:ext cx="4445000" cy="22860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76200">
            <a:solidFill>
              <a:srgbClr val="B8A1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Word رَضِيَ" descr="رَضِيَ"/>
          <p:cNvSpPr/>
          <p:nvPr/>
        </p:nvSpPr>
        <p:spPr>
          <a:xfrm>
            <a:off x="4064000" y="1079500"/>
            <a:ext cx="4064000" cy="203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11000" b="1" lang="ar-SA">
                <a:solidFill>
                  <a:srgbClr val="2E2640"/>
                </a:solidFill>
                <a:latin typeface="Arial"/>
                <a:cs typeface="Arial"/>
              </a:rPr>
              <a:t>رَضِيَ</a:t>
            </a:r>
          </a:p>
        </p:txBody>
      </p:sp>
      <p:sp>
        <p:nvSpPr>
          <p:cNvPr id="27" name="Red point" descr="Red ✓">
            <a:hlinkClick action="ppaction://hlinksldjump" r:id="rId5"/>
          </p:cNvPr>
          <p:cNvSpPr/>
          <p:nvPr/>
        </p:nvSpPr>
        <p:spPr>
          <a:xfrm>
            <a:off x="381000" y="1143000"/>
            <a:ext cx="1905000" cy="762000"/>
          </a:xfrm>
          <a:prstGeom prst="roundRect">
            <a:avLst>
              <a:gd name="adj" fmla="val 30000"/>
            </a:avLst>
          </a:prstGeom>
          <a:solidFill>
            <a:srgbClr val="E5536F"/>
          </a:solidFill>
          <a:ln w="635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4000" b="1" lang="en-US">
                <a:solidFill>
                  <a:srgbClr val="FFFFFF"/>
                </a:solidFill>
                <a:latin typeface="Arial"/>
                <a:cs typeface="Arial"/>
              </a:rPr>
              <a:t>Red ✓</a:t>
            </a:r>
          </a:p>
        </p:txBody>
      </p:sp>
      <p:sp>
        <p:nvSpPr>
          <p:cNvPr id="28" name="Blue point" descr="Blue ✓">
            <a:hlinkClick action="ppaction://hlinksldjump" r:id="rId6"/>
          </p:cNvPr>
          <p:cNvSpPr/>
          <p:nvPr/>
        </p:nvSpPr>
        <p:spPr>
          <a:xfrm>
            <a:off x="381000" y="2095500"/>
            <a:ext cx="1905000" cy="762000"/>
          </a:xfrm>
          <a:prstGeom prst="roundRect">
            <a:avLst>
              <a:gd name="adj" fmla="val 30000"/>
            </a:avLst>
          </a:prstGeom>
          <a:solidFill>
            <a:srgbClr val="3FA7C9"/>
          </a:solidFill>
          <a:ln w="635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4000" b="1" lang="en-US">
                <a:solidFill>
                  <a:srgbClr val="FFFFFF"/>
                </a:solidFill>
                <a:latin typeface="Arial"/>
                <a:cs typeface="Arial"/>
              </a:rPr>
              <a:t>Blue ✓</a:t>
            </a:r>
          </a:p>
        </p:txBody>
      </p:sp>
      <p:sp>
        <p:nvSpPr>
          <p:cNvPr id="29" name="Next button">
            <a:hlinkClick action="ppaction://hlinksldjump" r:id="rId7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Next arrow">
            <a:hlinkClick action="ppaction://hlinksldjump" r:id="rId7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8" name="vroom.wav"/>
      </p:stSnd>
    </p:sndAc>
  </p:transition>
</p:sld>
</file>

<file path=ppt/slides/slide511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1968500" y="127000"/>
            <a:ext cx="8255000" cy="635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Team Race!  Read the word, then tap your team."/>
          <p:cNvSpPr/>
          <p:nvPr/>
        </p:nvSpPr>
        <p:spPr>
          <a:xfrm>
            <a:off x="2095500" y="127000"/>
            <a:ext cx="8001000" cy="635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000" b="1" lang="en-US">
                <a:solidFill>
                  <a:srgbClr val="2E2640"/>
                </a:solidFill>
                <a:latin typeface="Arial"/>
                <a:cs typeface="Arial"/>
              </a:rPr>
              <a:t>Team Race!  Read the word, then tap your team.</a:t>
            </a:r>
          </a:p>
        </p:txBody>
      </p:sp>
      <p:sp>
        <p:nvSpPr>
          <p:cNvPr id="5" name="Red lane"/>
          <p:cNvSpPr/>
          <p:nvPr/>
        </p:nvSpPr>
        <p:spPr>
          <a:xfrm>
            <a:off x="254000" y="3556000"/>
            <a:ext cx="11303000" cy="1270000"/>
          </a:xfrm>
          <a:prstGeom prst="roundRect">
            <a:avLst>
              <a:gd name="adj" fmla="val 20000"/>
            </a:avLst>
          </a:prstGeom>
          <a:solidFill>
            <a:srgbClr val="FFE3E8"/>
          </a:solidFill>
          <a:ln w="38100">
            <a:solidFill>
              <a:srgbClr val="D9D2E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Blue lane"/>
          <p:cNvSpPr/>
          <p:nvPr/>
        </p:nvSpPr>
        <p:spPr>
          <a:xfrm>
            <a:off x="254000" y="5080000"/>
            <a:ext cx="11303000" cy="1270000"/>
          </a:xfrm>
          <a:prstGeom prst="roundRect">
            <a:avLst>
              <a:gd name="adj" fmla="val 20000"/>
            </a:avLst>
          </a:prstGeom>
          <a:solidFill>
            <a:srgbClr val="E0F4FF"/>
          </a:solidFill>
          <a:ln w="38100">
            <a:solidFill>
              <a:srgbClr val="D9D2E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Finish"/>
          <p:cNvSpPr/>
          <p:nvPr/>
        </p:nvSpPr>
        <p:spPr>
          <a:xfrm>
            <a:off x="10731500" y="355600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Finish"/>
          <p:cNvSpPr/>
          <p:nvPr/>
        </p:nvSpPr>
        <p:spPr>
          <a:xfrm>
            <a:off x="10922000" y="355600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Finish"/>
          <p:cNvSpPr/>
          <p:nvPr/>
        </p:nvSpPr>
        <p:spPr>
          <a:xfrm>
            <a:off x="10731500" y="390525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Finish"/>
          <p:cNvSpPr/>
          <p:nvPr/>
        </p:nvSpPr>
        <p:spPr>
          <a:xfrm>
            <a:off x="10922000" y="390525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Finish"/>
          <p:cNvSpPr/>
          <p:nvPr/>
        </p:nvSpPr>
        <p:spPr>
          <a:xfrm>
            <a:off x="10731500" y="425450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Finish"/>
          <p:cNvSpPr/>
          <p:nvPr/>
        </p:nvSpPr>
        <p:spPr>
          <a:xfrm>
            <a:off x="10922000" y="425450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Finish"/>
          <p:cNvSpPr/>
          <p:nvPr/>
        </p:nvSpPr>
        <p:spPr>
          <a:xfrm>
            <a:off x="10731500" y="460375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Finish"/>
          <p:cNvSpPr/>
          <p:nvPr/>
        </p:nvSpPr>
        <p:spPr>
          <a:xfrm>
            <a:off x="10922000" y="460375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Finish"/>
          <p:cNvSpPr/>
          <p:nvPr/>
        </p:nvSpPr>
        <p:spPr>
          <a:xfrm>
            <a:off x="10731500" y="495300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Finish"/>
          <p:cNvSpPr/>
          <p:nvPr/>
        </p:nvSpPr>
        <p:spPr>
          <a:xfrm>
            <a:off x="10922000" y="495300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Finish"/>
          <p:cNvSpPr/>
          <p:nvPr/>
        </p:nvSpPr>
        <p:spPr>
          <a:xfrm>
            <a:off x="10731500" y="530225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Finish"/>
          <p:cNvSpPr/>
          <p:nvPr/>
        </p:nvSpPr>
        <p:spPr>
          <a:xfrm>
            <a:off x="10922000" y="530225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Finish"/>
          <p:cNvSpPr/>
          <p:nvPr/>
        </p:nvSpPr>
        <p:spPr>
          <a:xfrm>
            <a:off x="10731500" y="565150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Finish"/>
          <p:cNvSpPr/>
          <p:nvPr/>
        </p:nvSpPr>
        <p:spPr>
          <a:xfrm>
            <a:off x="10922000" y="565150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Finish"/>
          <p:cNvSpPr/>
          <p:nvPr/>
        </p:nvSpPr>
        <p:spPr>
          <a:xfrm>
            <a:off x="10731500" y="600075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Finish"/>
          <p:cNvSpPr/>
          <p:nvPr/>
        </p:nvSpPr>
        <p:spPr>
          <a:xfrm>
            <a:off x="10922000" y="600075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3" name="Red car" descr="Red ca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18000" y="3810000"/>
            <a:ext cx="1460500" cy="800100"/>
          </a:xfrm>
          <a:prstGeom prst="rect">
            <a:avLst/>
          </a:prstGeom>
        </p:spPr>
      </p:pic>
      <p:pic>
        <p:nvPicPr>
          <p:cNvPr id="24" name="Blue car" descr="Blue car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23000" y="5334000"/>
            <a:ext cx="1460500" cy="800100"/>
          </a:xfrm>
          <a:prstGeom prst="rect">
            <a:avLst/>
          </a:prstGeom>
        </p:spPr>
      </p:pic>
      <p:sp>
        <p:nvSpPr>
          <p:cNvPr id="25" name="Word card"/>
          <p:cNvSpPr/>
          <p:nvPr/>
        </p:nvSpPr>
        <p:spPr>
          <a:xfrm>
            <a:off x="3873500" y="952500"/>
            <a:ext cx="4445000" cy="22860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76200">
            <a:solidFill>
              <a:srgbClr val="B8A1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Word ضَحِكَ" descr="ضَحِكَ"/>
          <p:cNvSpPr/>
          <p:nvPr/>
        </p:nvSpPr>
        <p:spPr>
          <a:xfrm>
            <a:off x="4064000" y="1079500"/>
            <a:ext cx="4064000" cy="203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11000" b="1" lang="ar-SA">
                <a:solidFill>
                  <a:srgbClr val="2E2640"/>
                </a:solidFill>
                <a:latin typeface="Arial"/>
                <a:cs typeface="Arial"/>
              </a:rPr>
              <a:t>ضَحِكَ</a:t>
            </a:r>
          </a:p>
        </p:txBody>
      </p:sp>
      <p:sp>
        <p:nvSpPr>
          <p:cNvPr id="27" name="Red point" descr="Red ✓">
            <a:hlinkClick action="ppaction://hlinksldjump" r:id="rId5"/>
          </p:cNvPr>
          <p:cNvSpPr/>
          <p:nvPr/>
        </p:nvSpPr>
        <p:spPr>
          <a:xfrm>
            <a:off x="381000" y="1143000"/>
            <a:ext cx="1905000" cy="762000"/>
          </a:xfrm>
          <a:prstGeom prst="roundRect">
            <a:avLst>
              <a:gd name="adj" fmla="val 30000"/>
            </a:avLst>
          </a:prstGeom>
          <a:solidFill>
            <a:srgbClr val="E5536F"/>
          </a:solidFill>
          <a:ln w="635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4000" b="1" lang="en-US">
                <a:solidFill>
                  <a:srgbClr val="FFFFFF"/>
                </a:solidFill>
                <a:latin typeface="Arial"/>
                <a:cs typeface="Arial"/>
              </a:rPr>
              <a:t>Red ✓</a:t>
            </a:r>
          </a:p>
        </p:txBody>
      </p:sp>
      <p:sp>
        <p:nvSpPr>
          <p:cNvPr id="28" name="Blue point" descr="Blue ✓">
            <a:hlinkClick action="ppaction://hlinksldjump" r:id="rId6"/>
          </p:cNvPr>
          <p:cNvSpPr/>
          <p:nvPr/>
        </p:nvSpPr>
        <p:spPr>
          <a:xfrm>
            <a:off x="381000" y="2095500"/>
            <a:ext cx="1905000" cy="762000"/>
          </a:xfrm>
          <a:prstGeom prst="roundRect">
            <a:avLst>
              <a:gd name="adj" fmla="val 30000"/>
            </a:avLst>
          </a:prstGeom>
          <a:solidFill>
            <a:srgbClr val="3FA7C9"/>
          </a:solidFill>
          <a:ln w="635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4000" b="1" lang="en-US">
                <a:solidFill>
                  <a:srgbClr val="FFFFFF"/>
                </a:solidFill>
                <a:latin typeface="Arial"/>
                <a:cs typeface="Arial"/>
              </a:rPr>
              <a:t>Blue ✓</a:t>
            </a:r>
          </a:p>
        </p:txBody>
      </p:sp>
      <p:sp>
        <p:nvSpPr>
          <p:cNvPr id="29" name="Next button">
            <a:hlinkClick action="ppaction://hlinksldjump" r:id="rId7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Next arrow">
            <a:hlinkClick action="ppaction://hlinksldjump" r:id="rId7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8" name="vroom.wav"/>
      </p:stSnd>
    </p:sndAc>
  </p:transition>
</p:sld>
</file>

<file path=ppt/slides/slide512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1968500" y="127000"/>
            <a:ext cx="8255000" cy="635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Team Race!  Read the word, then tap your team."/>
          <p:cNvSpPr/>
          <p:nvPr/>
        </p:nvSpPr>
        <p:spPr>
          <a:xfrm>
            <a:off x="2095500" y="127000"/>
            <a:ext cx="8001000" cy="635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000" b="1" lang="en-US">
                <a:solidFill>
                  <a:srgbClr val="2E2640"/>
                </a:solidFill>
                <a:latin typeface="Arial"/>
                <a:cs typeface="Arial"/>
              </a:rPr>
              <a:t>Team Race!  Read the word, then tap your team.</a:t>
            </a:r>
          </a:p>
        </p:txBody>
      </p:sp>
      <p:sp>
        <p:nvSpPr>
          <p:cNvPr id="5" name="Red lane"/>
          <p:cNvSpPr/>
          <p:nvPr/>
        </p:nvSpPr>
        <p:spPr>
          <a:xfrm>
            <a:off x="254000" y="3556000"/>
            <a:ext cx="11303000" cy="1270000"/>
          </a:xfrm>
          <a:prstGeom prst="roundRect">
            <a:avLst>
              <a:gd name="adj" fmla="val 20000"/>
            </a:avLst>
          </a:prstGeom>
          <a:solidFill>
            <a:srgbClr val="FFE3E8"/>
          </a:solidFill>
          <a:ln w="38100">
            <a:solidFill>
              <a:srgbClr val="D9D2E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Blue lane"/>
          <p:cNvSpPr/>
          <p:nvPr/>
        </p:nvSpPr>
        <p:spPr>
          <a:xfrm>
            <a:off x="254000" y="5080000"/>
            <a:ext cx="11303000" cy="1270000"/>
          </a:xfrm>
          <a:prstGeom prst="roundRect">
            <a:avLst>
              <a:gd name="adj" fmla="val 20000"/>
            </a:avLst>
          </a:prstGeom>
          <a:solidFill>
            <a:srgbClr val="E0F4FF"/>
          </a:solidFill>
          <a:ln w="38100">
            <a:solidFill>
              <a:srgbClr val="D9D2E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Finish"/>
          <p:cNvSpPr/>
          <p:nvPr/>
        </p:nvSpPr>
        <p:spPr>
          <a:xfrm>
            <a:off x="10731500" y="355600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Finish"/>
          <p:cNvSpPr/>
          <p:nvPr/>
        </p:nvSpPr>
        <p:spPr>
          <a:xfrm>
            <a:off x="10922000" y="355600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Finish"/>
          <p:cNvSpPr/>
          <p:nvPr/>
        </p:nvSpPr>
        <p:spPr>
          <a:xfrm>
            <a:off x="10731500" y="390525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Finish"/>
          <p:cNvSpPr/>
          <p:nvPr/>
        </p:nvSpPr>
        <p:spPr>
          <a:xfrm>
            <a:off x="10922000" y="390525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Finish"/>
          <p:cNvSpPr/>
          <p:nvPr/>
        </p:nvSpPr>
        <p:spPr>
          <a:xfrm>
            <a:off x="10731500" y="425450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Finish"/>
          <p:cNvSpPr/>
          <p:nvPr/>
        </p:nvSpPr>
        <p:spPr>
          <a:xfrm>
            <a:off x="10922000" y="425450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Finish"/>
          <p:cNvSpPr/>
          <p:nvPr/>
        </p:nvSpPr>
        <p:spPr>
          <a:xfrm>
            <a:off x="10731500" y="460375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Finish"/>
          <p:cNvSpPr/>
          <p:nvPr/>
        </p:nvSpPr>
        <p:spPr>
          <a:xfrm>
            <a:off x="10922000" y="460375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Finish"/>
          <p:cNvSpPr/>
          <p:nvPr/>
        </p:nvSpPr>
        <p:spPr>
          <a:xfrm>
            <a:off x="10731500" y="495300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Finish"/>
          <p:cNvSpPr/>
          <p:nvPr/>
        </p:nvSpPr>
        <p:spPr>
          <a:xfrm>
            <a:off x="10922000" y="495300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Finish"/>
          <p:cNvSpPr/>
          <p:nvPr/>
        </p:nvSpPr>
        <p:spPr>
          <a:xfrm>
            <a:off x="10731500" y="530225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Finish"/>
          <p:cNvSpPr/>
          <p:nvPr/>
        </p:nvSpPr>
        <p:spPr>
          <a:xfrm>
            <a:off x="10922000" y="530225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Finish"/>
          <p:cNvSpPr/>
          <p:nvPr/>
        </p:nvSpPr>
        <p:spPr>
          <a:xfrm>
            <a:off x="10731500" y="565150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Finish"/>
          <p:cNvSpPr/>
          <p:nvPr/>
        </p:nvSpPr>
        <p:spPr>
          <a:xfrm>
            <a:off x="10922000" y="565150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Finish"/>
          <p:cNvSpPr/>
          <p:nvPr/>
        </p:nvSpPr>
        <p:spPr>
          <a:xfrm>
            <a:off x="10731500" y="600075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Finish"/>
          <p:cNvSpPr/>
          <p:nvPr/>
        </p:nvSpPr>
        <p:spPr>
          <a:xfrm>
            <a:off x="10922000" y="600075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3" name="Red car" descr="Red ca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18000" y="3810000"/>
            <a:ext cx="1460500" cy="800100"/>
          </a:xfrm>
          <a:prstGeom prst="rect">
            <a:avLst/>
          </a:prstGeom>
        </p:spPr>
      </p:pic>
      <p:pic>
        <p:nvPicPr>
          <p:cNvPr id="24" name="Blue car" descr="Blue car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8000" y="5334000"/>
            <a:ext cx="1460500" cy="800100"/>
          </a:xfrm>
          <a:prstGeom prst="rect">
            <a:avLst/>
          </a:prstGeom>
        </p:spPr>
      </p:pic>
      <p:sp>
        <p:nvSpPr>
          <p:cNvPr id="25" name="Word card"/>
          <p:cNvSpPr/>
          <p:nvPr/>
        </p:nvSpPr>
        <p:spPr>
          <a:xfrm>
            <a:off x="3873500" y="952500"/>
            <a:ext cx="4445000" cy="22860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76200">
            <a:solidFill>
              <a:srgbClr val="B8A1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Word حَمِدَ" descr="حَمِدَ"/>
          <p:cNvSpPr/>
          <p:nvPr/>
        </p:nvSpPr>
        <p:spPr>
          <a:xfrm>
            <a:off x="4064000" y="1079500"/>
            <a:ext cx="4064000" cy="203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11000" b="1" lang="ar-SA">
                <a:solidFill>
                  <a:srgbClr val="2E2640"/>
                </a:solidFill>
                <a:latin typeface="Arial"/>
                <a:cs typeface="Arial"/>
              </a:rPr>
              <a:t>حَمِدَ</a:t>
            </a:r>
          </a:p>
        </p:txBody>
      </p:sp>
      <p:sp>
        <p:nvSpPr>
          <p:cNvPr id="27" name="Red point" descr="Red ✓">
            <a:hlinkClick action="ppaction://hlinksldjump" r:id="rId5"/>
          </p:cNvPr>
          <p:cNvSpPr/>
          <p:nvPr/>
        </p:nvSpPr>
        <p:spPr>
          <a:xfrm>
            <a:off x="381000" y="1143000"/>
            <a:ext cx="1905000" cy="762000"/>
          </a:xfrm>
          <a:prstGeom prst="roundRect">
            <a:avLst>
              <a:gd name="adj" fmla="val 30000"/>
            </a:avLst>
          </a:prstGeom>
          <a:solidFill>
            <a:srgbClr val="E5536F"/>
          </a:solidFill>
          <a:ln w="635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4000" b="1" lang="en-US">
                <a:solidFill>
                  <a:srgbClr val="FFFFFF"/>
                </a:solidFill>
                <a:latin typeface="Arial"/>
                <a:cs typeface="Arial"/>
              </a:rPr>
              <a:t>Red ✓</a:t>
            </a:r>
          </a:p>
        </p:txBody>
      </p:sp>
      <p:sp>
        <p:nvSpPr>
          <p:cNvPr id="28" name="Blue point" descr="Blue ✓">
            <a:hlinkClick action="ppaction://hlinksldjump" r:id="rId6"/>
          </p:cNvPr>
          <p:cNvSpPr/>
          <p:nvPr/>
        </p:nvSpPr>
        <p:spPr>
          <a:xfrm>
            <a:off x="381000" y="2095500"/>
            <a:ext cx="1905000" cy="762000"/>
          </a:xfrm>
          <a:prstGeom prst="roundRect">
            <a:avLst>
              <a:gd name="adj" fmla="val 30000"/>
            </a:avLst>
          </a:prstGeom>
          <a:solidFill>
            <a:srgbClr val="3FA7C9"/>
          </a:solidFill>
          <a:ln w="635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4000" b="1" lang="en-US">
                <a:solidFill>
                  <a:srgbClr val="FFFFFF"/>
                </a:solidFill>
                <a:latin typeface="Arial"/>
                <a:cs typeface="Arial"/>
              </a:rPr>
              <a:t>Blue ✓</a:t>
            </a:r>
          </a:p>
        </p:txBody>
      </p:sp>
      <p:sp>
        <p:nvSpPr>
          <p:cNvPr id="29" name="Next button">
            <a:hlinkClick action="ppaction://hlinksldjump" r:id="rId7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Next arrow">
            <a:hlinkClick action="ppaction://hlinksldjump" r:id="rId7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8" name="vroom.wav"/>
      </p:stSnd>
    </p:sndAc>
  </p:transition>
</p:sld>
</file>

<file path=ppt/slides/slide513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1968500" y="127000"/>
            <a:ext cx="8255000" cy="635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Team Race!  Read the word, then tap your team."/>
          <p:cNvSpPr/>
          <p:nvPr/>
        </p:nvSpPr>
        <p:spPr>
          <a:xfrm>
            <a:off x="2095500" y="127000"/>
            <a:ext cx="8001000" cy="635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000" b="1" lang="en-US">
                <a:solidFill>
                  <a:srgbClr val="2E2640"/>
                </a:solidFill>
                <a:latin typeface="Arial"/>
                <a:cs typeface="Arial"/>
              </a:rPr>
              <a:t>Team Race!  Read the word, then tap your team.</a:t>
            </a:r>
          </a:p>
        </p:txBody>
      </p:sp>
      <p:sp>
        <p:nvSpPr>
          <p:cNvPr id="5" name="Red lane"/>
          <p:cNvSpPr/>
          <p:nvPr/>
        </p:nvSpPr>
        <p:spPr>
          <a:xfrm>
            <a:off x="254000" y="3556000"/>
            <a:ext cx="11303000" cy="1270000"/>
          </a:xfrm>
          <a:prstGeom prst="roundRect">
            <a:avLst>
              <a:gd name="adj" fmla="val 20000"/>
            </a:avLst>
          </a:prstGeom>
          <a:solidFill>
            <a:srgbClr val="FFE3E8"/>
          </a:solidFill>
          <a:ln w="38100">
            <a:solidFill>
              <a:srgbClr val="D9D2E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Blue lane"/>
          <p:cNvSpPr/>
          <p:nvPr/>
        </p:nvSpPr>
        <p:spPr>
          <a:xfrm>
            <a:off x="254000" y="5080000"/>
            <a:ext cx="11303000" cy="1270000"/>
          </a:xfrm>
          <a:prstGeom prst="roundRect">
            <a:avLst>
              <a:gd name="adj" fmla="val 20000"/>
            </a:avLst>
          </a:prstGeom>
          <a:solidFill>
            <a:srgbClr val="E0F4FF"/>
          </a:solidFill>
          <a:ln w="38100">
            <a:solidFill>
              <a:srgbClr val="D9D2E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Finish"/>
          <p:cNvSpPr/>
          <p:nvPr/>
        </p:nvSpPr>
        <p:spPr>
          <a:xfrm>
            <a:off x="10731500" y="355600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Finish"/>
          <p:cNvSpPr/>
          <p:nvPr/>
        </p:nvSpPr>
        <p:spPr>
          <a:xfrm>
            <a:off x="10922000" y="355600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Finish"/>
          <p:cNvSpPr/>
          <p:nvPr/>
        </p:nvSpPr>
        <p:spPr>
          <a:xfrm>
            <a:off x="10731500" y="390525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Finish"/>
          <p:cNvSpPr/>
          <p:nvPr/>
        </p:nvSpPr>
        <p:spPr>
          <a:xfrm>
            <a:off x="10922000" y="390525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Finish"/>
          <p:cNvSpPr/>
          <p:nvPr/>
        </p:nvSpPr>
        <p:spPr>
          <a:xfrm>
            <a:off x="10731500" y="425450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Finish"/>
          <p:cNvSpPr/>
          <p:nvPr/>
        </p:nvSpPr>
        <p:spPr>
          <a:xfrm>
            <a:off x="10922000" y="425450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Finish"/>
          <p:cNvSpPr/>
          <p:nvPr/>
        </p:nvSpPr>
        <p:spPr>
          <a:xfrm>
            <a:off x="10731500" y="460375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Finish"/>
          <p:cNvSpPr/>
          <p:nvPr/>
        </p:nvSpPr>
        <p:spPr>
          <a:xfrm>
            <a:off x="10922000" y="460375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Finish"/>
          <p:cNvSpPr/>
          <p:nvPr/>
        </p:nvSpPr>
        <p:spPr>
          <a:xfrm>
            <a:off x="10731500" y="495300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Finish"/>
          <p:cNvSpPr/>
          <p:nvPr/>
        </p:nvSpPr>
        <p:spPr>
          <a:xfrm>
            <a:off x="10922000" y="495300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Finish"/>
          <p:cNvSpPr/>
          <p:nvPr/>
        </p:nvSpPr>
        <p:spPr>
          <a:xfrm>
            <a:off x="10731500" y="530225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Finish"/>
          <p:cNvSpPr/>
          <p:nvPr/>
        </p:nvSpPr>
        <p:spPr>
          <a:xfrm>
            <a:off x="10922000" y="530225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Finish"/>
          <p:cNvSpPr/>
          <p:nvPr/>
        </p:nvSpPr>
        <p:spPr>
          <a:xfrm>
            <a:off x="10731500" y="565150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Finish"/>
          <p:cNvSpPr/>
          <p:nvPr/>
        </p:nvSpPr>
        <p:spPr>
          <a:xfrm>
            <a:off x="10922000" y="565150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Finish"/>
          <p:cNvSpPr/>
          <p:nvPr/>
        </p:nvSpPr>
        <p:spPr>
          <a:xfrm>
            <a:off x="10731500" y="600075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Finish"/>
          <p:cNvSpPr/>
          <p:nvPr/>
        </p:nvSpPr>
        <p:spPr>
          <a:xfrm>
            <a:off x="10922000" y="600075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3" name="Red car" descr="Red ca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23000" y="3810000"/>
            <a:ext cx="1460500" cy="800100"/>
          </a:xfrm>
          <a:prstGeom prst="rect">
            <a:avLst/>
          </a:prstGeom>
        </p:spPr>
      </p:pic>
      <p:pic>
        <p:nvPicPr>
          <p:cNvPr id="24" name="Blue car" descr="Blue car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8000" y="5334000"/>
            <a:ext cx="1460500" cy="800100"/>
          </a:xfrm>
          <a:prstGeom prst="rect">
            <a:avLst/>
          </a:prstGeom>
        </p:spPr>
      </p:pic>
      <p:sp>
        <p:nvSpPr>
          <p:cNvPr id="25" name="Word card"/>
          <p:cNvSpPr/>
          <p:nvPr/>
        </p:nvSpPr>
        <p:spPr>
          <a:xfrm>
            <a:off x="3873500" y="952500"/>
            <a:ext cx="4445000" cy="22860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76200">
            <a:solidFill>
              <a:srgbClr val="B8A1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Word صَعِدَ" descr="صَعِدَ"/>
          <p:cNvSpPr/>
          <p:nvPr/>
        </p:nvSpPr>
        <p:spPr>
          <a:xfrm>
            <a:off x="4064000" y="1079500"/>
            <a:ext cx="4064000" cy="203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11000" b="1" lang="ar-SA">
                <a:solidFill>
                  <a:srgbClr val="2E2640"/>
                </a:solidFill>
                <a:latin typeface="Arial"/>
                <a:cs typeface="Arial"/>
              </a:rPr>
              <a:t>صَعِدَ</a:t>
            </a:r>
          </a:p>
        </p:txBody>
      </p:sp>
      <p:sp>
        <p:nvSpPr>
          <p:cNvPr id="27" name="Red point" descr="Red ✓">
            <a:hlinkClick action="ppaction://hlinksldjump" r:id="rId5"/>
          </p:cNvPr>
          <p:cNvSpPr/>
          <p:nvPr/>
        </p:nvSpPr>
        <p:spPr>
          <a:xfrm>
            <a:off x="381000" y="1143000"/>
            <a:ext cx="1905000" cy="762000"/>
          </a:xfrm>
          <a:prstGeom prst="roundRect">
            <a:avLst>
              <a:gd name="adj" fmla="val 30000"/>
            </a:avLst>
          </a:prstGeom>
          <a:solidFill>
            <a:srgbClr val="E5536F"/>
          </a:solidFill>
          <a:ln w="635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4000" b="1" lang="en-US">
                <a:solidFill>
                  <a:srgbClr val="FFFFFF"/>
                </a:solidFill>
                <a:latin typeface="Arial"/>
                <a:cs typeface="Arial"/>
              </a:rPr>
              <a:t>Red ✓</a:t>
            </a:r>
          </a:p>
        </p:txBody>
      </p:sp>
      <p:sp>
        <p:nvSpPr>
          <p:cNvPr id="28" name="Blue point" descr="Blue ✓">
            <a:hlinkClick action="ppaction://hlinksldjump" r:id="rId6"/>
          </p:cNvPr>
          <p:cNvSpPr/>
          <p:nvPr/>
        </p:nvSpPr>
        <p:spPr>
          <a:xfrm>
            <a:off x="381000" y="2095500"/>
            <a:ext cx="1905000" cy="762000"/>
          </a:xfrm>
          <a:prstGeom prst="roundRect">
            <a:avLst>
              <a:gd name="adj" fmla="val 30000"/>
            </a:avLst>
          </a:prstGeom>
          <a:solidFill>
            <a:srgbClr val="3FA7C9"/>
          </a:solidFill>
          <a:ln w="635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4000" b="1" lang="en-US">
                <a:solidFill>
                  <a:srgbClr val="FFFFFF"/>
                </a:solidFill>
                <a:latin typeface="Arial"/>
                <a:cs typeface="Arial"/>
              </a:rPr>
              <a:t>Blue ✓</a:t>
            </a:r>
          </a:p>
        </p:txBody>
      </p:sp>
      <p:sp>
        <p:nvSpPr>
          <p:cNvPr id="29" name="Next button">
            <a:hlinkClick action="ppaction://hlinksldjump" r:id="rId7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Next arrow">
            <a:hlinkClick action="ppaction://hlinksldjump" r:id="rId7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8" name="vroom.wav"/>
      </p:stSnd>
    </p:sndAc>
  </p:transition>
</p:sld>
</file>

<file path=ppt/slides/slide514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1968500" y="127000"/>
            <a:ext cx="8255000" cy="635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Team Race!  Read the word, then tap your team."/>
          <p:cNvSpPr/>
          <p:nvPr/>
        </p:nvSpPr>
        <p:spPr>
          <a:xfrm>
            <a:off x="2095500" y="127000"/>
            <a:ext cx="8001000" cy="635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000" b="1" lang="en-US">
                <a:solidFill>
                  <a:srgbClr val="2E2640"/>
                </a:solidFill>
                <a:latin typeface="Arial"/>
                <a:cs typeface="Arial"/>
              </a:rPr>
              <a:t>Team Race!  Read the word, then tap your team.</a:t>
            </a:r>
          </a:p>
        </p:txBody>
      </p:sp>
      <p:sp>
        <p:nvSpPr>
          <p:cNvPr id="5" name="Red lane"/>
          <p:cNvSpPr/>
          <p:nvPr/>
        </p:nvSpPr>
        <p:spPr>
          <a:xfrm>
            <a:off x="254000" y="3556000"/>
            <a:ext cx="11303000" cy="1270000"/>
          </a:xfrm>
          <a:prstGeom prst="roundRect">
            <a:avLst>
              <a:gd name="adj" fmla="val 20000"/>
            </a:avLst>
          </a:prstGeom>
          <a:solidFill>
            <a:srgbClr val="FFE3E8"/>
          </a:solidFill>
          <a:ln w="38100">
            <a:solidFill>
              <a:srgbClr val="D9D2E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Blue lane"/>
          <p:cNvSpPr/>
          <p:nvPr/>
        </p:nvSpPr>
        <p:spPr>
          <a:xfrm>
            <a:off x="254000" y="5080000"/>
            <a:ext cx="11303000" cy="1270000"/>
          </a:xfrm>
          <a:prstGeom prst="roundRect">
            <a:avLst>
              <a:gd name="adj" fmla="val 20000"/>
            </a:avLst>
          </a:prstGeom>
          <a:solidFill>
            <a:srgbClr val="E0F4FF"/>
          </a:solidFill>
          <a:ln w="38100">
            <a:solidFill>
              <a:srgbClr val="D9D2E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Finish"/>
          <p:cNvSpPr/>
          <p:nvPr/>
        </p:nvSpPr>
        <p:spPr>
          <a:xfrm>
            <a:off x="10731500" y="355600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Finish"/>
          <p:cNvSpPr/>
          <p:nvPr/>
        </p:nvSpPr>
        <p:spPr>
          <a:xfrm>
            <a:off x="10922000" y="355600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Finish"/>
          <p:cNvSpPr/>
          <p:nvPr/>
        </p:nvSpPr>
        <p:spPr>
          <a:xfrm>
            <a:off x="10731500" y="390525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Finish"/>
          <p:cNvSpPr/>
          <p:nvPr/>
        </p:nvSpPr>
        <p:spPr>
          <a:xfrm>
            <a:off x="10922000" y="390525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Finish"/>
          <p:cNvSpPr/>
          <p:nvPr/>
        </p:nvSpPr>
        <p:spPr>
          <a:xfrm>
            <a:off x="10731500" y="425450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Finish"/>
          <p:cNvSpPr/>
          <p:nvPr/>
        </p:nvSpPr>
        <p:spPr>
          <a:xfrm>
            <a:off x="10922000" y="425450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Finish"/>
          <p:cNvSpPr/>
          <p:nvPr/>
        </p:nvSpPr>
        <p:spPr>
          <a:xfrm>
            <a:off x="10731500" y="460375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Finish"/>
          <p:cNvSpPr/>
          <p:nvPr/>
        </p:nvSpPr>
        <p:spPr>
          <a:xfrm>
            <a:off x="10922000" y="460375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Finish"/>
          <p:cNvSpPr/>
          <p:nvPr/>
        </p:nvSpPr>
        <p:spPr>
          <a:xfrm>
            <a:off x="10731500" y="495300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Finish"/>
          <p:cNvSpPr/>
          <p:nvPr/>
        </p:nvSpPr>
        <p:spPr>
          <a:xfrm>
            <a:off x="10922000" y="495300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Finish"/>
          <p:cNvSpPr/>
          <p:nvPr/>
        </p:nvSpPr>
        <p:spPr>
          <a:xfrm>
            <a:off x="10731500" y="530225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Finish"/>
          <p:cNvSpPr/>
          <p:nvPr/>
        </p:nvSpPr>
        <p:spPr>
          <a:xfrm>
            <a:off x="10922000" y="530225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Finish"/>
          <p:cNvSpPr/>
          <p:nvPr/>
        </p:nvSpPr>
        <p:spPr>
          <a:xfrm>
            <a:off x="10731500" y="565150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Finish"/>
          <p:cNvSpPr/>
          <p:nvPr/>
        </p:nvSpPr>
        <p:spPr>
          <a:xfrm>
            <a:off x="10922000" y="565150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Finish"/>
          <p:cNvSpPr/>
          <p:nvPr/>
        </p:nvSpPr>
        <p:spPr>
          <a:xfrm>
            <a:off x="10731500" y="600075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Finish"/>
          <p:cNvSpPr/>
          <p:nvPr/>
        </p:nvSpPr>
        <p:spPr>
          <a:xfrm>
            <a:off x="10922000" y="600075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3" name="Red car" descr="Red ca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23000" y="3810000"/>
            <a:ext cx="1460500" cy="800100"/>
          </a:xfrm>
          <a:prstGeom prst="rect">
            <a:avLst/>
          </a:prstGeom>
        </p:spPr>
      </p:pic>
      <p:pic>
        <p:nvPicPr>
          <p:cNvPr id="24" name="Blue car" descr="Blue car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13000" y="5334000"/>
            <a:ext cx="1460500" cy="800100"/>
          </a:xfrm>
          <a:prstGeom prst="rect">
            <a:avLst/>
          </a:prstGeom>
        </p:spPr>
      </p:pic>
      <p:sp>
        <p:nvSpPr>
          <p:cNvPr id="25" name="Word card"/>
          <p:cNvSpPr/>
          <p:nvPr/>
        </p:nvSpPr>
        <p:spPr>
          <a:xfrm>
            <a:off x="3873500" y="952500"/>
            <a:ext cx="4445000" cy="22860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76200">
            <a:solidFill>
              <a:srgbClr val="B8A1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Word رَضِيَ" descr="رَضِيَ"/>
          <p:cNvSpPr/>
          <p:nvPr/>
        </p:nvSpPr>
        <p:spPr>
          <a:xfrm>
            <a:off x="4064000" y="1079500"/>
            <a:ext cx="4064000" cy="203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11000" b="1" lang="ar-SA">
                <a:solidFill>
                  <a:srgbClr val="2E2640"/>
                </a:solidFill>
                <a:latin typeface="Arial"/>
                <a:cs typeface="Arial"/>
              </a:rPr>
              <a:t>رَضِيَ</a:t>
            </a:r>
          </a:p>
        </p:txBody>
      </p:sp>
      <p:sp>
        <p:nvSpPr>
          <p:cNvPr id="27" name="Red point" descr="Red ✓">
            <a:hlinkClick action="ppaction://hlinksldjump" r:id="rId5"/>
          </p:cNvPr>
          <p:cNvSpPr/>
          <p:nvPr/>
        </p:nvSpPr>
        <p:spPr>
          <a:xfrm>
            <a:off x="381000" y="1143000"/>
            <a:ext cx="1905000" cy="762000"/>
          </a:xfrm>
          <a:prstGeom prst="roundRect">
            <a:avLst>
              <a:gd name="adj" fmla="val 30000"/>
            </a:avLst>
          </a:prstGeom>
          <a:solidFill>
            <a:srgbClr val="E5536F"/>
          </a:solidFill>
          <a:ln w="635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4000" b="1" lang="en-US">
                <a:solidFill>
                  <a:srgbClr val="FFFFFF"/>
                </a:solidFill>
                <a:latin typeface="Arial"/>
                <a:cs typeface="Arial"/>
              </a:rPr>
              <a:t>Red ✓</a:t>
            </a:r>
          </a:p>
        </p:txBody>
      </p:sp>
      <p:sp>
        <p:nvSpPr>
          <p:cNvPr id="28" name="Blue point" descr="Blue ✓">
            <a:hlinkClick action="ppaction://hlinksldjump" r:id="rId6"/>
          </p:cNvPr>
          <p:cNvSpPr/>
          <p:nvPr/>
        </p:nvSpPr>
        <p:spPr>
          <a:xfrm>
            <a:off x="381000" y="2095500"/>
            <a:ext cx="1905000" cy="762000"/>
          </a:xfrm>
          <a:prstGeom prst="roundRect">
            <a:avLst>
              <a:gd name="adj" fmla="val 30000"/>
            </a:avLst>
          </a:prstGeom>
          <a:solidFill>
            <a:srgbClr val="3FA7C9"/>
          </a:solidFill>
          <a:ln w="635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4000" b="1" lang="en-US">
                <a:solidFill>
                  <a:srgbClr val="FFFFFF"/>
                </a:solidFill>
                <a:latin typeface="Arial"/>
                <a:cs typeface="Arial"/>
              </a:rPr>
              <a:t>Blue ✓</a:t>
            </a:r>
          </a:p>
        </p:txBody>
      </p:sp>
      <p:sp>
        <p:nvSpPr>
          <p:cNvPr id="29" name="Next button">
            <a:hlinkClick action="ppaction://hlinksldjump" r:id="rId7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Next arrow">
            <a:hlinkClick action="ppaction://hlinksldjump" r:id="rId7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8" name="vroom.wav"/>
      </p:stSnd>
    </p:sndAc>
  </p:transition>
</p:sld>
</file>

<file path=ppt/slides/slide515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1968500" y="127000"/>
            <a:ext cx="8255000" cy="635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Team Race!  Read the word, then tap your team."/>
          <p:cNvSpPr/>
          <p:nvPr/>
        </p:nvSpPr>
        <p:spPr>
          <a:xfrm>
            <a:off x="2095500" y="127000"/>
            <a:ext cx="8001000" cy="635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000" b="1" lang="en-US">
                <a:solidFill>
                  <a:srgbClr val="2E2640"/>
                </a:solidFill>
                <a:latin typeface="Arial"/>
                <a:cs typeface="Arial"/>
              </a:rPr>
              <a:t>Team Race!  Read the word, then tap your team.</a:t>
            </a:r>
          </a:p>
        </p:txBody>
      </p:sp>
      <p:sp>
        <p:nvSpPr>
          <p:cNvPr id="5" name="Red lane"/>
          <p:cNvSpPr/>
          <p:nvPr/>
        </p:nvSpPr>
        <p:spPr>
          <a:xfrm>
            <a:off x="254000" y="3556000"/>
            <a:ext cx="11303000" cy="1270000"/>
          </a:xfrm>
          <a:prstGeom prst="roundRect">
            <a:avLst>
              <a:gd name="adj" fmla="val 20000"/>
            </a:avLst>
          </a:prstGeom>
          <a:solidFill>
            <a:srgbClr val="FFE3E8"/>
          </a:solidFill>
          <a:ln w="38100">
            <a:solidFill>
              <a:srgbClr val="D9D2E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Blue lane"/>
          <p:cNvSpPr/>
          <p:nvPr/>
        </p:nvSpPr>
        <p:spPr>
          <a:xfrm>
            <a:off x="254000" y="5080000"/>
            <a:ext cx="11303000" cy="1270000"/>
          </a:xfrm>
          <a:prstGeom prst="roundRect">
            <a:avLst>
              <a:gd name="adj" fmla="val 20000"/>
            </a:avLst>
          </a:prstGeom>
          <a:solidFill>
            <a:srgbClr val="E0F4FF"/>
          </a:solidFill>
          <a:ln w="38100">
            <a:solidFill>
              <a:srgbClr val="D9D2E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Finish"/>
          <p:cNvSpPr/>
          <p:nvPr/>
        </p:nvSpPr>
        <p:spPr>
          <a:xfrm>
            <a:off x="10731500" y="355600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Finish"/>
          <p:cNvSpPr/>
          <p:nvPr/>
        </p:nvSpPr>
        <p:spPr>
          <a:xfrm>
            <a:off x="10922000" y="355600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Finish"/>
          <p:cNvSpPr/>
          <p:nvPr/>
        </p:nvSpPr>
        <p:spPr>
          <a:xfrm>
            <a:off x="10731500" y="390525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Finish"/>
          <p:cNvSpPr/>
          <p:nvPr/>
        </p:nvSpPr>
        <p:spPr>
          <a:xfrm>
            <a:off x="10922000" y="390525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Finish"/>
          <p:cNvSpPr/>
          <p:nvPr/>
        </p:nvSpPr>
        <p:spPr>
          <a:xfrm>
            <a:off x="10731500" y="425450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Finish"/>
          <p:cNvSpPr/>
          <p:nvPr/>
        </p:nvSpPr>
        <p:spPr>
          <a:xfrm>
            <a:off x="10922000" y="425450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Finish"/>
          <p:cNvSpPr/>
          <p:nvPr/>
        </p:nvSpPr>
        <p:spPr>
          <a:xfrm>
            <a:off x="10731500" y="460375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Finish"/>
          <p:cNvSpPr/>
          <p:nvPr/>
        </p:nvSpPr>
        <p:spPr>
          <a:xfrm>
            <a:off x="10922000" y="460375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Finish"/>
          <p:cNvSpPr/>
          <p:nvPr/>
        </p:nvSpPr>
        <p:spPr>
          <a:xfrm>
            <a:off x="10731500" y="495300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Finish"/>
          <p:cNvSpPr/>
          <p:nvPr/>
        </p:nvSpPr>
        <p:spPr>
          <a:xfrm>
            <a:off x="10922000" y="495300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Finish"/>
          <p:cNvSpPr/>
          <p:nvPr/>
        </p:nvSpPr>
        <p:spPr>
          <a:xfrm>
            <a:off x="10731500" y="530225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Finish"/>
          <p:cNvSpPr/>
          <p:nvPr/>
        </p:nvSpPr>
        <p:spPr>
          <a:xfrm>
            <a:off x="10922000" y="530225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Finish"/>
          <p:cNvSpPr/>
          <p:nvPr/>
        </p:nvSpPr>
        <p:spPr>
          <a:xfrm>
            <a:off x="10731500" y="565150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Finish"/>
          <p:cNvSpPr/>
          <p:nvPr/>
        </p:nvSpPr>
        <p:spPr>
          <a:xfrm>
            <a:off x="10922000" y="565150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Finish"/>
          <p:cNvSpPr/>
          <p:nvPr/>
        </p:nvSpPr>
        <p:spPr>
          <a:xfrm>
            <a:off x="10731500" y="600075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Finish"/>
          <p:cNvSpPr/>
          <p:nvPr/>
        </p:nvSpPr>
        <p:spPr>
          <a:xfrm>
            <a:off x="10922000" y="600075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3" name="Red car" descr="Red ca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23000" y="3810000"/>
            <a:ext cx="1460500" cy="800100"/>
          </a:xfrm>
          <a:prstGeom prst="rect">
            <a:avLst/>
          </a:prstGeom>
        </p:spPr>
      </p:pic>
      <p:pic>
        <p:nvPicPr>
          <p:cNvPr id="24" name="Blue car" descr="Blue car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18000" y="5334000"/>
            <a:ext cx="1460500" cy="800100"/>
          </a:xfrm>
          <a:prstGeom prst="rect">
            <a:avLst/>
          </a:prstGeom>
        </p:spPr>
      </p:pic>
      <p:sp>
        <p:nvSpPr>
          <p:cNvPr id="25" name="Word card"/>
          <p:cNvSpPr/>
          <p:nvPr/>
        </p:nvSpPr>
        <p:spPr>
          <a:xfrm>
            <a:off x="3873500" y="952500"/>
            <a:ext cx="4445000" cy="22860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76200">
            <a:solidFill>
              <a:srgbClr val="B8A1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Word ضَحِكَ" descr="ضَحِكَ"/>
          <p:cNvSpPr/>
          <p:nvPr/>
        </p:nvSpPr>
        <p:spPr>
          <a:xfrm>
            <a:off x="4064000" y="1079500"/>
            <a:ext cx="4064000" cy="203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11000" b="1" lang="ar-SA">
                <a:solidFill>
                  <a:srgbClr val="2E2640"/>
                </a:solidFill>
                <a:latin typeface="Arial"/>
                <a:cs typeface="Arial"/>
              </a:rPr>
              <a:t>ضَحِكَ</a:t>
            </a:r>
          </a:p>
        </p:txBody>
      </p:sp>
      <p:sp>
        <p:nvSpPr>
          <p:cNvPr id="27" name="Red point" descr="Red ✓">
            <a:hlinkClick action="ppaction://hlinksldjump" r:id="rId5"/>
          </p:cNvPr>
          <p:cNvSpPr/>
          <p:nvPr/>
        </p:nvSpPr>
        <p:spPr>
          <a:xfrm>
            <a:off x="381000" y="1143000"/>
            <a:ext cx="1905000" cy="762000"/>
          </a:xfrm>
          <a:prstGeom prst="roundRect">
            <a:avLst>
              <a:gd name="adj" fmla="val 30000"/>
            </a:avLst>
          </a:prstGeom>
          <a:solidFill>
            <a:srgbClr val="E5536F"/>
          </a:solidFill>
          <a:ln w="635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4000" b="1" lang="en-US">
                <a:solidFill>
                  <a:srgbClr val="FFFFFF"/>
                </a:solidFill>
                <a:latin typeface="Arial"/>
                <a:cs typeface="Arial"/>
              </a:rPr>
              <a:t>Red ✓</a:t>
            </a:r>
          </a:p>
        </p:txBody>
      </p:sp>
      <p:sp>
        <p:nvSpPr>
          <p:cNvPr id="28" name="Blue point" descr="Blue ✓">
            <a:hlinkClick action="ppaction://hlinksldjump" r:id="rId6"/>
          </p:cNvPr>
          <p:cNvSpPr/>
          <p:nvPr/>
        </p:nvSpPr>
        <p:spPr>
          <a:xfrm>
            <a:off x="381000" y="2095500"/>
            <a:ext cx="1905000" cy="762000"/>
          </a:xfrm>
          <a:prstGeom prst="roundRect">
            <a:avLst>
              <a:gd name="adj" fmla="val 30000"/>
            </a:avLst>
          </a:prstGeom>
          <a:solidFill>
            <a:srgbClr val="3FA7C9"/>
          </a:solidFill>
          <a:ln w="635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4000" b="1" lang="en-US">
                <a:solidFill>
                  <a:srgbClr val="FFFFFF"/>
                </a:solidFill>
                <a:latin typeface="Arial"/>
                <a:cs typeface="Arial"/>
              </a:rPr>
              <a:t>Blue ✓</a:t>
            </a:r>
          </a:p>
        </p:txBody>
      </p:sp>
      <p:sp>
        <p:nvSpPr>
          <p:cNvPr id="29" name="Next button">
            <a:hlinkClick action="ppaction://hlinksldjump" r:id="rId7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Next arrow">
            <a:hlinkClick action="ppaction://hlinksldjump" r:id="rId7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8" name="vroom.wav"/>
      </p:stSnd>
    </p:sndAc>
  </p:transition>
</p:sld>
</file>

<file path=ppt/slides/slide516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1968500" y="127000"/>
            <a:ext cx="8255000" cy="635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Team Race!  Read the word, then tap your team."/>
          <p:cNvSpPr/>
          <p:nvPr/>
        </p:nvSpPr>
        <p:spPr>
          <a:xfrm>
            <a:off x="2095500" y="127000"/>
            <a:ext cx="8001000" cy="635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000" b="1" lang="en-US">
                <a:solidFill>
                  <a:srgbClr val="2E2640"/>
                </a:solidFill>
                <a:latin typeface="Arial"/>
                <a:cs typeface="Arial"/>
              </a:rPr>
              <a:t>Team Race!  Read the word, then tap your team.</a:t>
            </a:r>
          </a:p>
        </p:txBody>
      </p:sp>
      <p:sp>
        <p:nvSpPr>
          <p:cNvPr id="5" name="Red lane"/>
          <p:cNvSpPr/>
          <p:nvPr/>
        </p:nvSpPr>
        <p:spPr>
          <a:xfrm>
            <a:off x="254000" y="3556000"/>
            <a:ext cx="11303000" cy="1270000"/>
          </a:xfrm>
          <a:prstGeom prst="roundRect">
            <a:avLst>
              <a:gd name="adj" fmla="val 20000"/>
            </a:avLst>
          </a:prstGeom>
          <a:solidFill>
            <a:srgbClr val="FFE3E8"/>
          </a:solidFill>
          <a:ln w="38100">
            <a:solidFill>
              <a:srgbClr val="D9D2E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Blue lane"/>
          <p:cNvSpPr/>
          <p:nvPr/>
        </p:nvSpPr>
        <p:spPr>
          <a:xfrm>
            <a:off x="254000" y="5080000"/>
            <a:ext cx="11303000" cy="1270000"/>
          </a:xfrm>
          <a:prstGeom prst="roundRect">
            <a:avLst>
              <a:gd name="adj" fmla="val 20000"/>
            </a:avLst>
          </a:prstGeom>
          <a:solidFill>
            <a:srgbClr val="E0F4FF"/>
          </a:solidFill>
          <a:ln w="38100">
            <a:solidFill>
              <a:srgbClr val="D9D2E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Finish"/>
          <p:cNvSpPr/>
          <p:nvPr/>
        </p:nvSpPr>
        <p:spPr>
          <a:xfrm>
            <a:off x="10731500" y="355600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Finish"/>
          <p:cNvSpPr/>
          <p:nvPr/>
        </p:nvSpPr>
        <p:spPr>
          <a:xfrm>
            <a:off x="10922000" y="355600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Finish"/>
          <p:cNvSpPr/>
          <p:nvPr/>
        </p:nvSpPr>
        <p:spPr>
          <a:xfrm>
            <a:off x="10731500" y="390525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Finish"/>
          <p:cNvSpPr/>
          <p:nvPr/>
        </p:nvSpPr>
        <p:spPr>
          <a:xfrm>
            <a:off x="10922000" y="390525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Finish"/>
          <p:cNvSpPr/>
          <p:nvPr/>
        </p:nvSpPr>
        <p:spPr>
          <a:xfrm>
            <a:off x="10731500" y="425450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Finish"/>
          <p:cNvSpPr/>
          <p:nvPr/>
        </p:nvSpPr>
        <p:spPr>
          <a:xfrm>
            <a:off x="10922000" y="425450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Finish"/>
          <p:cNvSpPr/>
          <p:nvPr/>
        </p:nvSpPr>
        <p:spPr>
          <a:xfrm>
            <a:off x="10731500" y="460375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Finish"/>
          <p:cNvSpPr/>
          <p:nvPr/>
        </p:nvSpPr>
        <p:spPr>
          <a:xfrm>
            <a:off x="10922000" y="460375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Finish"/>
          <p:cNvSpPr/>
          <p:nvPr/>
        </p:nvSpPr>
        <p:spPr>
          <a:xfrm>
            <a:off x="10731500" y="495300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Finish"/>
          <p:cNvSpPr/>
          <p:nvPr/>
        </p:nvSpPr>
        <p:spPr>
          <a:xfrm>
            <a:off x="10922000" y="495300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Finish"/>
          <p:cNvSpPr/>
          <p:nvPr/>
        </p:nvSpPr>
        <p:spPr>
          <a:xfrm>
            <a:off x="10731500" y="530225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Finish"/>
          <p:cNvSpPr/>
          <p:nvPr/>
        </p:nvSpPr>
        <p:spPr>
          <a:xfrm>
            <a:off x="10922000" y="530225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Finish"/>
          <p:cNvSpPr/>
          <p:nvPr/>
        </p:nvSpPr>
        <p:spPr>
          <a:xfrm>
            <a:off x="10731500" y="565150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Finish"/>
          <p:cNvSpPr/>
          <p:nvPr/>
        </p:nvSpPr>
        <p:spPr>
          <a:xfrm>
            <a:off x="10922000" y="565150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Finish"/>
          <p:cNvSpPr/>
          <p:nvPr/>
        </p:nvSpPr>
        <p:spPr>
          <a:xfrm>
            <a:off x="10731500" y="600075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Finish"/>
          <p:cNvSpPr/>
          <p:nvPr/>
        </p:nvSpPr>
        <p:spPr>
          <a:xfrm>
            <a:off x="10922000" y="600075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3" name="Red car" descr="Red ca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23000" y="3810000"/>
            <a:ext cx="1460500" cy="800100"/>
          </a:xfrm>
          <a:prstGeom prst="rect">
            <a:avLst/>
          </a:prstGeom>
        </p:spPr>
      </p:pic>
      <p:pic>
        <p:nvPicPr>
          <p:cNvPr id="24" name="Blue car" descr="Blue car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23000" y="5334000"/>
            <a:ext cx="1460500" cy="800100"/>
          </a:xfrm>
          <a:prstGeom prst="rect">
            <a:avLst/>
          </a:prstGeom>
        </p:spPr>
      </p:pic>
      <p:sp>
        <p:nvSpPr>
          <p:cNvPr id="25" name="Word card"/>
          <p:cNvSpPr/>
          <p:nvPr/>
        </p:nvSpPr>
        <p:spPr>
          <a:xfrm>
            <a:off x="3873500" y="952500"/>
            <a:ext cx="4445000" cy="22860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76200">
            <a:solidFill>
              <a:srgbClr val="B8A1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Word حَمِدَ" descr="حَمِدَ"/>
          <p:cNvSpPr/>
          <p:nvPr/>
        </p:nvSpPr>
        <p:spPr>
          <a:xfrm>
            <a:off x="4064000" y="1079500"/>
            <a:ext cx="4064000" cy="203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11000" b="1" lang="ar-SA">
                <a:solidFill>
                  <a:srgbClr val="2E2640"/>
                </a:solidFill>
                <a:latin typeface="Arial"/>
                <a:cs typeface="Arial"/>
              </a:rPr>
              <a:t>حَمِدَ</a:t>
            </a:r>
          </a:p>
        </p:txBody>
      </p:sp>
      <p:sp>
        <p:nvSpPr>
          <p:cNvPr id="27" name="Red point" descr="Red ✓">
            <a:hlinkClick action="ppaction://hlinksldjump" r:id="rId5"/>
          </p:cNvPr>
          <p:cNvSpPr/>
          <p:nvPr/>
        </p:nvSpPr>
        <p:spPr>
          <a:xfrm>
            <a:off x="381000" y="1143000"/>
            <a:ext cx="1905000" cy="762000"/>
          </a:xfrm>
          <a:prstGeom prst="roundRect">
            <a:avLst>
              <a:gd name="adj" fmla="val 30000"/>
            </a:avLst>
          </a:prstGeom>
          <a:solidFill>
            <a:srgbClr val="E5536F"/>
          </a:solidFill>
          <a:ln w="635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4000" b="1" lang="en-US">
                <a:solidFill>
                  <a:srgbClr val="FFFFFF"/>
                </a:solidFill>
                <a:latin typeface="Arial"/>
                <a:cs typeface="Arial"/>
              </a:rPr>
              <a:t>Red ✓</a:t>
            </a:r>
          </a:p>
        </p:txBody>
      </p:sp>
      <p:sp>
        <p:nvSpPr>
          <p:cNvPr id="28" name="Blue point" descr="Blue ✓">
            <a:hlinkClick action="ppaction://hlinksldjump" r:id="rId6"/>
          </p:cNvPr>
          <p:cNvSpPr/>
          <p:nvPr/>
        </p:nvSpPr>
        <p:spPr>
          <a:xfrm>
            <a:off x="381000" y="2095500"/>
            <a:ext cx="1905000" cy="762000"/>
          </a:xfrm>
          <a:prstGeom prst="roundRect">
            <a:avLst>
              <a:gd name="adj" fmla="val 30000"/>
            </a:avLst>
          </a:prstGeom>
          <a:solidFill>
            <a:srgbClr val="3FA7C9"/>
          </a:solidFill>
          <a:ln w="635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4000" b="1" lang="en-US">
                <a:solidFill>
                  <a:srgbClr val="FFFFFF"/>
                </a:solidFill>
                <a:latin typeface="Arial"/>
                <a:cs typeface="Arial"/>
              </a:rPr>
              <a:t>Blue ✓</a:t>
            </a:r>
          </a:p>
        </p:txBody>
      </p:sp>
      <p:sp>
        <p:nvSpPr>
          <p:cNvPr id="29" name="Next button">
            <a:hlinkClick action="ppaction://hlinksldjump" r:id="rId7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Next arrow">
            <a:hlinkClick action="ppaction://hlinksldjump" r:id="rId7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8" name="vroom.wav"/>
      </p:stSnd>
    </p:sndAc>
  </p:transition>
</p:sld>
</file>

<file path=ppt/slides/slide517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1968500" y="127000"/>
            <a:ext cx="8255000" cy="635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Team Race!  Read the word, then tap your team."/>
          <p:cNvSpPr/>
          <p:nvPr/>
        </p:nvSpPr>
        <p:spPr>
          <a:xfrm>
            <a:off x="2095500" y="127000"/>
            <a:ext cx="8001000" cy="635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000" b="1" lang="en-US">
                <a:solidFill>
                  <a:srgbClr val="2E2640"/>
                </a:solidFill>
                <a:latin typeface="Arial"/>
                <a:cs typeface="Arial"/>
              </a:rPr>
              <a:t>Team Race!  Read the word, then tap your team.</a:t>
            </a:r>
          </a:p>
        </p:txBody>
      </p:sp>
      <p:sp>
        <p:nvSpPr>
          <p:cNvPr id="5" name="Red lane"/>
          <p:cNvSpPr/>
          <p:nvPr/>
        </p:nvSpPr>
        <p:spPr>
          <a:xfrm>
            <a:off x="254000" y="3556000"/>
            <a:ext cx="11303000" cy="1270000"/>
          </a:xfrm>
          <a:prstGeom prst="roundRect">
            <a:avLst>
              <a:gd name="adj" fmla="val 20000"/>
            </a:avLst>
          </a:prstGeom>
          <a:solidFill>
            <a:srgbClr val="FFE3E8"/>
          </a:solidFill>
          <a:ln w="38100">
            <a:solidFill>
              <a:srgbClr val="D9D2E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Blue lane"/>
          <p:cNvSpPr/>
          <p:nvPr/>
        </p:nvSpPr>
        <p:spPr>
          <a:xfrm>
            <a:off x="254000" y="5080000"/>
            <a:ext cx="11303000" cy="1270000"/>
          </a:xfrm>
          <a:prstGeom prst="roundRect">
            <a:avLst>
              <a:gd name="adj" fmla="val 20000"/>
            </a:avLst>
          </a:prstGeom>
          <a:solidFill>
            <a:srgbClr val="E0F4FF"/>
          </a:solidFill>
          <a:ln w="38100">
            <a:solidFill>
              <a:srgbClr val="D9D2E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Finish"/>
          <p:cNvSpPr/>
          <p:nvPr/>
        </p:nvSpPr>
        <p:spPr>
          <a:xfrm>
            <a:off x="10731500" y="355600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Finish"/>
          <p:cNvSpPr/>
          <p:nvPr/>
        </p:nvSpPr>
        <p:spPr>
          <a:xfrm>
            <a:off x="10922000" y="355600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Finish"/>
          <p:cNvSpPr/>
          <p:nvPr/>
        </p:nvSpPr>
        <p:spPr>
          <a:xfrm>
            <a:off x="10731500" y="390525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Finish"/>
          <p:cNvSpPr/>
          <p:nvPr/>
        </p:nvSpPr>
        <p:spPr>
          <a:xfrm>
            <a:off x="10922000" y="390525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Finish"/>
          <p:cNvSpPr/>
          <p:nvPr/>
        </p:nvSpPr>
        <p:spPr>
          <a:xfrm>
            <a:off x="10731500" y="425450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Finish"/>
          <p:cNvSpPr/>
          <p:nvPr/>
        </p:nvSpPr>
        <p:spPr>
          <a:xfrm>
            <a:off x="10922000" y="425450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Finish"/>
          <p:cNvSpPr/>
          <p:nvPr/>
        </p:nvSpPr>
        <p:spPr>
          <a:xfrm>
            <a:off x="10731500" y="460375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Finish"/>
          <p:cNvSpPr/>
          <p:nvPr/>
        </p:nvSpPr>
        <p:spPr>
          <a:xfrm>
            <a:off x="10922000" y="460375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Finish"/>
          <p:cNvSpPr/>
          <p:nvPr/>
        </p:nvSpPr>
        <p:spPr>
          <a:xfrm>
            <a:off x="10731500" y="495300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Finish"/>
          <p:cNvSpPr/>
          <p:nvPr/>
        </p:nvSpPr>
        <p:spPr>
          <a:xfrm>
            <a:off x="10922000" y="495300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Finish"/>
          <p:cNvSpPr/>
          <p:nvPr/>
        </p:nvSpPr>
        <p:spPr>
          <a:xfrm>
            <a:off x="10731500" y="530225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Finish"/>
          <p:cNvSpPr/>
          <p:nvPr/>
        </p:nvSpPr>
        <p:spPr>
          <a:xfrm>
            <a:off x="10922000" y="530225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Finish"/>
          <p:cNvSpPr/>
          <p:nvPr/>
        </p:nvSpPr>
        <p:spPr>
          <a:xfrm>
            <a:off x="10731500" y="565150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Finish"/>
          <p:cNvSpPr/>
          <p:nvPr/>
        </p:nvSpPr>
        <p:spPr>
          <a:xfrm>
            <a:off x="10922000" y="565150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Finish"/>
          <p:cNvSpPr/>
          <p:nvPr/>
        </p:nvSpPr>
        <p:spPr>
          <a:xfrm>
            <a:off x="10731500" y="600075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Finish"/>
          <p:cNvSpPr/>
          <p:nvPr/>
        </p:nvSpPr>
        <p:spPr>
          <a:xfrm>
            <a:off x="10922000" y="600075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3" name="Red car" descr="Red ca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23000" y="3810000"/>
            <a:ext cx="1460500" cy="800100"/>
          </a:xfrm>
          <a:prstGeom prst="rect">
            <a:avLst/>
          </a:prstGeom>
        </p:spPr>
      </p:pic>
      <p:pic>
        <p:nvPicPr>
          <p:cNvPr id="24" name="Blue car" descr="Blue car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8000" y="5334000"/>
            <a:ext cx="1460500" cy="800100"/>
          </a:xfrm>
          <a:prstGeom prst="rect">
            <a:avLst/>
          </a:prstGeom>
        </p:spPr>
      </p:pic>
      <p:sp>
        <p:nvSpPr>
          <p:cNvPr id="25" name="Word card"/>
          <p:cNvSpPr/>
          <p:nvPr/>
        </p:nvSpPr>
        <p:spPr>
          <a:xfrm>
            <a:off x="3873500" y="952500"/>
            <a:ext cx="4445000" cy="22860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76200">
            <a:solidFill>
              <a:srgbClr val="B8A1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Word عَمِلَ" descr="عَمِلَ"/>
          <p:cNvSpPr/>
          <p:nvPr/>
        </p:nvSpPr>
        <p:spPr>
          <a:xfrm>
            <a:off x="4064000" y="1079500"/>
            <a:ext cx="4064000" cy="203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11000" b="1" lang="ar-SA">
                <a:solidFill>
                  <a:srgbClr val="2E2640"/>
                </a:solidFill>
                <a:latin typeface="Arial"/>
                <a:cs typeface="Arial"/>
              </a:rPr>
              <a:t>عَمِلَ</a:t>
            </a:r>
          </a:p>
        </p:txBody>
      </p:sp>
      <p:sp>
        <p:nvSpPr>
          <p:cNvPr id="27" name="Red point" descr="Red ✓">
            <a:hlinkClick action="ppaction://hlinksldjump" r:id="rId5"/>
          </p:cNvPr>
          <p:cNvSpPr/>
          <p:nvPr/>
        </p:nvSpPr>
        <p:spPr>
          <a:xfrm>
            <a:off x="381000" y="1143000"/>
            <a:ext cx="1905000" cy="762000"/>
          </a:xfrm>
          <a:prstGeom prst="roundRect">
            <a:avLst>
              <a:gd name="adj" fmla="val 30000"/>
            </a:avLst>
          </a:prstGeom>
          <a:solidFill>
            <a:srgbClr val="E5536F"/>
          </a:solidFill>
          <a:ln w="635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4000" b="1" lang="en-US">
                <a:solidFill>
                  <a:srgbClr val="FFFFFF"/>
                </a:solidFill>
                <a:latin typeface="Arial"/>
                <a:cs typeface="Arial"/>
              </a:rPr>
              <a:t>Red ✓</a:t>
            </a:r>
          </a:p>
        </p:txBody>
      </p:sp>
      <p:sp>
        <p:nvSpPr>
          <p:cNvPr id="28" name="Blue point" descr="Blue ✓">
            <a:hlinkClick action="ppaction://hlinksldjump" r:id="rId6"/>
          </p:cNvPr>
          <p:cNvSpPr/>
          <p:nvPr/>
        </p:nvSpPr>
        <p:spPr>
          <a:xfrm>
            <a:off x="381000" y="2095500"/>
            <a:ext cx="1905000" cy="762000"/>
          </a:xfrm>
          <a:prstGeom prst="roundRect">
            <a:avLst>
              <a:gd name="adj" fmla="val 30000"/>
            </a:avLst>
          </a:prstGeom>
          <a:solidFill>
            <a:srgbClr val="3FA7C9"/>
          </a:solidFill>
          <a:ln w="635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4000" b="1" lang="en-US">
                <a:solidFill>
                  <a:srgbClr val="FFFFFF"/>
                </a:solidFill>
                <a:latin typeface="Arial"/>
                <a:cs typeface="Arial"/>
              </a:rPr>
              <a:t>Blue ✓</a:t>
            </a:r>
          </a:p>
        </p:txBody>
      </p:sp>
      <p:sp>
        <p:nvSpPr>
          <p:cNvPr id="29" name="Next button">
            <a:hlinkClick action="ppaction://hlinksldjump" r:id="rId7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Next arrow">
            <a:hlinkClick action="ppaction://hlinksldjump" r:id="rId7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8" name="vroom.wav"/>
      </p:stSnd>
    </p:sndAc>
  </p:transition>
</p:sld>
</file>

<file path=ppt/slides/slide518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1968500" y="127000"/>
            <a:ext cx="8255000" cy="635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Team Race!  Read the word, then tap your team."/>
          <p:cNvSpPr/>
          <p:nvPr/>
        </p:nvSpPr>
        <p:spPr>
          <a:xfrm>
            <a:off x="2095500" y="127000"/>
            <a:ext cx="8001000" cy="635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000" b="1" lang="en-US">
                <a:solidFill>
                  <a:srgbClr val="2E2640"/>
                </a:solidFill>
                <a:latin typeface="Arial"/>
                <a:cs typeface="Arial"/>
              </a:rPr>
              <a:t>Team Race!  Read the word, then tap your team.</a:t>
            </a:r>
          </a:p>
        </p:txBody>
      </p:sp>
      <p:sp>
        <p:nvSpPr>
          <p:cNvPr id="5" name="Red lane"/>
          <p:cNvSpPr/>
          <p:nvPr/>
        </p:nvSpPr>
        <p:spPr>
          <a:xfrm>
            <a:off x="254000" y="3556000"/>
            <a:ext cx="11303000" cy="1270000"/>
          </a:xfrm>
          <a:prstGeom prst="roundRect">
            <a:avLst>
              <a:gd name="adj" fmla="val 20000"/>
            </a:avLst>
          </a:prstGeom>
          <a:solidFill>
            <a:srgbClr val="FFE3E8"/>
          </a:solidFill>
          <a:ln w="38100">
            <a:solidFill>
              <a:srgbClr val="D9D2E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Blue lane"/>
          <p:cNvSpPr/>
          <p:nvPr/>
        </p:nvSpPr>
        <p:spPr>
          <a:xfrm>
            <a:off x="254000" y="5080000"/>
            <a:ext cx="11303000" cy="1270000"/>
          </a:xfrm>
          <a:prstGeom prst="roundRect">
            <a:avLst>
              <a:gd name="adj" fmla="val 20000"/>
            </a:avLst>
          </a:prstGeom>
          <a:solidFill>
            <a:srgbClr val="E0F4FF"/>
          </a:solidFill>
          <a:ln w="38100">
            <a:solidFill>
              <a:srgbClr val="D9D2E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Finish"/>
          <p:cNvSpPr/>
          <p:nvPr/>
        </p:nvSpPr>
        <p:spPr>
          <a:xfrm>
            <a:off x="10731500" y="355600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Finish"/>
          <p:cNvSpPr/>
          <p:nvPr/>
        </p:nvSpPr>
        <p:spPr>
          <a:xfrm>
            <a:off x="10922000" y="355600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Finish"/>
          <p:cNvSpPr/>
          <p:nvPr/>
        </p:nvSpPr>
        <p:spPr>
          <a:xfrm>
            <a:off x="10731500" y="390525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Finish"/>
          <p:cNvSpPr/>
          <p:nvPr/>
        </p:nvSpPr>
        <p:spPr>
          <a:xfrm>
            <a:off x="10922000" y="390525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Finish"/>
          <p:cNvSpPr/>
          <p:nvPr/>
        </p:nvSpPr>
        <p:spPr>
          <a:xfrm>
            <a:off x="10731500" y="425450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Finish"/>
          <p:cNvSpPr/>
          <p:nvPr/>
        </p:nvSpPr>
        <p:spPr>
          <a:xfrm>
            <a:off x="10922000" y="425450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Finish"/>
          <p:cNvSpPr/>
          <p:nvPr/>
        </p:nvSpPr>
        <p:spPr>
          <a:xfrm>
            <a:off x="10731500" y="460375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Finish"/>
          <p:cNvSpPr/>
          <p:nvPr/>
        </p:nvSpPr>
        <p:spPr>
          <a:xfrm>
            <a:off x="10922000" y="460375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Finish"/>
          <p:cNvSpPr/>
          <p:nvPr/>
        </p:nvSpPr>
        <p:spPr>
          <a:xfrm>
            <a:off x="10731500" y="495300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Finish"/>
          <p:cNvSpPr/>
          <p:nvPr/>
        </p:nvSpPr>
        <p:spPr>
          <a:xfrm>
            <a:off x="10922000" y="495300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Finish"/>
          <p:cNvSpPr/>
          <p:nvPr/>
        </p:nvSpPr>
        <p:spPr>
          <a:xfrm>
            <a:off x="10731500" y="530225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Finish"/>
          <p:cNvSpPr/>
          <p:nvPr/>
        </p:nvSpPr>
        <p:spPr>
          <a:xfrm>
            <a:off x="10922000" y="530225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Finish"/>
          <p:cNvSpPr/>
          <p:nvPr/>
        </p:nvSpPr>
        <p:spPr>
          <a:xfrm>
            <a:off x="10731500" y="565150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Finish"/>
          <p:cNvSpPr/>
          <p:nvPr/>
        </p:nvSpPr>
        <p:spPr>
          <a:xfrm>
            <a:off x="10922000" y="565150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Finish"/>
          <p:cNvSpPr/>
          <p:nvPr/>
        </p:nvSpPr>
        <p:spPr>
          <a:xfrm>
            <a:off x="10731500" y="600075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Finish"/>
          <p:cNvSpPr/>
          <p:nvPr/>
        </p:nvSpPr>
        <p:spPr>
          <a:xfrm>
            <a:off x="10922000" y="600075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3" name="Red car" descr="Red ca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28000" y="3810000"/>
            <a:ext cx="1460500" cy="800100"/>
          </a:xfrm>
          <a:prstGeom prst="rect">
            <a:avLst/>
          </a:prstGeom>
        </p:spPr>
      </p:pic>
      <p:pic>
        <p:nvPicPr>
          <p:cNvPr id="24" name="Blue car" descr="Blue car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8000" y="5334000"/>
            <a:ext cx="1460500" cy="800100"/>
          </a:xfrm>
          <a:prstGeom prst="rect">
            <a:avLst/>
          </a:prstGeom>
        </p:spPr>
      </p:pic>
      <p:sp>
        <p:nvSpPr>
          <p:cNvPr id="25" name="Word card"/>
          <p:cNvSpPr/>
          <p:nvPr/>
        </p:nvSpPr>
        <p:spPr>
          <a:xfrm>
            <a:off x="3873500" y="952500"/>
            <a:ext cx="4445000" cy="22860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76200">
            <a:solidFill>
              <a:srgbClr val="B8A1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Word رَضِيَ" descr="رَضِيَ"/>
          <p:cNvSpPr/>
          <p:nvPr/>
        </p:nvSpPr>
        <p:spPr>
          <a:xfrm>
            <a:off x="4064000" y="1079500"/>
            <a:ext cx="4064000" cy="203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11000" b="1" lang="ar-SA">
                <a:solidFill>
                  <a:srgbClr val="2E2640"/>
                </a:solidFill>
                <a:latin typeface="Arial"/>
                <a:cs typeface="Arial"/>
              </a:rPr>
              <a:t>رَضِيَ</a:t>
            </a:r>
          </a:p>
        </p:txBody>
      </p:sp>
      <p:sp>
        <p:nvSpPr>
          <p:cNvPr id="27" name="Red point" descr="Red ✓">
            <a:hlinkClick action="ppaction://hlinksldjump" r:id="rId5"/>
          </p:cNvPr>
          <p:cNvSpPr/>
          <p:nvPr/>
        </p:nvSpPr>
        <p:spPr>
          <a:xfrm>
            <a:off x="381000" y="1143000"/>
            <a:ext cx="1905000" cy="762000"/>
          </a:xfrm>
          <a:prstGeom prst="roundRect">
            <a:avLst>
              <a:gd name="adj" fmla="val 30000"/>
            </a:avLst>
          </a:prstGeom>
          <a:solidFill>
            <a:srgbClr val="E5536F"/>
          </a:solidFill>
          <a:ln w="635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4000" b="1" lang="en-US">
                <a:solidFill>
                  <a:srgbClr val="FFFFFF"/>
                </a:solidFill>
                <a:latin typeface="Arial"/>
                <a:cs typeface="Arial"/>
              </a:rPr>
              <a:t>Red ✓</a:t>
            </a:r>
          </a:p>
        </p:txBody>
      </p:sp>
      <p:sp>
        <p:nvSpPr>
          <p:cNvPr id="28" name="Blue point" descr="Blue ✓">
            <a:hlinkClick action="ppaction://hlinksldjump" r:id="rId6"/>
          </p:cNvPr>
          <p:cNvSpPr/>
          <p:nvPr/>
        </p:nvSpPr>
        <p:spPr>
          <a:xfrm>
            <a:off x="381000" y="2095500"/>
            <a:ext cx="1905000" cy="762000"/>
          </a:xfrm>
          <a:prstGeom prst="roundRect">
            <a:avLst>
              <a:gd name="adj" fmla="val 30000"/>
            </a:avLst>
          </a:prstGeom>
          <a:solidFill>
            <a:srgbClr val="3FA7C9"/>
          </a:solidFill>
          <a:ln w="635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4000" b="1" lang="en-US">
                <a:solidFill>
                  <a:srgbClr val="FFFFFF"/>
                </a:solidFill>
                <a:latin typeface="Arial"/>
                <a:cs typeface="Arial"/>
              </a:rPr>
              <a:t>Blue ✓</a:t>
            </a:r>
          </a:p>
        </p:txBody>
      </p:sp>
      <p:sp>
        <p:nvSpPr>
          <p:cNvPr id="29" name="Next button">
            <a:hlinkClick action="ppaction://hlinksldjump" r:id="rId7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Next arrow">
            <a:hlinkClick action="ppaction://hlinksldjump" r:id="rId7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8" name="vroom.wav"/>
      </p:stSnd>
    </p:sndAc>
  </p:transition>
</p:sld>
</file>

<file path=ppt/slides/slide519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1968500" y="127000"/>
            <a:ext cx="8255000" cy="635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Team Race!  Read the word, then tap your team."/>
          <p:cNvSpPr/>
          <p:nvPr/>
        </p:nvSpPr>
        <p:spPr>
          <a:xfrm>
            <a:off x="2095500" y="127000"/>
            <a:ext cx="8001000" cy="635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000" b="1" lang="en-US">
                <a:solidFill>
                  <a:srgbClr val="2E2640"/>
                </a:solidFill>
                <a:latin typeface="Arial"/>
                <a:cs typeface="Arial"/>
              </a:rPr>
              <a:t>Team Race!  Read the word, then tap your team.</a:t>
            </a:r>
          </a:p>
        </p:txBody>
      </p:sp>
      <p:sp>
        <p:nvSpPr>
          <p:cNvPr id="5" name="Red lane"/>
          <p:cNvSpPr/>
          <p:nvPr/>
        </p:nvSpPr>
        <p:spPr>
          <a:xfrm>
            <a:off x="254000" y="3556000"/>
            <a:ext cx="11303000" cy="1270000"/>
          </a:xfrm>
          <a:prstGeom prst="roundRect">
            <a:avLst>
              <a:gd name="adj" fmla="val 20000"/>
            </a:avLst>
          </a:prstGeom>
          <a:solidFill>
            <a:srgbClr val="FFE3E8"/>
          </a:solidFill>
          <a:ln w="38100">
            <a:solidFill>
              <a:srgbClr val="D9D2E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Blue lane"/>
          <p:cNvSpPr/>
          <p:nvPr/>
        </p:nvSpPr>
        <p:spPr>
          <a:xfrm>
            <a:off x="254000" y="5080000"/>
            <a:ext cx="11303000" cy="1270000"/>
          </a:xfrm>
          <a:prstGeom prst="roundRect">
            <a:avLst>
              <a:gd name="adj" fmla="val 20000"/>
            </a:avLst>
          </a:prstGeom>
          <a:solidFill>
            <a:srgbClr val="E0F4FF"/>
          </a:solidFill>
          <a:ln w="38100">
            <a:solidFill>
              <a:srgbClr val="D9D2E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Finish"/>
          <p:cNvSpPr/>
          <p:nvPr/>
        </p:nvSpPr>
        <p:spPr>
          <a:xfrm>
            <a:off x="10731500" y="355600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Finish"/>
          <p:cNvSpPr/>
          <p:nvPr/>
        </p:nvSpPr>
        <p:spPr>
          <a:xfrm>
            <a:off x="10922000" y="355600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Finish"/>
          <p:cNvSpPr/>
          <p:nvPr/>
        </p:nvSpPr>
        <p:spPr>
          <a:xfrm>
            <a:off x="10731500" y="390525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Finish"/>
          <p:cNvSpPr/>
          <p:nvPr/>
        </p:nvSpPr>
        <p:spPr>
          <a:xfrm>
            <a:off x="10922000" y="390525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Finish"/>
          <p:cNvSpPr/>
          <p:nvPr/>
        </p:nvSpPr>
        <p:spPr>
          <a:xfrm>
            <a:off x="10731500" y="425450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Finish"/>
          <p:cNvSpPr/>
          <p:nvPr/>
        </p:nvSpPr>
        <p:spPr>
          <a:xfrm>
            <a:off x="10922000" y="425450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Finish"/>
          <p:cNvSpPr/>
          <p:nvPr/>
        </p:nvSpPr>
        <p:spPr>
          <a:xfrm>
            <a:off x="10731500" y="460375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Finish"/>
          <p:cNvSpPr/>
          <p:nvPr/>
        </p:nvSpPr>
        <p:spPr>
          <a:xfrm>
            <a:off x="10922000" y="460375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Finish"/>
          <p:cNvSpPr/>
          <p:nvPr/>
        </p:nvSpPr>
        <p:spPr>
          <a:xfrm>
            <a:off x="10731500" y="495300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Finish"/>
          <p:cNvSpPr/>
          <p:nvPr/>
        </p:nvSpPr>
        <p:spPr>
          <a:xfrm>
            <a:off x="10922000" y="495300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Finish"/>
          <p:cNvSpPr/>
          <p:nvPr/>
        </p:nvSpPr>
        <p:spPr>
          <a:xfrm>
            <a:off x="10731500" y="530225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Finish"/>
          <p:cNvSpPr/>
          <p:nvPr/>
        </p:nvSpPr>
        <p:spPr>
          <a:xfrm>
            <a:off x="10922000" y="530225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Finish"/>
          <p:cNvSpPr/>
          <p:nvPr/>
        </p:nvSpPr>
        <p:spPr>
          <a:xfrm>
            <a:off x="10731500" y="565150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Finish"/>
          <p:cNvSpPr/>
          <p:nvPr/>
        </p:nvSpPr>
        <p:spPr>
          <a:xfrm>
            <a:off x="10922000" y="565150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Finish"/>
          <p:cNvSpPr/>
          <p:nvPr/>
        </p:nvSpPr>
        <p:spPr>
          <a:xfrm>
            <a:off x="10731500" y="600075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Finish"/>
          <p:cNvSpPr/>
          <p:nvPr/>
        </p:nvSpPr>
        <p:spPr>
          <a:xfrm>
            <a:off x="10922000" y="600075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3" name="Red car" descr="Red ca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28000" y="3810000"/>
            <a:ext cx="1460500" cy="800100"/>
          </a:xfrm>
          <a:prstGeom prst="rect">
            <a:avLst/>
          </a:prstGeom>
        </p:spPr>
      </p:pic>
      <p:pic>
        <p:nvPicPr>
          <p:cNvPr id="24" name="Blue car" descr="Blue car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13000" y="5334000"/>
            <a:ext cx="1460500" cy="800100"/>
          </a:xfrm>
          <a:prstGeom prst="rect">
            <a:avLst/>
          </a:prstGeom>
        </p:spPr>
      </p:pic>
      <p:sp>
        <p:nvSpPr>
          <p:cNvPr id="25" name="Word card"/>
          <p:cNvSpPr/>
          <p:nvPr/>
        </p:nvSpPr>
        <p:spPr>
          <a:xfrm>
            <a:off x="3873500" y="952500"/>
            <a:ext cx="4445000" cy="22860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76200">
            <a:solidFill>
              <a:srgbClr val="B8A1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Word ضَحِكَ" descr="ضَحِكَ"/>
          <p:cNvSpPr/>
          <p:nvPr/>
        </p:nvSpPr>
        <p:spPr>
          <a:xfrm>
            <a:off x="4064000" y="1079500"/>
            <a:ext cx="4064000" cy="203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11000" b="1" lang="ar-SA">
                <a:solidFill>
                  <a:srgbClr val="2E2640"/>
                </a:solidFill>
                <a:latin typeface="Arial"/>
                <a:cs typeface="Arial"/>
              </a:rPr>
              <a:t>ضَحِكَ</a:t>
            </a:r>
          </a:p>
        </p:txBody>
      </p:sp>
      <p:sp>
        <p:nvSpPr>
          <p:cNvPr id="27" name="Red point" descr="Red ✓">
            <a:hlinkClick action="ppaction://hlinksldjump" r:id="rId5"/>
          </p:cNvPr>
          <p:cNvSpPr/>
          <p:nvPr/>
        </p:nvSpPr>
        <p:spPr>
          <a:xfrm>
            <a:off x="381000" y="1143000"/>
            <a:ext cx="1905000" cy="762000"/>
          </a:xfrm>
          <a:prstGeom prst="roundRect">
            <a:avLst>
              <a:gd name="adj" fmla="val 30000"/>
            </a:avLst>
          </a:prstGeom>
          <a:solidFill>
            <a:srgbClr val="E5536F"/>
          </a:solidFill>
          <a:ln w="635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4000" b="1" lang="en-US">
                <a:solidFill>
                  <a:srgbClr val="FFFFFF"/>
                </a:solidFill>
                <a:latin typeface="Arial"/>
                <a:cs typeface="Arial"/>
              </a:rPr>
              <a:t>Red ✓</a:t>
            </a:r>
          </a:p>
        </p:txBody>
      </p:sp>
      <p:sp>
        <p:nvSpPr>
          <p:cNvPr id="28" name="Blue point" descr="Blue ✓">
            <a:hlinkClick action="ppaction://hlinksldjump" r:id="rId6"/>
          </p:cNvPr>
          <p:cNvSpPr/>
          <p:nvPr/>
        </p:nvSpPr>
        <p:spPr>
          <a:xfrm>
            <a:off x="381000" y="2095500"/>
            <a:ext cx="1905000" cy="762000"/>
          </a:xfrm>
          <a:prstGeom prst="roundRect">
            <a:avLst>
              <a:gd name="adj" fmla="val 30000"/>
            </a:avLst>
          </a:prstGeom>
          <a:solidFill>
            <a:srgbClr val="3FA7C9"/>
          </a:solidFill>
          <a:ln w="635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4000" b="1" lang="en-US">
                <a:solidFill>
                  <a:srgbClr val="FFFFFF"/>
                </a:solidFill>
                <a:latin typeface="Arial"/>
                <a:cs typeface="Arial"/>
              </a:rPr>
              <a:t>Blue ✓</a:t>
            </a:r>
          </a:p>
        </p:txBody>
      </p:sp>
      <p:sp>
        <p:nvSpPr>
          <p:cNvPr id="29" name="Next button">
            <a:hlinkClick action="ppaction://hlinksldjump" r:id="rId7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Next arrow">
            <a:hlinkClick action="ppaction://hlinksldjump" r:id="rId7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8" name="vroom.wav"/>
      </p:stSnd>
    </p:sndAc>
  </p:transition>
</p:sld>
</file>

<file path=ppt/slides/slide520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1968500" y="127000"/>
            <a:ext cx="8255000" cy="635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Team Race!  Read the word, then tap your team."/>
          <p:cNvSpPr/>
          <p:nvPr/>
        </p:nvSpPr>
        <p:spPr>
          <a:xfrm>
            <a:off x="2095500" y="127000"/>
            <a:ext cx="8001000" cy="635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000" b="1" lang="en-US">
                <a:solidFill>
                  <a:srgbClr val="2E2640"/>
                </a:solidFill>
                <a:latin typeface="Arial"/>
                <a:cs typeface="Arial"/>
              </a:rPr>
              <a:t>Team Race!  Read the word, then tap your team.</a:t>
            </a:r>
          </a:p>
        </p:txBody>
      </p:sp>
      <p:sp>
        <p:nvSpPr>
          <p:cNvPr id="5" name="Red lane"/>
          <p:cNvSpPr/>
          <p:nvPr/>
        </p:nvSpPr>
        <p:spPr>
          <a:xfrm>
            <a:off x="254000" y="3556000"/>
            <a:ext cx="11303000" cy="1270000"/>
          </a:xfrm>
          <a:prstGeom prst="roundRect">
            <a:avLst>
              <a:gd name="adj" fmla="val 20000"/>
            </a:avLst>
          </a:prstGeom>
          <a:solidFill>
            <a:srgbClr val="FFE3E8"/>
          </a:solidFill>
          <a:ln w="38100">
            <a:solidFill>
              <a:srgbClr val="D9D2E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Blue lane"/>
          <p:cNvSpPr/>
          <p:nvPr/>
        </p:nvSpPr>
        <p:spPr>
          <a:xfrm>
            <a:off x="254000" y="5080000"/>
            <a:ext cx="11303000" cy="1270000"/>
          </a:xfrm>
          <a:prstGeom prst="roundRect">
            <a:avLst>
              <a:gd name="adj" fmla="val 20000"/>
            </a:avLst>
          </a:prstGeom>
          <a:solidFill>
            <a:srgbClr val="E0F4FF"/>
          </a:solidFill>
          <a:ln w="38100">
            <a:solidFill>
              <a:srgbClr val="D9D2E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Finish"/>
          <p:cNvSpPr/>
          <p:nvPr/>
        </p:nvSpPr>
        <p:spPr>
          <a:xfrm>
            <a:off x="10731500" y="355600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Finish"/>
          <p:cNvSpPr/>
          <p:nvPr/>
        </p:nvSpPr>
        <p:spPr>
          <a:xfrm>
            <a:off x="10922000" y="355600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Finish"/>
          <p:cNvSpPr/>
          <p:nvPr/>
        </p:nvSpPr>
        <p:spPr>
          <a:xfrm>
            <a:off x="10731500" y="390525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Finish"/>
          <p:cNvSpPr/>
          <p:nvPr/>
        </p:nvSpPr>
        <p:spPr>
          <a:xfrm>
            <a:off x="10922000" y="390525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Finish"/>
          <p:cNvSpPr/>
          <p:nvPr/>
        </p:nvSpPr>
        <p:spPr>
          <a:xfrm>
            <a:off x="10731500" y="425450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Finish"/>
          <p:cNvSpPr/>
          <p:nvPr/>
        </p:nvSpPr>
        <p:spPr>
          <a:xfrm>
            <a:off x="10922000" y="425450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Finish"/>
          <p:cNvSpPr/>
          <p:nvPr/>
        </p:nvSpPr>
        <p:spPr>
          <a:xfrm>
            <a:off x="10731500" y="460375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Finish"/>
          <p:cNvSpPr/>
          <p:nvPr/>
        </p:nvSpPr>
        <p:spPr>
          <a:xfrm>
            <a:off x="10922000" y="460375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Finish"/>
          <p:cNvSpPr/>
          <p:nvPr/>
        </p:nvSpPr>
        <p:spPr>
          <a:xfrm>
            <a:off x="10731500" y="495300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Finish"/>
          <p:cNvSpPr/>
          <p:nvPr/>
        </p:nvSpPr>
        <p:spPr>
          <a:xfrm>
            <a:off x="10922000" y="495300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Finish"/>
          <p:cNvSpPr/>
          <p:nvPr/>
        </p:nvSpPr>
        <p:spPr>
          <a:xfrm>
            <a:off x="10731500" y="530225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Finish"/>
          <p:cNvSpPr/>
          <p:nvPr/>
        </p:nvSpPr>
        <p:spPr>
          <a:xfrm>
            <a:off x="10922000" y="530225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Finish"/>
          <p:cNvSpPr/>
          <p:nvPr/>
        </p:nvSpPr>
        <p:spPr>
          <a:xfrm>
            <a:off x="10731500" y="565150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Finish"/>
          <p:cNvSpPr/>
          <p:nvPr/>
        </p:nvSpPr>
        <p:spPr>
          <a:xfrm>
            <a:off x="10922000" y="565150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Finish"/>
          <p:cNvSpPr/>
          <p:nvPr/>
        </p:nvSpPr>
        <p:spPr>
          <a:xfrm>
            <a:off x="10731500" y="600075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Finish"/>
          <p:cNvSpPr/>
          <p:nvPr/>
        </p:nvSpPr>
        <p:spPr>
          <a:xfrm>
            <a:off x="10922000" y="600075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3" name="Red car" descr="Red ca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28000" y="3810000"/>
            <a:ext cx="1460500" cy="800100"/>
          </a:xfrm>
          <a:prstGeom prst="rect">
            <a:avLst/>
          </a:prstGeom>
        </p:spPr>
      </p:pic>
      <p:pic>
        <p:nvPicPr>
          <p:cNvPr id="24" name="Blue car" descr="Blue car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18000" y="5334000"/>
            <a:ext cx="1460500" cy="800100"/>
          </a:xfrm>
          <a:prstGeom prst="rect">
            <a:avLst/>
          </a:prstGeom>
        </p:spPr>
      </p:pic>
      <p:sp>
        <p:nvSpPr>
          <p:cNvPr id="25" name="Word card"/>
          <p:cNvSpPr/>
          <p:nvPr/>
        </p:nvSpPr>
        <p:spPr>
          <a:xfrm>
            <a:off x="3873500" y="952500"/>
            <a:ext cx="4445000" cy="22860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76200">
            <a:solidFill>
              <a:srgbClr val="B8A1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Word حَمِدَ" descr="حَمِدَ"/>
          <p:cNvSpPr/>
          <p:nvPr/>
        </p:nvSpPr>
        <p:spPr>
          <a:xfrm>
            <a:off x="4064000" y="1079500"/>
            <a:ext cx="4064000" cy="203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11000" b="1" lang="ar-SA">
                <a:solidFill>
                  <a:srgbClr val="2E2640"/>
                </a:solidFill>
                <a:latin typeface="Arial"/>
                <a:cs typeface="Arial"/>
              </a:rPr>
              <a:t>حَمِدَ</a:t>
            </a:r>
          </a:p>
        </p:txBody>
      </p:sp>
      <p:sp>
        <p:nvSpPr>
          <p:cNvPr id="27" name="Red point" descr="Red ✓">
            <a:hlinkClick action="ppaction://hlinksldjump" r:id="rId5"/>
          </p:cNvPr>
          <p:cNvSpPr/>
          <p:nvPr/>
        </p:nvSpPr>
        <p:spPr>
          <a:xfrm>
            <a:off x="381000" y="1143000"/>
            <a:ext cx="1905000" cy="762000"/>
          </a:xfrm>
          <a:prstGeom prst="roundRect">
            <a:avLst>
              <a:gd name="adj" fmla="val 30000"/>
            </a:avLst>
          </a:prstGeom>
          <a:solidFill>
            <a:srgbClr val="E5536F"/>
          </a:solidFill>
          <a:ln w="635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4000" b="1" lang="en-US">
                <a:solidFill>
                  <a:srgbClr val="FFFFFF"/>
                </a:solidFill>
                <a:latin typeface="Arial"/>
                <a:cs typeface="Arial"/>
              </a:rPr>
              <a:t>Red ✓</a:t>
            </a:r>
          </a:p>
        </p:txBody>
      </p:sp>
      <p:sp>
        <p:nvSpPr>
          <p:cNvPr id="28" name="Blue point" descr="Blue ✓">
            <a:hlinkClick action="ppaction://hlinksldjump" r:id="rId6"/>
          </p:cNvPr>
          <p:cNvSpPr/>
          <p:nvPr/>
        </p:nvSpPr>
        <p:spPr>
          <a:xfrm>
            <a:off x="381000" y="2095500"/>
            <a:ext cx="1905000" cy="762000"/>
          </a:xfrm>
          <a:prstGeom prst="roundRect">
            <a:avLst>
              <a:gd name="adj" fmla="val 30000"/>
            </a:avLst>
          </a:prstGeom>
          <a:solidFill>
            <a:srgbClr val="3FA7C9"/>
          </a:solidFill>
          <a:ln w="635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4000" b="1" lang="en-US">
                <a:solidFill>
                  <a:srgbClr val="FFFFFF"/>
                </a:solidFill>
                <a:latin typeface="Arial"/>
                <a:cs typeface="Arial"/>
              </a:rPr>
              <a:t>Blue ✓</a:t>
            </a:r>
          </a:p>
        </p:txBody>
      </p:sp>
      <p:sp>
        <p:nvSpPr>
          <p:cNvPr id="29" name="Next button">
            <a:hlinkClick action="ppaction://hlinksldjump" r:id="rId7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Next arrow">
            <a:hlinkClick action="ppaction://hlinksldjump" r:id="rId7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8" name="vroom.wav"/>
      </p:stSnd>
    </p:sndAc>
  </p:transition>
</p:sld>
</file>

<file path=ppt/slides/slide521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1968500" y="127000"/>
            <a:ext cx="8255000" cy="635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Team Race!  Read the word, then tap your team."/>
          <p:cNvSpPr/>
          <p:nvPr/>
        </p:nvSpPr>
        <p:spPr>
          <a:xfrm>
            <a:off x="2095500" y="127000"/>
            <a:ext cx="8001000" cy="635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000" b="1" lang="en-US">
                <a:solidFill>
                  <a:srgbClr val="2E2640"/>
                </a:solidFill>
                <a:latin typeface="Arial"/>
                <a:cs typeface="Arial"/>
              </a:rPr>
              <a:t>Team Race!  Read the word, then tap your team.</a:t>
            </a:r>
          </a:p>
        </p:txBody>
      </p:sp>
      <p:sp>
        <p:nvSpPr>
          <p:cNvPr id="5" name="Red lane"/>
          <p:cNvSpPr/>
          <p:nvPr/>
        </p:nvSpPr>
        <p:spPr>
          <a:xfrm>
            <a:off x="254000" y="3556000"/>
            <a:ext cx="11303000" cy="1270000"/>
          </a:xfrm>
          <a:prstGeom prst="roundRect">
            <a:avLst>
              <a:gd name="adj" fmla="val 20000"/>
            </a:avLst>
          </a:prstGeom>
          <a:solidFill>
            <a:srgbClr val="FFE3E8"/>
          </a:solidFill>
          <a:ln w="38100">
            <a:solidFill>
              <a:srgbClr val="D9D2E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Blue lane"/>
          <p:cNvSpPr/>
          <p:nvPr/>
        </p:nvSpPr>
        <p:spPr>
          <a:xfrm>
            <a:off x="254000" y="5080000"/>
            <a:ext cx="11303000" cy="1270000"/>
          </a:xfrm>
          <a:prstGeom prst="roundRect">
            <a:avLst>
              <a:gd name="adj" fmla="val 20000"/>
            </a:avLst>
          </a:prstGeom>
          <a:solidFill>
            <a:srgbClr val="E0F4FF"/>
          </a:solidFill>
          <a:ln w="38100">
            <a:solidFill>
              <a:srgbClr val="D9D2E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Finish"/>
          <p:cNvSpPr/>
          <p:nvPr/>
        </p:nvSpPr>
        <p:spPr>
          <a:xfrm>
            <a:off x="10731500" y="355600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Finish"/>
          <p:cNvSpPr/>
          <p:nvPr/>
        </p:nvSpPr>
        <p:spPr>
          <a:xfrm>
            <a:off x="10922000" y="355600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Finish"/>
          <p:cNvSpPr/>
          <p:nvPr/>
        </p:nvSpPr>
        <p:spPr>
          <a:xfrm>
            <a:off x="10731500" y="390525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Finish"/>
          <p:cNvSpPr/>
          <p:nvPr/>
        </p:nvSpPr>
        <p:spPr>
          <a:xfrm>
            <a:off x="10922000" y="390525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Finish"/>
          <p:cNvSpPr/>
          <p:nvPr/>
        </p:nvSpPr>
        <p:spPr>
          <a:xfrm>
            <a:off x="10731500" y="425450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Finish"/>
          <p:cNvSpPr/>
          <p:nvPr/>
        </p:nvSpPr>
        <p:spPr>
          <a:xfrm>
            <a:off x="10922000" y="425450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Finish"/>
          <p:cNvSpPr/>
          <p:nvPr/>
        </p:nvSpPr>
        <p:spPr>
          <a:xfrm>
            <a:off x="10731500" y="460375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Finish"/>
          <p:cNvSpPr/>
          <p:nvPr/>
        </p:nvSpPr>
        <p:spPr>
          <a:xfrm>
            <a:off x="10922000" y="460375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Finish"/>
          <p:cNvSpPr/>
          <p:nvPr/>
        </p:nvSpPr>
        <p:spPr>
          <a:xfrm>
            <a:off x="10731500" y="495300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Finish"/>
          <p:cNvSpPr/>
          <p:nvPr/>
        </p:nvSpPr>
        <p:spPr>
          <a:xfrm>
            <a:off x="10922000" y="495300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Finish"/>
          <p:cNvSpPr/>
          <p:nvPr/>
        </p:nvSpPr>
        <p:spPr>
          <a:xfrm>
            <a:off x="10731500" y="530225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Finish"/>
          <p:cNvSpPr/>
          <p:nvPr/>
        </p:nvSpPr>
        <p:spPr>
          <a:xfrm>
            <a:off x="10922000" y="530225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Finish"/>
          <p:cNvSpPr/>
          <p:nvPr/>
        </p:nvSpPr>
        <p:spPr>
          <a:xfrm>
            <a:off x="10731500" y="565150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Finish"/>
          <p:cNvSpPr/>
          <p:nvPr/>
        </p:nvSpPr>
        <p:spPr>
          <a:xfrm>
            <a:off x="10922000" y="565150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Finish"/>
          <p:cNvSpPr/>
          <p:nvPr/>
        </p:nvSpPr>
        <p:spPr>
          <a:xfrm>
            <a:off x="10731500" y="600075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Finish"/>
          <p:cNvSpPr/>
          <p:nvPr/>
        </p:nvSpPr>
        <p:spPr>
          <a:xfrm>
            <a:off x="10922000" y="600075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3" name="Red car" descr="Red ca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28000" y="3810000"/>
            <a:ext cx="1460500" cy="800100"/>
          </a:xfrm>
          <a:prstGeom prst="rect">
            <a:avLst/>
          </a:prstGeom>
        </p:spPr>
      </p:pic>
      <p:pic>
        <p:nvPicPr>
          <p:cNvPr id="24" name="Blue car" descr="Blue car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23000" y="5334000"/>
            <a:ext cx="1460500" cy="800100"/>
          </a:xfrm>
          <a:prstGeom prst="rect">
            <a:avLst/>
          </a:prstGeom>
        </p:spPr>
      </p:pic>
      <p:sp>
        <p:nvSpPr>
          <p:cNvPr id="25" name="Word card"/>
          <p:cNvSpPr/>
          <p:nvPr/>
        </p:nvSpPr>
        <p:spPr>
          <a:xfrm>
            <a:off x="3873500" y="952500"/>
            <a:ext cx="4445000" cy="22860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76200">
            <a:solidFill>
              <a:srgbClr val="B8A1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Word عَمِلَ" descr="عَمِلَ"/>
          <p:cNvSpPr/>
          <p:nvPr/>
        </p:nvSpPr>
        <p:spPr>
          <a:xfrm>
            <a:off x="4064000" y="1079500"/>
            <a:ext cx="4064000" cy="203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11000" b="1" lang="ar-SA">
                <a:solidFill>
                  <a:srgbClr val="2E2640"/>
                </a:solidFill>
                <a:latin typeface="Arial"/>
                <a:cs typeface="Arial"/>
              </a:rPr>
              <a:t>عَمِلَ</a:t>
            </a:r>
          </a:p>
        </p:txBody>
      </p:sp>
      <p:sp>
        <p:nvSpPr>
          <p:cNvPr id="27" name="Red point" descr="Red ✓">
            <a:hlinkClick action="ppaction://hlinksldjump" r:id="rId5"/>
          </p:cNvPr>
          <p:cNvSpPr/>
          <p:nvPr/>
        </p:nvSpPr>
        <p:spPr>
          <a:xfrm>
            <a:off x="381000" y="1143000"/>
            <a:ext cx="1905000" cy="762000"/>
          </a:xfrm>
          <a:prstGeom prst="roundRect">
            <a:avLst>
              <a:gd name="adj" fmla="val 30000"/>
            </a:avLst>
          </a:prstGeom>
          <a:solidFill>
            <a:srgbClr val="E5536F"/>
          </a:solidFill>
          <a:ln w="635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4000" b="1" lang="en-US">
                <a:solidFill>
                  <a:srgbClr val="FFFFFF"/>
                </a:solidFill>
                <a:latin typeface="Arial"/>
                <a:cs typeface="Arial"/>
              </a:rPr>
              <a:t>Red ✓</a:t>
            </a:r>
          </a:p>
        </p:txBody>
      </p:sp>
      <p:sp>
        <p:nvSpPr>
          <p:cNvPr id="28" name="Blue point" descr="Blue ✓">
            <a:hlinkClick action="ppaction://hlinksldjump" r:id="rId6"/>
          </p:cNvPr>
          <p:cNvSpPr/>
          <p:nvPr/>
        </p:nvSpPr>
        <p:spPr>
          <a:xfrm>
            <a:off x="381000" y="2095500"/>
            <a:ext cx="1905000" cy="762000"/>
          </a:xfrm>
          <a:prstGeom prst="roundRect">
            <a:avLst>
              <a:gd name="adj" fmla="val 30000"/>
            </a:avLst>
          </a:prstGeom>
          <a:solidFill>
            <a:srgbClr val="3FA7C9"/>
          </a:solidFill>
          <a:ln w="635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4000" b="1" lang="en-US">
                <a:solidFill>
                  <a:srgbClr val="FFFFFF"/>
                </a:solidFill>
                <a:latin typeface="Arial"/>
                <a:cs typeface="Arial"/>
              </a:rPr>
              <a:t>Blue ✓</a:t>
            </a:r>
          </a:p>
        </p:txBody>
      </p:sp>
      <p:sp>
        <p:nvSpPr>
          <p:cNvPr id="29" name="Next button">
            <a:hlinkClick action="ppaction://hlinksldjump" r:id="rId7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Next arrow">
            <a:hlinkClick action="ppaction://hlinksldjump" r:id="rId7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8" name="vroom.wav"/>
      </p:stSnd>
    </p:sndAc>
  </p:transition>
</p:sld>
</file>

<file path=ppt/slides/slide522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1968500" y="127000"/>
            <a:ext cx="8255000" cy="635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Team Race!  Read the word, then tap your team."/>
          <p:cNvSpPr/>
          <p:nvPr/>
        </p:nvSpPr>
        <p:spPr>
          <a:xfrm>
            <a:off x="2095500" y="127000"/>
            <a:ext cx="8001000" cy="635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000" b="1" lang="en-US">
                <a:solidFill>
                  <a:srgbClr val="2E2640"/>
                </a:solidFill>
                <a:latin typeface="Arial"/>
                <a:cs typeface="Arial"/>
              </a:rPr>
              <a:t>Team Race!  Read the word, then tap your team.</a:t>
            </a:r>
          </a:p>
        </p:txBody>
      </p:sp>
      <p:sp>
        <p:nvSpPr>
          <p:cNvPr id="5" name="Red lane"/>
          <p:cNvSpPr/>
          <p:nvPr/>
        </p:nvSpPr>
        <p:spPr>
          <a:xfrm>
            <a:off x="254000" y="3556000"/>
            <a:ext cx="11303000" cy="1270000"/>
          </a:xfrm>
          <a:prstGeom prst="roundRect">
            <a:avLst>
              <a:gd name="adj" fmla="val 20000"/>
            </a:avLst>
          </a:prstGeom>
          <a:solidFill>
            <a:srgbClr val="FFE3E8"/>
          </a:solidFill>
          <a:ln w="38100">
            <a:solidFill>
              <a:srgbClr val="D9D2E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Blue lane"/>
          <p:cNvSpPr/>
          <p:nvPr/>
        </p:nvSpPr>
        <p:spPr>
          <a:xfrm>
            <a:off x="254000" y="5080000"/>
            <a:ext cx="11303000" cy="1270000"/>
          </a:xfrm>
          <a:prstGeom prst="roundRect">
            <a:avLst>
              <a:gd name="adj" fmla="val 20000"/>
            </a:avLst>
          </a:prstGeom>
          <a:solidFill>
            <a:srgbClr val="E0F4FF"/>
          </a:solidFill>
          <a:ln w="38100">
            <a:solidFill>
              <a:srgbClr val="D9D2E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Finish"/>
          <p:cNvSpPr/>
          <p:nvPr/>
        </p:nvSpPr>
        <p:spPr>
          <a:xfrm>
            <a:off x="10731500" y="355600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Finish"/>
          <p:cNvSpPr/>
          <p:nvPr/>
        </p:nvSpPr>
        <p:spPr>
          <a:xfrm>
            <a:off x="10922000" y="355600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Finish"/>
          <p:cNvSpPr/>
          <p:nvPr/>
        </p:nvSpPr>
        <p:spPr>
          <a:xfrm>
            <a:off x="10731500" y="390525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Finish"/>
          <p:cNvSpPr/>
          <p:nvPr/>
        </p:nvSpPr>
        <p:spPr>
          <a:xfrm>
            <a:off x="10922000" y="390525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Finish"/>
          <p:cNvSpPr/>
          <p:nvPr/>
        </p:nvSpPr>
        <p:spPr>
          <a:xfrm>
            <a:off x="10731500" y="425450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Finish"/>
          <p:cNvSpPr/>
          <p:nvPr/>
        </p:nvSpPr>
        <p:spPr>
          <a:xfrm>
            <a:off x="10922000" y="425450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Finish"/>
          <p:cNvSpPr/>
          <p:nvPr/>
        </p:nvSpPr>
        <p:spPr>
          <a:xfrm>
            <a:off x="10731500" y="460375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Finish"/>
          <p:cNvSpPr/>
          <p:nvPr/>
        </p:nvSpPr>
        <p:spPr>
          <a:xfrm>
            <a:off x="10922000" y="460375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Finish"/>
          <p:cNvSpPr/>
          <p:nvPr/>
        </p:nvSpPr>
        <p:spPr>
          <a:xfrm>
            <a:off x="10731500" y="495300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Finish"/>
          <p:cNvSpPr/>
          <p:nvPr/>
        </p:nvSpPr>
        <p:spPr>
          <a:xfrm>
            <a:off x="10922000" y="495300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Finish"/>
          <p:cNvSpPr/>
          <p:nvPr/>
        </p:nvSpPr>
        <p:spPr>
          <a:xfrm>
            <a:off x="10731500" y="530225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Finish"/>
          <p:cNvSpPr/>
          <p:nvPr/>
        </p:nvSpPr>
        <p:spPr>
          <a:xfrm>
            <a:off x="10922000" y="530225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Finish"/>
          <p:cNvSpPr/>
          <p:nvPr/>
        </p:nvSpPr>
        <p:spPr>
          <a:xfrm>
            <a:off x="10731500" y="565150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Finish"/>
          <p:cNvSpPr/>
          <p:nvPr/>
        </p:nvSpPr>
        <p:spPr>
          <a:xfrm>
            <a:off x="10922000" y="565150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Finish"/>
          <p:cNvSpPr/>
          <p:nvPr/>
        </p:nvSpPr>
        <p:spPr>
          <a:xfrm>
            <a:off x="10731500" y="600075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Finish"/>
          <p:cNvSpPr/>
          <p:nvPr/>
        </p:nvSpPr>
        <p:spPr>
          <a:xfrm>
            <a:off x="10922000" y="600075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3" name="Red car" descr="Red ca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28000" y="3810000"/>
            <a:ext cx="1460500" cy="800100"/>
          </a:xfrm>
          <a:prstGeom prst="rect">
            <a:avLst/>
          </a:prstGeom>
        </p:spPr>
      </p:pic>
      <p:pic>
        <p:nvPicPr>
          <p:cNvPr id="24" name="Blue car" descr="Blue car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8000" y="5334000"/>
            <a:ext cx="1460500" cy="800100"/>
          </a:xfrm>
          <a:prstGeom prst="rect">
            <a:avLst/>
          </a:prstGeom>
        </p:spPr>
      </p:pic>
      <p:sp>
        <p:nvSpPr>
          <p:cNvPr id="25" name="Word card"/>
          <p:cNvSpPr/>
          <p:nvPr/>
        </p:nvSpPr>
        <p:spPr>
          <a:xfrm>
            <a:off x="3873500" y="952500"/>
            <a:ext cx="4445000" cy="22860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76200">
            <a:solidFill>
              <a:srgbClr val="B8A1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Word تَعِبَ" descr="تَعِبَ"/>
          <p:cNvSpPr/>
          <p:nvPr/>
        </p:nvSpPr>
        <p:spPr>
          <a:xfrm>
            <a:off x="4064000" y="1079500"/>
            <a:ext cx="4064000" cy="2032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1"/>
            <a:r>
              <a:rPr sz="11000" b="1" lang="ar-SA">
                <a:solidFill>
                  <a:srgbClr val="2E2640"/>
                </a:solidFill>
                <a:latin typeface="Arial"/>
                <a:cs typeface="Arial"/>
              </a:rPr>
              <a:t>تَعِبَ</a:t>
            </a:r>
          </a:p>
        </p:txBody>
      </p:sp>
      <p:sp>
        <p:nvSpPr>
          <p:cNvPr id="27" name="Red point" descr="Red ✓">
            <a:hlinkClick action="ppaction://hlinksldjump" r:id="rId5"/>
          </p:cNvPr>
          <p:cNvSpPr/>
          <p:nvPr/>
        </p:nvSpPr>
        <p:spPr>
          <a:xfrm>
            <a:off x="381000" y="1143000"/>
            <a:ext cx="1905000" cy="762000"/>
          </a:xfrm>
          <a:prstGeom prst="roundRect">
            <a:avLst>
              <a:gd name="adj" fmla="val 30000"/>
            </a:avLst>
          </a:prstGeom>
          <a:solidFill>
            <a:srgbClr val="E5536F"/>
          </a:solidFill>
          <a:ln w="635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4000" b="1" lang="en-US">
                <a:solidFill>
                  <a:srgbClr val="FFFFFF"/>
                </a:solidFill>
                <a:latin typeface="Arial"/>
                <a:cs typeface="Arial"/>
              </a:rPr>
              <a:t>Red ✓</a:t>
            </a:r>
          </a:p>
        </p:txBody>
      </p:sp>
      <p:sp>
        <p:nvSpPr>
          <p:cNvPr id="28" name="Blue point" descr="Blue ✓">
            <a:hlinkClick action="ppaction://hlinksldjump" r:id="rId6"/>
          </p:cNvPr>
          <p:cNvSpPr/>
          <p:nvPr/>
        </p:nvSpPr>
        <p:spPr>
          <a:xfrm>
            <a:off x="381000" y="2095500"/>
            <a:ext cx="1905000" cy="762000"/>
          </a:xfrm>
          <a:prstGeom prst="roundRect">
            <a:avLst>
              <a:gd name="adj" fmla="val 30000"/>
            </a:avLst>
          </a:prstGeom>
          <a:solidFill>
            <a:srgbClr val="3FA7C9"/>
          </a:solidFill>
          <a:ln w="635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4000" b="1" lang="en-US">
                <a:solidFill>
                  <a:srgbClr val="FFFFFF"/>
                </a:solidFill>
                <a:latin typeface="Arial"/>
                <a:cs typeface="Arial"/>
              </a:rPr>
              <a:t>Blue ✓</a:t>
            </a:r>
          </a:p>
        </p:txBody>
      </p:sp>
      <p:sp>
        <p:nvSpPr>
          <p:cNvPr id="29" name="Next button">
            <a:hlinkClick action="ppaction://hlinksldjump" r:id="rId7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Next arrow">
            <a:hlinkClick action="ppaction://hlinksldjump" r:id="rId7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8" name="vroom.wav"/>
      </p:stSnd>
    </p:sndAc>
  </p:transition>
</p:sld>
</file>

<file path=ppt/slides/slide523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1968500" y="127000"/>
            <a:ext cx="8255000" cy="635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Team Race!  Read the word, then tap your team."/>
          <p:cNvSpPr/>
          <p:nvPr/>
        </p:nvSpPr>
        <p:spPr>
          <a:xfrm>
            <a:off x="2095500" y="127000"/>
            <a:ext cx="8001000" cy="635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000" b="1" lang="en-US">
                <a:solidFill>
                  <a:srgbClr val="2E2640"/>
                </a:solidFill>
                <a:latin typeface="Arial"/>
                <a:cs typeface="Arial"/>
              </a:rPr>
              <a:t>Team Race!  Read the word, then tap your team.</a:t>
            </a:r>
          </a:p>
        </p:txBody>
      </p:sp>
      <p:sp>
        <p:nvSpPr>
          <p:cNvPr id="5" name="Red lane"/>
          <p:cNvSpPr/>
          <p:nvPr/>
        </p:nvSpPr>
        <p:spPr>
          <a:xfrm>
            <a:off x="254000" y="3556000"/>
            <a:ext cx="11303000" cy="1270000"/>
          </a:xfrm>
          <a:prstGeom prst="roundRect">
            <a:avLst>
              <a:gd name="adj" fmla="val 20000"/>
            </a:avLst>
          </a:prstGeom>
          <a:solidFill>
            <a:srgbClr val="FFE3E8"/>
          </a:solidFill>
          <a:ln w="38100">
            <a:solidFill>
              <a:srgbClr val="D9D2E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Blue lane"/>
          <p:cNvSpPr/>
          <p:nvPr/>
        </p:nvSpPr>
        <p:spPr>
          <a:xfrm>
            <a:off x="254000" y="5080000"/>
            <a:ext cx="11303000" cy="1270000"/>
          </a:xfrm>
          <a:prstGeom prst="roundRect">
            <a:avLst>
              <a:gd name="adj" fmla="val 20000"/>
            </a:avLst>
          </a:prstGeom>
          <a:solidFill>
            <a:srgbClr val="E0F4FF"/>
          </a:solidFill>
          <a:ln w="38100">
            <a:solidFill>
              <a:srgbClr val="D9D2E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Finish"/>
          <p:cNvSpPr/>
          <p:nvPr/>
        </p:nvSpPr>
        <p:spPr>
          <a:xfrm>
            <a:off x="10731500" y="355600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Finish"/>
          <p:cNvSpPr/>
          <p:nvPr/>
        </p:nvSpPr>
        <p:spPr>
          <a:xfrm>
            <a:off x="10922000" y="355600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Finish"/>
          <p:cNvSpPr/>
          <p:nvPr/>
        </p:nvSpPr>
        <p:spPr>
          <a:xfrm>
            <a:off x="10731500" y="390525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Finish"/>
          <p:cNvSpPr/>
          <p:nvPr/>
        </p:nvSpPr>
        <p:spPr>
          <a:xfrm>
            <a:off x="10922000" y="390525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Finish"/>
          <p:cNvSpPr/>
          <p:nvPr/>
        </p:nvSpPr>
        <p:spPr>
          <a:xfrm>
            <a:off x="10731500" y="425450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Finish"/>
          <p:cNvSpPr/>
          <p:nvPr/>
        </p:nvSpPr>
        <p:spPr>
          <a:xfrm>
            <a:off x="10922000" y="425450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Finish"/>
          <p:cNvSpPr/>
          <p:nvPr/>
        </p:nvSpPr>
        <p:spPr>
          <a:xfrm>
            <a:off x="10731500" y="460375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Finish"/>
          <p:cNvSpPr/>
          <p:nvPr/>
        </p:nvSpPr>
        <p:spPr>
          <a:xfrm>
            <a:off x="10922000" y="460375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Finish"/>
          <p:cNvSpPr/>
          <p:nvPr/>
        </p:nvSpPr>
        <p:spPr>
          <a:xfrm>
            <a:off x="10731500" y="495300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Finish"/>
          <p:cNvSpPr/>
          <p:nvPr/>
        </p:nvSpPr>
        <p:spPr>
          <a:xfrm>
            <a:off x="10922000" y="495300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Finish"/>
          <p:cNvSpPr/>
          <p:nvPr/>
        </p:nvSpPr>
        <p:spPr>
          <a:xfrm>
            <a:off x="10731500" y="530225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Finish"/>
          <p:cNvSpPr/>
          <p:nvPr/>
        </p:nvSpPr>
        <p:spPr>
          <a:xfrm>
            <a:off x="10922000" y="530225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Finish"/>
          <p:cNvSpPr/>
          <p:nvPr/>
        </p:nvSpPr>
        <p:spPr>
          <a:xfrm>
            <a:off x="10731500" y="565150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Finish"/>
          <p:cNvSpPr/>
          <p:nvPr/>
        </p:nvSpPr>
        <p:spPr>
          <a:xfrm>
            <a:off x="10922000" y="565150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Finish"/>
          <p:cNvSpPr/>
          <p:nvPr/>
        </p:nvSpPr>
        <p:spPr>
          <a:xfrm>
            <a:off x="10731500" y="600075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Finish"/>
          <p:cNvSpPr/>
          <p:nvPr/>
        </p:nvSpPr>
        <p:spPr>
          <a:xfrm>
            <a:off x="10922000" y="600075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3" name="Red car" descr="Red ca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71000" y="3810000"/>
            <a:ext cx="1460500" cy="800100"/>
          </a:xfrm>
          <a:prstGeom prst="rect">
            <a:avLst/>
          </a:prstGeom>
        </p:spPr>
      </p:pic>
      <p:sp>
        <p:nvSpPr>
          <p:cNvPr id="24" name="Red wins" descr="Red team wins!"/>
          <p:cNvSpPr/>
          <p:nvPr/>
        </p:nvSpPr>
        <p:spPr>
          <a:xfrm>
            <a:off x="3556000" y="1270000"/>
            <a:ext cx="5080000" cy="1651000"/>
          </a:xfrm>
          <a:prstGeom prst="roundRect">
            <a:avLst>
              <a:gd name="adj" fmla="val 30000"/>
            </a:avLst>
          </a:prstGeom>
          <a:solidFill>
            <a:srgbClr val="E5536F"/>
          </a:solidFill>
          <a:ln w="762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4800" b="1" lang="en-US">
                <a:solidFill>
                  <a:srgbClr val="FFFFFF"/>
                </a:solidFill>
                <a:latin typeface="Arial"/>
                <a:cs typeface="Arial"/>
              </a:rPr>
              <a:t>Red team wins!</a:t>
            </a:r>
          </a:p>
        </p:txBody>
      </p:sp>
      <p:sp>
        <p:nvSpPr>
          <p:cNvPr id="25" name="Next button">
            <a:hlinkClick action="ppaction://hlinksldjump" r:id="rId4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Next arrow">
            <a:hlinkClick action="ppaction://hlinksldjump" r:id="rId4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5" name="cheer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6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" presetClass="emp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Scale>
                                      <p:cBhvr>
                                        <p:cTn id="4" dur="300" fill="hold" repeatCount="2000" autoRev="1"/>
                                        <p:tgtEl>
                                          <p:spTgt spid="24"/>
                                        </p:tgtEl>
                                      </p:cBhvr>
                                      <p:by x="110000" y="11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24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rompt box"/>
          <p:cNvSpPr/>
          <p:nvPr/>
        </p:nvSpPr>
        <p:spPr>
          <a:xfrm>
            <a:off x="1968500" y="127000"/>
            <a:ext cx="8255000" cy="635000"/>
          </a:xfrm>
          <a:prstGeom prst="roundRect">
            <a:avLst>
              <a:gd name="adj" fmla="val 30000"/>
            </a:avLst>
          </a:prstGeom>
          <a:solidFill>
            <a:srgbClr val="FFFFFF">
              <a:alpha val="88000"/>
            </a:srgbClr>
          </a:solidFill>
          <a:ln w="381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rompt" descr="Team Race!  Read the word, then tap your team."/>
          <p:cNvSpPr/>
          <p:nvPr/>
        </p:nvSpPr>
        <p:spPr>
          <a:xfrm>
            <a:off x="2095500" y="127000"/>
            <a:ext cx="8001000" cy="635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2000" b="1" lang="en-US">
                <a:solidFill>
                  <a:srgbClr val="2E2640"/>
                </a:solidFill>
                <a:latin typeface="Arial"/>
                <a:cs typeface="Arial"/>
              </a:rPr>
              <a:t>Team Race!  Read the word, then tap your team.</a:t>
            </a:r>
          </a:p>
        </p:txBody>
      </p:sp>
      <p:sp>
        <p:nvSpPr>
          <p:cNvPr id="5" name="Red lane"/>
          <p:cNvSpPr/>
          <p:nvPr/>
        </p:nvSpPr>
        <p:spPr>
          <a:xfrm>
            <a:off x="254000" y="3556000"/>
            <a:ext cx="11303000" cy="1270000"/>
          </a:xfrm>
          <a:prstGeom prst="roundRect">
            <a:avLst>
              <a:gd name="adj" fmla="val 20000"/>
            </a:avLst>
          </a:prstGeom>
          <a:solidFill>
            <a:srgbClr val="FFE3E8"/>
          </a:solidFill>
          <a:ln w="38100">
            <a:solidFill>
              <a:srgbClr val="D9D2E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Blue lane"/>
          <p:cNvSpPr/>
          <p:nvPr/>
        </p:nvSpPr>
        <p:spPr>
          <a:xfrm>
            <a:off x="254000" y="5080000"/>
            <a:ext cx="11303000" cy="1270000"/>
          </a:xfrm>
          <a:prstGeom prst="roundRect">
            <a:avLst>
              <a:gd name="adj" fmla="val 20000"/>
            </a:avLst>
          </a:prstGeom>
          <a:solidFill>
            <a:srgbClr val="E0F4FF"/>
          </a:solidFill>
          <a:ln w="38100">
            <a:solidFill>
              <a:srgbClr val="D9D2E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Finish"/>
          <p:cNvSpPr/>
          <p:nvPr/>
        </p:nvSpPr>
        <p:spPr>
          <a:xfrm>
            <a:off x="10731500" y="355600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Finish"/>
          <p:cNvSpPr/>
          <p:nvPr/>
        </p:nvSpPr>
        <p:spPr>
          <a:xfrm>
            <a:off x="10922000" y="355600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Finish"/>
          <p:cNvSpPr/>
          <p:nvPr/>
        </p:nvSpPr>
        <p:spPr>
          <a:xfrm>
            <a:off x="10731500" y="390525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Finish"/>
          <p:cNvSpPr/>
          <p:nvPr/>
        </p:nvSpPr>
        <p:spPr>
          <a:xfrm>
            <a:off x="10922000" y="390525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Finish"/>
          <p:cNvSpPr/>
          <p:nvPr/>
        </p:nvSpPr>
        <p:spPr>
          <a:xfrm>
            <a:off x="10731500" y="425450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Finish"/>
          <p:cNvSpPr/>
          <p:nvPr/>
        </p:nvSpPr>
        <p:spPr>
          <a:xfrm>
            <a:off x="10922000" y="425450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Finish"/>
          <p:cNvSpPr/>
          <p:nvPr/>
        </p:nvSpPr>
        <p:spPr>
          <a:xfrm>
            <a:off x="10731500" y="460375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Finish"/>
          <p:cNvSpPr/>
          <p:nvPr/>
        </p:nvSpPr>
        <p:spPr>
          <a:xfrm>
            <a:off x="10922000" y="460375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Finish"/>
          <p:cNvSpPr/>
          <p:nvPr/>
        </p:nvSpPr>
        <p:spPr>
          <a:xfrm>
            <a:off x="10731500" y="495300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Finish"/>
          <p:cNvSpPr/>
          <p:nvPr/>
        </p:nvSpPr>
        <p:spPr>
          <a:xfrm>
            <a:off x="10922000" y="495300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Finish"/>
          <p:cNvSpPr/>
          <p:nvPr/>
        </p:nvSpPr>
        <p:spPr>
          <a:xfrm>
            <a:off x="10731500" y="530225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Finish"/>
          <p:cNvSpPr/>
          <p:nvPr/>
        </p:nvSpPr>
        <p:spPr>
          <a:xfrm>
            <a:off x="10922000" y="530225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Finish"/>
          <p:cNvSpPr/>
          <p:nvPr/>
        </p:nvSpPr>
        <p:spPr>
          <a:xfrm>
            <a:off x="10731500" y="565150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Finish"/>
          <p:cNvSpPr/>
          <p:nvPr/>
        </p:nvSpPr>
        <p:spPr>
          <a:xfrm>
            <a:off x="10922000" y="565150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Finish"/>
          <p:cNvSpPr/>
          <p:nvPr/>
        </p:nvSpPr>
        <p:spPr>
          <a:xfrm>
            <a:off x="10731500" y="6000750"/>
            <a:ext cx="190500" cy="3492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Finish"/>
          <p:cNvSpPr/>
          <p:nvPr/>
        </p:nvSpPr>
        <p:spPr>
          <a:xfrm>
            <a:off x="10922000" y="6000750"/>
            <a:ext cx="190500" cy="349250"/>
          </a:xfrm>
          <a:prstGeom prst="rect">
            <a:avLst/>
          </a:prstGeom>
          <a:solidFill>
            <a:srgbClr val="2E2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3" name="Blue car" descr="Blue ca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71000" y="5334000"/>
            <a:ext cx="1460500" cy="800100"/>
          </a:xfrm>
          <a:prstGeom prst="rect">
            <a:avLst/>
          </a:prstGeom>
        </p:spPr>
      </p:pic>
      <p:sp>
        <p:nvSpPr>
          <p:cNvPr id="24" name="Blue wins" descr="Blue team wins!"/>
          <p:cNvSpPr/>
          <p:nvPr/>
        </p:nvSpPr>
        <p:spPr>
          <a:xfrm>
            <a:off x="3556000" y="1270000"/>
            <a:ext cx="5080000" cy="1651000"/>
          </a:xfrm>
          <a:prstGeom prst="roundRect">
            <a:avLst>
              <a:gd name="adj" fmla="val 30000"/>
            </a:avLst>
          </a:prstGeom>
          <a:solidFill>
            <a:srgbClr val="3FA7C9"/>
          </a:solidFill>
          <a:ln w="762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4800" b="1" lang="en-US">
                <a:solidFill>
                  <a:srgbClr val="FFFFFF"/>
                </a:solidFill>
                <a:latin typeface="Arial"/>
                <a:cs typeface="Arial"/>
              </a:rPr>
              <a:t>Blue team wins!</a:t>
            </a:r>
          </a:p>
        </p:txBody>
      </p:sp>
      <p:sp>
        <p:nvSpPr>
          <p:cNvPr id="25" name="Next button">
            <a:hlinkClick action="ppaction://hlinksldjump" r:id="rId4"/>
          </p:cNvPr>
          <p:cNvSpPr/>
          <p:nvPr/>
        </p:nvSpPr>
        <p:spPr>
          <a:xfrm>
            <a:off x="11176000" y="5778500"/>
            <a:ext cx="825500" cy="825500"/>
          </a:xfrm>
          <a:prstGeom prst="ellipse">
            <a:avLst/>
          </a:prstGeom>
          <a:solidFill>
            <a:srgbClr val="2FB57A"/>
          </a:solidFill>
          <a:ln w="635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Next arrow">
            <a:hlinkClick action="ppaction://hlinksldjump" r:id="rId4"/>
          </p:cNvPr>
          <p:cNvSpPr/>
          <p:nvPr/>
        </p:nvSpPr>
        <p:spPr>
          <a:xfrm>
            <a:off x="11398250" y="6032500"/>
            <a:ext cx="393700" cy="317500"/>
          </a:xfrm>
          <a:prstGeom prst="rightArrow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advClick="0">
    <p:sndAc>
      <p:stSnd>
        <p:snd r:embed="rId5" name="cheer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6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" presetClass="emph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Scale>
                                      <p:cBhvr>
                                        <p:cTn id="4" dur="300" fill="hold" repeatCount="2000" autoRev="1"/>
                                        <p:tgtEl>
                                          <p:spTgt spid="24"/>
                                        </p:tgtEl>
                                      </p:cBhvr>
                                      <p:by x="110000" y="11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Card"/>
          <p:cNvSpPr/>
          <p:nvPr/>
        </p:nvSpPr>
        <p:spPr>
          <a:xfrm>
            <a:off x="2921000" y="1270000"/>
            <a:ext cx="6350000" cy="3175000"/>
          </a:xfrm>
          <a:prstGeom prst="roundRect">
            <a:avLst>
              <a:gd name="adj" fmla="val 10000"/>
            </a:avLst>
          </a:prstGeom>
          <a:solidFill>
            <a:srgbClr val="FFFFFF">
              <a:alpha val="85000"/>
            </a:srgbClr>
          </a:solidFill>
          <a:ln w="50800">
            <a:solidFill>
              <a:srgbClr val="E6DD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Well done" descr="Well done!"/>
          <p:cNvSpPr/>
          <p:nvPr/>
        </p:nvSpPr>
        <p:spPr>
          <a:xfrm>
            <a:off x="3175000" y="1587500"/>
            <a:ext cx="5842000" cy="101600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0" rIns="0" tIns="0" bIns="0"/>
          <a:lstStyle/>
          <a:p>
            <a:pPr algn="ctr" rtl="0"/>
            <a:r>
              <a:rPr sz="6900" b="1" lang="en-US">
                <a:solidFill>
                  <a:srgbClr val="8A6CF0"/>
                </a:solidFill>
                <a:latin typeface="Arial"/>
                <a:cs typeface="Arial"/>
              </a:rPr>
              <a:t>Well done!</a:t>
            </a:r>
          </a:p>
        </p:txBody>
      </p:sp>
      <p:sp>
        <p:nvSpPr>
          <p:cNvPr id="5" name="Star 1"/>
          <p:cNvSpPr/>
          <p:nvPr/>
        </p:nvSpPr>
        <p:spPr>
          <a:xfrm>
            <a:off x="3556000" y="2857500"/>
            <a:ext cx="825500" cy="825500"/>
          </a:xfrm>
          <a:prstGeom prst="star5">
            <a:avLst/>
          </a:prstGeom>
          <a:solidFill>
            <a:srgbClr val="FFD43B"/>
          </a:solidFill>
          <a:ln w="381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Star 2"/>
          <p:cNvSpPr/>
          <p:nvPr/>
        </p:nvSpPr>
        <p:spPr>
          <a:xfrm>
            <a:off x="4635500" y="2857500"/>
            <a:ext cx="825500" cy="825500"/>
          </a:xfrm>
          <a:prstGeom prst="star5">
            <a:avLst/>
          </a:prstGeom>
          <a:solidFill>
            <a:srgbClr val="FFD43B"/>
          </a:solidFill>
          <a:ln w="381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tar 3"/>
          <p:cNvSpPr/>
          <p:nvPr/>
        </p:nvSpPr>
        <p:spPr>
          <a:xfrm>
            <a:off x="5715000" y="2857500"/>
            <a:ext cx="825500" cy="825500"/>
          </a:xfrm>
          <a:prstGeom prst="star5">
            <a:avLst/>
          </a:prstGeom>
          <a:solidFill>
            <a:srgbClr val="FFD43B"/>
          </a:solidFill>
          <a:ln w="381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Star 4"/>
          <p:cNvSpPr/>
          <p:nvPr/>
        </p:nvSpPr>
        <p:spPr>
          <a:xfrm>
            <a:off x="6794500" y="2857500"/>
            <a:ext cx="825500" cy="825500"/>
          </a:xfrm>
          <a:prstGeom prst="star5">
            <a:avLst/>
          </a:prstGeom>
          <a:solidFill>
            <a:srgbClr val="FFD43B"/>
          </a:solidFill>
          <a:ln w="381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Star 5"/>
          <p:cNvSpPr/>
          <p:nvPr/>
        </p:nvSpPr>
        <p:spPr>
          <a:xfrm>
            <a:off x="7874000" y="2857500"/>
            <a:ext cx="825500" cy="825500"/>
          </a:xfrm>
          <a:prstGeom prst="star5">
            <a:avLst/>
          </a:prstGeom>
          <a:solidFill>
            <a:srgbClr val="FFD43B"/>
          </a:solidFill>
          <a:ln w="38100">
            <a:solidFill>
              <a:srgbClr val="F2A9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Play again" descr="↺  Play again">
            <a:hlinkClick action="ppaction://hlinksldjump" r:id="rId3"/>
          </p:cNvPr>
          <p:cNvSpPr/>
          <p:nvPr/>
        </p:nvSpPr>
        <p:spPr>
          <a:xfrm>
            <a:off x="4508500" y="4953000"/>
            <a:ext cx="3175000" cy="889000"/>
          </a:xfrm>
          <a:prstGeom prst="roundRect">
            <a:avLst>
              <a:gd name="adj" fmla="val 30000"/>
            </a:avLst>
          </a:prstGeom>
          <a:solidFill>
            <a:srgbClr val="1971C2"/>
          </a:solidFill>
          <a:ln w="63500">
            <a:solidFill>
              <a:srgbClr val="FFFFFF"/>
            </a:solidFill>
          </a:ln>
        </p:spPr>
        <p:txBody>
          <a:bodyPr rtlCol="0" anchor="ctr" wrap="none" lIns="0" rIns="0" tIns="0" bIns="0"/>
          <a:lstStyle/>
          <a:p>
            <a:pPr algn="ctr" rtl="0"/>
            <a:r>
              <a:rPr sz="3000" b="1" lang="en-US">
                <a:solidFill>
                  <a:srgbClr val="FFFFFF"/>
                </a:solidFill>
                <a:latin typeface="Arial"/>
                <a:cs typeface="Arial"/>
              </a:rPr>
              <a:t>↺  Play again</a:t>
            </a:r>
          </a:p>
        </p:txBody>
      </p:sp>
      <p:pic>
        <p:nvPicPr>
          <p:cNvPr id="11" name="sound anchor" descr="sound anchor (invisible)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700" y="12700"/>
            <a:ext cx="25400" cy="254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1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udio>
                                      <p:cMediaNode vol="100000">
                                        <p:cTn id="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5" name="cheer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Kasrah Games</dc:title>
  <dc:subject>Interactive reading games for children</dc:subject>
  <dc:creator>Claude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