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4.xml"/><Relationship Id="rId8" Type="http://schemas.openxmlformats.org/officeDocument/2006/relationships/audio" Target="../media/snd_boing.wav"/><Relationship Id="rId9" Type="http://schemas.openxmlformats.org/officeDocument/2006/relationships/audio" Target="../media/snd_pop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6.xml"/><Relationship Id="rId8" Type="http://schemas.openxmlformats.org/officeDocument/2006/relationships/audio" Target="../media/snd_boing.wav"/><Relationship Id="rId9" Type="http://schemas.openxmlformats.org/officeDocument/2006/relationships/image" Target="../media/image40.png"/><Relationship Id="rId10" Type="http://schemas.openxmlformats.org/officeDocument/2006/relationships/audio" Target="../media/snd_munch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8.xml"/><Relationship Id="rId7" Type="http://schemas.openxmlformats.org/officeDocument/2006/relationships/audio" Target="../media/snd_boing.wav"/><Relationship Id="rId8" Type="http://schemas.openxmlformats.org/officeDocument/2006/relationships/audio" Target="../media/snd_splash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0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slide" Target="slide11.xml"/><Relationship Id="rId8" Type="http://schemas.openxmlformats.org/officeDocument/2006/relationships/audio" Target="../media/snd_boing.wav"/><Relationship Id="rId9" Type="http://schemas.openxmlformats.org/officeDocument/2006/relationships/audio" Target="../media/snd_pop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slide" Target="slide12.xml"/><Relationship Id="rId10" Type="http://schemas.openxmlformats.org/officeDocument/2006/relationships/image" Target="../media/image40.png"/><Relationship Id="rId11" Type="http://schemas.openxmlformats.org/officeDocument/2006/relationships/audio" Target="../media/snd_munch.wav"/><Relationship Id="rId12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slide" Target="slide15.xml"/><Relationship Id="rId8" Type="http://schemas.openxmlformats.org/officeDocument/2006/relationships/audio" Target="../media/snd_splash.wav"/><Relationship Id="rId9" Type="http://schemas.openxmlformats.org/officeDocument/2006/relationships/audio" Target="../media/snd_boing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16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Relationship Id="rId4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18.xml"/><Relationship Id="rId12" Type="http://schemas.openxmlformats.org/officeDocument/2006/relationships/audio" Target="../media/snd_tada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slide" Target="slide19.xml"/><Relationship Id="rId9" Type="http://schemas.openxmlformats.org/officeDocument/2006/relationships/audio" Target="../media/snd_boing.wav"/><Relationship Id="rId10" Type="http://schemas.openxmlformats.org/officeDocument/2006/relationships/audio" Target="../media/snd_pop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5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Relationship Id="rId9" Type="http://schemas.openxmlformats.org/officeDocument/2006/relationships/slide" Target="slide20.xml"/><Relationship Id="rId10" Type="http://schemas.openxmlformats.org/officeDocument/2006/relationships/image" Target="../media/image40.png"/><Relationship Id="rId11" Type="http://schemas.openxmlformats.org/officeDocument/2006/relationships/audio" Target="../media/snd_munch.wav"/><Relationship Id="rId12" Type="http://schemas.openxmlformats.org/officeDocument/2006/relationships/audio" Target="../media/snd_bo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6.png"/><Relationship Id="rId7" Type="http://schemas.openxmlformats.org/officeDocument/2006/relationships/image" Target="../media/image13.png"/><Relationship Id="rId8" Type="http://schemas.openxmlformats.org/officeDocument/2006/relationships/slide" Target="slide21.xml"/><Relationship Id="rId9" Type="http://schemas.openxmlformats.org/officeDocument/2006/relationships/audio" Target="../media/snd_boing.wav"/><Relationship Id="rId10" Type="http://schemas.openxmlformats.org/officeDocument/2006/relationships/audio" Target="../media/snd_splash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2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3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slide" Target="slide24.xml"/><Relationship Id="rId8" Type="http://schemas.openxmlformats.org/officeDocument/2006/relationships/audio" Target="../media/snd_boing.wav"/><Relationship Id="rId9" Type="http://schemas.openxmlformats.org/officeDocument/2006/relationships/audio" Target="../media/snd_pop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slide" Target="slide25.xml"/><Relationship Id="rId9" Type="http://schemas.openxmlformats.org/officeDocument/2006/relationships/audio" Target="../media/snd_boing.wav"/><Relationship Id="rId10" Type="http://schemas.openxmlformats.org/officeDocument/2006/relationships/image" Target="../media/image40.png"/><Relationship Id="rId11" Type="http://schemas.openxmlformats.org/officeDocument/2006/relationships/audio" Target="../media/snd_munch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slide" Target="slide26.xml"/><Relationship Id="rId7" Type="http://schemas.openxmlformats.org/officeDocument/2006/relationships/audio" Target="../media/snd_boing.wav"/><Relationship Id="rId8" Type="http://schemas.openxmlformats.org/officeDocument/2006/relationships/audio" Target="../media/snd_splash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7.xml"/><Relationship Id="rId4" Type="http://schemas.openxmlformats.org/officeDocument/2006/relationships/audio" Target="../media/snd_boing.wav"/><Relationship Id="rId5" Type="http://schemas.openxmlformats.org/officeDocument/2006/relationships/audio" Target="../media/snd_bonk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28.xml"/><Relationship Id="rId12" Type="http://schemas.openxmlformats.org/officeDocument/2006/relationships/audio" Target="../media/snd_tada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slide" Target="slide29.xml"/><Relationship Id="rId7" Type="http://schemas.openxmlformats.org/officeDocument/2006/relationships/audio" Target="../media/snd_boing.wav"/><Relationship Id="rId8" Type="http://schemas.openxmlformats.org/officeDocument/2006/relationships/audio" Target="../media/snd_pop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5.png"/><Relationship Id="rId7" Type="http://schemas.openxmlformats.org/officeDocument/2006/relationships/image" Target="../media/image19.png"/><Relationship Id="rId8" Type="http://schemas.openxmlformats.org/officeDocument/2006/relationships/image" Target="../media/image12.png"/><Relationship Id="rId9" Type="http://schemas.openxmlformats.org/officeDocument/2006/relationships/image" Target="../media/image20.png"/><Relationship Id="rId10" Type="http://schemas.openxmlformats.org/officeDocument/2006/relationships/slide" Target="slide30.xml"/><Relationship Id="rId11" Type="http://schemas.openxmlformats.org/officeDocument/2006/relationships/image" Target="../media/image40.png"/><Relationship Id="rId12" Type="http://schemas.openxmlformats.org/officeDocument/2006/relationships/audio" Target="../media/snd_munch.wav"/><Relationship Id="rId13" Type="http://schemas.openxmlformats.org/officeDocument/2006/relationships/audio" Target="../media/snd_bo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1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Relationship Id="rId7" Type="http://schemas.openxmlformats.org/officeDocument/2006/relationships/slide" Target="slide32.xml"/><Relationship Id="rId8" Type="http://schemas.openxmlformats.org/officeDocument/2006/relationships/audio" Target="../media/snd_boing.wav"/><Relationship Id="rId9" Type="http://schemas.openxmlformats.org/officeDocument/2006/relationships/audio" Target="../media/snd_splash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3.xml"/><Relationship Id="rId4" Type="http://schemas.openxmlformats.org/officeDocument/2006/relationships/audio" Target="../media/snd_boing.wav"/><Relationship Id="rId5" Type="http://schemas.openxmlformats.org/officeDocument/2006/relationships/audio" Target="../media/snd_bonk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slide" Target="slide34.xml"/><Relationship Id="rId8" Type="http://schemas.openxmlformats.org/officeDocument/2006/relationships/audio" Target="../media/snd_pop.wav"/><Relationship Id="rId9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image" Target="../media/image35.png"/><Relationship Id="rId9" Type="http://schemas.openxmlformats.org/officeDocument/2006/relationships/image" Target="../media/image21.png"/><Relationship Id="rId10" Type="http://schemas.openxmlformats.org/officeDocument/2006/relationships/slide" Target="slide35.xml"/><Relationship Id="rId11" Type="http://schemas.openxmlformats.org/officeDocument/2006/relationships/audio" Target="../media/snd_boing.wav"/><Relationship Id="rId12" Type="http://schemas.openxmlformats.org/officeDocument/2006/relationships/image" Target="../media/image40.png"/><Relationship Id="rId13" Type="http://schemas.openxmlformats.org/officeDocument/2006/relationships/audio" Target="../media/snd_munch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slide" Target="slide36.xml"/><Relationship Id="rId7" Type="http://schemas.openxmlformats.org/officeDocument/2006/relationships/audio" Target="../media/snd_boing.wav"/><Relationship Id="rId8" Type="http://schemas.openxmlformats.org/officeDocument/2006/relationships/audio" Target="../media/snd_splash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37.xml"/><Relationship Id="rId4" Type="http://schemas.openxmlformats.org/officeDocument/2006/relationships/audio" Target="../media/snd_boing.wav"/><Relationship Id="rId5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38.xml"/><Relationship Id="rId12" Type="http://schemas.openxmlformats.org/officeDocument/2006/relationships/audio" Target="../media/snd_tada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9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slide" Target="slide40.xml"/><Relationship Id="rId7" Type="http://schemas.openxmlformats.org/officeDocument/2006/relationships/audio" Target="../media/snd_boing.wav"/><Relationship Id="rId8" Type="http://schemas.openxmlformats.org/officeDocument/2006/relationships/audio" Target="../media/snd_pop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35.png"/><Relationship Id="rId8" Type="http://schemas.openxmlformats.org/officeDocument/2006/relationships/image" Target="../media/image19.png"/><Relationship Id="rId9" Type="http://schemas.openxmlformats.org/officeDocument/2006/relationships/slide" Target="slide41.xml"/><Relationship Id="rId10" Type="http://schemas.openxmlformats.org/officeDocument/2006/relationships/audio" Target="../media/snd_boing.wav"/><Relationship Id="rId11" Type="http://schemas.openxmlformats.org/officeDocument/2006/relationships/image" Target="../media/image40.png"/><Relationship Id="rId12" Type="http://schemas.openxmlformats.org/officeDocument/2006/relationships/audio" Target="../media/snd_munc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slide" Target="slide42.xml"/><Relationship Id="rId8" Type="http://schemas.openxmlformats.org/officeDocument/2006/relationships/audio" Target="../media/snd_splash.wav"/><Relationship Id="rId9" Type="http://schemas.openxmlformats.org/officeDocument/2006/relationships/audio" Target="../media/snd_boing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43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45.xml"/><Relationship Id="rId6" Type="http://schemas.openxmlformats.org/officeDocument/2006/relationships/audio" Target="../media/snd_ding.wav"/><Relationship Id="rId7" Type="http://schemas.openxmlformats.org/officeDocument/2006/relationships/audio" Target="../media/snd_vroom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slide" Target="slide46.xml"/><Relationship Id="rId8" Type="http://schemas.openxmlformats.org/officeDocument/2006/relationships/audio" Target="../media/snd_pop.wav"/><Relationship Id="rId9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Relationship Id="rId9" Type="http://schemas.openxmlformats.org/officeDocument/2006/relationships/image" Target="../media/image12.png"/><Relationship Id="rId10" Type="http://schemas.openxmlformats.org/officeDocument/2006/relationships/slide" Target="slide47.xml"/><Relationship Id="rId11" Type="http://schemas.openxmlformats.org/officeDocument/2006/relationships/audio" Target="../media/snd_boing.wav"/><Relationship Id="rId12" Type="http://schemas.openxmlformats.org/officeDocument/2006/relationships/image" Target="../media/image40.png"/><Relationship Id="rId13" Type="http://schemas.openxmlformats.org/officeDocument/2006/relationships/audio" Target="../media/snd_munch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36.png"/><Relationship Id="rId7" Type="http://schemas.openxmlformats.org/officeDocument/2006/relationships/slide" Target="slide49.xml"/><Relationship Id="rId8" Type="http://schemas.openxmlformats.org/officeDocument/2006/relationships/audio" Target="../media/snd_boing.wav"/><Relationship Id="rId9" Type="http://schemas.openxmlformats.org/officeDocument/2006/relationships/audio" Target="../media/snd_splash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0.xml"/><Relationship Id="rId4" Type="http://schemas.openxmlformats.org/officeDocument/2006/relationships/audio" Target="../media/snd_boing.wav"/><Relationship Id="rId5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51.xml"/><Relationship Id="rId12" Type="http://schemas.openxmlformats.org/officeDocument/2006/relationships/audio" Target="../media/snd_tada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52.xml"/><Relationship Id="rId7" Type="http://schemas.openxmlformats.org/officeDocument/2006/relationships/audio" Target="../media/snd_pop.wav"/><Relationship Id="rId8" Type="http://schemas.openxmlformats.org/officeDocument/2006/relationships/audio" Target="../media/snd_bo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5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Relationship Id="rId9" Type="http://schemas.openxmlformats.org/officeDocument/2006/relationships/slide" Target="slide53.xml"/><Relationship Id="rId10" Type="http://schemas.openxmlformats.org/officeDocument/2006/relationships/audio" Target="../media/snd_boing.wav"/><Relationship Id="rId11" Type="http://schemas.openxmlformats.org/officeDocument/2006/relationships/image" Target="../media/image40.png"/><Relationship Id="rId12" Type="http://schemas.openxmlformats.org/officeDocument/2006/relationships/audio" Target="../media/snd_munc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slide" Target="slide54.xml"/><Relationship Id="rId7" Type="http://schemas.openxmlformats.org/officeDocument/2006/relationships/audio" Target="../media/snd_boing.wav"/><Relationship Id="rId8" Type="http://schemas.openxmlformats.org/officeDocument/2006/relationships/audio" Target="../media/snd_spla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55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56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slide" Target="slide57.xml"/><Relationship Id="rId8" Type="http://schemas.openxmlformats.org/officeDocument/2006/relationships/audio" Target="../media/snd_pop.wav"/><Relationship Id="rId9" Type="http://schemas.openxmlformats.org/officeDocument/2006/relationships/audio" Target="../media/snd_boing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12.png"/><Relationship Id="rId9" Type="http://schemas.openxmlformats.org/officeDocument/2006/relationships/slide" Target="slide58.xml"/><Relationship Id="rId10" Type="http://schemas.openxmlformats.org/officeDocument/2006/relationships/image" Target="../media/image40.png"/><Relationship Id="rId11" Type="http://schemas.openxmlformats.org/officeDocument/2006/relationships/audio" Target="../media/snd_munch.wav"/><Relationship Id="rId12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slide" Target="slide59.xml"/><Relationship Id="rId7" Type="http://schemas.openxmlformats.org/officeDocument/2006/relationships/audio" Target="../media/snd_splash.wav"/><Relationship Id="rId8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60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61.xml"/><Relationship Id="rId12" Type="http://schemas.openxmlformats.org/officeDocument/2006/relationships/audio" Target="../media/snd_tada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slide" Target="slide62.xml"/><Relationship Id="rId7" Type="http://schemas.openxmlformats.org/officeDocument/2006/relationships/audio" Target="../media/snd_boing.wav"/><Relationship Id="rId8" Type="http://schemas.openxmlformats.org/officeDocument/2006/relationships/audio" Target="../media/snd_pop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Relationship Id="rId9" Type="http://schemas.openxmlformats.org/officeDocument/2006/relationships/image" Target="../media/image12.png"/><Relationship Id="rId10" Type="http://schemas.openxmlformats.org/officeDocument/2006/relationships/slide" Target="slide63.xml"/><Relationship Id="rId11" Type="http://schemas.openxmlformats.org/officeDocument/2006/relationships/audio" Target="../media/snd_boing.wav"/><Relationship Id="rId12" Type="http://schemas.openxmlformats.org/officeDocument/2006/relationships/image" Target="../media/image40.png"/><Relationship Id="rId13" Type="http://schemas.openxmlformats.org/officeDocument/2006/relationships/audio" Target="../media/snd_munch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64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Relationship Id="rId8" Type="http://schemas.openxmlformats.org/officeDocument/2006/relationships/slide" Target="slide65.xml"/><Relationship Id="rId9" Type="http://schemas.openxmlformats.org/officeDocument/2006/relationships/audio" Target="../media/snd_boing.wav"/><Relationship Id="rId10" Type="http://schemas.openxmlformats.org/officeDocument/2006/relationships/audio" Target="../media/snd_splas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66.xml"/><Relationship Id="rId4" Type="http://schemas.openxmlformats.org/officeDocument/2006/relationships/audio" Target="../media/snd_boing.wav"/><Relationship Id="rId5" Type="http://schemas.openxmlformats.org/officeDocument/2006/relationships/audio" Target="../media/snd_bonk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slide" Target="slide67.xml"/><Relationship Id="rId6" Type="http://schemas.openxmlformats.org/officeDocument/2006/relationships/audio" Target="../media/snd_boing.wav"/><Relationship Id="rId7" Type="http://schemas.openxmlformats.org/officeDocument/2006/relationships/audio" Target="../media/snd_pop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35.png"/><Relationship Id="rId8" Type="http://schemas.openxmlformats.org/officeDocument/2006/relationships/image" Target="../media/image21.png"/><Relationship Id="rId9" Type="http://schemas.openxmlformats.org/officeDocument/2006/relationships/image" Target="../media/image12.png"/><Relationship Id="rId10" Type="http://schemas.openxmlformats.org/officeDocument/2006/relationships/slide" Target="slide68.xml"/><Relationship Id="rId11" Type="http://schemas.openxmlformats.org/officeDocument/2006/relationships/audio" Target="../media/snd_boing.wav"/><Relationship Id="rId12" Type="http://schemas.openxmlformats.org/officeDocument/2006/relationships/image" Target="../media/image40.png"/><Relationship Id="rId13" Type="http://schemas.openxmlformats.org/officeDocument/2006/relationships/audio" Target="../media/snd_munch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slide" Target="slide69.xml"/><Relationship Id="rId7" Type="http://schemas.openxmlformats.org/officeDocument/2006/relationships/audio" Target="../media/snd_boing.wav"/><Relationship Id="rId8" Type="http://schemas.openxmlformats.org/officeDocument/2006/relationships/audio" Target="../media/snd_splash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70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71.xml"/><Relationship Id="rId12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72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slide" Target="slide73.xml"/><Relationship Id="rId8" Type="http://schemas.openxmlformats.org/officeDocument/2006/relationships/audio" Target="../media/snd_boing.wav"/><Relationship Id="rId9" Type="http://schemas.openxmlformats.org/officeDocument/2006/relationships/audio" Target="../media/snd_pop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35.png"/><Relationship Id="rId8" Type="http://schemas.openxmlformats.org/officeDocument/2006/relationships/slide" Target="slide74.xml"/><Relationship Id="rId9" Type="http://schemas.openxmlformats.org/officeDocument/2006/relationships/audio" Target="../media/snd_boing.wav"/><Relationship Id="rId10" Type="http://schemas.openxmlformats.org/officeDocument/2006/relationships/image" Target="../media/image40.png"/><Relationship Id="rId11" Type="http://schemas.openxmlformats.org/officeDocument/2006/relationships/audio" Target="../media/snd_munch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36.png"/><Relationship Id="rId5" Type="http://schemas.openxmlformats.org/officeDocument/2006/relationships/slide" Target="slide75.xml"/><Relationship Id="rId6" Type="http://schemas.openxmlformats.org/officeDocument/2006/relationships/audio" Target="../media/snd_splash.wav"/><Relationship Id="rId7" Type="http://schemas.openxmlformats.org/officeDocument/2006/relationships/audio" Target="../media/snd_boing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76.xml"/><Relationship Id="rId4" Type="http://schemas.openxmlformats.org/officeDocument/2006/relationships/audio" Target="../media/snd_bonk.wav"/><Relationship Id="rId5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slide" Target="slide77.xml"/><Relationship Id="rId6" Type="http://schemas.openxmlformats.org/officeDocument/2006/relationships/audio" Target="../media/snd_pop.wav"/><Relationship Id="rId7" Type="http://schemas.openxmlformats.org/officeDocument/2006/relationships/audio" Target="../media/snd_bo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slide" Target="slide78.xml"/><Relationship Id="rId9" Type="http://schemas.openxmlformats.org/officeDocument/2006/relationships/audio" Target="../media/snd_boing.wav"/><Relationship Id="rId10" Type="http://schemas.openxmlformats.org/officeDocument/2006/relationships/image" Target="../media/image40.png"/><Relationship Id="rId11" Type="http://schemas.openxmlformats.org/officeDocument/2006/relationships/audio" Target="../media/snd_munch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79.xml"/><Relationship Id="rId6" Type="http://schemas.openxmlformats.org/officeDocument/2006/relationships/audio" Target="../media/snd_ding.wav"/><Relationship Id="rId7" Type="http://schemas.openxmlformats.org/officeDocument/2006/relationships/image" Target="../media/image40.png"/><Relationship Id="rId8" Type="http://schemas.openxmlformats.org/officeDocument/2006/relationships/audio" Target="../media/snd_whistle.wav"/><Relationship Id="rId9" Type="http://schemas.openxmlformats.org/officeDocument/2006/relationships/audio" Target="../media/snd_cheer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slide" Target="slide80.xml"/><Relationship Id="rId8" Type="http://schemas.openxmlformats.org/officeDocument/2006/relationships/audio" Target="../media/snd_boing.wav"/><Relationship Id="rId9" Type="http://schemas.openxmlformats.org/officeDocument/2006/relationships/audio" Target="../media/snd_splash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81.xml"/><Relationship Id="rId4" Type="http://schemas.openxmlformats.org/officeDocument/2006/relationships/audio" Target="../media/snd_boing.wav"/><Relationship Id="rId5" Type="http://schemas.openxmlformats.org/officeDocument/2006/relationships/audio" Target="../media/snd_bonk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82.xml"/><Relationship Id="rId12" Type="http://schemas.openxmlformats.org/officeDocument/2006/relationships/audio" Target="../media/snd_tada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83.xml"/><Relationship Id="rId6" Type="http://schemas.openxmlformats.org/officeDocument/2006/relationships/audio" Target="../media/snd_ding.wav"/><Relationship Id="rId7" Type="http://schemas.openxmlformats.org/officeDocument/2006/relationships/audio" Target="../media/snd_vroom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0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Kasrah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000" b="1" lang="en-US">
                <a:solidFill>
                  <a:srgbClr val="8A6CF0"/>
                </a:solidFill>
                <a:latin typeface="Arial"/>
                <a:cs typeface="Arial"/>
              </a:rPr>
              <a:t>Kasrah Games</a:t>
            </a:r>
          </a:p>
        </p:txBody>
      </p:sp>
      <p:sp>
        <p:nvSpPr>
          <p:cNvPr id="5" name="Letters" descr="بِ  تِ  نِ  مِ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بِ  تِ  نِ  مِ</a:t>
            </a:r>
          </a:p>
        </p:txBody>
      </p:sp>
      <p:sp>
        <p:nvSpPr>
          <p:cNvPr id="6" name="Subtitle" descr="Tap,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Tap,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Read the wor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word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خ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grpSp>
        <p:nvGrpSpPr>
          <p:cNvPr id="12" name="Balloon 2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ه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15" name="Balloon 3 إ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إ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grpSp>
        <p:nvGrpSpPr>
          <p:cNvPr id="18" name="Balloon 4 إ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إ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grpSp>
        <p:nvGrpSpPr>
          <p:cNvPr id="21" name="Balloon 5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و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ه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12" name="Food 2 إ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إ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grpSp>
        <p:nvGrpSpPr>
          <p:cNvPr id="15" name="Food 3 ط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ط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grpSp>
        <p:nvGrpSpPr>
          <p:cNvPr id="18" name="Food 4 ب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ب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0.2130 E" pathEditMode="relative" ptsTypes="AA">
                                      <p:cBhvr>
                                        <p:cTn id="1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b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“bi”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ن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12" name="Fish 2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د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15" name="Fish 3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ذ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18" name="Fish 4 ب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ب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grpSp>
        <p:nvGrpSpPr>
          <p:cNvPr id="21" name="Fish 5 ب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ب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b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“bi”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بِ" descr="ب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ثِ" descr="ث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دِ" descr="د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بِ" descr="ب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بِ" descr="ب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ذِ" descr="ذ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8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72" dur="90" fill="hold" repeatCount="3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t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“ti”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ف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ف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grpSp>
        <p:nvGrpSpPr>
          <p:cNvPr id="12" name="Balloon 2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ل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15" name="Balloon 3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ت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18" name="Balloon 4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ت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21" name="Balloon 5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ر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t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“ti”!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ت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12" name="Food 2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ظ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5" name="Food 3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ج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18" name="Food 4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ع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23 0.2130 E" pathEditMode="relative" ptsTypes="AA">
                                      <p:cBhvr>
                                        <p:cTn id="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7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letters to fill the wagon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Tap letters to fill the wagons.</a:t>
            </a:r>
          </a:p>
        </p:txBody>
      </p:sp>
      <p:sp>
        <p:nvSpPr>
          <p:cNvPr id="6" name="Line 2" descr="2.  Read the wo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Read the word.</a:t>
            </a:r>
          </a:p>
        </p:txBody>
      </p:sp>
      <p:sp>
        <p:nvSpPr>
          <p:cNvPr id="7" name="Line 3" descr="3.  Tap GO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Tap GO!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labis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Build the word:  “labisa”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ل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Wagon letter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Wagon letter 3" descr="س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سَ" descr="س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Card بِ" descr="بِ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4" name="Card لَ" descr="لَ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لَبِس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لَبِسَ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t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“thi”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ث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ث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grpSp>
        <p:nvGrpSpPr>
          <p:cNvPr id="12" name="Fish 2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م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15" name="Fish 3 ص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ص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grpSp>
        <p:nvGrpSpPr>
          <p:cNvPr id="18" name="Fish 4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ع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21" name="Fish 5 ث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ث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t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“thi”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ثِ" descr="ث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ثِ" descr="ث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وِ" descr="و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دِ" descr="د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زِ" descr="ز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ثِ" descr="ث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6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8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Open them all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3.  Open them all!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تِ" descr="ت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بِجِ" descr="بِج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بِجِ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تِخِ" descr="تِخ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تِخِ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إِ" descr="إ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بِ" descr="ب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ثِ" descr="ث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ثِخِ" descr="ثِخ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ثِخِ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إِنِ" descr="إِن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إِنِ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n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“ni”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غ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grpSp>
        <p:nvGrpSpPr>
          <p:cNvPr id="12" name="Balloon 2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ض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5" name="Balloon 3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ن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18" name="Balloon 4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ن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21" name="Balloon 5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ي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n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“ni”!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ن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12" name="Food 2 ص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ص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grpSp>
        <p:nvGrpSpPr>
          <p:cNvPr id="15" name="Food 3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ع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18" name="Food 4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ت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23 0.2130 E" pathEditMode="relative" ptsTypes="AA">
                                      <p:cBhvr>
                                        <p:cTn id="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7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y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“yi”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ف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ف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grpSp>
        <p:nvGrpSpPr>
          <p:cNvPr id="12" name="Fish 2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ي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15" name="Fish 3 إ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إ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grpSp>
        <p:nvGrpSpPr>
          <p:cNvPr id="18" name="Fish 4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غ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grpSp>
        <p:nvGrpSpPr>
          <p:cNvPr id="21" name="Fish 5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ي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y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“yi”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يِ" descr="ي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رِ" descr="ر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يِ" descr="ي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زِ" descr="ز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كِ" descr="ك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يِ" descr="ي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8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'alim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Build the word:  “'alima”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ع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0" name="Wagon letter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1" name="Wagon letter 3" descr="م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ard عَ" descr="ع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Card مَ" descr="مَ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Card لِ" descr="لِ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عَلِم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عَلِمَ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j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“ji”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و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2" name="Balloon 2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ج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15" name="Balloon 3 س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س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18" name="Balloon 4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ن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21" name="Balloon 5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ج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j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“ji”!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ظ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2" name="Food 2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د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15" name="Food 3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ر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8" name="Food 4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ج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-0.1204 E" pathEditMode="relative" ptsTypes="AA">
                                      <p:cBhvr>
                                        <p:cTn id="4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ḥ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“ḥi”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ظ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2" name="Fish 2 ح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ح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grpSp>
        <p:nvGrpSpPr>
          <p:cNvPr id="15" name="Fish 3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ج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18" name="Fish 4 ب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ب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grpSp>
        <p:nvGrpSpPr>
          <p:cNvPr id="21" name="Fish 5 ح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ح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ḥ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“ḥi”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جِ" descr="ج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رِ" descr="ر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حِ" descr="ح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ضِ" descr="ض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حِ" descr="ح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حِ" descr="ح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4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4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حِذِ" descr="حِذ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حِذِ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جِ" descr="ج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نِهِ" descr="نِه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نِهِ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حِ" descr="ح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يِ" descr="ي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يِظِ" descr="يِظ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يِظِ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جِعِ" descr="جِع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جِعِ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نِ" descr="ن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k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“khi”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و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2" name="Balloon 2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خ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grpSp>
        <p:nvGrpSpPr>
          <p:cNvPr id="15" name="Balloon 3 ح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ح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grpSp>
        <p:nvGrpSpPr>
          <p:cNvPr id="18" name="Balloon 4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ظ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21" name="Balloon 5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خ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kh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“khi”!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خ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grpSp>
        <p:nvGrpSpPr>
          <p:cNvPr id="12" name="Food 2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ق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grpSp>
        <p:nvGrpSpPr>
          <p:cNvPr id="15" name="Food 3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ر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8" name="Food 4 ح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ح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23 0.2130 E" pathEditMode="relative" ptsTypes="AA">
                                      <p:cBhvr>
                                        <p:cTn id="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7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shabi'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Build the word:  “shabi'a”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Wagon letter 2" descr="ب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شَ" descr="ش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Card بِ" descr="بِ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4" name="Card عَ" descr="عَ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شَبِع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شَبِعَ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d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“di”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ر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2" name="Fish 2 ب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ب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grpSp>
        <p:nvGrpSpPr>
          <p:cNvPr id="15" name="Fish 3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د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18" name="Fish 4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د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21" name="Fish 5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ه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d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“di”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ظِ" descr="ظ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دِ" descr="د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ثِ" descr="ث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دِ" descr="د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دِ" descr="د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جِ" descr="ج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8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72" dur="90" fill="hold" repeatCount="3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d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“dhi”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ذ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12" name="Balloon 2 س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س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15" name="Balloon 3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ذ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18" name="Balloon 4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ض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21" name="Balloon 5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ج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dh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“dhi”!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ث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ث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grpSp>
        <p:nvGrpSpPr>
          <p:cNvPr id="12" name="Food 2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ه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15" name="Food 3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ق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grpSp>
        <p:nvGrpSpPr>
          <p:cNvPr id="18" name="Food 4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ذ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-0.1204 E" pathEditMode="relative" ptsTypes="AA">
                                      <p:cBhvr>
                                        <p:cTn id="4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r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“ri”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ت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12" name="Fish 2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ر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5" name="Fish 3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ج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18" name="Fish 4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ر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21" name="Fish 5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ل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r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“ri”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كِ" descr="ك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تِ" descr="ت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زِ" descr="ز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رِ" descr="ر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رِ" descr="ر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رِ" descr="ر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4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ذِ" descr="ذ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خِلِ" descr="خِل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خِلِ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خِ" descr="خ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رِثِ" descr="رِث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رِثِ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رِ" descr="ر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ذِيِ" descr="ذِي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ذِيِ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دِذِ" descr="دِذ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دِذِ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دِ" descr="د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sharib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Build the word:  “shariba”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ش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Wagon letter 2" descr="ر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1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رِ" descr="رِ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Card بَ" descr="بَ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ard شَ" descr="شَ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شَرِب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z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“zi”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ك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ك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grpSp>
        <p:nvGrpSpPr>
          <p:cNvPr id="12" name="Balloon 2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ر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5" name="Balloon 3 ز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ز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grpSp>
        <p:nvGrpSpPr>
          <p:cNvPr id="18" name="Balloon 4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ي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21" name="Balloon 5 ز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ز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z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“zi”!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ض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2" name="Food 2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م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15" name="Food 3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ج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18" name="Food 4 ز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ز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-0.1204 E" pathEditMode="relative" ptsTypes="AA">
                                      <p:cBhvr>
                                        <p:cTn id="4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s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“si”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س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س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12" name="Fish 2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ظ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5" name="Fish 3 س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س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18" name="Fish 4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ل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21" name="Fish 5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ق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s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“si”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سِ" descr="س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سِ" descr="س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قِ" descr="ق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يِ" descr="ي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رِ" descr="ر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سِ" descr="س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6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8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ord 1" descr="فَهِ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فَهِمَ</a:t>
            </a:r>
          </a:p>
        </p:txBody>
      </p:sp>
      <p:sp>
        <p:nvSpPr>
          <p:cNvPr id="25" name="Word 2" descr="رَك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رَكِبَ</a:t>
            </a:r>
          </a:p>
        </p:txBody>
      </p:sp>
      <p:sp>
        <p:nvSpPr>
          <p:cNvPr id="26" name="Word 3" descr="عَطِش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عَطِشَ</a:t>
            </a:r>
          </a:p>
        </p:txBody>
      </p:sp>
      <p:sp>
        <p:nvSpPr>
          <p:cNvPr id="27" name="Word 4" descr="فَرِ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فَرِحَ</a:t>
            </a:r>
          </a:p>
        </p:txBody>
      </p:sp>
      <p:sp>
        <p:nvSpPr>
          <p:cNvPr id="28" name="Word 5" descr="غَض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غَضِبَ</a:t>
            </a:r>
          </a:p>
        </p:txBody>
      </p:sp>
      <p:sp>
        <p:nvSpPr>
          <p:cNvPr id="29" name="Word 6" descr="سَلِ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سَلِمَ</a:t>
            </a:r>
          </a:p>
        </p:txBody>
      </p:sp>
      <p:sp>
        <p:nvSpPr>
          <p:cNvPr id="30" name="Word 7" descr="قَب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قَبِلَ</a:t>
            </a:r>
          </a:p>
        </p:txBody>
      </p:sp>
      <p:sp>
        <p:nvSpPr>
          <p:cNvPr id="31" name="Word 8" descr="نَسِي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نَسِيَ</a:t>
            </a:r>
          </a:p>
        </p:txBody>
      </p:sp>
      <p:sp>
        <p:nvSpPr>
          <p:cNvPr id="32" name="Word 9" descr="رَحِ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رَحِمَ</a:t>
            </a:r>
          </a:p>
        </p:txBody>
      </p:sp>
      <p:sp>
        <p:nvSpPr>
          <p:cNvPr id="33" name="Word 10" descr="حَزِ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حَزِنَ</a:t>
            </a:r>
          </a:p>
        </p:txBody>
      </p:sp>
      <p:sp>
        <p:nvSpPr>
          <p:cNvPr id="34" name="Next word 1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5" name="Next word 2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6" name="Next word 3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7" name="Next word 4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8" name="Next word 5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9" name="Next word 6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40" name="Next word 7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41" name="Next word 8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42" name="Next word 9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pic>
        <p:nvPicPr>
          <p:cNvPr id="43" name="Red car 1" descr="Red c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44" name="Red car 2" descr="Red c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810000"/>
            <a:ext cx="1460500" cy="800100"/>
          </a:xfrm>
          <a:prstGeom prst="rect">
            <a:avLst/>
          </a:prstGeom>
        </p:spPr>
      </p:pic>
      <p:pic>
        <p:nvPicPr>
          <p:cNvPr id="45" name="Red car 3" descr="Red c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810000"/>
            <a:ext cx="1460500" cy="800100"/>
          </a:xfrm>
          <a:prstGeom prst="rect">
            <a:avLst/>
          </a:prstGeom>
        </p:spPr>
      </p:pic>
      <p:pic>
        <p:nvPicPr>
          <p:cNvPr id="46" name="Red car 4" descr="Red c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47" name="Red car 5" descr="Red c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3810000"/>
            <a:ext cx="1460500" cy="800100"/>
          </a:xfrm>
          <a:prstGeom prst="rect">
            <a:avLst/>
          </a:prstGeom>
        </p:spPr>
      </p:pic>
      <p:pic>
        <p:nvPicPr>
          <p:cNvPr id="48" name="Red car 6" descr="Red ca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10000"/>
            <a:ext cx="1460500" cy="800100"/>
          </a:xfrm>
          <a:prstGeom prst="rect">
            <a:avLst/>
          </a:prstGeom>
        </p:spPr>
      </p:pic>
      <p:pic>
        <p:nvPicPr>
          <p:cNvPr id="49" name="Red car 7" descr="Red car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50" name="Red car 8" descr="Red car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0" y="3810000"/>
            <a:ext cx="1460500" cy="800100"/>
          </a:xfrm>
          <a:prstGeom prst="rect">
            <a:avLst/>
          </a:prstGeom>
        </p:spPr>
      </p:pic>
      <p:sp>
        <p:nvSpPr>
          <p:cNvPr id="51" name="Red wins" descr="Red team wins!"/>
          <p:cNvSpPr/>
          <p:nvPr/>
        </p:nvSpPr>
        <p:spPr>
          <a:xfrm>
            <a:off x="3556000" y="1905000"/>
            <a:ext cx="5080000" cy="1397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52" name="Red point 1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3" name="Red point 2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4" name="Red point 3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5" name="Red point 4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6" name="Red point 5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7" name="Red point 6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8" name="Red point 7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pic>
        <p:nvPicPr>
          <p:cNvPr id="59" name="Blue car 1" descr="Blue car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pic>
        <p:nvPicPr>
          <p:cNvPr id="60" name="Blue car 2" descr="Blue car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5334000"/>
            <a:ext cx="1460500" cy="800100"/>
          </a:xfrm>
          <a:prstGeom prst="rect">
            <a:avLst/>
          </a:prstGeom>
        </p:spPr>
      </p:pic>
      <p:pic>
        <p:nvPicPr>
          <p:cNvPr id="61" name="Blue car 3" descr="Blue ca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5334000"/>
            <a:ext cx="1460500" cy="800100"/>
          </a:xfrm>
          <a:prstGeom prst="rect">
            <a:avLst/>
          </a:prstGeom>
        </p:spPr>
      </p:pic>
      <p:pic>
        <p:nvPicPr>
          <p:cNvPr id="62" name="Blue car 4" descr="Blue car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pic>
        <p:nvPicPr>
          <p:cNvPr id="63" name="Blue car 5" descr="Blue car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5334000"/>
            <a:ext cx="1460500" cy="800100"/>
          </a:xfrm>
          <a:prstGeom prst="rect">
            <a:avLst/>
          </a:prstGeom>
        </p:spPr>
      </p:pic>
      <p:pic>
        <p:nvPicPr>
          <p:cNvPr id="64" name="Blue car 6" descr="Blue ca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334000"/>
            <a:ext cx="1460500" cy="800100"/>
          </a:xfrm>
          <a:prstGeom prst="rect">
            <a:avLst/>
          </a:prstGeom>
        </p:spPr>
      </p:pic>
      <p:pic>
        <p:nvPicPr>
          <p:cNvPr id="65" name="Blue car 7" descr="Blue car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pic>
        <p:nvPicPr>
          <p:cNvPr id="66" name="Blue car 8" descr="Blue car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5334000"/>
            <a:ext cx="1460500" cy="800100"/>
          </a:xfrm>
          <a:prstGeom prst="rect">
            <a:avLst/>
          </a:prstGeom>
        </p:spPr>
      </p:pic>
      <p:sp>
        <p:nvSpPr>
          <p:cNvPr id="67" name="Blue wins" descr="Blue team wins!"/>
          <p:cNvSpPr/>
          <p:nvPr/>
        </p:nvSpPr>
        <p:spPr>
          <a:xfrm>
            <a:off x="3556000" y="1905000"/>
            <a:ext cx="5080000" cy="1397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68" name="Blue point 1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69" name="Blue point 2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0" name="Blue point 3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1" name="Blue point 4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2" name="Blue point 5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3" name="Blue point 6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4" name="Blue point 7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6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7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9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6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9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7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s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“shi”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ش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ش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grpSp>
        <p:nvGrpSpPr>
          <p:cNvPr id="12" name="Balloon 2 ش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ش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grpSp>
        <p:nvGrpSpPr>
          <p:cNvPr id="15" name="Balloon 3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ت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18" name="Balloon 4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ل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21" name="Balloon 5 ث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ث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4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sh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“shi”!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ت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ت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grpSp>
        <p:nvGrpSpPr>
          <p:cNvPr id="12" name="Food 2 ش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ش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grpSp>
        <p:nvGrpSpPr>
          <p:cNvPr id="15" name="Food 3 س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س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18" name="Food 4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د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0.2130 E" pathEditMode="relative" ptsTypes="AA">
                                      <p:cBhvr>
                                        <p:cTn id="1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khashiy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Build the word:  “khashiya”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خ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Wagon letter 2" descr="ش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1" name="Wagon letter 3" descr="ي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يَ" descr="ي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Card شِ" descr="شِ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4" name="Card خَ" descr="خَ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خَشِي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خَشِيَ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ṣ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“ṣi”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ظ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2" name="Fish 2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ي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15" name="Fish 3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ه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18" name="Fish 4 ص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ص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grpSp>
        <p:nvGrpSpPr>
          <p:cNvPr id="21" name="Fish 5 ص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ص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ṣ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“ṣi”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يِ" descr="ي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صِ" descr="ص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صِ" descr="ص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مِ" descr="م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صِ" descr="ص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زِ" descr="ز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72" dur="90" fill="hold" repeatCount="3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زِ" descr="ز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زِإِ" descr="زِإ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زِإِ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سِغِ" descr="سِغ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سِغِ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صِإِ" descr="صِإ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صِإِ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شِعِ" descr="شِع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شِعِ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شِ" descr="ش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سِ" descr="س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صِ" descr="ص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ḍ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“ḍi”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ض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2" name="Balloon 2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ض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5" name="Balloon 3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ي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18" name="Balloon 4 ح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ح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grpSp>
        <p:nvGrpSpPr>
          <p:cNvPr id="21" name="Balloon 5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ق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4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ḍ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“ḍi”!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ن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12" name="Food 2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ر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5" name="Food 3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ض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8" name="Food 4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غ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23 -0.1204 E" pathEditMode="relative" ptsTypes="AA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ṭ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“ṭi”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د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12" name="Fish 2 ط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ط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grpSp>
        <p:nvGrpSpPr>
          <p:cNvPr id="15" name="Fish 3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ذ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18" name="Fish 4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ج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grpSp>
        <p:nvGrpSpPr>
          <p:cNvPr id="21" name="Fish 5 ط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ط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ṭ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“ṭi”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طِ" descr="ط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حِ" descr="ح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طِ" descr="ط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وِ" descr="و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مِ" descr="م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طِ" descr="ط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8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la'ib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Build the word:  “la'iba”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ل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Wagon letter 2" descr="ع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1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بَ" descr="ب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Card عِ" descr="عِ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4" name="Card لَ" descr="لَ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لَعِب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لَعِبَ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ẓ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“ẓi”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ظ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2" name="Balloon 2 إ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إ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إِ</a:t>
            </a:r>
          </a:p>
        </p:txBody>
      </p:sp>
      <p:grpSp>
        <p:nvGrpSpPr>
          <p:cNvPr id="15" name="Balloon 3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و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8" name="Balloon 4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ظ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21" name="Balloon 5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ل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ẓ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“ẓi”!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ظ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ظ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12" name="Food 2 ح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ح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grpSp>
        <p:nvGrpSpPr>
          <p:cNvPr id="15" name="Food 3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ق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grpSp>
        <p:nvGrpSpPr>
          <p:cNvPr id="18" name="Food 4 ط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ط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21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23 0.2130 E" pathEditMode="relative" ptsTypes="AA">
                                      <p:cBhvr>
                                        <p:cTn id="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7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'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“'i”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ع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12" name="Fish 2 ث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ث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grpSp>
        <p:nvGrpSpPr>
          <p:cNvPr id="15" name="Fish 3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ع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18" name="Fish 4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م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21" name="Fish 5 ش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ش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'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“'i”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عِ" descr="ع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خِ" descr="خ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عِ" descr="ع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عِ" descr="ع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مِ" descr="م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طِ" descr="ط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66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72" dur="90" fill="hold" repeatCount="3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طِ" descr="ط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ضِفِ" descr="ضِف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ضِفِ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ضِ" descr="ض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عِفِ" descr="عِف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عِفِ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عِ" descr="ع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طِفِ" descr="طِف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طِفِ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ظِ" descr="ظ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ظِثِ" descr="ظِث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ظِثِ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g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“ghi”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م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12" name="Balloon 2 ز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ز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grpSp>
        <p:nvGrpSpPr>
          <p:cNvPr id="15" name="Balloon 3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ع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18" name="Balloon 4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غ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grpSp>
        <p:nvGrpSpPr>
          <p:cNvPr id="21" name="Balloon 5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غ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gh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“ghi”!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و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2" name="Food 2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غ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grpSp>
        <p:nvGrpSpPr>
          <p:cNvPr id="15" name="Food 3 ز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ز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grpSp>
        <p:nvGrpSpPr>
          <p:cNvPr id="18" name="Food 4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خ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0.2130 E" pathEditMode="relative" ptsTypes="AA">
                                      <p:cBhvr>
                                        <p:cTn id="1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1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sami'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Build the word:  “sami'a”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س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0" name="Wagon letter 2" descr="م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سَ" descr="س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Card عَ" descr="عَ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Card مِ" descr="مِ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سَمِع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f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“fi”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ع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ع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grpSp>
        <p:nvGrpSpPr>
          <p:cNvPr id="12" name="Fish 2 ف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ف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grpSp>
        <p:nvGrpSpPr>
          <p:cNvPr id="15" name="Fish 3 ف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ف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grpSp>
        <p:nvGrpSpPr>
          <p:cNvPr id="18" name="Fish 4 س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س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grpSp>
        <p:nvGrpSpPr>
          <p:cNvPr id="21" name="Fish 5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ل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f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“fi”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وِ" descr="و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غِ" descr="غ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فِ" descr="ف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فِ" descr="ف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فِ" descr="ف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ضِ" descr="ض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4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72" dur="90" fill="hold" repeatCount="3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q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“qi”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د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د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grpSp>
        <p:nvGrpSpPr>
          <p:cNvPr id="12" name="Balloon 2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ذ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15" name="Balloon 3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ق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grpSp>
        <p:nvGrpSpPr>
          <p:cNvPr id="18" name="Balloon 4 ط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ط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grpSp>
        <p:nvGrpSpPr>
          <p:cNvPr id="21" name="Balloon 5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ق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q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“qi”!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خ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grpSp>
        <p:nvGrpSpPr>
          <p:cNvPr id="12" name="Food 2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و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5" name="Food 3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ه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18" name="Food 4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ق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21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-0.1204 E" pathEditMode="relative" ptsTypes="AA">
                                      <p:cBhvr>
                                        <p:cTn id="4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k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“ki”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ص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ص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grpSp>
        <p:nvGrpSpPr>
          <p:cNvPr id="12" name="Fish 2 ر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ر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grpSp>
        <p:nvGrpSpPr>
          <p:cNvPr id="15" name="Fish 3 ض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ض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grpSp>
        <p:nvGrpSpPr>
          <p:cNvPr id="18" name="Fish 4 ك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ك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grpSp>
        <p:nvGrpSpPr>
          <p:cNvPr id="21" name="Fish 5 ك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ك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2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2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k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“ki”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كِ" descr="ك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لِ" descr="ل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مِ" descr="م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كِ" descr="ك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حِ" descr="ح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كِ" descr="ك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8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8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فِ" descr="ف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غِ" descr="غ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كِمِ" descr="كِم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كِمِ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كِ" descr="ك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فِإِ" descr="فِإ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فِإِ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قِ" descr="ق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قِوِ" descr="قِو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قِوِ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غِدِ" descr="غِد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غِدِ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wathiq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Build the word:  “wathiqa”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و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Wagon letter 2" descr="ث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1" name="Wagon letter 3" descr="ق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ard وَ" descr="و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Card قَ" descr="قَ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Card ثِ" descr="ثِ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وَثِق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وَثِقَ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l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“li”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ق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ق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grpSp>
        <p:nvGrpSpPr>
          <p:cNvPr id="12" name="Balloon 2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ل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15" name="Balloon 3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ل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18" name="Balloon 4 ن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ن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grpSp>
        <p:nvGrpSpPr>
          <p:cNvPr id="21" name="Balloon 5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م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0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l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“li”!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ث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ث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grpSp>
        <p:nvGrpSpPr>
          <p:cNvPr id="12" name="Food 2 غ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غ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grpSp>
        <p:nvGrpSpPr>
          <p:cNvPr id="15" name="Food 3 ل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ل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18" name="Food 4 ج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ج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23 -0.1204 E" pathEditMode="relative" ptsTypes="AA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5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m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“mi”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م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12" name="Fish 2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ي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15" name="Fish 3 ش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ش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grpSp>
        <p:nvGrpSpPr>
          <p:cNvPr id="18" name="Fish 4 ك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ك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grpSp>
        <p:nvGrpSpPr>
          <p:cNvPr id="21" name="Fish 5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م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5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m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“mi”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مِ" descr="م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ذِ" descr="ذ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مِ" descr="م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قِ" descr="ق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غِ" descr="غ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مِ" descr="م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2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8" dur="9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 “h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Pop  “hi”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Balloon 1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Balloon picture 1" descr="Balloon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1" descr="هِ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12" name="Balloon 2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Balloon picture 2" descr="Balloon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4" name="Balloon letter 2" descr="وِ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5" name="Balloon 3 ي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Balloon picture 3" descr="Balloon 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3" descr="يِ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grpSp>
        <p:nvGrpSpPr>
          <p:cNvPr id="18" name="Balloon 4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Balloon picture 4" descr="Balloon 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20" name="Balloon letter 4" descr="هِ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21" name="Balloon 5 ك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Balloon picture 5" descr="Balloon 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23" name="Balloon letter 5" descr="كِ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2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20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18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0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  “hi”!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  “hi”!</a:t>
            </a:r>
          </a:p>
        </p:txBody>
      </p:sp>
      <p:pic>
        <p:nvPicPr>
          <p:cNvPr id="5" name="Monster (hungry)" descr="Monster (hungr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6" name="Monster (chewing)" descr="Monster (chewing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Monster (no thanks)" descr="Monster (no thank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sp>
        <p:nvSpPr>
          <p:cNvPr id="8" name="Yummy" descr="Yummy!"/>
          <p:cNvSpPr/>
          <p:nvPr/>
        </p:nvSpPr>
        <p:spPr>
          <a:xfrm>
            <a:off x="3556000" y="1460500"/>
            <a:ext cx="2413000" cy="1270000"/>
          </a:xfrm>
          <a:prstGeom prst="cloudCallout">
            <a:avLst/>
          </a:prstGeom>
          <a:solidFill>
            <a:srgbClr val="FFFFFF"/>
          </a:solidFill>
          <a:ln w="381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grpSp>
        <p:nvGrpSpPr>
          <p:cNvPr id="9" name="Food 1 م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ood picture 1" descr="Food 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11" name="Food letter 1" descr="مِ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12" name="Food 2 ذ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ood picture 2" descr="Food 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4" name="Food letter 2" descr="ذِ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grpSp>
        <p:nvGrpSpPr>
          <p:cNvPr id="15" name="Food 3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ood picture 3" descr="Food 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7" name="Food letter 3" descr="وِ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8" name="Food 4 ه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ood picture 4" descr="Food 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20" name="Food letter 4" descr="هِ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2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2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406 -0.1204 E" pathEditMode="relative" ptsTypes="AA">
                                      <p:cBhvr>
                                        <p:cTn id="46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:  “ṣa'ida”  then tap GO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Build the word:  “ṣa'ida”  then tap GO!</a:t>
            </a:r>
          </a:p>
        </p:txBody>
      </p:sp>
      <p:pic>
        <p:nvPicPr>
          <p:cNvPr id="5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6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7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8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9" name="Wagon letter 1" descr="ص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Wagon letter 2" descr="ع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1" name="Wagon letter 3" descr="د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Card دَ" descr="دَ"/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Card عِ" descr="عِ"/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4" name="Card صَ" descr="صَ"/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GO button" descr="GO!"/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6" name="Word" descr="صَعِدَ"/>
          <p:cNvSpPr/>
          <p:nvPr/>
        </p:nvSpPr>
        <p:spPr>
          <a:xfrm>
            <a:off x="2921000" y="2984500"/>
            <a:ext cx="6350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1" lang="ar-SA">
                <a:solidFill>
                  <a:srgbClr val="2E2640"/>
                </a:solidFill>
                <a:latin typeface="Arial"/>
                <a:cs typeface="Arial"/>
              </a:rPr>
              <a:t>صَعِدَ</a:t>
            </a:r>
          </a:p>
        </p:txBody>
      </p:sp>
      <p:sp>
        <p:nvSpPr>
          <p:cNvPr id="17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1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is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5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7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9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1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3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55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 “w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Catch  “wi”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Fish 1 ف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0" name="Fish picture 1" descr="Fish 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11" name="Fish letter 1" descr="فِ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grpSp>
        <p:nvGrpSpPr>
          <p:cNvPr id="12" name="Fish 2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3" name="Fish picture 2" descr="Fish 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4" name="Fish letter 2" descr="وِ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5" name="Fish 3 خ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" name="Fish picture 3" descr="Fish 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7" name="Fish letter 3" descr="خِ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grpSp>
        <p:nvGrpSpPr>
          <p:cNvPr id="18" name="Fish 4 و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Fish picture 4" descr="Fish 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20" name="Fish letter 4" descr="وِ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21" name="Fish 5 شِ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2" name="Fish picture 5" descr="Fish 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23" name="Fish letter 5" descr="شِ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2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350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800" fill="hold" repeatCount="indefinite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6" dur="9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2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3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spla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56" dur="90" fill="hold" repeatCount="3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 “wi”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every  “wi”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1 لِ" descr="لِ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3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2 عِ" descr="عِ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5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3 وِ" descr="وِ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17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4 حِ" descr="حِ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9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le 5 وِ" descr="وِ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21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ile 6 وِ" descr="وِ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23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1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24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">
                                      <p:cBhvr>
                                        <p:cTn id="44" dur="9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udio>
                                      <p:cMediaNode vol="9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on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sp>
        <p:nvSpPr>
          <p:cNvPr id="5" name="Card 1 مِ" descr="مِ"/>
          <p:cNvSpPr/>
          <p:nvPr/>
        </p:nvSpPr>
        <p:spPr>
          <a:xfrm>
            <a:off x="1047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grpSp>
        <p:nvGrpSpPr>
          <p:cNvPr id="6" name="Gift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7" name="Gift box 1" descr="Gift box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8" name="Gift lid 1" descr="Gift li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sp>
        <p:nvSpPr>
          <p:cNvPr id="9" name="Card 2 وِرِ" descr="وِرِ"/>
          <p:cNvSpPr/>
          <p:nvPr/>
        </p:nvSpPr>
        <p:spPr>
          <a:xfrm>
            <a:off x="3714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وِرِ</a:t>
            </a:r>
          </a:p>
        </p:txBody>
      </p:sp>
      <p:grpSp>
        <p:nvGrpSpPr>
          <p:cNvPr id="10" name="Gift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1" name="Gift box 2" descr="Gift box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12" name="Gift lid 2" descr="Gift lid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sp>
        <p:nvSpPr>
          <p:cNvPr id="13" name="Card 3 مِوِ" descr="مِوِ"/>
          <p:cNvSpPr/>
          <p:nvPr/>
        </p:nvSpPr>
        <p:spPr>
          <a:xfrm>
            <a:off x="6381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مِوِ</a:t>
            </a:r>
          </a:p>
        </p:txBody>
      </p:sp>
      <p:grpSp>
        <p:nvGrpSpPr>
          <p:cNvPr id="14" name="Gift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5" name="Gift box 3" descr="Gift box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6" name="Gift lid 3" descr="Gift lid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sp>
        <p:nvSpPr>
          <p:cNvPr id="17" name="Card 4 وِ" descr="وِ"/>
          <p:cNvSpPr/>
          <p:nvPr/>
        </p:nvSpPr>
        <p:spPr>
          <a:xfrm>
            <a:off x="9048750" y="2063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grpSp>
        <p:nvGrpSpPr>
          <p:cNvPr id="18" name="Gift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Gift box 4" descr="Gift box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20" name="Gift lid 4" descr="Gift lid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sp>
        <p:nvSpPr>
          <p:cNvPr id="21" name="Card 5 لِضِ" descr="لِضِ"/>
          <p:cNvSpPr/>
          <p:nvPr/>
        </p:nvSpPr>
        <p:spPr>
          <a:xfrm>
            <a:off x="1047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لِضِ</a:t>
            </a:r>
          </a:p>
        </p:txBody>
      </p:sp>
      <p:grpSp>
        <p:nvGrpSpPr>
          <p:cNvPr id="22" name="Gift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3" name="Gift box 5" descr="Gift box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24" name="Gift lid 5" descr="Gift li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sp>
        <p:nvSpPr>
          <p:cNvPr id="25" name="Card 6 هِ" descr="هِ"/>
          <p:cNvSpPr/>
          <p:nvPr/>
        </p:nvSpPr>
        <p:spPr>
          <a:xfrm>
            <a:off x="3714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grpSp>
        <p:nvGrpSpPr>
          <p:cNvPr id="26" name="Gift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7" name="Gift box 6" descr="Gift box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28" name="Gift lid 6" descr="Gift lid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sp>
        <p:nvSpPr>
          <p:cNvPr id="29" name="Card 7 لِ" descr="لِ"/>
          <p:cNvSpPr/>
          <p:nvPr/>
        </p:nvSpPr>
        <p:spPr>
          <a:xfrm>
            <a:off x="6381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grpSp>
        <p:nvGrpSpPr>
          <p:cNvPr id="30" name="Gift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1" name="Gift box 7" descr="Gift box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32" name="Gift lid 7" descr="Gift lid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sp>
        <p:nvSpPr>
          <p:cNvPr id="33" name="Card 8 هِضِ" descr="هِضِ"/>
          <p:cNvSpPr/>
          <p:nvPr/>
        </p:nvSpPr>
        <p:spPr>
          <a:xfrm>
            <a:off x="9048750" y="4476750"/>
            <a:ext cx="20955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1" lang="ar-SA">
                <a:solidFill>
                  <a:srgbClr val="2E2640"/>
                </a:solidFill>
                <a:latin typeface="Arial"/>
                <a:cs typeface="Arial"/>
              </a:rPr>
              <a:t>هِضِ</a:t>
            </a:r>
          </a:p>
        </p:txBody>
      </p:sp>
      <p:grpSp>
        <p:nvGrpSpPr>
          <p:cNvPr id="34" name="Gift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5" name="Gift box 8" descr="Gift box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36" name="Gift lid 8" descr="Gift lid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3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4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5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6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udio>
                                      <p:cMediaNode vol="90000">
                                        <p:cTn id="6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ada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ord 1" descr="لَع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لَعِبَ</a:t>
            </a:r>
          </a:p>
        </p:txBody>
      </p:sp>
      <p:sp>
        <p:nvSpPr>
          <p:cNvPr id="25" name="Word 2" descr="سَمِ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26" name="Word 3" descr="وَث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وَثِقَ</a:t>
            </a:r>
          </a:p>
        </p:txBody>
      </p:sp>
      <p:sp>
        <p:nvSpPr>
          <p:cNvPr id="27" name="Word 4" descr="صَعِ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صَعِدَ</a:t>
            </a:r>
          </a:p>
        </p:txBody>
      </p:sp>
      <p:sp>
        <p:nvSpPr>
          <p:cNvPr id="28" name="Word 5" descr="رَضِي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رَضِيَ</a:t>
            </a:r>
          </a:p>
        </p:txBody>
      </p:sp>
      <p:sp>
        <p:nvSpPr>
          <p:cNvPr id="29" name="Word 6" descr="ضَحِك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ضَحِكَ</a:t>
            </a:r>
          </a:p>
        </p:txBody>
      </p:sp>
      <p:sp>
        <p:nvSpPr>
          <p:cNvPr id="30" name="Word 7" descr="حَمِ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حَمِدَ</a:t>
            </a:r>
          </a:p>
        </p:txBody>
      </p:sp>
      <p:sp>
        <p:nvSpPr>
          <p:cNvPr id="31" name="Word 8" descr="عَم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عَمِلَ</a:t>
            </a:r>
          </a:p>
        </p:txBody>
      </p:sp>
      <p:sp>
        <p:nvSpPr>
          <p:cNvPr id="32" name="Word 9" descr="تَع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تَعِبَ</a:t>
            </a:r>
          </a:p>
        </p:txBody>
      </p:sp>
      <p:sp>
        <p:nvSpPr>
          <p:cNvPr id="33" name="Word 10" descr="حَفِظ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حَفِظَ</a:t>
            </a:r>
          </a:p>
        </p:txBody>
      </p:sp>
      <p:sp>
        <p:nvSpPr>
          <p:cNvPr id="34" name="Next word 1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5" name="Next word 2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6" name="Next word 3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7" name="Next word 4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8" name="Next word 5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39" name="Next word 6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40" name="Next word 7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41" name="Next word 8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sp>
        <p:nvSpPr>
          <p:cNvPr id="42" name="Next word 9" descr="Next word ▶"/>
          <p:cNvSpPr/>
          <p:nvPr/>
        </p:nvSpPr>
        <p:spPr>
          <a:xfrm>
            <a:off x="8509000" y="1778000"/>
            <a:ext cx="2413000" cy="6985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508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FFFFFF"/>
                </a:solidFill>
                <a:latin typeface="Arial"/>
                <a:cs typeface="Arial"/>
              </a:rPr>
              <a:t>Next word ▶</a:t>
            </a:r>
          </a:p>
        </p:txBody>
      </p:sp>
      <p:pic>
        <p:nvPicPr>
          <p:cNvPr id="43" name="Red car 1" descr="Red c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44" name="Red car 2" descr="Red c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810000"/>
            <a:ext cx="1460500" cy="800100"/>
          </a:xfrm>
          <a:prstGeom prst="rect">
            <a:avLst/>
          </a:prstGeom>
        </p:spPr>
      </p:pic>
      <p:pic>
        <p:nvPicPr>
          <p:cNvPr id="45" name="Red car 3" descr="Red c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810000"/>
            <a:ext cx="1460500" cy="800100"/>
          </a:xfrm>
          <a:prstGeom prst="rect">
            <a:avLst/>
          </a:prstGeom>
        </p:spPr>
      </p:pic>
      <p:pic>
        <p:nvPicPr>
          <p:cNvPr id="46" name="Red car 4" descr="Red c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47" name="Red car 5" descr="Red c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3810000"/>
            <a:ext cx="1460500" cy="800100"/>
          </a:xfrm>
          <a:prstGeom prst="rect">
            <a:avLst/>
          </a:prstGeom>
        </p:spPr>
      </p:pic>
      <p:pic>
        <p:nvPicPr>
          <p:cNvPr id="48" name="Red car 6" descr="Red ca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10000"/>
            <a:ext cx="1460500" cy="800100"/>
          </a:xfrm>
          <a:prstGeom prst="rect">
            <a:avLst/>
          </a:prstGeom>
        </p:spPr>
      </p:pic>
      <p:pic>
        <p:nvPicPr>
          <p:cNvPr id="49" name="Red car 7" descr="Red car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50" name="Red car 8" descr="Red car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0" y="3810000"/>
            <a:ext cx="1460500" cy="800100"/>
          </a:xfrm>
          <a:prstGeom prst="rect">
            <a:avLst/>
          </a:prstGeom>
        </p:spPr>
      </p:pic>
      <p:sp>
        <p:nvSpPr>
          <p:cNvPr id="51" name="Red wins" descr="Red team wins!"/>
          <p:cNvSpPr/>
          <p:nvPr/>
        </p:nvSpPr>
        <p:spPr>
          <a:xfrm>
            <a:off x="3556000" y="1905000"/>
            <a:ext cx="5080000" cy="1397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52" name="Red point 1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3" name="Red point 2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4" name="Red point 3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5" name="Red point 4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6" name="Red point 5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7" name="Red point 6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58" name="Red point 7" descr="Red ✓"/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pic>
        <p:nvPicPr>
          <p:cNvPr id="59" name="Blue car 1" descr="Blue car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pic>
        <p:nvPicPr>
          <p:cNvPr id="60" name="Blue car 2" descr="Blue car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5334000"/>
            <a:ext cx="1460500" cy="800100"/>
          </a:xfrm>
          <a:prstGeom prst="rect">
            <a:avLst/>
          </a:prstGeom>
        </p:spPr>
      </p:pic>
      <p:pic>
        <p:nvPicPr>
          <p:cNvPr id="61" name="Blue car 3" descr="Blue ca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5334000"/>
            <a:ext cx="1460500" cy="800100"/>
          </a:xfrm>
          <a:prstGeom prst="rect">
            <a:avLst/>
          </a:prstGeom>
        </p:spPr>
      </p:pic>
      <p:pic>
        <p:nvPicPr>
          <p:cNvPr id="62" name="Blue car 4" descr="Blue car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pic>
        <p:nvPicPr>
          <p:cNvPr id="63" name="Blue car 5" descr="Blue car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5334000"/>
            <a:ext cx="1460500" cy="800100"/>
          </a:xfrm>
          <a:prstGeom prst="rect">
            <a:avLst/>
          </a:prstGeom>
        </p:spPr>
      </p:pic>
      <p:pic>
        <p:nvPicPr>
          <p:cNvPr id="64" name="Blue car 6" descr="Blue car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334000"/>
            <a:ext cx="1460500" cy="800100"/>
          </a:xfrm>
          <a:prstGeom prst="rect">
            <a:avLst/>
          </a:prstGeom>
        </p:spPr>
      </p:pic>
      <p:pic>
        <p:nvPicPr>
          <p:cNvPr id="65" name="Blue car 7" descr="Blue car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pic>
        <p:nvPicPr>
          <p:cNvPr id="66" name="Blue car 8" descr="Blue car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5334000"/>
            <a:ext cx="1460500" cy="800100"/>
          </a:xfrm>
          <a:prstGeom prst="rect">
            <a:avLst/>
          </a:prstGeom>
        </p:spPr>
      </p:pic>
      <p:sp>
        <p:nvSpPr>
          <p:cNvPr id="67" name="Blue wins" descr="Blue team wins!"/>
          <p:cNvSpPr/>
          <p:nvPr/>
        </p:nvSpPr>
        <p:spPr>
          <a:xfrm>
            <a:off x="3556000" y="1905000"/>
            <a:ext cx="5080000" cy="1397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68" name="Blue point 1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69" name="Blue point 2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0" name="Blue point 3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1" name="Blue point 4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2" name="Blue point 5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3" name="Blue point 6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4" name="Blue point 7" descr="Blue ✓"/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7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3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6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7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9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6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7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1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9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90000">
                                        <p:cTn id="27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roo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