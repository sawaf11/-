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boing.wav" ContentType="audio/wav"/>
  <Override PartName="/ppt/media/snd_bonk.wav" ContentType="audio/wav"/>
  <Override PartName="/ppt/media/snd_cheer.wav" ContentType="audio/wav"/>
  <Override PartName="/ppt/media/snd_ding.wav" ContentType="audio/wav"/>
  <Override PartName="/ppt/media/snd_munch.wav" ContentType="audio/wav"/>
  <Override PartName="/ppt/media/snd_pop.wav" ContentType="audio/wav"/>
  <Override PartName="/ppt/media/snd_splash.wav" ContentType="audio/wav"/>
  <Override PartName="/ppt/media/snd_tada.wav" ContentType="audio/wav"/>
  <Override PartName="/ppt/media/snd_vroom.wav" ContentType="audio/wav"/>
  <Override PartName="/ppt/media/snd_whistle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" Target="slide4.xml"/><Relationship Id="rId9" Type="http://schemas.openxmlformats.org/officeDocument/2006/relationships/audio" Target="../media/snd_boing.wav"/><Relationship Id="rId10" Type="http://schemas.openxmlformats.org/officeDocument/2006/relationships/audio" Target="../media/snd_pop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" Target="slide6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8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1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slide" Target="slide11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Relationship Id="rId8" Type="http://schemas.openxmlformats.org/officeDocument/2006/relationships/image" Target="../media/image12.png"/><Relationship Id="rId9" Type="http://schemas.openxmlformats.org/officeDocument/2006/relationships/slide" Target="slide12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1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slide" Target="slide15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16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png"/><Relationship Id="rId4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18.xml"/><Relationship Id="rId12" Type="http://schemas.openxmlformats.org/officeDocument/2006/relationships/audio" Target="../media/snd_tada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2.png"/><Relationship Id="rId8" Type="http://schemas.openxmlformats.org/officeDocument/2006/relationships/slide" Target="slide19.xml"/><Relationship Id="rId9" Type="http://schemas.openxmlformats.org/officeDocument/2006/relationships/audio" Target="../media/snd_pop.wav"/><Relationship Id="rId10" Type="http://schemas.openxmlformats.org/officeDocument/2006/relationships/audio" Target="../media/snd_boing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21.png"/><Relationship Id="rId8" Type="http://schemas.openxmlformats.org/officeDocument/2006/relationships/image" Target="../media/image12.png"/><Relationship Id="rId9" Type="http://schemas.openxmlformats.org/officeDocument/2006/relationships/slide" Target="slide20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34.png"/><Relationship Id="rId5" Type="http://schemas.openxmlformats.org/officeDocument/2006/relationships/image" Target="../media/image17.png"/><Relationship Id="rId6" Type="http://schemas.openxmlformats.org/officeDocument/2006/relationships/slide" Target="slide21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22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23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5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2.png"/><Relationship Id="rId8" Type="http://schemas.openxmlformats.org/officeDocument/2006/relationships/slide" Target="slide24.xml"/><Relationship Id="rId9" Type="http://schemas.openxmlformats.org/officeDocument/2006/relationships/audio" Target="../media/snd_pop.wav"/><Relationship Id="rId10" Type="http://schemas.openxmlformats.org/officeDocument/2006/relationships/audio" Target="../media/snd_boing.wav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" Target="slide25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34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15.png"/><Relationship Id="rId7" Type="http://schemas.openxmlformats.org/officeDocument/2006/relationships/image" Target="../media/image19.png"/><Relationship Id="rId8" Type="http://schemas.openxmlformats.org/officeDocument/2006/relationships/slide" Target="slide26.xml"/><Relationship Id="rId9" Type="http://schemas.openxmlformats.org/officeDocument/2006/relationships/audio" Target="../media/snd_boing.wav"/><Relationship Id="rId10" Type="http://schemas.openxmlformats.org/officeDocument/2006/relationships/audio" Target="../media/snd_splash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27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28.xml"/><Relationship Id="rId12" Type="http://schemas.openxmlformats.org/officeDocument/2006/relationships/audio" Target="../media/snd_tada.wav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35.png"/><Relationship Id="rId7" Type="http://schemas.openxmlformats.org/officeDocument/2006/relationships/image" Target="../media/image4.png"/><Relationship Id="rId8" Type="http://schemas.openxmlformats.org/officeDocument/2006/relationships/slide" Target="slide29.xml"/><Relationship Id="rId9" Type="http://schemas.openxmlformats.org/officeDocument/2006/relationships/audio" Target="../media/snd_boing.wav"/><Relationship Id="rId10" Type="http://schemas.openxmlformats.org/officeDocument/2006/relationships/audio" Target="../media/snd_pop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36.png"/><Relationship Id="rId9" Type="http://schemas.openxmlformats.org/officeDocument/2006/relationships/slide" Target="slide30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31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9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5.png"/><Relationship Id="rId7" Type="http://schemas.openxmlformats.org/officeDocument/2006/relationships/slide" Target="slide32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33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slide" Target="slide34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21.png"/><Relationship Id="rId8" Type="http://schemas.openxmlformats.org/officeDocument/2006/relationships/image" Target="../media/image14.png"/><Relationship Id="rId9" Type="http://schemas.openxmlformats.org/officeDocument/2006/relationships/image" Target="../media/image13.png"/><Relationship Id="rId10" Type="http://schemas.openxmlformats.org/officeDocument/2006/relationships/slide" Target="slide35.xml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Relationship Id="rId13" Type="http://schemas.openxmlformats.org/officeDocument/2006/relationships/audio" Target="../media/snd_boing.wav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3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5.png"/><Relationship Id="rId7" Type="http://schemas.openxmlformats.org/officeDocument/2006/relationships/slide" Target="slide36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37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38.xml"/><Relationship Id="rId12" Type="http://schemas.openxmlformats.org/officeDocument/2006/relationships/audio" Target="../media/snd_tada.wav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3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7.png"/><Relationship Id="rId8" Type="http://schemas.openxmlformats.org/officeDocument/2006/relationships/slide" Target="slide40.xml"/><Relationship Id="rId9" Type="http://schemas.openxmlformats.org/officeDocument/2006/relationships/audio" Target="../media/snd_boing.wav"/><Relationship Id="rId10" Type="http://schemas.openxmlformats.org/officeDocument/2006/relationships/audio" Target="../media/snd_pop.wav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2.png"/><Relationship Id="rId8" Type="http://schemas.openxmlformats.org/officeDocument/2006/relationships/image" Target="../media/image21.png"/><Relationship Id="rId9" Type="http://schemas.openxmlformats.org/officeDocument/2006/relationships/image" Target="../media/image14.png"/><Relationship Id="rId10" Type="http://schemas.openxmlformats.org/officeDocument/2006/relationships/slide" Target="slide41.xml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Relationship Id="rId13" Type="http://schemas.openxmlformats.org/officeDocument/2006/relationships/audio" Target="../media/snd_boing.wav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slide" Target="slide42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43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45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slide" Target="slide46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4.png"/><Relationship Id="rId8" Type="http://schemas.openxmlformats.org/officeDocument/2006/relationships/slide" Target="slide47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48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slide" Target="slide49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5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51.xml"/><Relationship Id="rId12" Type="http://schemas.openxmlformats.org/officeDocument/2006/relationships/audio" Target="../media/snd_tada.wav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slide" Target="slide52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36.png"/><Relationship Id="rId9" Type="http://schemas.openxmlformats.org/officeDocument/2006/relationships/image" Target="../media/image13.png"/><Relationship Id="rId10" Type="http://schemas.openxmlformats.org/officeDocument/2006/relationships/slide" Target="slide53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9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slide" Target="slide54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55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56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slide" Target="slide57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2.png"/><Relationship Id="rId8" Type="http://schemas.openxmlformats.org/officeDocument/2006/relationships/image" Target="../media/image14.png"/><Relationship Id="rId9" Type="http://schemas.openxmlformats.org/officeDocument/2006/relationships/image" Target="../media/image21.png"/><Relationship Id="rId10" Type="http://schemas.openxmlformats.org/officeDocument/2006/relationships/slide" Target="slide58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34.png"/><Relationship Id="rId6" Type="http://schemas.openxmlformats.org/officeDocument/2006/relationships/image" Target="../media/image17.png"/><Relationship Id="rId7" Type="http://schemas.openxmlformats.org/officeDocument/2006/relationships/slide" Target="slide59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60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61.xml"/><Relationship Id="rId12" Type="http://schemas.openxmlformats.org/officeDocument/2006/relationships/audio" Target="../media/snd_tada.wav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7.png"/><Relationship Id="rId6" Type="http://schemas.openxmlformats.org/officeDocument/2006/relationships/slide" Target="slide62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slide" Target="slide63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6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slide" Target="slide65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66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slide" Target="slide67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2.png"/><Relationship Id="rId8" Type="http://schemas.openxmlformats.org/officeDocument/2006/relationships/image" Target="../media/image14.png"/><Relationship Id="rId9" Type="http://schemas.openxmlformats.org/officeDocument/2006/relationships/slide" Target="slide68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34.png"/><Relationship Id="rId4" Type="http://schemas.openxmlformats.org/officeDocument/2006/relationships/image" Target="../media/image17.png"/><Relationship Id="rId5" Type="http://schemas.openxmlformats.org/officeDocument/2006/relationships/slide" Target="slide69.xml"/><Relationship Id="rId6" Type="http://schemas.openxmlformats.org/officeDocument/2006/relationships/audio" Target="../media/snd_boing.wav"/><Relationship Id="rId7" Type="http://schemas.openxmlformats.org/officeDocument/2006/relationships/audio" Target="../media/snd_splash.wav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7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71.xml"/><Relationship Id="rId12" Type="http://schemas.openxmlformats.org/officeDocument/2006/relationships/audio" Target="../media/snd_tada.wav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72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73.xml"/><Relationship Id="rId9" Type="http://schemas.openxmlformats.org/officeDocument/2006/relationships/audio" Target="../media/snd_boing.wav"/><Relationship Id="rId10" Type="http://schemas.openxmlformats.org/officeDocument/2006/relationships/audio" Target="../media/snd_pop.wav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21.png"/><Relationship Id="rId8" Type="http://schemas.openxmlformats.org/officeDocument/2006/relationships/image" Target="../media/image13.png"/><Relationship Id="rId9" Type="http://schemas.openxmlformats.org/officeDocument/2006/relationships/slide" Target="slide74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Relationship Id="rId7" Type="http://schemas.openxmlformats.org/officeDocument/2006/relationships/slide" Target="slide75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76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slide" Target="slide77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36.png"/><Relationship Id="rId8" Type="http://schemas.openxmlformats.org/officeDocument/2006/relationships/image" Target="../media/image14.png"/><Relationship Id="rId9" Type="http://schemas.openxmlformats.org/officeDocument/2006/relationships/slide" Target="slide78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7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34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slide" Target="slide80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slide" Target="slide81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slide" Target="slide82.xml"/><Relationship Id="rId12" Type="http://schemas.openxmlformats.org/officeDocument/2006/relationships/audio" Target="../media/snd_tada.wav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83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audio" Target="../media/snd_cheer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286000" y="1079500"/>
            <a:ext cx="7620000" cy="3556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arakat Mix Games"/>
          <p:cNvSpPr/>
          <p:nvPr/>
        </p:nvSpPr>
        <p:spPr>
          <a:xfrm>
            <a:off x="2540000" y="1333500"/>
            <a:ext cx="7112000" cy="9525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900" b="1" lang="en-US">
                <a:solidFill>
                  <a:srgbClr val="8A6CF0"/>
                </a:solidFill>
                <a:latin typeface="Arial"/>
                <a:cs typeface="Arial"/>
              </a:rPr>
              <a:t>Harakat Mix Games</a:t>
            </a:r>
          </a:p>
        </p:txBody>
      </p:sp>
      <p:sp>
        <p:nvSpPr>
          <p:cNvPr id="5" name="Letters" descr="بَ  تِ  نُ  مَ"/>
          <p:cNvSpPr/>
          <p:nvPr/>
        </p:nvSpPr>
        <p:spPr>
          <a:xfrm>
            <a:off x="2540000" y="2349500"/>
            <a:ext cx="7112000" cy="1397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600" b="1" lang="ar-SA">
                <a:solidFill>
                  <a:srgbClr val="2E2640"/>
                </a:solidFill>
                <a:latin typeface="Arial"/>
                <a:cs typeface="Arial"/>
              </a:rPr>
              <a:t>بَ  تِ  نُ  مَ</a:t>
            </a:r>
          </a:p>
        </p:txBody>
      </p:sp>
      <p:sp>
        <p:nvSpPr>
          <p:cNvPr id="6" name="Subtitle" descr="Tap, pop, feed, catch and race!"/>
          <p:cNvSpPr/>
          <p:nvPr/>
        </p:nvSpPr>
        <p:spPr>
          <a:xfrm>
            <a:off x="2540000" y="3746500"/>
            <a:ext cx="7112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Tap, pop, feed, catch and race!</a:t>
            </a:r>
          </a:p>
        </p:txBody>
      </p:sp>
      <p:sp>
        <p:nvSpPr>
          <p:cNvPr id="7" name="Start" descr="Start ▶">
            <a:hlinkClick action="ppaction://hlinksldjump" r:id="rId3"/>
          </p:cNvPr>
          <p:cNvSpPr/>
          <p:nvPr/>
        </p:nvSpPr>
        <p:spPr>
          <a:xfrm>
            <a:off x="4826000" y="5016500"/>
            <a:ext cx="25400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Start ▶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Balloon Pop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100" b="1" lang="en-US">
                <a:solidFill>
                  <a:srgbClr val="8A6CF0"/>
                </a:solidFill>
                <a:latin typeface="Arial"/>
                <a:cs typeface="Arial"/>
              </a:rPr>
              <a:t>How to play: Balloon Pop</a:t>
            </a:r>
          </a:p>
        </p:txBody>
      </p:sp>
      <p:sp>
        <p:nvSpPr>
          <p:cNvPr id="5" name="Line 1" descr="1.  Read the word at the top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Read the word at the top.</a:t>
            </a:r>
          </a:p>
        </p:txBody>
      </p:sp>
      <p:sp>
        <p:nvSpPr>
          <p:cNvPr id="6" name="Line 2" descr="2.  Tap the balloon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balloons that match.</a:t>
            </a:r>
          </a:p>
        </p:txBody>
      </p:sp>
      <p:sp>
        <p:nvSpPr>
          <p:cNvPr id="7" name="Line 3" descr="3.  Pop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Pop!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ز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ز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grpSp>
        <p:nvGrpSpPr>
          <p:cNvPr id="12" name="Balloon 2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ح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5" name="Balloon 3 ض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ض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grpSp>
        <p:nvGrpSpPr>
          <p:cNvPr id="18" name="Balloon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ل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Balloon 5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أ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Feed the Monster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400" b="1" lang="en-US">
                <a:solidFill>
                  <a:srgbClr val="8A6CF0"/>
                </a:solidFill>
                <a:latin typeface="Arial"/>
                <a:cs typeface="Arial"/>
              </a:rPr>
              <a:t>How to play: Feed the Monster</a:t>
            </a:r>
          </a:p>
        </p:txBody>
      </p:sp>
      <p:sp>
        <p:nvSpPr>
          <p:cNvPr id="5" name="Line 1" descr="1.  The monster wants one sound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The monster wants one sound.</a:t>
            </a:r>
          </a:p>
        </p:txBody>
      </p:sp>
      <p:sp>
        <p:nvSpPr>
          <p:cNvPr id="6" name="Line 2" descr="2.  Tap the right foo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right food.</a:t>
            </a:r>
          </a:p>
        </p:txBody>
      </p:sp>
      <p:sp>
        <p:nvSpPr>
          <p:cNvPr id="7" name="Line 3" descr="3.  Wrong food? “No, thanks!”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Wrong food? “No, thanks!”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i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“i”!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ط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ط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grpSp>
        <p:nvGrpSpPr>
          <p:cNvPr id="12" name="Food 2 ي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ي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grpSp>
        <p:nvGrpSpPr>
          <p:cNvPr id="15" name="Food 3 ج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ج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grpSp>
        <p:nvGrpSpPr>
          <p:cNvPr id="18" name="Food 4 إ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إ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Catch the Fish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Catch the Fish</a:t>
            </a:r>
          </a:p>
        </p:txBody>
      </p:sp>
      <p:sp>
        <p:nvSpPr>
          <p:cNvPr id="5" name="Line 1" descr="1.  The fish are swimming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1.  The fish are swimming.</a:t>
            </a:r>
          </a:p>
        </p:txBody>
      </p:sp>
      <p:sp>
        <p:nvSpPr>
          <p:cNvPr id="6" name="Line 2" descr="2.  Tap the fish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2.  Tap the fish that match.</a:t>
            </a:r>
          </a:p>
        </p:txBody>
      </p:sp>
      <p:sp>
        <p:nvSpPr>
          <p:cNvPr id="7" name="Line 3" descr="3.  Splash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3.  Splash!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ض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2" name="Fish 2 ج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ج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15" name="Fish 3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و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8" name="Fish 4 ب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ب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grpSp>
        <p:nvGrpSpPr>
          <p:cNvPr id="21" name="Fish 5 ق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ق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Pop-Up Letter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Pop-Up Letters</a:t>
            </a:r>
          </a:p>
        </p:txBody>
      </p:sp>
      <p:sp>
        <p:nvSpPr>
          <p:cNvPr id="5" name="Line 1" descr="1.  Letters pop out of the hole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Letters pop out of the holes.</a:t>
            </a:r>
          </a:p>
        </p:txBody>
      </p:sp>
      <p:sp>
        <p:nvSpPr>
          <p:cNvPr id="6" name="Line 2" descr="2.  Tap the one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ones that match.</a:t>
            </a:r>
          </a:p>
        </p:txBody>
      </p:sp>
      <p:sp>
        <p:nvSpPr>
          <p:cNvPr id="7" name="Line 3" descr="3.  Bonk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Bonk! You get a star.</a:t>
            </a:r>
          </a:p>
        </p:txBody>
      </p:sp>
      <p:sp>
        <p:nvSpPr>
          <p:cNvPr id="8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سُ" descr="س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مِ" descr="م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أُ" descr="أ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أُ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َ" descr="د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بَ" descr="ب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بُ" descr="ب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ه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ه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grpSp>
        <p:nvGrpSpPr>
          <p:cNvPr id="12" name="Balloon 2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ت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5" name="Balloon 3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ل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8" name="Balloon 4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ض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grpSp>
        <p:nvGrpSpPr>
          <p:cNvPr id="21" name="Balloon 5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ص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t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“ta”!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ج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2" name="Food 2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ب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5" name="Food 3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ت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18" name="Food 4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ش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Word Train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300" b="1" lang="en-US">
                <a:solidFill>
                  <a:srgbClr val="8A6CF0"/>
                </a:solidFill>
                <a:latin typeface="Arial"/>
                <a:cs typeface="Arial"/>
              </a:rPr>
              <a:t>How to play: Word Train</a:t>
            </a:r>
          </a:p>
        </p:txBody>
      </p:sp>
      <p:sp>
        <p:nvSpPr>
          <p:cNvPr id="5" name="Line 1" descr="1.  Tap letters to fill the wagon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1.  Tap letters to fill the wagons.</a:t>
            </a:r>
          </a:p>
        </p:txBody>
      </p:sp>
      <p:sp>
        <p:nvSpPr>
          <p:cNvPr id="6" name="Line 2" descr="2.  Read the wor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2.  Read the word.</a:t>
            </a:r>
          </a:p>
        </p:txBody>
      </p:sp>
      <p:sp>
        <p:nvSpPr>
          <p:cNvPr id="7" name="Line 3" descr="3.  Tap GO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3.  Tap GO!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fataḥ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“fataḥa”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ف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0" name="Wagon letter 2" descr="ت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11" name="Wagon letter 3" descr="ح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2" name="Card تَ" descr="ت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13" name="Card حَ" descr="ح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4" name="Card فَ" descr="ف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فَتَح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فَتَحَ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ب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ب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grpSp>
        <p:nvGrpSpPr>
          <p:cNvPr id="12" name="Fish 2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خ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5" name="Fish 3 ص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ص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grpSp>
        <p:nvGrpSpPr>
          <p:cNvPr id="18" name="Fish 4 ق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ق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grpSp>
        <p:nvGrpSpPr>
          <p:cNvPr id="21" name="Fish 5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ث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إِ" descr="إ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مَ" descr="م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حُ" descr="ح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ثِ" descr="ث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كِ" descr="ك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ثَ" descr="ث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Mystery Gift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800" b="1" lang="en-US">
                <a:solidFill>
                  <a:srgbClr val="8A6CF0"/>
                </a:solidFill>
                <a:latin typeface="Arial"/>
                <a:cs typeface="Arial"/>
              </a:rPr>
              <a:t>How to play: Mystery Gifts</a:t>
            </a:r>
          </a:p>
        </p:txBody>
      </p:sp>
      <p:sp>
        <p:nvSpPr>
          <p:cNvPr id="5" name="Line 1" descr="1.  Tap a gift to open it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1.  Tap a gift to open it.</a:t>
            </a:r>
          </a:p>
        </p:txBody>
      </p:sp>
      <p:sp>
        <p:nvSpPr>
          <p:cNvPr id="6" name="Line 2" descr="2.  Read what is inside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2.  Read what is inside.</a:t>
            </a:r>
          </a:p>
        </p:txBody>
      </p:sp>
      <p:sp>
        <p:nvSpPr>
          <p:cNvPr id="7" name="Line 3" descr="3.  Open them all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3.  Open them all!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بِ" descr="بِ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إِطَ" descr="إِط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إِطَ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بُخِ" descr="بُخِ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بُخِ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تُ" descr="ت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أَ" descr="أ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ثَ" descr="ث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تَسُ" descr="تَس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تَسُ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ثِأَ" descr="ثِأ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ثِأَ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م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م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grpSp>
        <p:nvGrpSpPr>
          <p:cNvPr id="12" name="Balloon 2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خ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5" name="Balloon 3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ز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8" name="Balloon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ل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Balloon 5 ن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ن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n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“nu”!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ن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2" name="Food 2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ب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15" name="Food 3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ت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8" name="Food 4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ي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ن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2" name="Fish 2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م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5" name="Fish 3 ش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ش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grpSp>
        <p:nvGrpSpPr>
          <p:cNvPr id="18" name="Fish 4 ي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ي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يُ</a:t>
            </a:r>
          </a:p>
        </p:txBody>
      </p:sp>
      <p:grpSp>
        <p:nvGrpSpPr>
          <p:cNvPr id="21" name="Fish 5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د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يِ" descr="ي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صَ" descr="ص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عِ" descr="ع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يَ" descr="ي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ذُ" descr="ذ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حَ" descr="ح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raḍiy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“raḍiya”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ر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0" name="Wagon letter 2" descr="ض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1" name="Wagon letter 3" descr="ي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2" name="Card ضِ" descr="ضِ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3" name="Card رَ" descr="ر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4" name="Card يَ" descr="ي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رَضِي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ص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2" name="Balloon 2 ش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ش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grpSp>
        <p:nvGrpSpPr>
          <p:cNvPr id="15" name="Balloon 3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ل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grpSp>
        <p:nvGrpSpPr>
          <p:cNvPr id="18" name="Balloon 4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ه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21" name="Balloon 5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ج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ji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“ji”!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ج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ج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grpSp>
        <p:nvGrpSpPr>
          <p:cNvPr id="12" name="Food 2 ن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ن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grpSp>
        <p:nvGrpSpPr>
          <p:cNvPr id="15" name="Food 3 د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د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grpSp>
        <p:nvGrpSpPr>
          <p:cNvPr id="18" name="Food 4 غ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غ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ث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ث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grpSp>
        <p:nvGrpSpPr>
          <p:cNvPr id="12" name="Fish 2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ج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5" name="Fish 3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و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8" name="Fish 4 ح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ح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grpSp>
        <p:nvGrpSpPr>
          <p:cNvPr id="21" name="Fish 5 ط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ط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قِ" descr="ق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شَ" descr="ش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مُ" descr="م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حُ" descr="ح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حَ" descr="ح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لُ" descr="ل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4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يُسِ" descr="يُسِ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يُسِ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نَ" descr="ن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يِ" descr="يِ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جَقُ" descr="جَقُ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جَقُ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نِذَ" descr="نِذ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نِذَ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حِدَ" descr="حِد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حِدَ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جُ" descr="ج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حَ" descr="ح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ل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grpSp>
        <p:nvGrpSpPr>
          <p:cNvPr id="12" name="Balloon 2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ص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5" name="Balloon 3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خ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grpSp>
        <p:nvGrpSpPr>
          <p:cNvPr id="18" name="Balloon 4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ب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grpSp>
        <p:nvGrpSpPr>
          <p:cNvPr id="21" name="Balloon 5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م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k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“kha”!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ش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2" name="Food 2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خ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5" name="Food 3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ن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8" name="Food 4 س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س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karum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“karuma”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ك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10" name="Wagon letter 2" descr="رُ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1" name="Wagon letter 3" descr="م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2" name="Card كَ" descr="ك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13" name="Card رُ" descr="رُ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14" name="Card مَ" descr="م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كَرُم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كَرُمَ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د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12" name="Fish 2 غ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غ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grpSp>
        <p:nvGrpSpPr>
          <p:cNvPr id="15" name="Fish 3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ج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8" name="Fish 4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ه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21" name="Fish 5 خ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خ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غُ" descr="غ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دَ" descr="د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بِ" descr="ب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ِ" descr="د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سَ" descr="س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زِ" descr="ز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4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ب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2" name="Balloon 2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غ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5" name="Balloon 3 ذ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ذ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grpSp>
        <p:nvGrpSpPr>
          <p:cNvPr id="18" name="Balloon 4 ر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ر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grpSp>
        <p:nvGrpSpPr>
          <p:cNvPr id="21" name="Balloon 5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ن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dh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“dhu”!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ذ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12" name="Food 2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غ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5" name="Food 3 و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و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وُ</a:t>
            </a:r>
          </a:p>
        </p:txBody>
      </p:sp>
      <p:grpSp>
        <p:nvGrpSpPr>
          <p:cNvPr id="18" name="Food 4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ر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م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م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grpSp>
        <p:nvGrpSpPr>
          <p:cNvPr id="12" name="Fish 2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رُ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5" name="Fish 3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ت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18" name="Fish 4 ل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ل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grpSp>
        <p:nvGrpSpPr>
          <p:cNvPr id="21" name="Fish 5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ظ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وَ" descr="و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تُ" descr="ت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سِ" descr="س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رِ" descr="ر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رَ" descr="ر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أَ" descr="أ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دِ" descr="دِ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خِلَ" descr="خِل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خِلَ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رَ" descr="ر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دُعِ" descr="دُعِ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دُعِ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رِفَ" descr="رِف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رِفَ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ذُ" descr="ذ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ذَجُ" descr="ذَج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ذَجُ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خَ" descr="خ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nuṣir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“nuṣira”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ن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sp>
        <p:nvSpPr>
          <p:cNvPr id="10" name="Wagon letter 2" descr="ص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1" name="Wagon letter 3" descr="ر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2" name="Card نُ" descr="نُ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sp>
        <p:nvSpPr>
          <p:cNvPr id="13" name="Card صِ" descr="ص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Card رَ" descr="ر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نُصِر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نُصِرَ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ت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12" name="Balloon 2 ر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ر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grpSp>
        <p:nvGrpSpPr>
          <p:cNvPr id="15" name="Balloon 3 ج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ج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grpSp>
        <p:nvGrpSpPr>
          <p:cNvPr id="18" name="Balloon 4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ع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21" name="Balloon 5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ز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zi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“zi”!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ز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ز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grpSp>
        <p:nvGrpSpPr>
          <p:cNvPr id="12" name="Food 2 س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س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grpSp>
        <p:nvGrpSpPr>
          <p:cNvPr id="15" name="Food 3 ط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ط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grpSp>
        <p:nvGrpSpPr>
          <p:cNvPr id="18" name="Food 4 ب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ب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ن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2" name="Fish 2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ل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grpSp>
        <p:nvGrpSpPr>
          <p:cNvPr id="15" name="Fish 3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ش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Fish 4 س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س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grpSp>
        <p:nvGrpSpPr>
          <p:cNvPr id="21" name="Fish 5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ض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سُ" descr="سُ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سُ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بَ" descr="ب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تُ" descr="ت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سَ" descr="س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دِ" descr="د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ظُ" descr="ظ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Team Race (class game)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800" b="1" lang="en-US">
                <a:solidFill>
                  <a:srgbClr val="8A6CF0"/>
                </a:solidFill>
                <a:latin typeface="Arial"/>
                <a:cs typeface="Arial"/>
              </a:rPr>
              <a:t>How to play: Team Race (class game)</a:t>
            </a:r>
          </a:p>
        </p:txBody>
      </p:sp>
      <p:sp>
        <p:nvSpPr>
          <p:cNvPr id="5" name="Line 1" descr="1.  Two teams: Red and Blue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Two teams: Red and Blue.</a:t>
            </a:r>
          </a:p>
        </p:txBody>
      </p:sp>
      <p:sp>
        <p:nvSpPr>
          <p:cNvPr id="6" name="Line 2" descr="2.  Read, then tap your team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Read, then tap your team.</a:t>
            </a:r>
          </a:p>
        </p:txBody>
      </p:sp>
      <p:sp>
        <p:nvSpPr>
          <p:cNvPr id="7" name="Line 3" descr="3.  First car to finish wins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First car to finish wins!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نَز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نَزَلَ</a:t>
            </a:r>
          </a:p>
        </p:txBody>
      </p:sp>
      <p:sp>
        <p:nvSpPr>
          <p:cNvPr id="25" name="Word 2" descr="حُم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حُمِلَ</a:t>
            </a:r>
          </a:p>
        </p:txBody>
      </p:sp>
      <p:sp>
        <p:nvSpPr>
          <p:cNvPr id="26" name="Word 3" descr="كُت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كُتِبَ</a:t>
            </a:r>
          </a:p>
        </p:txBody>
      </p:sp>
      <p:sp>
        <p:nvSpPr>
          <p:cNvPr id="27" name="Word 4" descr="صَغُ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صَغُرَ</a:t>
            </a:r>
          </a:p>
        </p:txBody>
      </p:sp>
      <p:sp>
        <p:nvSpPr>
          <p:cNvPr id="28" name="Word 5" descr="سَهُ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سَهُلَ</a:t>
            </a:r>
          </a:p>
        </p:txBody>
      </p:sp>
      <p:sp>
        <p:nvSpPr>
          <p:cNvPr id="29" name="Word 6" descr="خُل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خُلِقَ</a:t>
            </a:r>
          </a:p>
        </p:txBody>
      </p:sp>
      <p:sp>
        <p:nvSpPr>
          <p:cNvPr id="30" name="Word 7" descr="قَرُ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قَرُبَ</a:t>
            </a:r>
          </a:p>
        </p:txBody>
      </p:sp>
      <p:sp>
        <p:nvSpPr>
          <p:cNvPr id="31" name="Word 8" descr="حَسُن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حَسُنَ</a:t>
            </a:r>
          </a:p>
        </p:txBody>
      </p:sp>
      <p:sp>
        <p:nvSpPr>
          <p:cNvPr id="32" name="Word 9" descr="سَل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سَلِمَ</a:t>
            </a:r>
          </a:p>
        </p:txBody>
      </p:sp>
      <p:sp>
        <p:nvSpPr>
          <p:cNvPr id="33" name="Word 10" descr="حَزِن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حَزِنَ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ط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طُ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2" name="Balloon 2 ص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ص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grpSp>
        <p:nvGrpSpPr>
          <p:cNvPr id="15" name="Balloon 3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ش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8" name="Balloon 4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ع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21" name="Balloon 5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ض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s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“sha”!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ح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2" name="Food 2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ي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5" name="Food 3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ش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Food 4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ن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shabi'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“shabi'a”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0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1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بِ" descr="بِ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Card عَ" descr="ع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4" name="Card شَ" descr="ش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شَبِع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شَبِعَ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أ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12" name="Fish 2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ص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5" name="Fish 3 خ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خ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grpSp>
        <p:nvGrpSpPr>
          <p:cNvPr id="18" name="Fish 4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ل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grpSp>
        <p:nvGrpSpPr>
          <p:cNvPr id="21" name="Fish 5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ر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عِ" descr="ع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نَ" descr="ن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صَ" descr="ص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صِ" descr="ص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ذُ" descr="ذ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يِ" descr="ي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زَ" descr="ز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شَيُ" descr="شَي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شَيُ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صِبَ" descr="صِب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صِبَ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زِكَ" descr="زِك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زِكَ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شُ" descr="شُ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سُوِ" descr="سُوِ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سُوِ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صَ" descr="ص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سِ" descr="سِ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ق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ق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grpSp>
        <p:nvGrpSpPr>
          <p:cNvPr id="12" name="Balloon 2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و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5" name="Balloon 3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ر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8" name="Balloon 4 ض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ض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grpSp>
        <p:nvGrpSpPr>
          <p:cNvPr id="21" name="Balloon 5 خ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خ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خُ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ḍ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“ḍu”!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ز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ز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زُ</a:t>
            </a:r>
          </a:p>
        </p:txBody>
      </p:sp>
      <p:grpSp>
        <p:nvGrpSpPr>
          <p:cNvPr id="12" name="Food 2 ش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ش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شُ</a:t>
            </a:r>
          </a:p>
        </p:txBody>
      </p:sp>
      <p:grpSp>
        <p:nvGrpSpPr>
          <p:cNvPr id="15" name="Food 3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ف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grpSp>
        <p:nvGrpSpPr>
          <p:cNvPr id="18" name="Food 4 ض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ض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ضُ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ط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طُ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طُ</a:t>
            </a:r>
          </a:p>
        </p:txBody>
      </p:sp>
      <p:grpSp>
        <p:nvGrpSpPr>
          <p:cNvPr id="12" name="Fish 2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ز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5" name="Fish 3 ر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ر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رُ</a:t>
            </a:r>
          </a:p>
        </p:txBody>
      </p:sp>
      <p:grpSp>
        <p:nvGrpSpPr>
          <p:cNvPr id="18" name="Fish 4 ج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ج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grpSp>
        <p:nvGrpSpPr>
          <p:cNvPr id="21" name="Fish 5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ه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غِ" descr="غ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لَ" descr="ل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طَ" descr="ط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َ" descr="د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هُ" descr="هُ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طِ" descr="ط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khashiy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“khashiya”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0" name="Wagon letter 2" descr="ش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1" name="Wagon letter 3" descr="ي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2" name="Card يَ" descr="ي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Card خَ" descr="خ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4" name="Card شِ" descr="شِ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خَشِي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خَشِيَ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ط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ط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grpSp>
        <p:nvGrpSpPr>
          <p:cNvPr id="12" name="Balloon 2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نُ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5" name="Balloon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ظ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Balloon 4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ب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21" name="Balloon 5 س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س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ẓi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“ẓi”!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ح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ح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grpSp>
        <p:nvGrpSpPr>
          <p:cNvPr id="12" name="Food 2 ظ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ظ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grpSp>
        <p:nvGrpSpPr>
          <p:cNvPr id="15" name="Food 3 س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س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grpSp>
        <p:nvGrpSpPr>
          <p:cNvPr id="18" name="Food 4 إ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إ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و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و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grpSp>
        <p:nvGrpSpPr>
          <p:cNvPr id="12" name="Fish 2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ر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5" name="Fish 3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ص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8" name="Fish 4 ت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ت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تُ</a:t>
            </a:r>
          </a:p>
        </p:txBody>
      </p:sp>
      <p:grpSp>
        <p:nvGrpSpPr>
          <p:cNvPr id="21" name="Fish 5 ع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ع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عَ" descr="ع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عُ" descr="ع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ذَ" descr="ذ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حُ" descr="ح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ضِ" descr="ض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ثُ" descr="ث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عِكَ" descr="عِك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عِكَ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طِ" descr="طِ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ظُ" descr="ظ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عَ" descr="ع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ضِيَ" descr="ضِي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ضِيَ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ظَأُ" descr="ظَأ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ظَأُ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ضَ" descr="ض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طُبِ" descr="طُبِ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طُبِ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د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د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grpSp>
        <p:nvGrpSpPr>
          <p:cNvPr id="12" name="Balloon 2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خ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5" name="Balloon 3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غ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grpSp>
        <p:nvGrpSpPr>
          <p:cNvPr id="18" name="Balloon 4 ط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ط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21" name="Balloon 5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ع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g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“gha”!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د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12" name="Food 2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غ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5" name="Food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ظ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Food 4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ق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ghaḍib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“ghaḍiba”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غ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0" name="Wagon letter 2" descr="ض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1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بَ" descr="ب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Card ضِ" descr="ض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4" name="Card غَ" descr="غ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غَضِب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ف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2" name="Fish 2 د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د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grpSp>
        <p:nvGrpSpPr>
          <p:cNvPr id="15" name="Fish 3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ذ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18" name="Fish 4 ص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ص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grpSp>
        <p:nvGrpSpPr>
          <p:cNvPr id="21" name="Fish 5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ك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ثِ" descr="ث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تِ" descr="ت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فَ" descr="ف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حُ" descr="حُ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فِ" descr="ف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شَ" descr="ش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6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ق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ق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grpSp>
        <p:nvGrpSpPr>
          <p:cNvPr id="12" name="Balloon 2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ح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5" name="Balloon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ظ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Balloon 4 ن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ن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grpSp>
        <p:nvGrpSpPr>
          <p:cNvPr id="21" name="Balloon 5 ف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ف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qu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“qu”!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ق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قُ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2" name="Food 2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حُ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5" name="Food 3 ع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عُ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grpSp>
        <p:nvGrpSpPr>
          <p:cNvPr id="18" name="Food 4 د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دُ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دُ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ب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ب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grpSp>
        <p:nvGrpSpPr>
          <p:cNvPr id="12" name="Fish 2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ل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5" name="Fish 3 ح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حُ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حُ</a:t>
            </a:r>
          </a:p>
        </p:txBody>
      </p:sp>
      <p:grpSp>
        <p:nvGrpSpPr>
          <p:cNvPr id="18" name="Fish 4 ك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ك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grpSp>
        <p:nvGrpSpPr>
          <p:cNvPr id="21" name="Fish 5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ظ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2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ثَ" descr="ث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كِ" descr="ك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نَ" descr="ن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لِ" descr="ل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كَ" descr="ك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عُ" descr="ع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غَ" descr="غ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كَ" descr="ك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قُ" descr="قُ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قُ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غِثَ" descr="غِث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غِثَ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فِ" descr="فِ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قَجُ" descr="قَجُ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قَجُ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كِوَ" descr="كِو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كِوَ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فُشِ" descr="فُشِ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فُشِ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fariḥ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“fariḥa”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ف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0" name="Wagon letter 2" descr="ر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1" name="Wagon letter 3" descr="ح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2" name="Card فَ" descr="ف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3" name="Card رِ" descr="ر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Card حَ" descr="ح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فَرِح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فَرِحَ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ح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ح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grpSp>
        <p:nvGrpSpPr>
          <p:cNvPr id="12" name="Balloon 2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ظ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5" name="Balloon 3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ل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8" name="Balloon 4 و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و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grpSp>
        <p:nvGrpSpPr>
          <p:cNvPr id="21" name="Balloon 5 غ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غُ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غُ</a:t>
            </a:r>
          </a:p>
        </p:txBody>
      </p:sp>
      <p:sp>
        <p:nvSpPr>
          <p:cNvPr id="24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li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“li”!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غ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غ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grpSp>
        <p:nvGrpSpPr>
          <p:cNvPr id="12" name="Food 2 ز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ز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grpSp>
        <p:nvGrpSpPr>
          <p:cNvPr id="15" name="Food 3 ض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ض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grpSp>
        <p:nvGrpSpPr>
          <p:cNvPr id="18" name="Food 4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ل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ي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ي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grpSp>
        <p:nvGrpSpPr>
          <p:cNvPr id="12" name="Fish 2 م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م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grpSp>
        <p:nvGrpSpPr>
          <p:cNvPr id="15" name="Fish 3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خ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8" name="Fish 4 ذ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ذُ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ذُ</a:t>
            </a:r>
          </a:p>
        </p:txBody>
      </p:sp>
      <p:grpSp>
        <p:nvGrpSpPr>
          <p:cNvPr id="21" name="Fish 5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ه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طِ" descr="ط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صُ" descr="صُ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صُ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كُ" descr="ك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رَ" descr="ر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مَ" descr="م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مُ" descr="مُ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مُ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 DAMMAH  (u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Pop every balloon with DAMMAH  (u)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إ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إ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grpSp>
        <p:nvGrpSpPr>
          <p:cNvPr id="12" name="Balloon 2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ث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5" name="Balloon 3 ن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نُ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نُ</a:t>
            </a:r>
          </a:p>
        </p:txBody>
      </p:sp>
      <p:grpSp>
        <p:nvGrpSpPr>
          <p:cNvPr id="18" name="Balloon 4 ه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هُ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21" name="Balloon 5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ج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أ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12" name="Food 2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د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15" name="Food 3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ه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8" name="Food 4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و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futiḥ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“futiḥa”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فُ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10" name="Wagon letter 2" descr="ت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1" name="Wagon letter 3" descr="ح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2" name="Card فُ" descr="فُ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فُ</a:t>
            </a:r>
          </a:p>
        </p:txBody>
      </p:sp>
      <p:sp>
        <p:nvSpPr>
          <p:cNvPr id="13" name="Card تِ" descr="تِ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4" name="Card حَ" descr="ح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فُتِح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فُتِحَ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 FATHAH  (a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Catch every fish with FATHAH  (a)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ف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ف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grpSp>
        <p:nvGrpSpPr>
          <p:cNvPr id="12" name="Fish 2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و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5" name="Fish 3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ج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8" name="Fish 4 لِ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ل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grpSp>
        <p:nvGrpSpPr>
          <p:cNvPr id="21" name="Fish 5 بُ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بُ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بُ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 KASRAH  (i)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2E2640"/>
                </a:solidFill>
                <a:latin typeface="Arial"/>
                <a:cs typeface="Arial"/>
              </a:rPr>
              <a:t>Tap every letter with KASRAH  (i)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وَ" descr="و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وِ" descr="و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لُ" descr="لُ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لُ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ِ" descr="د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يَ" descr="ي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صِ" descr="ص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لَ" descr="ل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هُ" descr="هُ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هُ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مُإِ" descr="مُإِ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مُإِ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مِ" descr="مِ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لِثَ" descr="لِث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لِثَ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وِأَ" descr="وِأ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وِأَ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هَزُ" descr="هَزُ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هَزُ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وَ" descr="و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لَع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لَعِبَ</a:t>
            </a:r>
          </a:p>
        </p:txBody>
      </p:sp>
      <p:sp>
        <p:nvSpPr>
          <p:cNvPr id="25" name="Word 2" descr="حَم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حَمِدَ</a:t>
            </a:r>
          </a:p>
        </p:txBody>
      </p:sp>
      <p:sp>
        <p:nvSpPr>
          <p:cNvPr id="26" name="Word 3" descr="ظَهَ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ظَهَرَ</a:t>
            </a:r>
          </a:p>
        </p:txBody>
      </p:sp>
      <p:sp>
        <p:nvSpPr>
          <p:cNvPr id="27" name="Word 4" descr="ذُكِ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ذُكِرَ</a:t>
            </a:r>
          </a:p>
        </p:txBody>
      </p:sp>
      <p:sp>
        <p:nvSpPr>
          <p:cNvPr id="28" name="Word 5" descr="قَب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قَبِلَ</a:t>
            </a:r>
          </a:p>
        </p:txBody>
      </p:sp>
      <p:sp>
        <p:nvSpPr>
          <p:cNvPr id="29" name="Word 6" descr="رُز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رُزِقَ</a:t>
            </a:r>
          </a:p>
        </p:txBody>
      </p:sp>
      <p:sp>
        <p:nvSpPr>
          <p:cNvPr id="30" name="Word 7" descr="غُل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غُلِبَ</a:t>
            </a:r>
          </a:p>
        </p:txBody>
      </p:sp>
      <p:sp>
        <p:nvSpPr>
          <p:cNvPr id="31" name="Word 8" descr="عَطِش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عَطِشَ</a:t>
            </a:r>
          </a:p>
        </p:txBody>
      </p:sp>
      <p:sp>
        <p:nvSpPr>
          <p:cNvPr id="32" name="Word 9" descr="سَمِ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سَمِعَ</a:t>
            </a:r>
          </a:p>
        </p:txBody>
      </p:sp>
      <p:sp>
        <p:nvSpPr>
          <p:cNvPr id="33" name="Word 10" descr="خَرَج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خَرَجَ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921000" y="1270000"/>
            <a:ext cx="6350000" cy="3175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Well done" descr="Well done!"/>
          <p:cNvSpPr/>
          <p:nvPr/>
        </p:nvSpPr>
        <p:spPr>
          <a:xfrm>
            <a:off x="3175000" y="1587500"/>
            <a:ext cx="5842000" cy="1016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6900" b="1" lang="en-US">
                <a:solidFill>
                  <a:srgbClr val="8A6CF0"/>
                </a:solidFill>
                <a:latin typeface="Arial"/>
                <a:cs typeface="Arial"/>
              </a:rPr>
              <a:t>Well done!</a:t>
            </a:r>
          </a:p>
        </p:txBody>
      </p:sp>
      <p:sp>
        <p:nvSpPr>
          <p:cNvPr id="5" name="Star 1"/>
          <p:cNvSpPr/>
          <p:nvPr/>
        </p:nvSpPr>
        <p:spPr>
          <a:xfrm>
            <a:off x="3556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2"/>
          <p:cNvSpPr/>
          <p:nvPr/>
        </p:nvSpPr>
        <p:spPr>
          <a:xfrm>
            <a:off x="4635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3"/>
          <p:cNvSpPr/>
          <p:nvPr/>
        </p:nvSpPr>
        <p:spPr>
          <a:xfrm>
            <a:off x="5715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4"/>
          <p:cNvSpPr/>
          <p:nvPr/>
        </p:nvSpPr>
        <p:spPr>
          <a:xfrm>
            <a:off x="6794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5"/>
          <p:cNvSpPr/>
          <p:nvPr/>
        </p:nvSpPr>
        <p:spPr>
          <a:xfrm>
            <a:off x="7874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lay again" descr="↺  Play again">
            <a:hlinkClick action="ppaction://hlinksldjump" r:id="rId3"/>
          </p:cNvPr>
          <p:cNvSpPr/>
          <p:nvPr/>
        </p:nvSpPr>
        <p:spPr>
          <a:xfrm>
            <a:off x="4508500" y="4953000"/>
            <a:ext cx="3175000" cy="889000"/>
          </a:xfrm>
          <a:prstGeom prst="roundRect">
            <a:avLst>
              <a:gd name="adj" fmla="val 30000"/>
            </a:avLst>
          </a:prstGeom>
          <a:solidFill>
            <a:srgbClr val="1971C2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FFFFFF"/>
                </a:solidFill>
                <a:latin typeface="Arial"/>
                <a:cs typeface="Arial"/>
              </a:rPr>
              <a:t>↺  Play again</a:t>
            </a:r>
          </a:p>
        </p:txBody>
      </p:sp>
      <p:pic>
        <p:nvPicPr>
          <p:cNvPr id="11" name="sound anchor" descr="sound anchor (invisibl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Harakat-Mix Games</dc:title>
  <dc:subject>Interactive reading games for children</dc:subject>
  <dc:creator>Claude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