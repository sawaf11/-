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bonk.wav" ContentType="audio/wav"/>
  <Override PartName="/ppt/media/snd_cheer.wav" ContentType="audio/wav"/>
  <Override PartName="/ppt/media/snd_ding.wav" ContentType="audio/wav"/>
  <Override PartName="/ppt/media/snd_munch.wav" ContentType="audio/wav"/>
  <Override PartName="/ppt/media/snd_pop.wav" ContentType="audio/wav"/>
  <Override PartName="/ppt/media/snd_splash.wav" ContentType="audio/wav"/>
  <Override PartName="/ppt/media/snd_tada.wav" ContentType="audio/wav"/>
  <Override PartName="/ppt/media/snd_vroom.wav" ContentType="audio/wav"/>
  <Override PartName="/ppt/media/snd_whistle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4.xml"/><Relationship Id="rId9" Type="http://schemas.openxmlformats.org/officeDocument/2006/relationships/slide" Target="slide5.xml"/><Relationship Id="rId10" Type="http://schemas.openxmlformats.org/officeDocument/2006/relationships/slide" Target="slide7.xml"/><Relationship Id="rId11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4.xml"/><Relationship Id="rId9" Type="http://schemas.openxmlformats.org/officeDocument/2006/relationships/slide" Target="slide5.xml"/><Relationship Id="rId10" Type="http://schemas.openxmlformats.org/officeDocument/2006/relationships/slide" Target="slide7.xml"/><Relationship Id="rId11" Type="http://schemas.openxmlformats.org/officeDocument/2006/relationships/slide" Target="slide10.xml"/><Relationship Id="rId12" Type="http://schemas.openxmlformats.org/officeDocument/2006/relationships/audio" Target="../media/snd_boin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" Target="slide6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audio" Target="../media/snd_pop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" Target="slide6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audio" Target="../media/snd_boin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audio" Target="../media/snd_pop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audio" Target="../media/snd_boing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10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" Target="slide14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" Target="slide16.xml"/><Relationship Id="rId7" Type="http://schemas.openxmlformats.org/officeDocument/2006/relationships/slide" Target="slide17.xml"/><Relationship Id="rId8" Type="http://schemas.openxmlformats.org/officeDocument/2006/relationships/slide" Target="slide19.xml"/><Relationship Id="rId9" Type="http://schemas.openxmlformats.org/officeDocument/2006/relationships/slide" Target="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" Target="slide16.xml"/><Relationship Id="rId7" Type="http://schemas.openxmlformats.org/officeDocument/2006/relationships/slide" Target="slide17.xml"/><Relationship Id="rId8" Type="http://schemas.openxmlformats.org/officeDocument/2006/relationships/slide" Target="slide19.xml"/><Relationship Id="rId9" Type="http://schemas.openxmlformats.org/officeDocument/2006/relationships/slide" Target="slide22.xml"/><Relationship Id="rId10" Type="http://schemas.openxmlformats.org/officeDocument/2006/relationships/audio" Target="../media/snd_bo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" Target="slide18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audio" Target="../media/snd_splash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" Target="slide18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audio" Target="../media/snd_bo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audio" Target="../media/snd_splash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audio" Target="../media/snd_boing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" Target="slide22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4.xml"/><Relationship Id="rId4" Type="http://schemas.openxmlformats.org/officeDocument/2006/relationships/slide" Target="slide25.xml"/><Relationship Id="rId5" Type="http://schemas.openxmlformats.org/officeDocument/2006/relationships/slide" Target="slide27.xml"/><Relationship Id="rId6" Type="http://schemas.openxmlformats.org/officeDocument/2006/relationships/slide" Target="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4.xml"/><Relationship Id="rId4" Type="http://schemas.openxmlformats.org/officeDocument/2006/relationships/slide" Target="slide25.xml"/><Relationship Id="rId5" Type="http://schemas.openxmlformats.org/officeDocument/2006/relationships/slide" Target="slide27.xml"/><Relationship Id="rId6" Type="http://schemas.openxmlformats.org/officeDocument/2006/relationships/slide" Target="slide30.xml"/><Relationship Id="rId7" Type="http://schemas.openxmlformats.org/officeDocument/2006/relationships/audio" Target="../media/snd_boin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8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8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0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slide" Target="slide32.xml"/><Relationship Id="rId8" Type="http://schemas.openxmlformats.org/officeDocument/2006/relationships/slide" Target="slide31.xml"/><Relationship Id="rId9" Type="http://schemas.openxmlformats.org/officeDocument/2006/relationships/slide" Target="slide34.xml"/><Relationship Id="rId10" Type="http://schemas.openxmlformats.org/officeDocument/2006/relationships/slide" Target="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slide" Target="slide32.xml"/><Relationship Id="rId8" Type="http://schemas.openxmlformats.org/officeDocument/2006/relationships/slide" Target="slide31.xml"/><Relationship Id="rId9" Type="http://schemas.openxmlformats.org/officeDocument/2006/relationships/slide" Target="slide34.xml"/><Relationship Id="rId10" Type="http://schemas.openxmlformats.org/officeDocument/2006/relationships/slide" Target="slide37.xml"/><Relationship Id="rId11" Type="http://schemas.openxmlformats.org/officeDocument/2006/relationships/audio" Target="../media/snd_boing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slide" Target="slide33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audio" Target="../media/snd_pop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slide" Target="slide33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audio" Target="../media/snd_boing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36.xml"/><Relationship Id="rId7" Type="http://schemas.openxmlformats.org/officeDocument/2006/relationships/slide" Target="slide35.xml"/><Relationship Id="rId8" Type="http://schemas.openxmlformats.org/officeDocument/2006/relationships/slide" Target="slide37.xml"/><Relationship Id="rId9" Type="http://schemas.openxmlformats.org/officeDocument/2006/relationships/audio" Target="../media/snd_pop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36.xml"/><Relationship Id="rId7" Type="http://schemas.openxmlformats.org/officeDocument/2006/relationships/slide" Target="slide35.xml"/><Relationship Id="rId8" Type="http://schemas.openxmlformats.org/officeDocument/2006/relationships/slide" Target="slide37.xml"/><Relationship Id="rId9" Type="http://schemas.openxmlformats.org/officeDocument/2006/relationships/audio" Target="../media/snd_boing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slide" Target="slide37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slide" Target="slide38.xml"/><Relationship Id="rId9" Type="http://schemas.openxmlformats.org/officeDocument/2006/relationships/slide" Target="slide39.xml"/><Relationship Id="rId10" Type="http://schemas.openxmlformats.org/officeDocument/2006/relationships/slide" Target="slide4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slide" Target="slide38.xml"/><Relationship Id="rId9" Type="http://schemas.openxmlformats.org/officeDocument/2006/relationships/slide" Target="slide39.xml"/><Relationship Id="rId10" Type="http://schemas.openxmlformats.org/officeDocument/2006/relationships/slide" Target="slide40.xml"/><Relationship Id="rId11" Type="http://schemas.openxmlformats.org/officeDocument/2006/relationships/audio" Target="../media/snd_boing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slide" Target="slide40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Relationship Id="rId4" Type="http://schemas.openxmlformats.org/officeDocument/2006/relationships/slide" Target="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5.xml"/><Relationship Id="rId6" Type="http://schemas.openxmlformats.org/officeDocument/2006/relationships/slide" Target="slide42.xml"/><Relationship Id="rId7" Type="http://schemas.openxmlformats.org/officeDocument/2006/relationships/slide" Target="slide4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3.xml"/><Relationship Id="rId6" Type="http://schemas.openxmlformats.org/officeDocument/2006/relationships/slide" Target="slide46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4.xml"/><Relationship Id="rId6" Type="http://schemas.openxmlformats.org/officeDocument/2006/relationships/slide" Target="slide48.xml"/><Relationship Id="rId7" Type="http://schemas.openxmlformats.org/officeDocument/2006/relationships/audio" Target="../media/snd_ding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7.xml"/><Relationship Id="rId6" Type="http://schemas.openxmlformats.org/officeDocument/2006/relationships/slide" Target="slide48.xml"/><Relationship Id="rId7" Type="http://schemas.openxmlformats.org/officeDocument/2006/relationships/audio" Target="../media/snd_ding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5.xml"/><Relationship Id="rId6" Type="http://schemas.openxmlformats.org/officeDocument/2006/relationships/slide" Target="slide42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3.xml"/><Relationship Id="rId6" Type="http://schemas.openxmlformats.org/officeDocument/2006/relationships/slide" Target="slide46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8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slide" Target="slide50.xml"/><Relationship Id="rId7" Type="http://schemas.openxmlformats.org/officeDocument/2006/relationships/slide" Target="slide49.xml"/><Relationship Id="rId8" Type="http://schemas.openxmlformats.org/officeDocument/2006/relationships/slide" Target="slide52.xml"/><Relationship Id="rId9" Type="http://schemas.openxmlformats.org/officeDocument/2006/relationships/slide" Target="slide5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slide" Target="slide50.xml"/><Relationship Id="rId7" Type="http://schemas.openxmlformats.org/officeDocument/2006/relationships/slide" Target="slide49.xml"/><Relationship Id="rId8" Type="http://schemas.openxmlformats.org/officeDocument/2006/relationships/slide" Target="slide52.xml"/><Relationship Id="rId9" Type="http://schemas.openxmlformats.org/officeDocument/2006/relationships/slide" Target="slide55.xml"/><Relationship Id="rId10" Type="http://schemas.openxmlformats.org/officeDocument/2006/relationships/audio" Target="../media/snd_boing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slide" Target="slide51.xml"/><Relationship Id="rId7" Type="http://schemas.openxmlformats.org/officeDocument/2006/relationships/slide" Target="slide54.xml"/><Relationship Id="rId8" Type="http://schemas.openxmlformats.org/officeDocument/2006/relationships/slide" Target="slide55.xml"/><Relationship Id="rId9" Type="http://schemas.openxmlformats.org/officeDocument/2006/relationships/audio" Target="../media/snd_splash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slide" Target="slide51.xml"/><Relationship Id="rId7" Type="http://schemas.openxmlformats.org/officeDocument/2006/relationships/slide" Target="slide54.xml"/><Relationship Id="rId8" Type="http://schemas.openxmlformats.org/officeDocument/2006/relationships/slide" Target="slide55.xml"/><Relationship Id="rId9" Type="http://schemas.openxmlformats.org/officeDocument/2006/relationships/audio" Target="../media/snd_boing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slide" Target="slide54.xml"/><Relationship Id="rId7" Type="http://schemas.openxmlformats.org/officeDocument/2006/relationships/slide" Target="slide53.xml"/><Relationship Id="rId8" Type="http://schemas.openxmlformats.org/officeDocument/2006/relationships/slide" Target="slide55.xml"/><Relationship Id="rId9" Type="http://schemas.openxmlformats.org/officeDocument/2006/relationships/audio" Target="../media/snd_splash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slide" Target="slide54.xml"/><Relationship Id="rId7" Type="http://schemas.openxmlformats.org/officeDocument/2006/relationships/slide" Target="slide53.xml"/><Relationship Id="rId8" Type="http://schemas.openxmlformats.org/officeDocument/2006/relationships/slide" Target="slide55.xml"/><Relationship Id="rId9" Type="http://schemas.openxmlformats.org/officeDocument/2006/relationships/audio" Target="../media/snd_boing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slide" Target="slide55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56.xml"/><Relationship Id="rId4" Type="http://schemas.openxmlformats.org/officeDocument/2006/relationships/slide" Target="slide57.xml"/><Relationship Id="rId5" Type="http://schemas.openxmlformats.org/officeDocument/2006/relationships/slide" Target="slide59.xml"/><Relationship Id="rId6" Type="http://schemas.openxmlformats.org/officeDocument/2006/relationships/slide" Target="slide6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56.xml"/><Relationship Id="rId4" Type="http://schemas.openxmlformats.org/officeDocument/2006/relationships/slide" Target="slide57.xml"/><Relationship Id="rId5" Type="http://schemas.openxmlformats.org/officeDocument/2006/relationships/slide" Target="slide59.xml"/><Relationship Id="rId6" Type="http://schemas.openxmlformats.org/officeDocument/2006/relationships/slide" Target="slide62.xml"/><Relationship Id="rId7" Type="http://schemas.openxmlformats.org/officeDocument/2006/relationships/audio" Target="../media/snd_boing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58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audio" Target="../media/snd_bonk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58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audio" Target="../media/snd_boing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60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audio" Target="../media/snd_bonk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60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audio" Target="../media/snd_boing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62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64.xml"/><Relationship Id="rId12" Type="http://schemas.openxmlformats.org/officeDocument/2006/relationships/slide" Target="slide65.xml"/><Relationship Id="rId13" Type="http://schemas.openxmlformats.org/officeDocument/2006/relationships/slide" Target="slide66.xml"/><Relationship Id="rId14" Type="http://schemas.openxmlformats.org/officeDocument/2006/relationships/slide" Target="slide67.xml"/><Relationship Id="rId15" Type="http://schemas.openxmlformats.org/officeDocument/2006/relationships/slide" Target="slide68.xml"/><Relationship Id="rId16" Type="http://schemas.openxmlformats.org/officeDocument/2006/relationships/slide" Target="slide69.xml"/><Relationship Id="rId17" Type="http://schemas.openxmlformats.org/officeDocument/2006/relationships/slide" Target="slide70.xml"/><Relationship Id="rId18" Type="http://schemas.openxmlformats.org/officeDocument/2006/relationships/slide" Target="slide71.xml"/><Relationship Id="rId19" Type="http://schemas.openxmlformats.org/officeDocument/2006/relationships/slide" Target="slide7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74.xml"/><Relationship Id="rId7" Type="http://schemas.openxmlformats.org/officeDocument/2006/relationships/slide" Target="slide76.xml"/><Relationship Id="rId8" Type="http://schemas.openxmlformats.org/officeDocument/2006/relationships/slide" Target="slide73.xml"/><Relationship Id="rId9" Type="http://schemas.openxmlformats.org/officeDocument/2006/relationships/slide" Target="slide7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74.xml"/><Relationship Id="rId7" Type="http://schemas.openxmlformats.org/officeDocument/2006/relationships/slide" Target="slide76.xml"/><Relationship Id="rId8" Type="http://schemas.openxmlformats.org/officeDocument/2006/relationships/slide" Target="slide73.xml"/><Relationship Id="rId9" Type="http://schemas.openxmlformats.org/officeDocument/2006/relationships/slide" Target="slide79.xml"/><Relationship Id="rId10" Type="http://schemas.openxmlformats.org/officeDocument/2006/relationships/audio" Target="../media/snd_boing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slide" Target="slide78.xml"/><Relationship Id="rId7" Type="http://schemas.openxmlformats.org/officeDocument/2006/relationships/slide" Target="slide75.xml"/><Relationship Id="rId8" Type="http://schemas.openxmlformats.org/officeDocument/2006/relationships/slide" Target="slide79.xml"/><Relationship Id="rId9" Type="http://schemas.openxmlformats.org/officeDocument/2006/relationships/audio" Target="../media/snd_pop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slide" Target="slide78.xml"/><Relationship Id="rId7" Type="http://schemas.openxmlformats.org/officeDocument/2006/relationships/slide" Target="slide75.xml"/><Relationship Id="rId8" Type="http://schemas.openxmlformats.org/officeDocument/2006/relationships/slide" Target="slide79.xml"/><Relationship Id="rId9" Type="http://schemas.openxmlformats.org/officeDocument/2006/relationships/audio" Target="../media/snd_boing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78.xml"/><Relationship Id="rId7" Type="http://schemas.openxmlformats.org/officeDocument/2006/relationships/slide" Target="slide77.xml"/><Relationship Id="rId8" Type="http://schemas.openxmlformats.org/officeDocument/2006/relationships/slide" Target="slide79.xml"/><Relationship Id="rId9" Type="http://schemas.openxmlformats.org/officeDocument/2006/relationships/audio" Target="../media/snd_pop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78.xml"/><Relationship Id="rId7" Type="http://schemas.openxmlformats.org/officeDocument/2006/relationships/slide" Target="slide77.xml"/><Relationship Id="rId8" Type="http://schemas.openxmlformats.org/officeDocument/2006/relationships/slide" Target="slide79.xml"/><Relationship Id="rId9" Type="http://schemas.openxmlformats.org/officeDocument/2006/relationships/audio" Target="../media/snd_bo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slide" Target="slide79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slide" Target="slide81.xml"/><Relationship Id="rId8" Type="http://schemas.openxmlformats.org/officeDocument/2006/relationships/slide" Target="slide80.xml"/><Relationship Id="rId9" Type="http://schemas.openxmlformats.org/officeDocument/2006/relationships/slide" Target="slide8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slide" Target="slide81.xml"/><Relationship Id="rId8" Type="http://schemas.openxmlformats.org/officeDocument/2006/relationships/slide" Target="slide80.xml"/><Relationship Id="rId9" Type="http://schemas.openxmlformats.org/officeDocument/2006/relationships/slide" Target="slide82.xml"/><Relationship Id="rId10" Type="http://schemas.openxmlformats.org/officeDocument/2006/relationships/audio" Target="../media/snd_boing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slide" Target="slide82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slide" Target="slide84.xml"/><Relationship Id="rId7" Type="http://schemas.openxmlformats.org/officeDocument/2006/relationships/slide" Target="slide83.xml"/><Relationship Id="rId8" Type="http://schemas.openxmlformats.org/officeDocument/2006/relationships/slide" Target="slide86.xml"/><Relationship Id="rId9" Type="http://schemas.openxmlformats.org/officeDocument/2006/relationships/slide" Target="slide89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slide" Target="slide84.xml"/><Relationship Id="rId7" Type="http://schemas.openxmlformats.org/officeDocument/2006/relationships/slide" Target="slide83.xml"/><Relationship Id="rId8" Type="http://schemas.openxmlformats.org/officeDocument/2006/relationships/slide" Target="slide86.xml"/><Relationship Id="rId9" Type="http://schemas.openxmlformats.org/officeDocument/2006/relationships/slide" Target="slide89.xml"/><Relationship Id="rId10" Type="http://schemas.openxmlformats.org/officeDocument/2006/relationships/audio" Target="../media/snd_boing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slide" Target="slide85.xml"/><Relationship Id="rId6" Type="http://schemas.openxmlformats.org/officeDocument/2006/relationships/slide" Target="slide88.xml"/><Relationship Id="rId7" Type="http://schemas.openxmlformats.org/officeDocument/2006/relationships/slide" Target="slide89.xml"/><Relationship Id="rId8" Type="http://schemas.openxmlformats.org/officeDocument/2006/relationships/audio" Target="../media/snd_splash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slide" Target="slide85.xml"/><Relationship Id="rId6" Type="http://schemas.openxmlformats.org/officeDocument/2006/relationships/slide" Target="slide88.xml"/><Relationship Id="rId7" Type="http://schemas.openxmlformats.org/officeDocument/2006/relationships/slide" Target="slide89.xml"/><Relationship Id="rId8" Type="http://schemas.openxmlformats.org/officeDocument/2006/relationships/audio" Target="../media/snd_boing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slide" Target="slide88.xml"/><Relationship Id="rId7" Type="http://schemas.openxmlformats.org/officeDocument/2006/relationships/slide" Target="slide87.xml"/><Relationship Id="rId8" Type="http://schemas.openxmlformats.org/officeDocument/2006/relationships/slide" Target="slide89.xml"/><Relationship Id="rId9" Type="http://schemas.openxmlformats.org/officeDocument/2006/relationships/audio" Target="../media/snd_splash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slide" Target="slide88.xml"/><Relationship Id="rId7" Type="http://schemas.openxmlformats.org/officeDocument/2006/relationships/slide" Target="slide87.xml"/><Relationship Id="rId8" Type="http://schemas.openxmlformats.org/officeDocument/2006/relationships/slide" Target="slide89.xml"/><Relationship Id="rId9" Type="http://schemas.openxmlformats.org/officeDocument/2006/relationships/audio" Target="../media/snd_boing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slide" Target="slide89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91.xml"/><Relationship Id="rId4" Type="http://schemas.openxmlformats.org/officeDocument/2006/relationships/slide" Target="slide90.xml"/><Relationship Id="rId5" Type="http://schemas.openxmlformats.org/officeDocument/2006/relationships/slide" Target="slide93.xml"/><Relationship Id="rId6" Type="http://schemas.openxmlformats.org/officeDocument/2006/relationships/slide" Target="slide9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91.xml"/><Relationship Id="rId4" Type="http://schemas.openxmlformats.org/officeDocument/2006/relationships/slide" Target="slide90.xml"/><Relationship Id="rId5" Type="http://schemas.openxmlformats.org/officeDocument/2006/relationships/slide" Target="slide93.xml"/><Relationship Id="rId6" Type="http://schemas.openxmlformats.org/officeDocument/2006/relationships/slide" Target="slide96.xml"/><Relationship Id="rId7" Type="http://schemas.openxmlformats.org/officeDocument/2006/relationships/audio" Target="../media/snd_boing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92.xml"/><Relationship Id="rId4" Type="http://schemas.openxmlformats.org/officeDocument/2006/relationships/slide" Target="slide95.xml"/><Relationship Id="rId5" Type="http://schemas.openxmlformats.org/officeDocument/2006/relationships/slide" Target="slide96.xml"/><Relationship Id="rId6" Type="http://schemas.openxmlformats.org/officeDocument/2006/relationships/audio" Target="../media/snd_bonk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92.xml"/><Relationship Id="rId4" Type="http://schemas.openxmlformats.org/officeDocument/2006/relationships/slide" Target="slide95.xml"/><Relationship Id="rId5" Type="http://schemas.openxmlformats.org/officeDocument/2006/relationships/slide" Target="slide96.xml"/><Relationship Id="rId6" Type="http://schemas.openxmlformats.org/officeDocument/2006/relationships/audio" Target="../media/snd_boing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95.xml"/><Relationship Id="rId4" Type="http://schemas.openxmlformats.org/officeDocument/2006/relationships/slide" Target="slide94.xml"/><Relationship Id="rId5" Type="http://schemas.openxmlformats.org/officeDocument/2006/relationships/slide" Target="slide96.xml"/><Relationship Id="rId6" Type="http://schemas.openxmlformats.org/officeDocument/2006/relationships/audio" Target="../media/snd_bonk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95.xml"/><Relationship Id="rId4" Type="http://schemas.openxmlformats.org/officeDocument/2006/relationships/slide" Target="slide94.xml"/><Relationship Id="rId5" Type="http://schemas.openxmlformats.org/officeDocument/2006/relationships/slide" Target="slide96.xml"/><Relationship Id="rId6" Type="http://schemas.openxmlformats.org/officeDocument/2006/relationships/audio" Target="../media/snd_boing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96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00.xml"/><Relationship Id="rId6" Type="http://schemas.openxmlformats.org/officeDocument/2006/relationships/slide" Target="slide97.xml"/><Relationship Id="rId7" Type="http://schemas.openxmlformats.org/officeDocument/2006/relationships/slide" Target="slide10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01.xml"/><Relationship Id="rId6" Type="http://schemas.openxmlformats.org/officeDocument/2006/relationships/slide" Target="slide98.xml"/><Relationship Id="rId7" Type="http://schemas.openxmlformats.org/officeDocument/2006/relationships/slide" Target="slide103.xml"/><Relationship Id="rId8" Type="http://schemas.openxmlformats.org/officeDocument/2006/relationships/audio" Target="../media/snd_ding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99.xml"/><Relationship Id="rId6" Type="http://schemas.openxmlformats.org/officeDocument/2006/relationships/slide" Target="slide103.xml"/><Relationship Id="rId7" Type="http://schemas.openxmlformats.org/officeDocument/2006/relationships/audio" Target="../media/snd_ding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02.xml"/><Relationship Id="rId6" Type="http://schemas.openxmlformats.org/officeDocument/2006/relationships/slide" Target="slide103.xml"/><Relationship Id="rId7" Type="http://schemas.openxmlformats.org/officeDocument/2006/relationships/audio" Target="../media/snd_ding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00.xml"/><Relationship Id="rId6" Type="http://schemas.openxmlformats.org/officeDocument/2006/relationships/slide" Target="slide97.xml"/><Relationship Id="rId7" Type="http://schemas.openxmlformats.org/officeDocument/2006/relationships/slide" Target="slide103.xml"/><Relationship Id="rId8" Type="http://schemas.openxmlformats.org/officeDocument/2006/relationships/audio" Target="../media/snd_bo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01.xml"/><Relationship Id="rId6" Type="http://schemas.openxmlformats.org/officeDocument/2006/relationships/slide" Target="slide98.xml"/><Relationship Id="rId7" Type="http://schemas.openxmlformats.org/officeDocument/2006/relationships/slide" Target="slide103.xml"/><Relationship Id="rId8" Type="http://schemas.openxmlformats.org/officeDocument/2006/relationships/audio" Target="../media/snd_bo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03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105.xml"/><Relationship Id="rId7" Type="http://schemas.openxmlformats.org/officeDocument/2006/relationships/slide" Target="slide104.xml"/><Relationship Id="rId8" Type="http://schemas.openxmlformats.org/officeDocument/2006/relationships/slide" Target="slide107.xml"/><Relationship Id="rId9" Type="http://schemas.openxmlformats.org/officeDocument/2006/relationships/slide" Target="slide11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105.xml"/><Relationship Id="rId7" Type="http://schemas.openxmlformats.org/officeDocument/2006/relationships/slide" Target="slide104.xml"/><Relationship Id="rId8" Type="http://schemas.openxmlformats.org/officeDocument/2006/relationships/slide" Target="slide107.xml"/><Relationship Id="rId9" Type="http://schemas.openxmlformats.org/officeDocument/2006/relationships/slide" Target="slide110.xml"/><Relationship Id="rId10" Type="http://schemas.openxmlformats.org/officeDocument/2006/relationships/audio" Target="../media/snd_boing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106.xml"/><Relationship Id="rId7" Type="http://schemas.openxmlformats.org/officeDocument/2006/relationships/slide" Target="slide109.xml"/><Relationship Id="rId8" Type="http://schemas.openxmlformats.org/officeDocument/2006/relationships/slide" Target="slide110.xml"/><Relationship Id="rId9" Type="http://schemas.openxmlformats.org/officeDocument/2006/relationships/audio" Target="../media/snd_pop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106.xml"/><Relationship Id="rId7" Type="http://schemas.openxmlformats.org/officeDocument/2006/relationships/slide" Target="slide109.xml"/><Relationship Id="rId8" Type="http://schemas.openxmlformats.org/officeDocument/2006/relationships/slide" Target="slide110.xml"/><Relationship Id="rId9" Type="http://schemas.openxmlformats.org/officeDocument/2006/relationships/audio" Target="../media/snd_boing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109.xml"/><Relationship Id="rId7" Type="http://schemas.openxmlformats.org/officeDocument/2006/relationships/slide" Target="slide108.xml"/><Relationship Id="rId8" Type="http://schemas.openxmlformats.org/officeDocument/2006/relationships/slide" Target="slide110.xml"/><Relationship Id="rId9" Type="http://schemas.openxmlformats.org/officeDocument/2006/relationships/audio" Target="../media/snd_pop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109.xml"/><Relationship Id="rId7" Type="http://schemas.openxmlformats.org/officeDocument/2006/relationships/slide" Target="slide108.xml"/><Relationship Id="rId8" Type="http://schemas.openxmlformats.org/officeDocument/2006/relationships/slide" Target="slide110.xml"/><Relationship Id="rId9" Type="http://schemas.openxmlformats.org/officeDocument/2006/relationships/audio" Target="../media/snd_boing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110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slide" Target="slide111.xml"/><Relationship Id="rId7" Type="http://schemas.openxmlformats.org/officeDocument/2006/relationships/slide" Target="slide112.xml"/><Relationship Id="rId8" Type="http://schemas.openxmlformats.org/officeDocument/2006/relationships/slide" Target="slide113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slide" Target="slide111.xml"/><Relationship Id="rId7" Type="http://schemas.openxmlformats.org/officeDocument/2006/relationships/slide" Target="slide112.xml"/><Relationship Id="rId8" Type="http://schemas.openxmlformats.org/officeDocument/2006/relationships/slide" Target="slide113.xml"/><Relationship Id="rId9" Type="http://schemas.openxmlformats.org/officeDocument/2006/relationships/audio" Target="../media/snd_boing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slide" Target="slide113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Relationship Id="rId7" Type="http://schemas.openxmlformats.org/officeDocument/2006/relationships/slide" Target="slide114.xml"/><Relationship Id="rId8" Type="http://schemas.openxmlformats.org/officeDocument/2006/relationships/slide" Target="slide115.xml"/><Relationship Id="rId9" Type="http://schemas.openxmlformats.org/officeDocument/2006/relationships/slide" Target="slide117.xml"/><Relationship Id="rId10" Type="http://schemas.openxmlformats.org/officeDocument/2006/relationships/slide" Target="slide12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Relationship Id="rId7" Type="http://schemas.openxmlformats.org/officeDocument/2006/relationships/slide" Target="slide114.xml"/><Relationship Id="rId8" Type="http://schemas.openxmlformats.org/officeDocument/2006/relationships/slide" Target="slide115.xml"/><Relationship Id="rId9" Type="http://schemas.openxmlformats.org/officeDocument/2006/relationships/slide" Target="slide117.xml"/><Relationship Id="rId10" Type="http://schemas.openxmlformats.org/officeDocument/2006/relationships/slide" Target="slide120.xml"/><Relationship Id="rId11" Type="http://schemas.openxmlformats.org/officeDocument/2006/relationships/audio" Target="../media/snd_boing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Relationship Id="rId7" Type="http://schemas.openxmlformats.org/officeDocument/2006/relationships/slide" Target="slide116.xml"/><Relationship Id="rId8" Type="http://schemas.openxmlformats.org/officeDocument/2006/relationships/slide" Target="slide119.xml"/><Relationship Id="rId9" Type="http://schemas.openxmlformats.org/officeDocument/2006/relationships/slide" Target="slide120.xml"/><Relationship Id="rId10" Type="http://schemas.openxmlformats.org/officeDocument/2006/relationships/audio" Target="../media/snd_splash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Relationship Id="rId7" Type="http://schemas.openxmlformats.org/officeDocument/2006/relationships/slide" Target="slide116.xml"/><Relationship Id="rId8" Type="http://schemas.openxmlformats.org/officeDocument/2006/relationships/slide" Target="slide119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slide" Target="slide118.xml"/><Relationship Id="rId7" Type="http://schemas.openxmlformats.org/officeDocument/2006/relationships/slide" Target="slide119.xml"/><Relationship Id="rId8" Type="http://schemas.openxmlformats.org/officeDocument/2006/relationships/slide" Target="slide120.xml"/><Relationship Id="rId9" Type="http://schemas.openxmlformats.org/officeDocument/2006/relationships/audio" Target="../media/snd_splash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slide" Target="slide118.xml"/><Relationship Id="rId7" Type="http://schemas.openxmlformats.org/officeDocument/2006/relationships/slide" Target="slide119.xml"/><Relationship Id="rId8" Type="http://schemas.openxmlformats.org/officeDocument/2006/relationships/slide" Target="slide120.xml"/><Relationship Id="rId9" Type="http://schemas.openxmlformats.org/officeDocument/2006/relationships/audio" Target="../media/snd_boing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slide" Target="slide120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21.xml"/><Relationship Id="rId4" Type="http://schemas.openxmlformats.org/officeDocument/2006/relationships/slide" Target="slide122.xml"/><Relationship Id="rId5" Type="http://schemas.openxmlformats.org/officeDocument/2006/relationships/slide" Target="slide124.xml"/><Relationship Id="rId6" Type="http://schemas.openxmlformats.org/officeDocument/2006/relationships/slide" Target="slide12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21.xml"/><Relationship Id="rId4" Type="http://schemas.openxmlformats.org/officeDocument/2006/relationships/slide" Target="slide122.xml"/><Relationship Id="rId5" Type="http://schemas.openxmlformats.org/officeDocument/2006/relationships/slide" Target="slide124.xml"/><Relationship Id="rId6" Type="http://schemas.openxmlformats.org/officeDocument/2006/relationships/slide" Target="slide127.xml"/><Relationship Id="rId7" Type="http://schemas.openxmlformats.org/officeDocument/2006/relationships/audio" Target="../media/snd_boing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23.xml"/><Relationship Id="rId4" Type="http://schemas.openxmlformats.org/officeDocument/2006/relationships/slide" Target="slide126.xml"/><Relationship Id="rId5" Type="http://schemas.openxmlformats.org/officeDocument/2006/relationships/slide" Target="slide127.xml"/><Relationship Id="rId6" Type="http://schemas.openxmlformats.org/officeDocument/2006/relationships/audio" Target="../media/snd_bonk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23.xml"/><Relationship Id="rId4" Type="http://schemas.openxmlformats.org/officeDocument/2006/relationships/slide" Target="slide126.xml"/><Relationship Id="rId5" Type="http://schemas.openxmlformats.org/officeDocument/2006/relationships/slide" Target="slide127.xml"/><Relationship Id="rId6" Type="http://schemas.openxmlformats.org/officeDocument/2006/relationships/audio" Target="../media/snd_boing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25.xml"/><Relationship Id="rId4" Type="http://schemas.openxmlformats.org/officeDocument/2006/relationships/slide" Target="slide126.xml"/><Relationship Id="rId5" Type="http://schemas.openxmlformats.org/officeDocument/2006/relationships/slide" Target="slide127.xml"/><Relationship Id="rId6" Type="http://schemas.openxmlformats.org/officeDocument/2006/relationships/audio" Target="../media/snd_bonk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25.xml"/><Relationship Id="rId4" Type="http://schemas.openxmlformats.org/officeDocument/2006/relationships/slide" Target="slide126.xml"/><Relationship Id="rId5" Type="http://schemas.openxmlformats.org/officeDocument/2006/relationships/slide" Target="slide127.xml"/><Relationship Id="rId6" Type="http://schemas.openxmlformats.org/officeDocument/2006/relationships/audio" Target="../media/snd_boing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27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128.xml"/><Relationship Id="rId12" Type="http://schemas.openxmlformats.org/officeDocument/2006/relationships/slide" Target="slide129.xml"/><Relationship Id="rId13" Type="http://schemas.openxmlformats.org/officeDocument/2006/relationships/slide" Target="slide130.xml"/><Relationship Id="rId14" Type="http://schemas.openxmlformats.org/officeDocument/2006/relationships/slide" Target="slide131.xml"/><Relationship Id="rId15" Type="http://schemas.openxmlformats.org/officeDocument/2006/relationships/slide" Target="slide132.xml"/><Relationship Id="rId16" Type="http://schemas.openxmlformats.org/officeDocument/2006/relationships/slide" Target="slide133.xml"/><Relationship Id="rId17" Type="http://schemas.openxmlformats.org/officeDocument/2006/relationships/slide" Target="slide134.xml"/><Relationship Id="rId18" Type="http://schemas.openxmlformats.org/officeDocument/2006/relationships/slide" Target="slide135.xml"/><Relationship Id="rId19" Type="http://schemas.openxmlformats.org/officeDocument/2006/relationships/slide" Target="slide13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" Target="slide137.xml"/><Relationship Id="rId8" Type="http://schemas.openxmlformats.org/officeDocument/2006/relationships/slide" Target="slide138.xml"/><Relationship Id="rId9" Type="http://schemas.openxmlformats.org/officeDocument/2006/relationships/slide" Target="slide140.xml"/><Relationship Id="rId10" Type="http://schemas.openxmlformats.org/officeDocument/2006/relationships/slide" Target="slide143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" Target="slide137.xml"/><Relationship Id="rId8" Type="http://schemas.openxmlformats.org/officeDocument/2006/relationships/slide" Target="slide138.xml"/><Relationship Id="rId9" Type="http://schemas.openxmlformats.org/officeDocument/2006/relationships/slide" Target="slide140.xml"/><Relationship Id="rId10" Type="http://schemas.openxmlformats.org/officeDocument/2006/relationships/slide" Target="slide143.xml"/><Relationship Id="rId11" Type="http://schemas.openxmlformats.org/officeDocument/2006/relationships/audio" Target="../media/snd_boing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slide" Target="slide139.xml"/><Relationship Id="rId7" Type="http://schemas.openxmlformats.org/officeDocument/2006/relationships/slide" Target="slide142.xml"/><Relationship Id="rId8" Type="http://schemas.openxmlformats.org/officeDocument/2006/relationships/slide" Target="slide143.xml"/><Relationship Id="rId9" Type="http://schemas.openxmlformats.org/officeDocument/2006/relationships/audio" Target="../media/snd_pop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slide" Target="slide139.xml"/><Relationship Id="rId7" Type="http://schemas.openxmlformats.org/officeDocument/2006/relationships/slide" Target="slide142.xml"/><Relationship Id="rId8" Type="http://schemas.openxmlformats.org/officeDocument/2006/relationships/slide" Target="slide143.xml"/><Relationship Id="rId9" Type="http://schemas.openxmlformats.org/officeDocument/2006/relationships/audio" Target="../media/snd_boing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4.png"/><Relationship Id="rId6" Type="http://schemas.openxmlformats.org/officeDocument/2006/relationships/slide" Target="slide141.xml"/><Relationship Id="rId7" Type="http://schemas.openxmlformats.org/officeDocument/2006/relationships/slide" Target="slide142.xml"/><Relationship Id="rId8" Type="http://schemas.openxmlformats.org/officeDocument/2006/relationships/slide" Target="slide143.xml"/><Relationship Id="rId9" Type="http://schemas.openxmlformats.org/officeDocument/2006/relationships/audio" Target="../media/snd_pop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4.png"/><Relationship Id="rId6" Type="http://schemas.openxmlformats.org/officeDocument/2006/relationships/slide" Target="slide141.xml"/><Relationship Id="rId7" Type="http://schemas.openxmlformats.org/officeDocument/2006/relationships/slide" Target="slide142.xml"/><Relationship Id="rId8" Type="http://schemas.openxmlformats.org/officeDocument/2006/relationships/slide" Target="slide143.xml"/><Relationship Id="rId9" Type="http://schemas.openxmlformats.org/officeDocument/2006/relationships/audio" Target="../media/snd_boing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slide" Target="slide143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22.png"/><Relationship Id="rId8" Type="http://schemas.openxmlformats.org/officeDocument/2006/relationships/slide" Target="slide144.xml"/><Relationship Id="rId9" Type="http://schemas.openxmlformats.org/officeDocument/2006/relationships/slide" Target="slide145.xml"/><Relationship Id="rId10" Type="http://schemas.openxmlformats.org/officeDocument/2006/relationships/slide" Target="slide14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22.png"/><Relationship Id="rId8" Type="http://schemas.openxmlformats.org/officeDocument/2006/relationships/slide" Target="slide144.xml"/><Relationship Id="rId9" Type="http://schemas.openxmlformats.org/officeDocument/2006/relationships/slide" Target="slide145.xml"/><Relationship Id="rId10" Type="http://schemas.openxmlformats.org/officeDocument/2006/relationships/slide" Target="slide146.xml"/><Relationship Id="rId11" Type="http://schemas.openxmlformats.org/officeDocument/2006/relationships/audio" Target="../media/snd_boing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Relationship Id="rId7" Type="http://schemas.openxmlformats.org/officeDocument/2006/relationships/slide" Target="slide146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50.xml"/><Relationship Id="rId6" Type="http://schemas.openxmlformats.org/officeDocument/2006/relationships/slide" Target="slide147.xml"/><Relationship Id="rId7" Type="http://schemas.openxmlformats.org/officeDocument/2006/relationships/slide" Target="slide153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51.xml"/><Relationship Id="rId6" Type="http://schemas.openxmlformats.org/officeDocument/2006/relationships/slide" Target="slide148.xml"/><Relationship Id="rId7" Type="http://schemas.openxmlformats.org/officeDocument/2006/relationships/slide" Target="slide153.xml"/><Relationship Id="rId8" Type="http://schemas.openxmlformats.org/officeDocument/2006/relationships/audio" Target="../media/snd_ding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49.xml"/><Relationship Id="rId6" Type="http://schemas.openxmlformats.org/officeDocument/2006/relationships/slide" Target="slide153.xml"/><Relationship Id="rId7" Type="http://schemas.openxmlformats.org/officeDocument/2006/relationships/audio" Target="../media/snd_ding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52.xml"/><Relationship Id="rId6" Type="http://schemas.openxmlformats.org/officeDocument/2006/relationships/slide" Target="slide153.xml"/><Relationship Id="rId7" Type="http://schemas.openxmlformats.org/officeDocument/2006/relationships/audio" Target="../media/snd_ding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50.xml"/><Relationship Id="rId6" Type="http://schemas.openxmlformats.org/officeDocument/2006/relationships/slide" Target="slide147.xml"/><Relationship Id="rId7" Type="http://schemas.openxmlformats.org/officeDocument/2006/relationships/slide" Target="slide153.xml"/><Relationship Id="rId8" Type="http://schemas.openxmlformats.org/officeDocument/2006/relationships/audio" Target="../media/snd_boing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51.xml"/><Relationship Id="rId6" Type="http://schemas.openxmlformats.org/officeDocument/2006/relationships/slide" Target="slide148.xml"/><Relationship Id="rId7" Type="http://schemas.openxmlformats.org/officeDocument/2006/relationships/slide" Target="slide153.xml"/><Relationship Id="rId8" Type="http://schemas.openxmlformats.org/officeDocument/2006/relationships/audio" Target="../media/snd_boing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53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slide" Target="slide154.xml"/><Relationship Id="rId7" Type="http://schemas.openxmlformats.org/officeDocument/2006/relationships/slide" Target="slide155.xml"/><Relationship Id="rId8" Type="http://schemas.openxmlformats.org/officeDocument/2006/relationships/slide" Target="slide157.xml"/><Relationship Id="rId9" Type="http://schemas.openxmlformats.org/officeDocument/2006/relationships/slide" Target="slide160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slide" Target="slide154.xml"/><Relationship Id="rId7" Type="http://schemas.openxmlformats.org/officeDocument/2006/relationships/slide" Target="slide155.xml"/><Relationship Id="rId8" Type="http://schemas.openxmlformats.org/officeDocument/2006/relationships/slide" Target="slide157.xml"/><Relationship Id="rId9" Type="http://schemas.openxmlformats.org/officeDocument/2006/relationships/slide" Target="slide160.xml"/><Relationship Id="rId10" Type="http://schemas.openxmlformats.org/officeDocument/2006/relationships/audio" Target="../media/snd_boing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slide" Target="slide156.xml"/><Relationship Id="rId7" Type="http://schemas.openxmlformats.org/officeDocument/2006/relationships/slide" Target="slide159.xml"/><Relationship Id="rId8" Type="http://schemas.openxmlformats.org/officeDocument/2006/relationships/slide" Target="slide160.xml"/><Relationship Id="rId9" Type="http://schemas.openxmlformats.org/officeDocument/2006/relationships/audio" Target="../media/snd_splash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slide" Target="slide156.xml"/><Relationship Id="rId7" Type="http://schemas.openxmlformats.org/officeDocument/2006/relationships/slide" Target="slide159.xml"/><Relationship Id="rId8" Type="http://schemas.openxmlformats.org/officeDocument/2006/relationships/slide" Target="slide160.xml"/><Relationship Id="rId9" Type="http://schemas.openxmlformats.org/officeDocument/2006/relationships/audio" Target="../media/snd_bo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slide" Target="slide158.xml"/><Relationship Id="rId7" Type="http://schemas.openxmlformats.org/officeDocument/2006/relationships/slide" Target="slide159.xml"/><Relationship Id="rId8" Type="http://schemas.openxmlformats.org/officeDocument/2006/relationships/slide" Target="slide160.xml"/><Relationship Id="rId9" Type="http://schemas.openxmlformats.org/officeDocument/2006/relationships/audio" Target="../media/snd_splash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slide" Target="slide158.xml"/><Relationship Id="rId7" Type="http://schemas.openxmlformats.org/officeDocument/2006/relationships/slide" Target="slide159.xml"/><Relationship Id="rId8" Type="http://schemas.openxmlformats.org/officeDocument/2006/relationships/slide" Target="slide160.xml"/><Relationship Id="rId9" Type="http://schemas.openxmlformats.org/officeDocument/2006/relationships/audio" Target="../media/snd_boing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slide" Target="slide160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61.xml"/><Relationship Id="rId4" Type="http://schemas.openxmlformats.org/officeDocument/2006/relationships/slide" Target="slide162.xml"/><Relationship Id="rId5" Type="http://schemas.openxmlformats.org/officeDocument/2006/relationships/slide" Target="slide164.xml"/><Relationship Id="rId6" Type="http://schemas.openxmlformats.org/officeDocument/2006/relationships/slide" Target="slide16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61.xml"/><Relationship Id="rId4" Type="http://schemas.openxmlformats.org/officeDocument/2006/relationships/slide" Target="slide162.xml"/><Relationship Id="rId5" Type="http://schemas.openxmlformats.org/officeDocument/2006/relationships/slide" Target="slide164.xml"/><Relationship Id="rId6" Type="http://schemas.openxmlformats.org/officeDocument/2006/relationships/slide" Target="slide167.xml"/><Relationship Id="rId7" Type="http://schemas.openxmlformats.org/officeDocument/2006/relationships/audio" Target="../media/snd_boing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63.xml"/><Relationship Id="rId4" Type="http://schemas.openxmlformats.org/officeDocument/2006/relationships/slide" Target="slide166.xml"/><Relationship Id="rId5" Type="http://schemas.openxmlformats.org/officeDocument/2006/relationships/slide" Target="slide167.xml"/><Relationship Id="rId6" Type="http://schemas.openxmlformats.org/officeDocument/2006/relationships/audio" Target="../media/snd_bonk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63.xml"/><Relationship Id="rId4" Type="http://schemas.openxmlformats.org/officeDocument/2006/relationships/slide" Target="slide166.xml"/><Relationship Id="rId5" Type="http://schemas.openxmlformats.org/officeDocument/2006/relationships/slide" Target="slide167.xml"/><Relationship Id="rId6" Type="http://schemas.openxmlformats.org/officeDocument/2006/relationships/audio" Target="../media/snd_bo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65.xml"/><Relationship Id="rId4" Type="http://schemas.openxmlformats.org/officeDocument/2006/relationships/slide" Target="slide166.xml"/><Relationship Id="rId5" Type="http://schemas.openxmlformats.org/officeDocument/2006/relationships/slide" Target="slide167.xml"/><Relationship Id="rId6" Type="http://schemas.openxmlformats.org/officeDocument/2006/relationships/audio" Target="../media/snd_bonk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65.xml"/><Relationship Id="rId4" Type="http://schemas.openxmlformats.org/officeDocument/2006/relationships/slide" Target="slide166.xml"/><Relationship Id="rId5" Type="http://schemas.openxmlformats.org/officeDocument/2006/relationships/slide" Target="slide167.xml"/><Relationship Id="rId6" Type="http://schemas.openxmlformats.org/officeDocument/2006/relationships/audio" Target="../media/snd_boing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67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slide" Target="slide169.xml"/><Relationship Id="rId9" Type="http://schemas.openxmlformats.org/officeDocument/2006/relationships/slide" Target="slide171.xml"/><Relationship Id="rId10" Type="http://schemas.openxmlformats.org/officeDocument/2006/relationships/slide" Target="slide168.xml"/><Relationship Id="rId11" Type="http://schemas.openxmlformats.org/officeDocument/2006/relationships/slide" Target="slide174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slide" Target="slide169.xml"/><Relationship Id="rId9" Type="http://schemas.openxmlformats.org/officeDocument/2006/relationships/slide" Target="slide171.xml"/><Relationship Id="rId10" Type="http://schemas.openxmlformats.org/officeDocument/2006/relationships/slide" Target="slide168.xml"/><Relationship Id="rId11" Type="http://schemas.openxmlformats.org/officeDocument/2006/relationships/slide" Target="slide174.xml"/><Relationship Id="rId12" Type="http://schemas.openxmlformats.org/officeDocument/2006/relationships/audio" Target="../media/snd_boing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slide" Target="slide173.xml"/><Relationship Id="rId8" Type="http://schemas.openxmlformats.org/officeDocument/2006/relationships/slide" Target="slide170.xml"/><Relationship Id="rId9" Type="http://schemas.openxmlformats.org/officeDocument/2006/relationships/slide" Target="slide174.xml"/><Relationship Id="rId10" Type="http://schemas.openxmlformats.org/officeDocument/2006/relationships/audio" Target="../media/snd_pop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slide" Target="slide173.xml"/><Relationship Id="rId8" Type="http://schemas.openxmlformats.org/officeDocument/2006/relationships/slide" Target="slide170.xml"/><Relationship Id="rId9" Type="http://schemas.openxmlformats.org/officeDocument/2006/relationships/slide" Target="slide174.xml"/><Relationship Id="rId10" Type="http://schemas.openxmlformats.org/officeDocument/2006/relationships/audio" Target="../media/snd_bo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slide" Target="slide173.xml"/><Relationship Id="rId8" Type="http://schemas.openxmlformats.org/officeDocument/2006/relationships/slide" Target="slide172.xml"/><Relationship Id="rId9" Type="http://schemas.openxmlformats.org/officeDocument/2006/relationships/slide" Target="slide174.xml"/><Relationship Id="rId10" Type="http://schemas.openxmlformats.org/officeDocument/2006/relationships/audio" Target="../media/snd_pop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slide" Target="slide173.xml"/><Relationship Id="rId8" Type="http://schemas.openxmlformats.org/officeDocument/2006/relationships/slide" Target="slide172.xml"/><Relationship Id="rId9" Type="http://schemas.openxmlformats.org/officeDocument/2006/relationships/slide" Target="slide174.xml"/><Relationship Id="rId10" Type="http://schemas.openxmlformats.org/officeDocument/2006/relationships/audio" Target="../media/snd_boing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174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36.png"/><Relationship Id="rId6" Type="http://schemas.openxmlformats.org/officeDocument/2006/relationships/image" Target="../media/image12.png"/><Relationship Id="rId7" Type="http://schemas.openxmlformats.org/officeDocument/2006/relationships/slide" Target="slide175.xml"/><Relationship Id="rId8" Type="http://schemas.openxmlformats.org/officeDocument/2006/relationships/slide" Target="slide176.xml"/><Relationship Id="rId9" Type="http://schemas.openxmlformats.org/officeDocument/2006/relationships/slide" Target="slide17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36.png"/><Relationship Id="rId6" Type="http://schemas.openxmlformats.org/officeDocument/2006/relationships/image" Target="../media/image12.png"/><Relationship Id="rId7" Type="http://schemas.openxmlformats.org/officeDocument/2006/relationships/slide" Target="slide175.xml"/><Relationship Id="rId8" Type="http://schemas.openxmlformats.org/officeDocument/2006/relationships/slide" Target="slide176.xml"/><Relationship Id="rId9" Type="http://schemas.openxmlformats.org/officeDocument/2006/relationships/slide" Target="slide177.xml"/><Relationship Id="rId10" Type="http://schemas.openxmlformats.org/officeDocument/2006/relationships/audio" Target="../media/snd_boing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36.png"/><Relationship Id="rId6" Type="http://schemas.openxmlformats.org/officeDocument/2006/relationships/image" Target="../media/image12.png"/><Relationship Id="rId7" Type="http://schemas.openxmlformats.org/officeDocument/2006/relationships/slide" Target="slide177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slide" Target="slide178.xml"/><Relationship Id="rId7" Type="http://schemas.openxmlformats.org/officeDocument/2006/relationships/slide" Target="slide179.xml"/><Relationship Id="rId8" Type="http://schemas.openxmlformats.org/officeDocument/2006/relationships/slide" Target="slide181.xml"/><Relationship Id="rId9" Type="http://schemas.openxmlformats.org/officeDocument/2006/relationships/slide" Target="slide184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slide" Target="slide178.xml"/><Relationship Id="rId7" Type="http://schemas.openxmlformats.org/officeDocument/2006/relationships/slide" Target="slide179.xml"/><Relationship Id="rId8" Type="http://schemas.openxmlformats.org/officeDocument/2006/relationships/slide" Target="slide181.xml"/><Relationship Id="rId9" Type="http://schemas.openxmlformats.org/officeDocument/2006/relationships/slide" Target="slide184.xml"/><Relationship Id="rId10" Type="http://schemas.openxmlformats.org/officeDocument/2006/relationships/audio" Target="../media/snd_bo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slide" Target="slide180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splash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slide" Target="slide180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boing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slide" Target="slide182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splash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slide" Target="slide182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boing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slide" Target="slide184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86.xml"/><Relationship Id="rId4" Type="http://schemas.openxmlformats.org/officeDocument/2006/relationships/slide" Target="slide185.xml"/><Relationship Id="rId5" Type="http://schemas.openxmlformats.org/officeDocument/2006/relationships/slide" Target="slide188.xml"/><Relationship Id="rId6" Type="http://schemas.openxmlformats.org/officeDocument/2006/relationships/slide" Target="slide19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86.xml"/><Relationship Id="rId4" Type="http://schemas.openxmlformats.org/officeDocument/2006/relationships/slide" Target="slide185.xml"/><Relationship Id="rId5" Type="http://schemas.openxmlformats.org/officeDocument/2006/relationships/slide" Target="slide188.xml"/><Relationship Id="rId6" Type="http://schemas.openxmlformats.org/officeDocument/2006/relationships/slide" Target="slide191.xml"/><Relationship Id="rId7" Type="http://schemas.openxmlformats.org/officeDocument/2006/relationships/audio" Target="../media/snd_boing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87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nk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87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ing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90.xml"/><Relationship Id="rId4" Type="http://schemas.openxmlformats.org/officeDocument/2006/relationships/slide" Target="slide189.xml"/><Relationship Id="rId5" Type="http://schemas.openxmlformats.org/officeDocument/2006/relationships/slide" Target="slide191.xml"/><Relationship Id="rId6" Type="http://schemas.openxmlformats.org/officeDocument/2006/relationships/audio" Target="../media/snd_bonk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90.xml"/><Relationship Id="rId4" Type="http://schemas.openxmlformats.org/officeDocument/2006/relationships/slide" Target="slide189.xml"/><Relationship Id="rId5" Type="http://schemas.openxmlformats.org/officeDocument/2006/relationships/slide" Target="slide191.xml"/><Relationship Id="rId6" Type="http://schemas.openxmlformats.org/officeDocument/2006/relationships/audio" Target="../media/snd_boing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91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192.xml"/><Relationship Id="rId12" Type="http://schemas.openxmlformats.org/officeDocument/2006/relationships/slide" Target="slide193.xml"/><Relationship Id="rId13" Type="http://schemas.openxmlformats.org/officeDocument/2006/relationships/slide" Target="slide194.xml"/><Relationship Id="rId14" Type="http://schemas.openxmlformats.org/officeDocument/2006/relationships/slide" Target="slide195.xml"/><Relationship Id="rId15" Type="http://schemas.openxmlformats.org/officeDocument/2006/relationships/slide" Target="slide196.xml"/><Relationship Id="rId16" Type="http://schemas.openxmlformats.org/officeDocument/2006/relationships/slide" Target="slide197.xml"/><Relationship Id="rId17" Type="http://schemas.openxmlformats.org/officeDocument/2006/relationships/slide" Target="slide198.xml"/><Relationship Id="rId18" Type="http://schemas.openxmlformats.org/officeDocument/2006/relationships/slide" Target="slide199.xml"/><Relationship Id="rId19" Type="http://schemas.openxmlformats.org/officeDocument/2006/relationships/slide" Target="slide200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01.xml"/><Relationship Id="rId6" Type="http://schemas.openxmlformats.org/officeDocument/2006/relationships/slide" Target="slide204.xml"/><Relationship Id="rId7" Type="http://schemas.openxmlformats.org/officeDocument/2006/relationships/slide" Target="slide20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05.xml"/><Relationship Id="rId6" Type="http://schemas.openxmlformats.org/officeDocument/2006/relationships/slide" Target="slide202.xml"/><Relationship Id="rId7" Type="http://schemas.openxmlformats.org/officeDocument/2006/relationships/slide" Target="slide207.xml"/><Relationship Id="rId8" Type="http://schemas.openxmlformats.org/officeDocument/2006/relationships/audio" Target="../media/snd_ding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03.xml"/><Relationship Id="rId6" Type="http://schemas.openxmlformats.org/officeDocument/2006/relationships/slide" Target="slide207.xml"/><Relationship Id="rId7" Type="http://schemas.openxmlformats.org/officeDocument/2006/relationships/audio" Target="../media/snd_ding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06.xml"/><Relationship Id="rId6" Type="http://schemas.openxmlformats.org/officeDocument/2006/relationships/slide" Target="slide207.xml"/><Relationship Id="rId7" Type="http://schemas.openxmlformats.org/officeDocument/2006/relationships/audio" Target="../media/snd_ding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01.xml"/><Relationship Id="rId6" Type="http://schemas.openxmlformats.org/officeDocument/2006/relationships/slide" Target="slide204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05.xml"/><Relationship Id="rId6" Type="http://schemas.openxmlformats.org/officeDocument/2006/relationships/slide" Target="slide202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07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208.xml"/><Relationship Id="rId7" Type="http://schemas.openxmlformats.org/officeDocument/2006/relationships/slide" Target="slide209.xml"/><Relationship Id="rId8" Type="http://schemas.openxmlformats.org/officeDocument/2006/relationships/slide" Target="slide211.xml"/><Relationship Id="rId9" Type="http://schemas.openxmlformats.org/officeDocument/2006/relationships/slide" Target="slide214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208.xml"/><Relationship Id="rId7" Type="http://schemas.openxmlformats.org/officeDocument/2006/relationships/slide" Target="slide209.xml"/><Relationship Id="rId8" Type="http://schemas.openxmlformats.org/officeDocument/2006/relationships/slide" Target="slide211.xml"/><Relationship Id="rId9" Type="http://schemas.openxmlformats.org/officeDocument/2006/relationships/slide" Target="slide214.xml"/><Relationship Id="rId10" Type="http://schemas.openxmlformats.org/officeDocument/2006/relationships/audio" Target="../media/snd_boing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slide" Target="slide210.xml"/><Relationship Id="rId7" Type="http://schemas.openxmlformats.org/officeDocument/2006/relationships/slide" Target="slide213.xml"/><Relationship Id="rId8" Type="http://schemas.openxmlformats.org/officeDocument/2006/relationships/slide" Target="slide214.xml"/><Relationship Id="rId9" Type="http://schemas.openxmlformats.org/officeDocument/2006/relationships/audio" Target="../media/snd_pop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slide" Target="slide210.xml"/><Relationship Id="rId7" Type="http://schemas.openxmlformats.org/officeDocument/2006/relationships/slide" Target="slide213.xml"/><Relationship Id="rId8" Type="http://schemas.openxmlformats.org/officeDocument/2006/relationships/slide" Target="slide214.xml"/><Relationship Id="rId9" Type="http://schemas.openxmlformats.org/officeDocument/2006/relationships/audio" Target="../media/snd_boing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slide" Target="slide212.xml"/><Relationship Id="rId6" Type="http://schemas.openxmlformats.org/officeDocument/2006/relationships/slide" Target="slide213.xml"/><Relationship Id="rId7" Type="http://schemas.openxmlformats.org/officeDocument/2006/relationships/slide" Target="slide214.xml"/><Relationship Id="rId8" Type="http://schemas.openxmlformats.org/officeDocument/2006/relationships/audio" Target="../media/snd_pop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slide" Target="slide212.xml"/><Relationship Id="rId6" Type="http://schemas.openxmlformats.org/officeDocument/2006/relationships/slide" Target="slide213.xml"/><Relationship Id="rId7" Type="http://schemas.openxmlformats.org/officeDocument/2006/relationships/slide" Target="slide214.xml"/><Relationship Id="rId8" Type="http://schemas.openxmlformats.org/officeDocument/2006/relationships/audio" Target="../media/snd_boing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slide" Target="slide214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36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Relationship Id="rId7" Type="http://schemas.openxmlformats.org/officeDocument/2006/relationships/slide" Target="slide215.xml"/><Relationship Id="rId8" Type="http://schemas.openxmlformats.org/officeDocument/2006/relationships/slide" Target="slide216.xml"/><Relationship Id="rId9" Type="http://schemas.openxmlformats.org/officeDocument/2006/relationships/slide" Target="slide21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36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Relationship Id="rId7" Type="http://schemas.openxmlformats.org/officeDocument/2006/relationships/slide" Target="slide215.xml"/><Relationship Id="rId8" Type="http://schemas.openxmlformats.org/officeDocument/2006/relationships/slide" Target="slide216.xml"/><Relationship Id="rId9" Type="http://schemas.openxmlformats.org/officeDocument/2006/relationships/slide" Target="slide217.xml"/><Relationship Id="rId10" Type="http://schemas.openxmlformats.org/officeDocument/2006/relationships/audio" Target="../media/snd_boing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Relationship Id="rId7" Type="http://schemas.openxmlformats.org/officeDocument/2006/relationships/slide" Target="slide217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slide" Target="slide219.xml"/><Relationship Id="rId8" Type="http://schemas.openxmlformats.org/officeDocument/2006/relationships/slide" Target="slide218.xml"/><Relationship Id="rId9" Type="http://schemas.openxmlformats.org/officeDocument/2006/relationships/slide" Target="slide221.xml"/><Relationship Id="rId10" Type="http://schemas.openxmlformats.org/officeDocument/2006/relationships/slide" Target="slide224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slide" Target="slide219.xml"/><Relationship Id="rId8" Type="http://schemas.openxmlformats.org/officeDocument/2006/relationships/slide" Target="slide218.xml"/><Relationship Id="rId9" Type="http://schemas.openxmlformats.org/officeDocument/2006/relationships/slide" Target="slide221.xml"/><Relationship Id="rId10" Type="http://schemas.openxmlformats.org/officeDocument/2006/relationships/slide" Target="slide224.xml"/><Relationship Id="rId11" Type="http://schemas.openxmlformats.org/officeDocument/2006/relationships/audio" Target="../media/snd_boing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slide" Target="slide220.xml"/><Relationship Id="rId7" Type="http://schemas.openxmlformats.org/officeDocument/2006/relationships/slide" Target="slide223.xml"/><Relationship Id="rId8" Type="http://schemas.openxmlformats.org/officeDocument/2006/relationships/slide" Target="slide224.xml"/><Relationship Id="rId9" Type="http://schemas.openxmlformats.org/officeDocument/2006/relationships/audio" Target="../media/snd_splash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slide" Target="slide220.xml"/><Relationship Id="rId7" Type="http://schemas.openxmlformats.org/officeDocument/2006/relationships/slide" Target="slide223.xml"/><Relationship Id="rId8" Type="http://schemas.openxmlformats.org/officeDocument/2006/relationships/slide" Target="slide224.xml"/><Relationship Id="rId9" Type="http://schemas.openxmlformats.org/officeDocument/2006/relationships/audio" Target="../media/snd_boing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slide" Target="slide223.xml"/><Relationship Id="rId7" Type="http://schemas.openxmlformats.org/officeDocument/2006/relationships/slide" Target="slide222.xml"/><Relationship Id="rId8" Type="http://schemas.openxmlformats.org/officeDocument/2006/relationships/slide" Target="slide224.xml"/><Relationship Id="rId9" Type="http://schemas.openxmlformats.org/officeDocument/2006/relationships/audio" Target="../media/snd_splash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slide" Target="slide223.xml"/><Relationship Id="rId7" Type="http://schemas.openxmlformats.org/officeDocument/2006/relationships/slide" Target="slide222.xml"/><Relationship Id="rId8" Type="http://schemas.openxmlformats.org/officeDocument/2006/relationships/slide" Target="slide224.xml"/><Relationship Id="rId9" Type="http://schemas.openxmlformats.org/officeDocument/2006/relationships/audio" Target="../media/snd_boing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slide" Target="slide224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25.xml"/><Relationship Id="rId4" Type="http://schemas.openxmlformats.org/officeDocument/2006/relationships/slide" Target="slide226.xml"/><Relationship Id="rId5" Type="http://schemas.openxmlformats.org/officeDocument/2006/relationships/slide" Target="slide228.xml"/><Relationship Id="rId6" Type="http://schemas.openxmlformats.org/officeDocument/2006/relationships/slide" Target="slide23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25.xml"/><Relationship Id="rId4" Type="http://schemas.openxmlformats.org/officeDocument/2006/relationships/slide" Target="slide226.xml"/><Relationship Id="rId5" Type="http://schemas.openxmlformats.org/officeDocument/2006/relationships/slide" Target="slide228.xml"/><Relationship Id="rId6" Type="http://schemas.openxmlformats.org/officeDocument/2006/relationships/slide" Target="slide231.xml"/><Relationship Id="rId7" Type="http://schemas.openxmlformats.org/officeDocument/2006/relationships/audio" Target="../media/snd_boing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27.xml"/><Relationship Id="rId4" Type="http://schemas.openxmlformats.org/officeDocument/2006/relationships/slide" Target="slide230.xml"/><Relationship Id="rId5" Type="http://schemas.openxmlformats.org/officeDocument/2006/relationships/slide" Target="slide231.xml"/><Relationship Id="rId6" Type="http://schemas.openxmlformats.org/officeDocument/2006/relationships/audio" Target="../media/snd_bonk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27.xml"/><Relationship Id="rId4" Type="http://schemas.openxmlformats.org/officeDocument/2006/relationships/slide" Target="slide230.xml"/><Relationship Id="rId5" Type="http://schemas.openxmlformats.org/officeDocument/2006/relationships/slide" Target="slide231.xml"/><Relationship Id="rId6" Type="http://schemas.openxmlformats.org/officeDocument/2006/relationships/audio" Target="../media/snd_boing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29.xml"/><Relationship Id="rId4" Type="http://schemas.openxmlformats.org/officeDocument/2006/relationships/slide" Target="slide230.xml"/><Relationship Id="rId5" Type="http://schemas.openxmlformats.org/officeDocument/2006/relationships/slide" Target="slide231.xml"/><Relationship Id="rId6" Type="http://schemas.openxmlformats.org/officeDocument/2006/relationships/audio" Target="../media/snd_bonk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29.xml"/><Relationship Id="rId4" Type="http://schemas.openxmlformats.org/officeDocument/2006/relationships/slide" Target="slide230.xml"/><Relationship Id="rId5" Type="http://schemas.openxmlformats.org/officeDocument/2006/relationships/slide" Target="slide231.xml"/><Relationship Id="rId6" Type="http://schemas.openxmlformats.org/officeDocument/2006/relationships/audio" Target="../media/snd_boing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31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png"/><Relationship Id="rId4" Type="http://schemas.openxmlformats.org/officeDocument/2006/relationships/slide" Target="slide23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37.xml"/><Relationship Id="rId6" Type="http://schemas.openxmlformats.org/officeDocument/2006/relationships/slide" Target="slide233.xml"/><Relationship Id="rId7" Type="http://schemas.openxmlformats.org/officeDocument/2006/relationships/slide" Target="slide259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38.xml"/><Relationship Id="rId6" Type="http://schemas.openxmlformats.org/officeDocument/2006/relationships/slide" Target="slide234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39.xml"/><Relationship Id="rId6" Type="http://schemas.openxmlformats.org/officeDocument/2006/relationships/slide" Target="slide235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0.xml"/><Relationship Id="rId6" Type="http://schemas.openxmlformats.org/officeDocument/2006/relationships/slide" Target="slide236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1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2.xml"/><Relationship Id="rId6" Type="http://schemas.openxmlformats.org/officeDocument/2006/relationships/slide" Target="slide23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3.xml"/><Relationship Id="rId6" Type="http://schemas.openxmlformats.org/officeDocument/2006/relationships/slide" Target="slide239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4.xml"/><Relationship Id="rId6" Type="http://schemas.openxmlformats.org/officeDocument/2006/relationships/slide" Target="slide240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5.xml"/><Relationship Id="rId6" Type="http://schemas.openxmlformats.org/officeDocument/2006/relationships/slide" Target="slide241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6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7.xml"/><Relationship Id="rId6" Type="http://schemas.openxmlformats.org/officeDocument/2006/relationships/slide" Target="slide243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8.xml"/><Relationship Id="rId6" Type="http://schemas.openxmlformats.org/officeDocument/2006/relationships/slide" Target="slide244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9.xml"/><Relationship Id="rId6" Type="http://schemas.openxmlformats.org/officeDocument/2006/relationships/slide" Target="slide245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0.xml"/><Relationship Id="rId6" Type="http://schemas.openxmlformats.org/officeDocument/2006/relationships/slide" Target="slide246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1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2.xml"/><Relationship Id="rId6" Type="http://schemas.openxmlformats.org/officeDocument/2006/relationships/slide" Target="slide24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3.xml"/><Relationship Id="rId6" Type="http://schemas.openxmlformats.org/officeDocument/2006/relationships/slide" Target="slide249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4.xml"/><Relationship Id="rId6" Type="http://schemas.openxmlformats.org/officeDocument/2006/relationships/slide" Target="slide250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5.xml"/><Relationship Id="rId6" Type="http://schemas.openxmlformats.org/officeDocument/2006/relationships/slide" Target="slide251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6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3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4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5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6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slide" Target="slide259.xml"/><Relationship Id="rId5" Type="http://schemas.openxmlformats.org/officeDocument/2006/relationships/audio" Target="../media/snd_cheer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slide" Target="slide259.xml"/><Relationship Id="rId5" Type="http://schemas.openxmlformats.org/officeDocument/2006/relationships/audio" Target="../media/snd_cheer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1.png"/><Relationship Id="rId7" Type="http://schemas.openxmlformats.org/officeDocument/2006/relationships/slide" Target="slide260.xml"/><Relationship Id="rId8" Type="http://schemas.openxmlformats.org/officeDocument/2006/relationships/slide" Target="slide261.xml"/><Relationship Id="rId9" Type="http://schemas.openxmlformats.org/officeDocument/2006/relationships/slide" Target="slide263.xml"/><Relationship Id="rId10" Type="http://schemas.openxmlformats.org/officeDocument/2006/relationships/slide" Target="slide266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1.png"/><Relationship Id="rId7" Type="http://schemas.openxmlformats.org/officeDocument/2006/relationships/slide" Target="slide260.xml"/><Relationship Id="rId8" Type="http://schemas.openxmlformats.org/officeDocument/2006/relationships/slide" Target="slide261.xml"/><Relationship Id="rId9" Type="http://schemas.openxmlformats.org/officeDocument/2006/relationships/slide" Target="slide263.xml"/><Relationship Id="rId10" Type="http://schemas.openxmlformats.org/officeDocument/2006/relationships/slide" Target="slide266.xml"/><Relationship Id="rId11" Type="http://schemas.openxmlformats.org/officeDocument/2006/relationships/audio" Target="../media/snd_boing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slide" Target="slide262.xml"/><Relationship Id="rId7" Type="http://schemas.openxmlformats.org/officeDocument/2006/relationships/slide" Target="slide265.xml"/><Relationship Id="rId8" Type="http://schemas.openxmlformats.org/officeDocument/2006/relationships/slide" Target="slide266.xml"/><Relationship Id="rId9" Type="http://schemas.openxmlformats.org/officeDocument/2006/relationships/audio" Target="../media/snd_pop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slide" Target="slide262.xml"/><Relationship Id="rId7" Type="http://schemas.openxmlformats.org/officeDocument/2006/relationships/slide" Target="slide265.xml"/><Relationship Id="rId8" Type="http://schemas.openxmlformats.org/officeDocument/2006/relationships/slide" Target="slide266.xml"/><Relationship Id="rId9" Type="http://schemas.openxmlformats.org/officeDocument/2006/relationships/audio" Target="../media/snd_boing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slide" Target="slide264.xml"/><Relationship Id="rId7" Type="http://schemas.openxmlformats.org/officeDocument/2006/relationships/slide" Target="slide265.xml"/><Relationship Id="rId8" Type="http://schemas.openxmlformats.org/officeDocument/2006/relationships/slide" Target="slide266.xml"/><Relationship Id="rId9" Type="http://schemas.openxmlformats.org/officeDocument/2006/relationships/audio" Target="../media/snd_pop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slide" Target="slide264.xml"/><Relationship Id="rId7" Type="http://schemas.openxmlformats.org/officeDocument/2006/relationships/slide" Target="slide265.xml"/><Relationship Id="rId8" Type="http://schemas.openxmlformats.org/officeDocument/2006/relationships/slide" Target="slide266.xml"/><Relationship Id="rId9" Type="http://schemas.openxmlformats.org/officeDocument/2006/relationships/audio" Target="../media/snd_boing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slide" Target="slide266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slide" Target="slide268.xml"/><Relationship Id="rId7" Type="http://schemas.openxmlformats.org/officeDocument/2006/relationships/slide" Target="slide267.xml"/><Relationship Id="rId8" Type="http://schemas.openxmlformats.org/officeDocument/2006/relationships/slide" Target="slide269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slide" Target="slide268.xml"/><Relationship Id="rId7" Type="http://schemas.openxmlformats.org/officeDocument/2006/relationships/slide" Target="slide267.xml"/><Relationship Id="rId8" Type="http://schemas.openxmlformats.org/officeDocument/2006/relationships/slide" Target="slide269.xml"/><Relationship Id="rId9" Type="http://schemas.openxmlformats.org/officeDocument/2006/relationships/audio" Target="../media/snd_boing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slide" Target="slide269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73.xml"/><Relationship Id="rId6" Type="http://schemas.openxmlformats.org/officeDocument/2006/relationships/slide" Target="slide270.xml"/><Relationship Id="rId7" Type="http://schemas.openxmlformats.org/officeDocument/2006/relationships/slide" Target="slide276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71.xml"/><Relationship Id="rId6" Type="http://schemas.openxmlformats.org/officeDocument/2006/relationships/slide" Target="slide274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72.xml"/><Relationship Id="rId6" Type="http://schemas.openxmlformats.org/officeDocument/2006/relationships/slide" Target="slide276.xml"/><Relationship Id="rId7" Type="http://schemas.openxmlformats.org/officeDocument/2006/relationships/audio" Target="../media/snd_ding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75.xml"/><Relationship Id="rId6" Type="http://schemas.openxmlformats.org/officeDocument/2006/relationships/slide" Target="slide276.xml"/><Relationship Id="rId7" Type="http://schemas.openxmlformats.org/officeDocument/2006/relationships/audio" Target="../media/snd_ding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73.xml"/><Relationship Id="rId6" Type="http://schemas.openxmlformats.org/officeDocument/2006/relationships/slide" Target="slide270.xml"/><Relationship Id="rId7" Type="http://schemas.openxmlformats.org/officeDocument/2006/relationships/slide" Target="slide276.xml"/><Relationship Id="rId8" Type="http://schemas.openxmlformats.org/officeDocument/2006/relationships/audio" Target="../media/snd_boing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71.xml"/><Relationship Id="rId6" Type="http://schemas.openxmlformats.org/officeDocument/2006/relationships/slide" Target="slide274.xml"/><Relationship Id="rId7" Type="http://schemas.openxmlformats.org/officeDocument/2006/relationships/slide" Target="slide276.xml"/><Relationship Id="rId8" Type="http://schemas.openxmlformats.org/officeDocument/2006/relationships/audio" Target="../media/snd_boing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76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slide" Target="slide278.xml"/><Relationship Id="rId7" Type="http://schemas.openxmlformats.org/officeDocument/2006/relationships/slide" Target="slide280.xml"/><Relationship Id="rId8" Type="http://schemas.openxmlformats.org/officeDocument/2006/relationships/slide" Target="slide277.xml"/><Relationship Id="rId9" Type="http://schemas.openxmlformats.org/officeDocument/2006/relationships/slide" Target="slide283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slide" Target="slide278.xml"/><Relationship Id="rId7" Type="http://schemas.openxmlformats.org/officeDocument/2006/relationships/slide" Target="slide280.xml"/><Relationship Id="rId8" Type="http://schemas.openxmlformats.org/officeDocument/2006/relationships/slide" Target="slide277.xml"/><Relationship Id="rId9" Type="http://schemas.openxmlformats.org/officeDocument/2006/relationships/slide" Target="slide283.xml"/><Relationship Id="rId10" Type="http://schemas.openxmlformats.org/officeDocument/2006/relationships/audio" Target="../media/snd_boing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slide" Target="slide282.xml"/><Relationship Id="rId7" Type="http://schemas.openxmlformats.org/officeDocument/2006/relationships/slide" Target="slide279.xml"/><Relationship Id="rId8" Type="http://schemas.openxmlformats.org/officeDocument/2006/relationships/slide" Target="slide283.xml"/><Relationship Id="rId9" Type="http://schemas.openxmlformats.org/officeDocument/2006/relationships/audio" Target="../media/snd_splash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slide" Target="slide282.xml"/><Relationship Id="rId7" Type="http://schemas.openxmlformats.org/officeDocument/2006/relationships/slide" Target="slide279.xml"/><Relationship Id="rId8" Type="http://schemas.openxmlformats.org/officeDocument/2006/relationships/slide" Target="slide283.xml"/><Relationship Id="rId9" Type="http://schemas.openxmlformats.org/officeDocument/2006/relationships/audio" Target="../media/snd_boing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282.xml"/><Relationship Id="rId6" Type="http://schemas.openxmlformats.org/officeDocument/2006/relationships/slide" Target="slide281.xml"/><Relationship Id="rId7" Type="http://schemas.openxmlformats.org/officeDocument/2006/relationships/slide" Target="slide283.xml"/><Relationship Id="rId8" Type="http://schemas.openxmlformats.org/officeDocument/2006/relationships/audio" Target="../media/snd_splash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282.xml"/><Relationship Id="rId6" Type="http://schemas.openxmlformats.org/officeDocument/2006/relationships/slide" Target="slide281.xml"/><Relationship Id="rId7" Type="http://schemas.openxmlformats.org/officeDocument/2006/relationships/slide" Target="slide283.xml"/><Relationship Id="rId8" Type="http://schemas.openxmlformats.org/officeDocument/2006/relationships/audio" Target="../media/snd_boing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283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84.xml"/><Relationship Id="rId4" Type="http://schemas.openxmlformats.org/officeDocument/2006/relationships/slide" Target="slide285.xml"/><Relationship Id="rId5" Type="http://schemas.openxmlformats.org/officeDocument/2006/relationships/slide" Target="slide287.xml"/><Relationship Id="rId6" Type="http://schemas.openxmlformats.org/officeDocument/2006/relationships/slide" Target="slide290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84.xml"/><Relationship Id="rId4" Type="http://schemas.openxmlformats.org/officeDocument/2006/relationships/slide" Target="slide285.xml"/><Relationship Id="rId5" Type="http://schemas.openxmlformats.org/officeDocument/2006/relationships/slide" Target="slide287.xml"/><Relationship Id="rId6" Type="http://schemas.openxmlformats.org/officeDocument/2006/relationships/slide" Target="slide290.xml"/><Relationship Id="rId7" Type="http://schemas.openxmlformats.org/officeDocument/2006/relationships/audio" Target="../media/snd_boing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86.xml"/><Relationship Id="rId4" Type="http://schemas.openxmlformats.org/officeDocument/2006/relationships/slide" Target="slide289.xml"/><Relationship Id="rId5" Type="http://schemas.openxmlformats.org/officeDocument/2006/relationships/slide" Target="slide290.xml"/><Relationship Id="rId6" Type="http://schemas.openxmlformats.org/officeDocument/2006/relationships/audio" Target="../media/snd_bonk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86.xml"/><Relationship Id="rId4" Type="http://schemas.openxmlformats.org/officeDocument/2006/relationships/slide" Target="slide289.xml"/><Relationship Id="rId5" Type="http://schemas.openxmlformats.org/officeDocument/2006/relationships/slide" Target="slide290.xml"/><Relationship Id="rId6" Type="http://schemas.openxmlformats.org/officeDocument/2006/relationships/audio" Target="../media/snd_boing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88.xml"/><Relationship Id="rId4" Type="http://schemas.openxmlformats.org/officeDocument/2006/relationships/slide" Target="slide289.xml"/><Relationship Id="rId5" Type="http://schemas.openxmlformats.org/officeDocument/2006/relationships/slide" Target="slide290.xml"/><Relationship Id="rId6" Type="http://schemas.openxmlformats.org/officeDocument/2006/relationships/audio" Target="../media/snd_bonk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88.xml"/><Relationship Id="rId4" Type="http://schemas.openxmlformats.org/officeDocument/2006/relationships/slide" Target="slide289.xml"/><Relationship Id="rId5" Type="http://schemas.openxmlformats.org/officeDocument/2006/relationships/slide" Target="slide290.xml"/><Relationship Id="rId6" Type="http://schemas.openxmlformats.org/officeDocument/2006/relationships/audio" Target="../media/snd_bo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90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291.xml"/><Relationship Id="rId12" Type="http://schemas.openxmlformats.org/officeDocument/2006/relationships/slide" Target="slide292.xml"/><Relationship Id="rId13" Type="http://schemas.openxmlformats.org/officeDocument/2006/relationships/slide" Target="slide293.xml"/><Relationship Id="rId14" Type="http://schemas.openxmlformats.org/officeDocument/2006/relationships/slide" Target="slide294.xml"/><Relationship Id="rId15" Type="http://schemas.openxmlformats.org/officeDocument/2006/relationships/slide" Target="slide295.xml"/><Relationship Id="rId16" Type="http://schemas.openxmlformats.org/officeDocument/2006/relationships/slide" Target="slide296.xml"/><Relationship Id="rId17" Type="http://schemas.openxmlformats.org/officeDocument/2006/relationships/slide" Target="slide297.xml"/><Relationship Id="rId18" Type="http://schemas.openxmlformats.org/officeDocument/2006/relationships/slide" Target="slide298.xml"/><Relationship Id="rId19" Type="http://schemas.openxmlformats.org/officeDocument/2006/relationships/slide" Target="slide299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slide" Target="slide300.xml"/><Relationship Id="rId8" Type="http://schemas.openxmlformats.org/officeDocument/2006/relationships/slide" Target="slide301.xml"/><Relationship Id="rId9" Type="http://schemas.openxmlformats.org/officeDocument/2006/relationships/slide" Target="slide303.xml"/><Relationship Id="rId10" Type="http://schemas.openxmlformats.org/officeDocument/2006/relationships/slide" Target="slide306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slide" Target="slide300.xml"/><Relationship Id="rId8" Type="http://schemas.openxmlformats.org/officeDocument/2006/relationships/slide" Target="slide301.xml"/><Relationship Id="rId9" Type="http://schemas.openxmlformats.org/officeDocument/2006/relationships/slide" Target="slide303.xml"/><Relationship Id="rId10" Type="http://schemas.openxmlformats.org/officeDocument/2006/relationships/slide" Target="slide306.xml"/><Relationship Id="rId11" Type="http://schemas.openxmlformats.org/officeDocument/2006/relationships/audio" Target="../media/snd_boing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slide" Target="slide302.xml"/><Relationship Id="rId7" Type="http://schemas.openxmlformats.org/officeDocument/2006/relationships/slide" Target="slide305.xml"/><Relationship Id="rId8" Type="http://schemas.openxmlformats.org/officeDocument/2006/relationships/slide" Target="slide306.xml"/><Relationship Id="rId9" Type="http://schemas.openxmlformats.org/officeDocument/2006/relationships/audio" Target="../media/snd_pop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slide" Target="slide302.xml"/><Relationship Id="rId7" Type="http://schemas.openxmlformats.org/officeDocument/2006/relationships/slide" Target="slide305.xml"/><Relationship Id="rId8" Type="http://schemas.openxmlformats.org/officeDocument/2006/relationships/slide" Target="slide306.xml"/><Relationship Id="rId9" Type="http://schemas.openxmlformats.org/officeDocument/2006/relationships/audio" Target="../media/snd_boing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slide" Target="slide304.xml"/><Relationship Id="rId8" Type="http://schemas.openxmlformats.org/officeDocument/2006/relationships/slide" Target="slide305.xml"/><Relationship Id="rId9" Type="http://schemas.openxmlformats.org/officeDocument/2006/relationships/slide" Target="slide306.xml"/><Relationship Id="rId10" Type="http://schemas.openxmlformats.org/officeDocument/2006/relationships/audio" Target="../media/snd_pop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slide" Target="slide304.xml"/><Relationship Id="rId8" Type="http://schemas.openxmlformats.org/officeDocument/2006/relationships/slide" Target="slide305.xml"/><Relationship Id="rId9" Type="http://schemas.openxmlformats.org/officeDocument/2006/relationships/slide" Target="slide306.xml"/><Relationship Id="rId10" Type="http://schemas.openxmlformats.org/officeDocument/2006/relationships/audio" Target="../media/snd_boing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slide" Target="slide306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36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slide" Target="slide307.xml"/><Relationship Id="rId8" Type="http://schemas.openxmlformats.org/officeDocument/2006/relationships/slide" Target="slide308.xml"/><Relationship Id="rId9" Type="http://schemas.openxmlformats.org/officeDocument/2006/relationships/slide" Target="slide309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36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slide" Target="slide307.xml"/><Relationship Id="rId8" Type="http://schemas.openxmlformats.org/officeDocument/2006/relationships/slide" Target="slide308.xml"/><Relationship Id="rId9" Type="http://schemas.openxmlformats.org/officeDocument/2006/relationships/slide" Target="slide309.xml"/><Relationship Id="rId10" Type="http://schemas.openxmlformats.org/officeDocument/2006/relationships/audio" Target="../media/snd_boing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slide" Target="slide309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slide" Target="slide310.xml"/><Relationship Id="rId7" Type="http://schemas.openxmlformats.org/officeDocument/2006/relationships/slide" Target="slide311.xml"/><Relationship Id="rId8" Type="http://schemas.openxmlformats.org/officeDocument/2006/relationships/slide" Target="slide313.xml"/><Relationship Id="rId9" Type="http://schemas.openxmlformats.org/officeDocument/2006/relationships/slide" Target="slide316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slide" Target="slide310.xml"/><Relationship Id="rId7" Type="http://schemas.openxmlformats.org/officeDocument/2006/relationships/slide" Target="slide311.xml"/><Relationship Id="rId8" Type="http://schemas.openxmlformats.org/officeDocument/2006/relationships/slide" Target="slide313.xml"/><Relationship Id="rId9" Type="http://schemas.openxmlformats.org/officeDocument/2006/relationships/slide" Target="slide316.xml"/><Relationship Id="rId10" Type="http://schemas.openxmlformats.org/officeDocument/2006/relationships/audio" Target="../media/snd_boing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312.xml"/><Relationship Id="rId6" Type="http://schemas.openxmlformats.org/officeDocument/2006/relationships/slide" Target="slide315.xml"/><Relationship Id="rId7" Type="http://schemas.openxmlformats.org/officeDocument/2006/relationships/slide" Target="slide316.xml"/><Relationship Id="rId8" Type="http://schemas.openxmlformats.org/officeDocument/2006/relationships/audio" Target="../media/snd_splash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312.xml"/><Relationship Id="rId6" Type="http://schemas.openxmlformats.org/officeDocument/2006/relationships/slide" Target="slide315.xml"/><Relationship Id="rId7" Type="http://schemas.openxmlformats.org/officeDocument/2006/relationships/slide" Target="slide316.xml"/><Relationship Id="rId8" Type="http://schemas.openxmlformats.org/officeDocument/2006/relationships/audio" Target="../media/snd_boing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slide" Target="slide314.xml"/><Relationship Id="rId7" Type="http://schemas.openxmlformats.org/officeDocument/2006/relationships/slide" Target="slide315.xml"/><Relationship Id="rId8" Type="http://schemas.openxmlformats.org/officeDocument/2006/relationships/slide" Target="slide316.xml"/><Relationship Id="rId9" Type="http://schemas.openxmlformats.org/officeDocument/2006/relationships/audio" Target="../media/snd_splash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slide" Target="slide314.xml"/><Relationship Id="rId7" Type="http://schemas.openxmlformats.org/officeDocument/2006/relationships/slide" Target="slide315.xml"/><Relationship Id="rId8" Type="http://schemas.openxmlformats.org/officeDocument/2006/relationships/slide" Target="slide316.xml"/><Relationship Id="rId9" Type="http://schemas.openxmlformats.org/officeDocument/2006/relationships/audio" Target="../media/snd_boing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316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17.xml"/><Relationship Id="rId4" Type="http://schemas.openxmlformats.org/officeDocument/2006/relationships/slide" Target="slide318.xml"/><Relationship Id="rId5" Type="http://schemas.openxmlformats.org/officeDocument/2006/relationships/slide" Target="slide320.xml"/><Relationship Id="rId6" Type="http://schemas.openxmlformats.org/officeDocument/2006/relationships/slide" Target="slide323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17.xml"/><Relationship Id="rId4" Type="http://schemas.openxmlformats.org/officeDocument/2006/relationships/slide" Target="slide318.xml"/><Relationship Id="rId5" Type="http://schemas.openxmlformats.org/officeDocument/2006/relationships/slide" Target="slide320.xml"/><Relationship Id="rId6" Type="http://schemas.openxmlformats.org/officeDocument/2006/relationships/slide" Target="slide323.xml"/><Relationship Id="rId7" Type="http://schemas.openxmlformats.org/officeDocument/2006/relationships/audio" Target="../media/snd_boing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19.xml"/><Relationship Id="rId4" Type="http://schemas.openxmlformats.org/officeDocument/2006/relationships/slide" Target="slide322.xml"/><Relationship Id="rId5" Type="http://schemas.openxmlformats.org/officeDocument/2006/relationships/slide" Target="slide323.xml"/><Relationship Id="rId6" Type="http://schemas.openxmlformats.org/officeDocument/2006/relationships/audio" Target="../media/snd_bonk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19.xml"/><Relationship Id="rId4" Type="http://schemas.openxmlformats.org/officeDocument/2006/relationships/slide" Target="slide322.xml"/><Relationship Id="rId5" Type="http://schemas.openxmlformats.org/officeDocument/2006/relationships/slide" Target="slide323.xml"/><Relationship Id="rId6" Type="http://schemas.openxmlformats.org/officeDocument/2006/relationships/audio" Target="../media/snd_boing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21.xml"/><Relationship Id="rId4" Type="http://schemas.openxmlformats.org/officeDocument/2006/relationships/slide" Target="slide322.xml"/><Relationship Id="rId5" Type="http://schemas.openxmlformats.org/officeDocument/2006/relationships/slide" Target="slide323.xml"/><Relationship Id="rId6" Type="http://schemas.openxmlformats.org/officeDocument/2006/relationships/audio" Target="../media/snd_bonk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21.xml"/><Relationship Id="rId4" Type="http://schemas.openxmlformats.org/officeDocument/2006/relationships/slide" Target="slide322.xml"/><Relationship Id="rId5" Type="http://schemas.openxmlformats.org/officeDocument/2006/relationships/slide" Target="slide323.xml"/><Relationship Id="rId6" Type="http://schemas.openxmlformats.org/officeDocument/2006/relationships/audio" Target="../media/snd_boing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23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27.xml"/><Relationship Id="rId6" Type="http://schemas.openxmlformats.org/officeDocument/2006/relationships/slide" Target="slide324.xml"/><Relationship Id="rId7" Type="http://schemas.openxmlformats.org/officeDocument/2006/relationships/slide" Target="slide330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28.xml"/><Relationship Id="rId6" Type="http://schemas.openxmlformats.org/officeDocument/2006/relationships/slide" Target="slide325.xml"/><Relationship Id="rId7" Type="http://schemas.openxmlformats.org/officeDocument/2006/relationships/slide" Target="slide330.xml"/><Relationship Id="rId8" Type="http://schemas.openxmlformats.org/officeDocument/2006/relationships/audio" Target="../media/snd_ding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26.xml"/><Relationship Id="rId6" Type="http://schemas.openxmlformats.org/officeDocument/2006/relationships/slide" Target="slide330.xml"/><Relationship Id="rId7" Type="http://schemas.openxmlformats.org/officeDocument/2006/relationships/audio" Target="../media/snd_ding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29.xml"/><Relationship Id="rId6" Type="http://schemas.openxmlformats.org/officeDocument/2006/relationships/slide" Target="slide330.xml"/><Relationship Id="rId7" Type="http://schemas.openxmlformats.org/officeDocument/2006/relationships/audio" Target="../media/snd_ding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27.xml"/><Relationship Id="rId6" Type="http://schemas.openxmlformats.org/officeDocument/2006/relationships/slide" Target="slide324.xml"/><Relationship Id="rId7" Type="http://schemas.openxmlformats.org/officeDocument/2006/relationships/slide" Target="slide330.xml"/><Relationship Id="rId8" Type="http://schemas.openxmlformats.org/officeDocument/2006/relationships/audio" Target="../media/snd_boing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28.xml"/><Relationship Id="rId6" Type="http://schemas.openxmlformats.org/officeDocument/2006/relationships/slide" Target="slide325.xml"/><Relationship Id="rId7" Type="http://schemas.openxmlformats.org/officeDocument/2006/relationships/slide" Target="slide330.xml"/><Relationship Id="rId8" Type="http://schemas.openxmlformats.org/officeDocument/2006/relationships/audio" Target="../media/snd_boing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30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slide" Target="slide332.xml"/><Relationship Id="rId7" Type="http://schemas.openxmlformats.org/officeDocument/2006/relationships/slide" Target="slide331.xml"/><Relationship Id="rId8" Type="http://schemas.openxmlformats.org/officeDocument/2006/relationships/slide" Target="slide334.xml"/><Relationship Id="rId9" Type="http://schemas.openxmlformats.org/officeDocument/2006/relationships/slide" Target="slide33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slide" Target="slide332.xml"/><Relationship Id="rId7" Type="http://schemas.openxmlformats.org/officeDocument/2006/relationships/slide" Target="slide331.xml"/><Relationship Id="rId8" Type="http://schemas.openxmlformats.org/officeDocument/2006/relationships/slide" Target="slide334.xml"/><Relationship Id="rId9" Type="http://schemas.openxmlformats.org/officeDocument/2006/relationships/slide" Target="slide337.xml"/><Relationship Id="rId10" Type="http://schemas.openxmlformats.org/officeDocument/2006/relationships/audio" Target="../media/snd_boing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slide" Target="slide333.xml"/><Relationship Id="rId7" Type="http://schemas.openxmlformats.org/officeDocument/2006/relationships/slide" Target="slide336.xml"/><Relationship Id="rId8" Type="http://schemas.openxmlformats.org/officeDocument/2006/relationships/slide" Target="slide337.xml"/><Relationship Id="rId9" Type="http://schemas.openxmlformats.org/officeDocument/2006/relationships/audio" Target="../media/snd_pop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slide" Target="slide333.xml"/><Relationship Id="rId7" Type="http://schemas.openxmlformats.org/officeDocument/2006/relationships/slide" Target="slide336.xml"/><Relationship Id="rId8" Type="http://schemas.openxmlformats.org/officeDocument/2006/relationships/slide" Target="slide337.xml"/><Relationship Id="rId9" Type="http://schemas.openxmlformats.org/officeDocument/2006/relationships/audio" Target="../media/snd_boing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slide" Target="slide336.xml"/><Relationship Id="rId7" Type="http://schemas.openxmlformats.org/officeDocument/2006/relationships/slide" Target="slide335.xml"/><Relationship Id="rId8" Type="http://schemas.openxmlformats.org/officeDocument/2006/relationships/slide" Target="slide337.xml"/><Relationship Id="rId9" Type="http://schemas.openxmlformats.org/officeDocument/2006/relationships/audio" Target="../media/snd_pop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slide" Target="slide336.xml"/><Relationship Id="rId7" Type="http://schemas.openxmlformats.org/officeDocument/2006/relationships/slide" Target="slide335.xml"/><Relationship Id="rId8" Type="http://schemas.openxmlformats.org/officeDocument/2006/relationships/slide" Target="slide337.xml"/><Relationship Id="rId9" Type="http://schemas.openxmlformats.org/officeDocument/2006/relationships/audio" Target="../media/snd_boing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slide" Target="slide337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36.png"/><Relationship Id="rId6" Type="http://schemas.openxmlformats.org/officeDocument/2006/relationships/image" Target="../media/image10.png"/><Relationship Id="rId7" Type="http://schemas.openxmlformats.org/officeDocument/2006/relationships/slide" Target="slide339.xml"/><Relationship Id="rId8" Type="http://schemas.openxmlformats.org/officeDocument/2006/relationships/slide" Target="slide338.xml"/><Relationship Id="rId9" Type="http://schemas.openxmlformats.org/officeDocument/2006/relationships/slide" Target="slide340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36.png"/><Relationship Id="rId6" Type="http://schemas.openxmlformats.org/officeDocument/2006/relationships/image" Target="../media/image10.png"/><Relationship Id="rId7" Type="http://schemas.openxmlformats.org/officeDocument/2006/relationships/slide" Target="slide339.xml"/><Relationship Id="rId8" Type="http://schemas.openxmlformats.org/officeDocument/2006/relationships/slide" Target="slide338.xml"/><Relationship Id="rId9" Type="http://schemas.openxmlformats.org/officeDocument/2006/relationships/slide" Target="slide340.xml"/><Relationship Id="rId10" Type="http://schemas.openxmlformats.org/officeDocument/2006/relationships/audio" Target="../media/snd_boing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5" Type="http://schemas.openxmlformats.org/officeDocument/2006/relationships/image" Target="../media/image10.png"/><Relationship Id="rId6" Type="http://schemas.openxmlformats.org/officeDocument/2006/relationships/slide" Target="slide340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slide" Target="slide342.xml"/><Relationship Id="rId8" Type="http://schemas.openxmlformats.org/officeDocument/2006/relationships/slide" Target="slide341.xml"/><Relationship Id="rId9" Type="http://schemas.openxmlformats.org/officeDocument/2006/relationships/slide" Target="slide344.xml"/><Relationship Id="rId10" Type="http://schemas.openxmlformats.org/officeDocument/2006/relationships/slide" Target="slide34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slide" Target="slide342.xml"/><Relationship Id="rId8" Type="http://schemas.openxmlformats.org/officeDocument/2006/relationships/slide" Target="slide341.xml"/><Relationship Id="rId9" Type="http://schemas.openxmlformats.org/officeDocument/2006/relationships/slide" Target="slide344.xml"/><Relationship Id="rId10" Type="http://schemas.openxmlformats.org/officeDocument/2006/relationships/slide" Target="slide347.xml"/><Relationship Id="rId11" Type="http://schemas.openxmlformats.org/officeDocument/2006/relationships/audio" Target="../media/snd_bo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slide" Target="slide343.xml"/><Relationship Id="rId8" Type="http://schemas.openxmlformats.org/officeDocument/2006/relationships/slide" Target="slide346.xml"/><Relationship Id="rId9" Type="http://schemas.openxmlformats.org/officeDocument/2006/relationships/slide" Target="slide347.xml"/><Relationship Id="rId10" Type="http://schemas.openxmlformats.org/officeDocument/2006/relationships/audio" Target="../media/snd_splash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slide" Target="slide343.xml"/><Relationship Id="rId8" Type="http://schemas.openxmlformats.org/officeDocument/2006/relationships/slide" Target="slide346.xml"/><Relationship Id="rId9" Type="http://schemas.openxmlformats.org/officeDocument/2006/relationships/slide" Target="slide347.xml"/><Relationship Id="rId10" Type="http://schemas.openxmlformats.org/officeDocument/2006/relationships/audio" Target="../media/snd_bo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slide" Target="slide346.xml"/><Relationship Id="rId8" Type="http://schemas.openxmlformats.org/officeDocument/2006/relationships/slide" Target="slide345.xml"/><Relationship Id="rId9" Type="http://schemas.openxmlformats.org/officeDocument/2006/relationships/slide" Target="slide347.xml"/><Relationship Id="rId10" Type="http://schemas.openxmlformats.org/officeDocument/2006/relationships/audio" Target="../media/snd_splash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slide" Target="slide346.xml"/><Relationship Id="rId8" Type="http://schemas.openxmlformats.org/officeDocument/2006/relationships/slide" Target="slide345.xml"/><Relationship Id="rId9" Type="http://schemas.openxmlformats.org/officeDocument/2006/relationships/slide" Target="slide347.xml"/><Relationship Id="rId10" Type="http://schemas.openxmlformats.org/officeDocument/2006/relationships/audio" Target="../media/snd_boing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slide" Target="slide347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48.xml"/><Relationship Id="rId4" Type="http://schemas.openxmlformats.org/officeDocument/2006/relationships/slide" Target="slide349.xml"/><Relationship Id="rId5" Type="http://schemas.openxmlformats.org/officeDocument/2006/relationships/slide" Target="slide351.xml"/><Relationship Id="rId6" Type="http://schemas.openxmlformats.org/officeDocument/2006/relationships/slide" Target="slide354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48.xml"/><Relationship Id="rId4" Type="http://schemas.openxmlformats.org/officeDocument/2006/relationships/slide" Target="slide349.xml"/><Relationship Id="rId5" Type="http://schemas.openxmlformats.org/officeDocument/2006/relationships/slide" Target="slide351.xml"/><Relationship Id="rId6" Type="http://schemas.openxmlformats.org/officeDocument/2006/relationships/slide" Target="slide354.xml"/><Relationship Id="rId7" Type="http://schemas.openxmlformats.org/officeDocument/2006/relationships/audio" Target="../media/snd_boing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50.xml"/><Relationship Id="rId4" Type="http://schemas.openxmlformats.org/officeDocument/2006/relationships/slide" Target="slide353.xml"/><Relationship Id="rId5" Type="http://schemas.openxmlformats.org/officeDocument/2006/relationships/slide" Target="slide354.xml"/><Relationship Id="rId6" Type="http://schemas.openxmlformats.org/officeDocument/2006/relationships/audio" Target="../media/snd_bonk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50.xml"/><Relationship Id="rId4" Type="http://schemas.openxmlformats.org/officeDocument/2006/relationships/slide" Target="slide353.xml"/><Relationship Id="rId5" Type="http://schemas.openxmlformats.org/officeDocument/2006/relationships/slide" Target="slide354.xml"/><Relationship Id="rId6" Type="http://schemas.openxmlformats.org/officeDocument/2006/relationships/audio" Target="../media/snd_boing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52.xml"/><Relationship Id="rId4" Type="http://schemas.openxmlformats.org/officeDocument/2006/relationships/slide" Target="slide353.xml"/><Relationship Id="rId5" Type="http://schemas.openxmlformats.org/officeDocument/2006/relationships/slide" Target="slide354.xml"/><Relationship Id="rId6" Type="http://schemas.openxmlformats.org/officeDocument/2006/relationships/audio" Target="../media/snd_bonk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52.xml"/><Relationship Id="rId4" Type="http://schemas.openxmlformats.org/officeDocument/2006/relationships/slide" Target="slide353.xml"/><Relationship Id="rId5" Type="http://schemas.openxmlformats.org/officeDocument/2006/relationships/slide" Target="slide354.xml"/><Relationship Id="rId6" Type="http://schemas.openxmlformats.org/officeDocument/2006/relationships/audio" Target="../media/snd_boing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54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355.xml"/><Relationship Id="rId12" Type="http://schemas.openxmlformats.org/officeDocument/2006/relationships/slide" Target="slide356.xml"/><Relationship Id="rId13" Type="http://schemas.openxmlformats.org/officeDocument/2006/relationships/slide" Target="slide357.xml"/><Relationship Id="rId14" Type="http://schemas.openxmlformats.org/officeDocument/2006/relationships/slide" Target="slide358.xml"/><Relationship Id="rId15" Type="http://schemas.openxmlformats.org/officeDocument/2006/relationships/slide" Target="slide359.xml"/><Relationship Id="rId16" Type="http://schemas.openxmlformats.org/officeDocument/2006/relationships/slide" Target="slide360.xml"/><Relationship Id="rId17" Type="http://schemas.openxmlformats.org/officeDocument/2006/relationships/slide" Target="slide361.xml"/><Relationship Id="rId18" Type="http://schemas.openxmlformats.org/officeDocument/2006/relationships/slide" Target="slide362.xml"/><Relationship Id="rId19" Type="http://schemas.openxmlformats.org/officeDocument/2006/relationships/slide" Target="slide363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slide" Target="slide364.xml"/><Relationship Id="rId8" Type="http://schemas.openxmlformats.org/officeDocument/2006/relationships/slide" Target="slide365.xml"/><Relationship Id="rId9" Type="http://schemas.openxmlformats.org/officeDocument/2006/relationships/slide" Target="slide367.xml"/><Relationship Id="rId10" Type="http://schemas.openxmlformats.org/officeDocument/2006/relationships/slide" Target="slide370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slide" Target="slide364.xml"/><Relationship Id="rId8" Type="http://schemas.openxmlformats.org/officeDocument/2006/relationships/slide" Target="slide365.xml"/><Relationship Id="rId9" Type="http://schemas.openxmlformats.org/officeDocument/2006/relationships/slide" Target="slide367.xml"/><Relationship Id="rId10" Type="http://schemas.openxmlformats.org/officeDocument/2006/relationships/slide" Target="slide370.xml"/><Relationship Id="rId11" Type="http://schemas.openxmlformats.org/officeDocument/2006/relationships/audio" Target="../media/snd_boing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slide" Target="slide366.xml"/><Relationship Id="rId8" Type="http://schemas.openxmlformats.org/officeDocument/2006/relationships/slide" Target="slide369.xml"/><Relationship Id="rId9" Type="http://schemas.openxmlformats.org/officeDocument/2006/relationships/slide" Target="slide370.xml"/><Relationship Id="rId10" Type="http://schemas.openxmlformats.org/officeDocument/2006/relationships/audio" Target="../media/snd_pop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slide" Target="slide366.xml"/><Relationship Id="rId8" Type="http://schemas.openxmlformats.org/officeDocument/2006/relationships/slide" Target="slide369.xml"/><Relationship Id="rId9" Type="http://schemas.openxmlformats.org/officeDocument/2006/relationships/slide" Target="slide370.xml"/><Relationship Id="rId10" Type="http://schemas.openxmlformats.org/officeDocument/2006/relationships/audio" Target="../media/snd_bo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slide" Target="slide368.xml"/><Relationship Id="rId7" Type="http://schemas.openxmlformats.org/officeDocument/2006/relationships/slide" Target="slide369.xml"/><Relationship Id="rId8" Type="http://schemas.openxmlformats.org/officeDocument/2006/relationships/slide" Target="slide370.xml"/><Relationship Id="rId9" Type="http://schemas.openxmlformats.org/officeDocument/2006/relationships/audio" Target="../media/snd_pop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slide" Target="slide368.xml"/><Relationship Id="rId7" Type="http://schemas.openxmlformats.org/officeDocument/2006/relationships/slide" Target="slide369.xml"/><Relationship Id="rId8" Type="http://schemas.openxmlformats.org/officeDocument/2006/relationships/slide" Target="slide370.xml"/><Relationship Id="rId9" Type="http://schemas.openxmlformats.org/officeDocument/2006/relationships/audio" Target="../media/snd_boing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slide" Target="slide370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36.png"/><Relationship Id="rId6" Type="http://schemas.openxmlformats.org/officeDocument/2006/relationships/image" Target="../media/image12.png"/><Relationship Id="rId7" Type="http://schemas.openxmlformats.org/officeDocument/2006/relationships/slide" Target="slide371.xml"/><Relationship Id="rId8" Type="http://schemas.openxmlformats.org/officeDocument/2006/relationships/slide" Target="slide372.xml"/><Relationship Id="rId9" Type="http://schemas.openxmlformats.org/officeDocument/2006/relationships/slide" Target="slide373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36.png"/><Relationship Id="rId6" Type="http://schemas.openxmlformats.org/officeDocument/2006/relationships/image" Target="../media/image12.png"/><Relationship Id="rId7" Type="http://schemas.openxmlformats.org/officeDocument/2006/relationships/slide" Target="slide371.xml"/><Relationship Id="rId8" Type="http://schemas.openxmlformats.org/officeDocument/2006/relationships/slide" Target="slide372.xml"/><Relationship Id="rId9" Type="http://schemas.openxmlformats.org/officeDocument/2006/relationships/slide" Target="slide373.xml"/><Relationship Id="rId10" Type="http://schemas.openxmlformats.org/officeDocument/2006/relationships/audio" Target="../media/snd_boing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36.png"/><Relationship Id="rId6" Type="http://schemas.openxmlformats.org/officeDocument/2006/relationships/slide" Target="slide373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77.xml"/><Relationship Id="rId6" Type="http://schemas.openxmlformats.org/officeDocument/2006/relationships/slide" Target="slide374.xml"/><Relationship Id="rId7" Type="http://schemas.openxmlformats.org/officeDocument/2006/relationships/slide" Target="slide380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78.xml"/><Relationship Id="rId6" Type="http://schemas.openxmlformats.org/officeDocument/2006/relationships/slide" Target="slide375.xml"/><Relationship Id="rId7" Type="http://schemas.openxmlformats.org/officeDocument/2006/relationships/slide" Target="slide380.xml"/><Relationship Id="rId8" Type="http://schemas.openxmlformats.org/officeDocument/2006/relationships/audio" Target="../media/snd_ding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76.xml"/><Relationship Id="rId6" Type="http://schemas.openxmlformats.org/officeDocument/2006/relationships/slide" Target="slide380.xml"/><Relationship Id="rId7" Type="http://schemas.openxmlformats.org/officeDocument/2006/relationships/audio" Target="../media/snd_ding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79.xml"/><Relationship Id="rId6" Type="http://schemas.openxmlformats.org/officeDocument/2006/relationships/slide" Target="slide380.xml"/><Relationship Id="rId7" Type="http://schemas.openxmlformats.org/officeDocument/2006/relationships/audio" Target="../media/snd_ding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77.xml"/><Relationship Id="rId6" Type="http://schemas.openxmlformats.org/officeDocument/2006/relationships/slide" Target="slide374.xml"/><Relationship Id="rId7" Type="http://schemas.openxmlformats.org/officeDocument/2006/relationships/slide" Target="slide380.xml"/><Relationship Id="rId8" Type="http://schemas.openxmlformats.org/officeDocument/2006/relationships/audio" Target="../media/snd_boing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78.xml"/><Relationship Id="rId6" Type="http://schemas.openxmlformats.org/officeDocument/2006/relationships/slide" Target="slide375.xml"/><Relationship Id="rId7" Type="http://schemas.openxmlformats.org/officeDocument/2006/relationships/slide" Target="slide380.xml"/><Relationship Id="rId8" Type="http://schemas.openxmlformats.org/officeDocument/2006/relationships/audio" Target="../media/snd_boing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80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slide" Target="slide382.xml"/><Relationship Id="rId7" Type="http://schemas.openxmlformats.org/officeDocument/2006/relationships/slide" Target="slide384.xml"/><Relationship Id="rId8" Type="http://schemas.openxmlformats.org/officeDocument/2006/relationships/slide" Target="slide381.xml"/><Relationship Id="rId9" Type="http://schemas.openxmlformats.org/officeDocument/2006/relationships/slide" Target="slide38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slide" Target="slide382.xml"/><Relationship Id="rId7" Type="http://schemas.openxmlformats.org/officeDocument/2006/relationships/slide" Target="slide384.xml"/><Relationship Id="rId8" Type="http://schemas.openxmlformats.org/officeDocument/2006/relationships/slide" Target="slide381.xml"/><Relationship Id="rId9" Type="http://schemas.openxmlformats.org/officeDocument/2006/relationships/slide" Target="slide387.xml"/><Relationship Id="rId10" Type="http://schemas.openxmlformats.org/officeDocument/2006/relationships/audio" Target="../media/snd_boing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slide" Target="slide386.xml"/><Relationship Id="rId7" Type="http://schemas.openxmlformats.org/officeDocument/2006/relationships/slide" Target="slide383.xml"/><Relationship Id="rId8" Type="http://schemas.openxmlformats.org/officeDocument/2006/relationships/slide" Target="slide387.xml"/><Relationship Id="rId9" Type="http://schemas.openxmlformats.org/officeDocument/2006/relationships/audio" Target="../media/snd_splash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slide" Target="slide386.xml"/><Relationship Id="rId7" Type="http://schemas.openxmlformats.org/officeDocument/2006/relationships/slide" Target="slide383.xml"/><Relationship Id="rId8" Type="http://schemas.openxmlformats.org/officeDocument/2006/relationships/slide" Target="slide387.xml"/><Relationship Id="rId9" Type="http://schemas.openxmlformats.org/officeDocument/2006/relationships/audio" Target="../media/snd_boing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7.png"/><Relationship Id="rId5" Type="http://schemas.openxmlformats.org/officeDocument/2006/relationships/slide" Target="slide386.xml"/><Relationship Id="rId6" Type="http://schemas.openxmlformats.org/officeDocument/2006/relationships/slide" Target="slide385.xml"/><Relationship Id="rId7" Type="http://schemas.openxmlformats.org/officeDocument/2006/relationships/slide" Target="slide387.xml"/><Relationship Id="rId8" Type="http://schemas.openxmlformats.org/officeDocument/2006/relationships/audio" Target="../media/snd_splash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7.png"/><Relationship Id="rId5" Type="http://schemas.openxmlformats.org/officeDocument/2006/relationships/slide" Target="slide386.xml"/><Relationship Id="rId6" Type="http://schemas.openxmlformats.org/officeDocument/2006/relationships/slide" Target="slide385.xml"/><Relationship Id="rId7" Type="http://schemas.openxmlformats.org/officeDocument/2006/relationships/slide" Target="slide387.xml"/><Relationship Id="rId8" Type="http://schemas.openxmlformats.org/officeDocument/2006/relationships/audio" Target="../media/snd_boing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slide" Target="slide387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88.xml"/><Relationship Id="rId4" Type="http://schemas.openxmlformats.org/officeDocument/2006/relationships/slide" Target="slide389.xml"/><Relationship Id="rId5" Type="http://schemas.openxmlformats.org/officeDocument/2006/relationships/slide" Target="slide391.xml"/><Relationship Id="rId6" Type="http://schemas.openxmlformats.org/officeDocument/2006/relationships/slide" Target="slide394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88.xml"/><Relationship Id="rId4" Type="http://schemas.openxmlformats.org/officeDocument/2006/relationships/slide" Target="slide389.xml"/><Relationship Id="rId5" Type="http://schemas.openxmlformats.org/officeDocument/2006/relationships/slide" Target="slide391.xml"/><Relationship Id="rId6" Type="http://schemas.openxmlformats.org/officeDocument/2006/relationships/slide" Target="slide394.xml"/><Relationship Id="rId7" Type="http://schemas.openxmlformats.org/officeDocument/2006/relationships/audio" Target="../media/snd_boing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90.xml"/><Relationship Id="rId4" Type="http://schemas.openxmlformats.org/officeDocument/2006/relationships/slide" Target="slide393.xml"/><Relationship Id="rId5" Type="http://schemas.openxmlformats.org/officeDocument/2006/relationships/slide" Target="slide394.xml"/><Relationship Id="rId6" Type="http://schemas.openxmlformats.org/officeDocument/2006/relationships/audio" Target="../media/snd_bonk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90.xml"/><Relationship Id="rId4" Type="http://schemas.openxmlformats.org/officeDocument/2006/relationships/slide" Target="slide393.xml"/><Relationship Id="rId5" Type="http://schemas.openxmlformats.org/officeDocument/2006/relationships/slide" Target="slide394.xml"/><Relationship Id="rId6" Type="http://schemas.openxmlformats.org/officeDocument/2006/relationships/audio" Target="../media/snd_boing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92.xml"/><Relationship Id="rId4" Type="http://schemas.openxmlformats.org/officeDocument/2006/relationships/slide" Target="slide393.xml"/><Relationship Id="rId5" Type="http://schemas.openxmlformats.org/officeDocument/2006/relationships/slide" Target="slide394.xml"/><Relationship Id="rId6" Type="http://schemas.openxmlformats.org/officeDocument/2006/relationships/audio" Target="../media/snd_bonk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92.xml"/><Relationship Id="rId4" Type="http://schemas.openxmlformats.org/officeDocument/2006/relationships/slide" Target="slide393.xml"/><Relationship Id="rId5" Type="http://schemas.openxmlformats.org/officeDocument/2006/relationships/slide" Target="slide394.xml"/><Relationship Id="rId6" Type="http://schemas.openxmlformats.org/officeDocument/2006/relationships/audio" Target="../media/snd_boing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94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395.xml"/><Relationship Id="rId7" Type="http://schemas.openxmlformats.org/officeDocument/2006/relationships/slide" Target="slide396.xml"/><Relationship Id="rId8" Type="http://schemas.openxmlformats.org/officeDocument/2006/relationships/slide" Target="slide398.xml"/><Relationship Id="rId9" Type="http://schemas.openxmlformats.org/officeDocument/2006/relationships/slide" Target="slide401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395.xml"/><Relationship Id="rId7" Type="http://schemas.openxmlformats.org/officeDocument/2006/relationships/slide" Target="slide396.xml"/><Relationship Id="rId8" Type="http://schemas.openxmlformats.org/officeDocument/2006/relationships/slide" Target="slide398.xml"/><Relationship Id="rId9" Type="http://schemas.openxmlformats.org/officeDocument/2006/relationships/slide" Target="slide401.xml"/><Relationship Id="rId10" Type="http://schemas.openxmlformats.org/officeDocument/2006/relationships/audio" Target="../media/snd_boing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397.xml"/><Relationship Id="rId7" Type="http://schemas.openxmlformats.org/officeDocument/2006/relationships/slide" Target="slide400.xml"/><Relationship Id="rId8" Type="http://schemas.openxmlformats.org/officeDocument/2006/relationships/slide" Target="slide401.xml"/><Relationship Id="rId9" Type="http://schemas.openxmlformats.org/officeDocument/2006/relationships/audio" Target="../media/snd_pop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397.xml"/><Relationship Id="rId7" Type="http://schemas.openxmlformats.org/officeDocument/2006/relationships/slide" Target="slide400.xml"/><Relationship Id="rId8" Type="http://schemas.openxmlformats.org/officeDocument/2006/relationships/slide" Target="slide401.xml"/><Relationship Id="rId9" Type="http://schemas.openxmlformats.org/officeDocument/2006/relationships/audio" Target="../media/snd_boing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399.xml"/><Relationship Id="rId7" Type="http://schemas.openxmlformats.org/officeDocument/2006/relationships/slide" Target="slide400.xml"/><Relationship Id="rId8" Type="http://schemas.openxmlformats.org/officeDocument/2006/relationships/slide" Target="slide401.xml"/><Relationship Id="rId9" Type="http://schemas.openxmlformats.org/officeDocument/2006/relationships/audio" Target="../media/snd_pop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399.xml"/><Relationship Id="rId7" Type="http://schemas.openxmlformats.org/officeDocument/2006/relationships/slide" Target="slide400.xml"/><Relationship Id="rId8" Type="http://schemas.openxmlformats.org/officeDocument/2006/relationships/slide" Target="slide401.xml"/><Relationship Id="rId9" Type="http://schemas.openxmlformats.org/officeDocument/2006/relationships/audio" Target="../media/snd_boing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401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Relationship Id="rId6" Type="http://schemas.openxmlformats.org/officeDocument/2006/relationships/image" Target="../media/image11.png"/><Relationship Id="rId7" Type="http://schemas.openxmlformats.org/officeDocument/2006/relationships/slide" Target="slide402.xml"/><Relationship Id="rId8" Type="http://schemas.openxmlformats.org/officeDocument/2006/relationships/slide" Target="slide403.xml"/><Relationship Id="rId9" Type="http://schemas.openxmlformats.org/officeDocument/2006/relationships/slide" Target="slide404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Relationship Id="rId6" Type="http://schemas.openxmlformats.org/officeDocument/2006/relationships/image" Target="../media/image11.png"/><Relationship Id="rId7" Type="http://schemas.openxmlformats.org/officeDocument/2006/relationships/slide" Target="slide402.xml"/><Relationship Id="rId8" Type="http://schemas.openxmlformats.org/officeDocument/2006/relationships/slide" Target="slide403.xml"/><Relationship Id="rId9" Type="http://schemas.openxmlformats.org/officeDocument/2006/relationships/slide" Target="slide404.xml"/><Relationship Id="rId10" Type="http://schemas.openxmlformats.org/officeDocument/2006/relationships/audio" Target="../media/snd_boing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Relationship Id="rId6" Type="http://schemas.openxmlformats.org/officeDocument/2006/relationships/image" Target="../media/image11.png"/><Relationship Id="rId7" Type="http://schemas.openxmlformats.org/officeDocument/2006/relationships/slide" Target="slide404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slide" Target="slide406.xml"/><Relationship Id="rId7" Type="http://schemas.openxmlformats.org/officeDocument/2006/relationships/slide" Target="slide408.xml"/><Relationship Id="rId8" Type="http://schemas.openxmlformats.org/officeDocument/2006/relationships/slide" Target="slide405.xml"/><Relationship Id="rId9" Type="http://schemas.openxmlformats.org/officeDocument/2006/relationships/slide" Target="slide411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slide" Target="slide406.xml"/><Relationship Id="rId7" Type="http://schemas.openxmlformats.org/officeDocument/2006/relationships/slide" Target="slide408.xml"/><Relationship Id="rId8" Type="http://schemas.openxmlformats.org/officeDocument/2006/relationships/slide" Target="slide405.xml"/><Relationship Id="rId9" Type="http://schemas.openxmlformats.org/officeDocument/2006/relationships/slide" Target="slide411.xml"/><Relationship Id="rId10" Type="http://schemas.openxmlformats.org/officeDocument/2006/relationships/audio" Target="../media/snd_boing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8.png"/><Relationship Id="rId5" Type="http://schemas.openxmlformats.org/officeDocument/2006/relationships/slide" Target="slide410.xml"/><Relationship Id="rId6" Type="http://schemas.openxmlformats.org/officeDocument/2006/relationships/slide" Target="slide407.xml"/><Relationship Id="rId7" Type="http://schemas.openxmlformats.org/officeDocument/2006/relationships/slide" Target="slide411.xml"/><Relationship Id="rId8" Type="http://schemas.openxmlformats.org/officeDocument/2006/relationships/audio" Target="../media/snd_splash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8.png"/><Relationship Id="rId5" Type="http://schemas.openxmlformats.org/officeDocument/2006/relationships/slide" Target="slide410.xml"/><Relationship Id="rId6" Type="http://schemas.openxmlformats.org/officeDocument/2006/relationships/slide" Target="slide407.xml"/><Relationship Id="rId7" Type="http://schemas.openxmlformats.org/officeDocument/2006/relationships/slide" Target="slide411.xml"/><Relationship Id="rId8" Type="http://schemas.openxmlformats.org/officeDocument/2006/relationships/audio" Target="../media/snd_boing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slide" Target="slide410.xml"/><Relationship Id="rId7" Type="http://schemas.openxmlformats.org/officeDocument/2006/relationships/slide" Target="slide409.xml"/><Relationship Id="rId8" Type="http://schemas.openxmlformats.org/officeDocument/2006/relationships/slide" Target="slide411.xml"/><Relationship Id="rId9" Type="http://schemas.openxmlformats.org/officeDocument/2006/relationships/audio" Target="../media/snd_splash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slide" Target="slide410.xml"/><Relationship Id="rId7" Type="http://schemas.openxmlformats.org/officeDocument/2006/relationships/slide" Target="slide409.xml"/><Relationship Id="rId8" Type="http://schemas.openxmlformats.org/officeDocument/2006/relationships/slide" Target="slide411.xml"/><Relationship Id="rId9" Type="http://schemas.openxmlformats.org/officeDocument/2006/relationships/audio" Target="../media/snd_boing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slide" Target="slide411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12.xml"/><Relationship Id="rId4" Type="http://schemas.openxmlformats.org/officeDocument/2006/relationships/slide" Target="slide413.xml"/><Relationship Id="rId5" Type="http://schemas.openxmlformats.org/officeDocument/2006/relationships/slide" Target="slide415.xml"/><Relationship Id="rId6" Type="http://schemas.openxmlformats.org/officeDocument/2006/relationships/slide" Target="slide418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12.xml"/><Relationship Id="rId4" Type="http://schemas.openxmlformats.org/officeDocument/2006/relationships/slide" Target="slide413.xml"/><Relationship Id="rId5" Type="http://schemas.openxmlformats.org/officeDocument/2006/relationships/slide" Target="slide415.xml"/><Relationship Id="rId6" Type="http://schemas.openxmlformats.org/officeDocument/2006/relationships/slide" Target="slide418.xml"/><Relationship Id="rId7" Type="http://schemas.openxmlformats.org/officeDocument/2006/relationships/audio" Target="../media/snd_boing.wav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14.xml"/><Relationship Id="rId4" Type="http://schemas.openxmlformats.org/officeDocument/2006/relationships/slide" Target="slide417.xml"/><Relationship Id="rId5" Type="http://schemas.openxmlformats.org/officeDocument/2006/relationships/slide" Target="slide418.xml"/><Relationship Id="rId6" Type="http://schemas.openxmlformats.org/officeDocument/2006/relationships/audio" Target="../media/snd_bonk.wav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14.xml"/><Relationship Id="rId4" Type="http://schemas.openxmlformats.org/officeDocument/2006/relationships/slide" Target="slide417.xml"/><Relationship Id="rId5" Type="http://schemas.openxmlformats.org/officeDocument/2006/relationships/slide" Target="slide418.xml"/><Relationship Id="rId6" Type="http://schemas.openxmlformats.org/officeDocument/2006/relationships/audio" Target="../media/snd_boing.wav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16.xml"/><Relationship Id="rId4" Type="http://schemas.openxmlformats.org/officeDocument/2006/relationships/slide" Target="slide417.xml"/><Relationship Id="rId5" Type="http://schemas.openxmlformats.org/officeDocument/2006/relationships/slide" Target="slide418.xml"/><Relationship Id="rId6" Type="http://schemas.openxmlformats.org/officeDocument/2006/relationships/audio" Target="../media/snd_bonk.wav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16.xml"/><Relationship Id="rId4" Type="http://schemas.openxmlformats.org/officeDocument/2006/relationships/slide" Target="slide417.xml"/><Relationship Id="rId5" Type="http://schemas.openxmlformats.org/officeDocument/2006/relationships/slide" Target="slide418.xml"/><Relationship Id="rId6" Type="http://schemas.openxmlformats.org/officeDocument/2006/relationships/audio" Target="../media/snd_boing.wav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18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419.xml"/><Relationship Id="rId12" Type="http://schemas.openxmlformats.org/officeDocument/2006/relationships/slide" Target="slide420.xml"/><Relationship Id="rId13" Type="http://schemas.openxmlformats.org/officeDocument/2006/relationships/slide" Target="slide421.xml"/><Relationship Id="rId14" Type="http://schemas.openxmlformats.org/officeDocument/2006/relationships/slide" Target="slide422.xml"/><Relationship Id="rId15" Type="http://schemas.openxmlformats.org/officeDocument/2006/relationships/slide" Target="slide423.xml"/><Relationship Id="rId16" Type="http://schemas.openxmlformats.org/officeDocument/2006/relationships/slide" Target="slide424.xml"/><Relationship Id="rId17" Type="http://schemas.openxmlformats.org/officeDocument/2006/relationships/slide" Target="slide425.xml"/><Relationship Id="rId18" Type="http://schemas.openxmlformats.org/officeDocument/2006/relationships/slide" Target="slide426.xml"/><Relationship Id="rId19" Type="http://schemas.openxmlformats.org/officeDocument/2006/relationships/slide" Target="slide42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28.xml"/><Relationship Id="rId6" Type="http://schemas.openxmlformats.org/officeDocument/2006/relationships/slide" Target="slide431.xml"/><Relationship Id="rId7" Type="http://schemas.openxmlformats.org/officeDocument/2006/relationships/slide" Target="slide434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32.xml"/><Relationship Id="rId6" Type="http://schemas.openxmlformats.org/officeDocument/2006/relationships/slide" Target="slide429.xml"/><Relationship Id="rId7" Type="http://schemas.openxmlformats.org/officeDocument/2006/relationships/slide" Target="slide434.xml"/><Relationship Id="rId8" Type="http://schemas.openxmlformats.org/officeDocument/2006/relationships/audio" Target="../media/snd_ding.wav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30.xml"/><Relationship Id="rId6" Type="http://schemas.openxmlformats.org/officeDocument/2006/relationships/slide" Target="slide434.xml"/><Relationship Id="rId7" Type="http://schemas.openxmlformats.org/officeDocument/2006/relationships/audio" Target="../media/snd_ding.wav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33.xml"/><Relationship Id="rId6" Type="http://schemas.openxmlformats.org/officeDocument/2006/relationships/slide" Target="slide434.xml"/><Relationship Id="rId7" Type="http://schemas.openxmlformats.org/officeDocument/2006/relationships/audio" Target="../media/snd_ding.wav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28.xml"/><Relationship Id="rId6" Type="http://schemas.openxmlformats.org/officeDocument/2006/relationships/slide" Target="slide431.xml"/><Relationship Id="rId7" Type="http://schemas.openxmlformats.org/officeDocument/2006/relationships/slide" Target="slide434.xml"/><Relationship Id="rId8" Type="http://schemas.openxmlformats.org/officeDocument/2006/relationships/audio" Target="../media/snd_boing.wav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32.xml"/><Relationship Id="rId6" Type="http://schemas.openxmlformats.org/officeDocument/2006/relationships/slide" Target="slide429.xml"/><Relationship Id="rId7" Type="http://schemas.openxmlformats.org/officeDocument/2006/relationships/slide" Target="slide434.xml"/><Relationship Id="rId8" Type="http://schemas.openxmlformats.org/officeDocument/2006/relationships/audio" Target="../media/snd_boing.wav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34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435.xml"/><Relationship Id="rId7" Type="http://schemas.openxmlformats.org/officeDocument/2006/relationships/slide" Target="slide436.xml"/><Relationship Id="rId8" Type="http://schemas.openxmlformats.org/officeDocument/2006/relationships/slide" Target="slide438.xml"/><Relationship Id="rId9" Type="http://schemas.openxmlformats.org/officeDocument/2006/relationships/slide" Target="slide441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435.xml"/><Relationship Id="rId7" Type="http://schemas.openxmlformats.org/officeDocument/2006/relationships/slide" Target="slide436.xml"/><Relationship Id="rId8" Type="http://schemas.openxmlformats.org/officeDocument/2006/relationships/slide" Target="slide438.xml"/><Relationship Id="rId9" Type="http://schemas.openxmlformats.org/officeDocument/2006/relationships/slide" Target="slide441.xml"/><Relationship Id="rId10" Type="http://schemas.openxmlformats.org/officeDocument/2006/relationships/audio" Target="../media/snd_boing.wav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437.xml"/><Relationship Id="rId7" Type="http://schemas.openxmlformats.org/officeDocument/2006/relationships/slide" Target="slide440.xml"/><Relationship Id="rId8" Type="http://schemas.openxmlformats.org/officeDocument/2006/relationships/slide" Target="slide441.xml"/><Relationship Id="rId9" Type="http://schemas.openxmlformats.org/officeDocument/2006/relationships/audio" Target="../media/snd_pop.wav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437.xml"/><Relationship Id="rId7" Type="http://schemas.openxmlformats.org/officeDocument/2006/relationships/slide" Target="slide440.xml"/><Relationship Id="rId8" Type="http://schemas.openxmlformats.org/officeDocument/2006/relationships/slide" Target="slide441.xml"/><Relationship Id="rId9" Type="http://schemas.openxmlformats.org/officeDocument/2006/relationships/audio" Target="../media/snd_boing.wav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439.xml"/><Relationship Id="rId7" Type="http://schemas.openxmlformats.org/officeDocument/2006/relationships/slide" Target="slide440.xml"/><Relationship Id="rId8" Type="http://schemas.openxmlformats.org/officeDocument/2006/relationships/slide" Target="slide441.xml"/><Relationship Id="rId9" Type="http://schemas.openxmlformats.org/officeDocument/2006/relationships/audio" Target="../media/snd_pop.wav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439.xml"/><Relationship Id="rId7" Type="http://schemas.openxmlformats.org/officeDocument/2006/relationships/slide" Target="slide440.xml"/><Relationship Id="rId8" Type="http://schemas.openxmlformats.org/officeDocument/2006/relationships/slide" Target="slide441.xml"/><Relationship Id="rId9" Type="http://schemas.openxmlformats.org/officeDocument/2006/relationships/audio" Target="../media/snd_boing.wav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441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36.png"/><Relationship Id="rId5" Type="http://schemas.openxmlformats.org/officeDocument/2006/relationships/image" Target="../media/image12.png"/><Relationship Id="rId6" Type="http://schemas.openxmlformats.org/officeDocument/2006/relationships/slide" Target="slide443.xml"/><Relationship Id="rId7" Type="http://schemas.openxmlformats.org/officeDocument/2006/relationships/slide" Target="slide442.xml"/><Relationship Id="rId8" Type="http://schemas.openxmlformats.org/officeDocument/2006/relationships/slide" Target="slide444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36.png"/><Relationship Id="rId5" Type="http://schemas.openxmlformats.org/officeDocument/2006/relationships/image" Target="../media/image12.png"/><Relationship Id="rId6" Type="http://schemas.openxmlformats.org/officeDocument/2006/relationships/slide" Target="slide443.xml"/><Relationship Id="rId7" Type="http://schemas.openxmlformats.org/officeDocument/2006/relationships/slide" Target="slide442.xml"/><Relationship Id="rId8" Type="http://schemas.openxmlformats.org/officeDocument/2006/relationships/slide" Target="slide444.xml"/><Relationship Id="rId9" Type="http://schemas.openxmlformats.org/officeDocument/2006/relationships/audio" Target="../media/snd_boing.wav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5" Type="http://schemas.openxmlformats.org/officeDocument/2006/relationships/image" Target="../media/image12.png"/><Relationship Id="rId6" Type="http://schemas.openxmlformats.org/officeDocument/2006/relationships/slide" Target="slide444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15.png"/><Relationship Id="rId6" Type="http://schemas.openxmlformats.org/officeDocument/2006/relationships/slide" Target="slide445.xml"/><Relationship Id="rId7" Type="http://schemas.openxmlformats.org/officeDocument/2006/relationships/slide" Target="slide446.xml"/><Relationship Id="rId8" Type="http://schemas.openxmlformats.org/officeDocument/2006/relationships/slide" Target="slide448.xml"/><Relationship Id="rId9" Type="http://schemas.openxmlformats.org/officeDocument/2006/relationships/slide" Target="slide451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15.png"/><Relationship Id="rId6" Type="http://schemas.openxmlformats.org/officeDocument/2006/relationships/slide" Target="slide445.xml"/><Relationship Id="rId7" Type="http://schemas.openxmlformats.org/officeDocument/2006/relationships/slide" Target="slide446.xml"/><Relationship Id="rId8" Type="http://schemas.openxmlformats.org/officeDocument/2006/relationships/slide" Target="slide448.xml"/><Relationship Id="rId9" Type="http://schemas.openxmlformats.org/officeDocument/2006/relationships/slide" Target="slide451.xml"/><Relationship Id="rId10" Type="http://schemas.openxmlformats.org/officeDocument/2006/relationships/audio" Target="../media/snd_boing.wav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15.png"/><Relationship Id="rId6" Type="http://schemas.openxmlformats.org/officeDocument/2006/relationships/slide" Target="slide447.xml"/><Relationship Id="rId7" Type="http://schemas.openxmlformats.org/officeDocument/2006/relationships/slide" Target="slide450.xml"/><Relationship Id="rId8" Type="http://schemas.openxmlformats.org/officeDocument/2006/relationships/slide" Target="slide451.xml"/><Relationship Id="rId9" Type="http://schemas.openxmlformats.org/officeDocument/2006/relationships/audio" Target="../media/snd_splash.wav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15.png"/><Relationship Id="rId6" Type="http://schemas.openxmlformats.org/officeDocument/2006/relationships/slide" Target="slide447.xml"/><Relationship Id="rId7" Type="http://schemas.openxmlformats.org/officeDocument/2006/relationships/slide" Target="slide450.xml"/><Relationship Id="rId8" Type="http://schemas.openxmlformats.org/officeDocument/2006/relationships/slide" Target="slide451.xml"/><Relationship Id="rId9" Type="http://schemas.openxmlformats.org/officeDocument/2006/relationships/audio" Target="../media/snd_boing.wav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slide" Target="slide449.xml"/><Relationship Id="rId6" Type="http://schemas.openxmlformats.org/officeDocument/2006/relationships/slide" Target="slide450.xml"/><Relationship Id="rId7" Type="http://schemas.openxmlformats.org/officeDocument/2006/relationships/slide" Target="slide451.xml"/><Relationship Id="rId8" Type="http://schemas.openxmlformats.org/officeDocument/2006/relationships/audio" Target="../media/snd_splash.wav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slide" Target="slide449.xml"/><Relationship Id="rId6" Type="http://schemas.openxmlformats.org/officeDocument/2006/relationships/slide" Target="slide450.xml"/><Relationship Id="rId7" Type="http://schemas.openxmlformats.org/officeDocument/2006/relationships/slide" Target="slide451.xml"/><Relationship Id="rId8" Type="http://schemas.openxmlformats.org/officeDocument/2006/relationships/audio" Target="../media/snd_boing.wav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slide" Target="slide451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52.xml"/><Relationship Id="rId4" Type="http://schemas.openxmlformats.org/officeDocument/2006/relationships/slide" Target="slide453.xml"/><Relationship Id="rId5" Type="http://schemas.openxmlformats.org/officeDocument/2006/relationships/slide" Target="slide455.xml"/><Relationship Id="rId6" Type="http://schemas.openxmlformats.org/officeDocument/2006/relationships/slide" Target="slide458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52.xml"/><Relationship Id="rId4" Type="http://schemas.openxmlformats.org/officeDocument/2006/relationships/slide" Target="slide453.xml"/><Relationship Id="rId5" Type="http://schemas.openxmlformats.org/officeDocument/2006/relationships/slide" Target="slide455.xml"/><Relationship Id="rId6" Type="http://schemas.openxmlformats.org/officeDocument/2006/relationships/slide" Target="slide458.xml"/><Relationship Id="rId7" Type="http://schemas.openxmlformats.org/officeDocument/2006/relationships/audio" Target="../media/snd_boing.wav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54.xml"/><Relationship Id="rId4" Type="http://schemas.openxmlformats.org/officeDocument/2006/relationships/slide" Target="slide457.xml"/><Relationship Id="rId5" Type="http://schemas.openxmlformats.org/officeDocument/2006/relationships/slide" Target="slide458.xml"/><Relationship Id="rId6" Type="http://schemas.openxmlformats.org/officeDocument/2006/relationships/audio" Target="../media/snd_bonk.wav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54.xml"/><Relationship Id="rId4" Type="http://schemas.openxmlformats.org/officeDocument/2006/relationships/slide" Target="slide457.xml"/><Relationship Id="rId5" Type="http://schemas.openxmlformats.org/officeDocument/2006/relationships/slide" Target="slide458.xml"/><Relationship Id="rId6" Type="http://schemas.openxmlformats.org/officeDocument/2006/relationships/audio" Target="../media/snd_boing.wav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56.xml"/><Relationship Id="rId4" Type="http://schemas.openxmlformats.org/officeDocument/2006/relationships/slide" Target="slide457.xml"/><Relationship Id="rId5" Type="http://schemas.openxmlformats.org/officeDocument/2006/relationships/slide" Target="slide458.xml"/><Relationship Id="rId6" Type="http://schemas.openxmlformats.org/officeDocument/2006/relationships/audio" Target="../media/snd_bonk.wav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56.xml"/><Relationship Id="rId4" Type="http://schemas.openxmlformats.org/officeDocument/2006/relationships/slide" Target="slide457.xml"/><Relationship Id="rId5" Type="http://schemas.openxmlformats.org/officeDocument/2006/relationships/slide" Target="slide458.xml"/><Relationship Id="rId6" Type="http://schemas.openxmlformats.org/officeDocument/2006/relationships/audio" Target="../media/snd_boing.wav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58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460.xml"/><Relationship Id="rId7" Type="http://schemas.openxmlformats.org/officeDocument/2006/relationships/slide" Target="slide459.xml"/><Relationship Id="rId8" Type="http://schemas.openxmlformats.org/officeDocument/2006/relationships/slide" Target="slide462.xml"/><Relationship Id="rId9" Type="http://schemas.openxmlformats.org/officeDocument/2006/relationships/slide" Target="slide465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460.xml"/><Relationship Id="rId7" Type="http://schemas.openxmlformats.org/officeDocument/2006/relationships/slide" Target="slide459.xml"/><Relationship Id="rId8" Type="http://schemas.openxmlformats.org/officeDocument/2006/relationships/slide" Target="slide462.xml"/><Relationship Id="rId9" Type="http://schemas.openxmlformats.org/officeDocument/2006/relationships/slide" Target="slide465.xml"/><Relationship Id="rId10" Type="http://schemas.openxmlformats.org/officeDocument/2006/relationships/audio" Target="../media/snd_boing.wav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461.xml"/><Relationship Id="rId7" Type="http://schemas.openxmlformats.org/officeDocument/2006/relationships/slide" Target="slide464.xml"/><Relationship Id="rId8" Type="http://schemas.openxmlformats.org/officeDocument/2006/relationships/slide" Target="slide465.xml"/><Relationship Id="rId9" Type="http://schemas.openxmlformats.org/officeDocument/2006/relationships/audio" Target="../media/snd_pop.wav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461.xml"/><Relationship Id="rId7" Type="http://schemas.openxmlformats.org/officeDocument/2006/relationships/slide" Target="slide464.xml"/><Relationship Id="rId8" Type="http://schemas.openxmlformats.org/officeDocument/2006/relationships/slide" Target="slide465.xml"/><Relationship Id="rId9" Type="http://schemas.openxmlformats.org/officeDocument/2006/relationships/audio" Target="../media/snd_boing.wav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464.xml"/><Relationship Id="rId7" Type="http://schemas.openxmlformats.org/officeDocument/2006/relationships/slide" Target="slide463.xml"/><Relationship Id="rId8" Type="http://schemas.openxmlformats.org/officeDocument/2006/relationships/slide" Target="slide465.xml"/><Relationship Id="rId9" Type="http://schemas.openxmlformats.org/officeDocument/2006/relationships/audio" Target="../media/snd_pop.wav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464.xml"/><Relationship Id="rId7" Type="http://schemas.openxmlformats.org/officeDocument/2006/relationships/slide" Target="slide463.xml"/><Relationship Id="rId8" Type="http://schemas.openxmlformats.org/officeDocument/2006/relationships/slide" Target="slide465.xml"/><Relationship Id="rId9" Type="http://schemas.openxmlformats.org/officeDocument/2006/relationships/audio" Target="../media/snd_boing.wav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slide" Target="slide465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36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slide" Target="slide466.xml"/><Relationship Id="rId9" Type="http://schemas.openxmlformats.org/officeDocument/2006/relationships/slide" Target="slide467.xml"/><Relationship Id="rId10" Type="http://schemas.openxmlformats.org/officeDocument/2006/relationships/slide" Target="slide468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36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slide" Target="slide466.xml"/><Relationship Id="rId9" Type="http://schemas.openxmlformats.org/officeDocument/2006/relationships/slide" Target="slide467.xml"/><Relationship Id="rId10" Type="http://schemas.openxmlformats.org/officeDocument/2006/relationships/slide" Target="slide468.xml"/><Relationship Id="rId11" Type="http://schemas.openxmlformats.org/officeDocument/2006/relationships/audio" Target="../media/snd_boing.wav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slide" Target="slide468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72.xml"/><Relationship Id="rId6" Type="http://schemas.openxmlformats.org/officeDocument/2006/relationships/slide" Target="slide469.xml"/><Relationship Id="rId7" Type="http://schemas.openxmlformats.org/officeDocument/2006/relationships/slide" Target="slide475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73.xml"/><Relationship Id="rId6" Type="http://schemas.openxmlformats.org/officeDocument/2006/relationships/slide" Target="slide470.xml"/><Relationship Id="rId7" Type="http://schemas.openxmlformats.org/officeDocument/2006/relationships/slide" Target="slide475.xml"/><Relationship Id="rId8" Type="http://schemas.openxmlformats.org/officeDocument/2006/relationships/audio" Target="../media/snd_ding.wav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71.xml"/><Relationship Id="rId6" Type="http://schemas.openxmlformats.org/officeDocument/2006/relationships/slide" Target="slide475.xml"/><Relationship Id="rId7" Type="http://schemas.openxmlformats.org/officeDocument/2006/relationships/audio" Target="../media/snd_ding.wav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74.xml"/><Relationship Id="rId6" Type="http://schemas.openxmlformats.org/officeDocument/2006/relationships/slide" Target="slide475.xml"/><Relationship Id="rId7" Type="http://schemas.openxmlformats.org/officeDocument/2006/relationships/audio" Target="../media/snd_ding.wav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72.xml"/><Relationship Id="rId6" Type="http://schemas.openxmlformats.org/officeDocument/2006/relationships/slide" Target="slide469.xml"/><Relationship Id="rId7" Type="http://schemas.openxmlformats.org/officeDocument/2006/relationships/slide" Target="slide475.xml"/><Relationship Id="rId8" Type="http://schemas.openxmlformats.org/officeDocument/2006/relationships/audio" Target="../media/snd_boing.wav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73.xml"/><Relationship Id="rId6" Type="http://schemas.openxmlformats.org/officeDocument/2006/relationships/slide" Target="slide470.xml"/><Relationship Id="rId7" Type="http://schemas.openxmlformats.org/officeDocument/2006/relationships/slide" Target="slide475.xml"/><Relationship Id="rId8" Type="http://schemas.openxmlformats.org/officeDocument/2006/relationships/audio" Target="../media/snd_boing.wav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75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slide" Target="slide477.xml"/><Relationship Id="rId7" Type="http://schemas.openxmlformats.org/officeDocument/2006/relationships/slide" Target="slide479.xml"/><Relationship Id="rId8" Type="http://schemas.openxmlformats.org/officeDocument/2006/relationships/slide" Target="slide476.xml"/><Relationship Id="rId9" Type="http://schemas.openxmlformats.org/officeDocument/2006/relationships/slide" Target="slide482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slide" Target="slide477.xml"/><Relationship Id="rId7" Type="http://schemas.openxmlformats.org/officeDocument/2006/relationships/slide" Target="slide479.xml"/><Relationship Id="rId8" Type="http://schemas.openxmlformats.org/officeDocument/2006/relationships/slide" Target="slide476.xml"/><Relationship Id="rId9" Type="http://schemas.openxmlformats.org/officeDocument/2006/relationships/slide" Target="slide482.xml"/><Relationship Id="rId10" Type="http://schemas.openxmlformats.org/officeDocument/2006/relationships/audio" Target="../media/snd_boing.wav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slide" Target="slide481.xml"/><Relationship Id="rId6" Type="http://schemas.openxmlformats.org/officeDocument/2006/relationships/slide" Target="slide478.xml"/><Relationship Id="rId7" Type="http://schemas.openxmlformats.org/officeDocument/2006/relationships/slide" Target="slide482.xml"/><Relationship Id="rId8" Type="http://schemas.openxmlformats.org/officeDocument/2006/relationships/audio" Target="../media/snd_splash.wav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slide" Target="slide481.xml"/><Relationship Id="rId6" Type="http://schemas.openxmlformats.org/officeDocument/2006/relationships/slide" Target="slide478.xml"/><Relationship Id="rId7" Type="http://schemas.openxmlformats.org/officeDocument/2006/relationships/slide" Target="slide482.xml"/><Relationship Id="rId8" Type="http://schemas.openxmlformats.org/officeDocument/2006/relationships/audio" Target="../media/snd_boing.wav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slide" Target="slide481.xml"/><Relationship Id="rId7" Type="http://schemas.openxmlformats.org/officeDocument/2006/relationships/slide" Target="slide480.xml"/><Relationship Id="rId8" Type="http://schemas.openxmlformats.org/officeDocument/2006/relationships/slide" Target="slide482.xml"/><Relationship Id="rId9" Type="http://schemas.openxmlformats.org/officeDocument/2006/relationships/audio" Target="../media/snd_splash.wav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slide" Target="slide481.xml"/><Relationship Id="rId7" Type="http://schemas.openxmlformats.org/officeDocument/2006/relationships/slide" Target="slide480.xml"/><Relationship Id="rId8" Type="http://schemas.openxmlformats.org/officeDocument/2006/relationships/slide" Target="slide482.xml"/><Relationship Id="rId9" Type="http://schemas.openxmlformats.org/officeDocument/2006/relationships/audio" Target="../media/snd_boing.wav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slide" Target="slide482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3.xml"/><Relationship Id="rId4" Type="http://schemas.openxmlformats.org/officeDocument/2006/relationships/slide" Target="slide484.xml"/><Relationship Id="rId5" Type="http://schemas.openxmlformats.org/officeDocument/2006/relationships/slide" Target="slide486.xml"/><Relationship Id="rId6" Type="http://schemas.openxmlformats.org/officeDocument/2006/relationships/slide" Target="slide489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3.xml"/><Relationship Id="rId4" Type="http://schemas.openxmlformats.org/officeDocument/2006/relationships/slide" Target="slide484.xml"/><Relationship Id="rId5" Type="http://schemas.openxmlformats.org/officeDocument/2006/relationships/slide" Target="slide486.xml"/><Relationship Id="rId6" Type="http://schemas.openxmlformats.org/officeDocument/2006/relationships/slide" Target="slide489.xml"/><Relationship Id="rId7" Type="http://schemas.openxmlformats.org/officeDocument/2006/relationships/audio" Target="../media/snd_boing.wav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5.xml"/><Relationship Id="rId4" Type="http://schemas.openxmlformats.org/officeDocument/2006/relationships/slide" Target="slide488.xml"/><Relationship Id="rId5" Type="http://schemas.openxmlformats.org/officeDocument/2006/relationships/slide" Target="slide489.xml"/><Relationship Id="rId6" Type="http://schemas.openxmlformats.org/officeDocument/2006/relationships/audio" Target="../media/snd_bonk.wav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5.xml"/><Relationship Id="rId4" Type="http://schemas.openxmlformats.org/officeDocument/2006/relationships/slide" Target="slide488.xml"/><Relationship Id="rId5" Type="http://schemas.openxmlformats.org/officeDocument/2006/relationships/slide" Target="slide489.xml"/><Relationship Id="rId6" Type="http://schemas.openxmlformats.org/officeDocument/2006/relationships/audio" Target="../media/snd_boing.wav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7.xml"/><Relationship Id="rId4" Type="http://schemas.openxmlformats.org/officeDocument/2006/relationships/slide" Target="slide488.xml"/><Relationship Id="rId5" Type="http://schemas.openxmlformats.org/officeDocument/2006/relationships/slide" Target="slide489.xml"/><Relationship Id="rId6" Type="http://schemas.openxmlformats.org/officeDocument/2006/relationships/audio" Target="../media/snd_bonk.wav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7.xml"/><Relationship Id="rId4" Type="http://schemas.openxmlformats.org/officeDocument/2006/relationships/slide" Target="slide488.xml"/><Relationship Id="rId5" Type="http://schemas.openxmlformats.org/officeDocument/2006/relationships/slide" Target="slide489.xml"/><Relationship Id="rId6" Type="http://schemas.openxmlformats.org/officeDocument/2006/relationships/audio" Target="../media/snd_boing.wav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9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490.xml"/><Relationship Id="rId12" Type="http://schemas.openxmlformats.org/officeDocument/2006/relationships/slide" Target="slide491.xml"/><Relationship Id="rId13" Type="http://schemas.openxmlformats.org/officeDocument/2006/relationships/slide" Target="slide492.xml"/><Relationship Id="rId14" Type="http://schemas.openxmlformats.org/officeDocument/2006/relationships/slide" Target="slide493.xml"/><Relationship Id="rId15" Type="http://schemas.openxmlformats.org/officeDocument/2006/relationships/slide" Target="slide494.xml"/><Relationship Id="rId16" Type="http://schemas.openxmlformats.org/officeDocument/2006/relationships/slide" Target="slide495.xml"/><Relationship Id="rId17" Type="http://schemas.openxmlformats.org/officeDocument/2006/relationships/slide" Target="slide496.xml"/><Relationship Id="rId18" Type="http://schemas.openxmlformats.org/officeDocument/2006/relationships/slide" Target="slide497.xml"/><Relationship Id="rId19" Type="http://schemas.openxmlformats.org/officeDocument/2006/relationships/slide" Target="slide498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3.xml"/><Relationship Id="rId6" Type="http://schemas.openxmlformats.org/officeDocument/2006/relationships/slide" Target="slide499.xml"/><Relationship Id="rId7" Type="http://schemas.openxmlformats.org/officeDocument/2006/relationships/slide" Target="slide525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4.xml"/><Relationship Id="rId6" Type="http://schemas.openxmlformats.org/officeDocument/2006/relationships/slide" Target="slide500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5.xml"/><Relationship Id="rId6" Type="http://schemas.openxmlformats.org/officeDocument/2006/relationships/slide" Target="slide501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6.xml"/><Relationship Id="rId6" Type="http://schemas.openxmlformats.org/officeDocument/2006/relationships/slide" Target="slide502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7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8.xml"/><Relationship Id="rId6" Type="http://schemas.openxmlformats.org/officeDocument/2006/relationships/slide" Target="slide50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9.xml"/><Relationship Id="rId6" Type="http://schemas.openxmlformats.org/officeDocument/2006/relationships/slide" Target="slide505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0.xml"/><Relationship Id="rId6" Type="http://schemas.openxmlformats.org/officeDocument/2006/relationships/slide" Target="slide506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1.xml"/><Relationship Id="rId6" Type="http://schemas.openxmlformats.org/officeDocument/2006/relationships/slide" Target="slide507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2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3.xml"/><Relationship Id="rId6" Type="http://schemas.openxmlformats.org/officeDocument/2006/relationships/slide" Target="slide509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4.xml"/><Relationship Id="rId6" Type="http://schemas.openxmlformats.org/officeDocument/2006/relationships/slide" Target="slide510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5.xml"/><Relationship Id="rId6" Type="http://schemas.openxmlformats.org/officeDocument/2006/relationships/slide" Target="slide511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6.xml"/><Relationship Id="rId6" Type="http://schemas.openxmlformats.org/officeDocument/2006/relationships/slide" Target="slide512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7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8.xml"/><Relationship Id="rId6" Type="http://schemas.openxmlformats.org/officeDocument/2006/relationships/slide" Target="slide51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9.xml"/><Relationship Id="rId6" Type="http://schemas.openxmlformats.org/officeDocument/2006/relationships/slide" Target="slide515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0.xml"/><Relationship Id="rId6" Type="http://schemas.openxmlformats.org/officeDocument/2006/relationships/slide" Target="slide516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1.xml"/><Relationship Id="rId6" Type="http://schemas.openxmlformats.org/officeDocument/2006/relationships/slide" Target="slide517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2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19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20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21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22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slide" Target="slide525.xml"/><Relationship Id="rId5" Type="http://schemas.openxmlformats.org/officeDocument/2006/relationships/audio" Target="../media/snd_cheer.wav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slide" Target="slide525.xml"/><Relationship Id="rId5" Type="http://schemas.openxmlformats.org/officeDocument/2006/relationships/audio" Target="../media/snd_cheer.wav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40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arakat Mix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900" b="1" lang="en-US">
                <a:solidFill>
                  <a:srgbClr val="8A6CF0"/>
                </a:solidFill>
                <a:latin typeface="Arial"/>
                <a:cs typeface="Arial"/>
              </a:rPr>
              <a:t>Harakat Mix Games</a:t>
            </a:r>
          </a:p>
        </p:txBody>
      </p:sp>
      <p:sp>
        <p:nvSpPr>
          <p:cNvPr id="5" name="Letters" descr="بَ  تِ  نُ  مَ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Arial"/>
                <a:cs typeface="Arial"/>
              </a:rPr>
              <a:t>بَ  تِ  نُ  مَ</a:t>
            </a:r>
          </a:p>
        </p:txBody>
      </p:sp>
      <p:sp>
        <p:nvSpPr>
          <p:cNvPr id="6" name="Subtitle" descr="Tap, pop, feed, catch and race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Tap, pop, feed, catch and race!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alloon Po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Balloon Pop</a:t>
            </a:r>
          </a:p>
        </p:txBody>
      </p:sp>
      <p:sp>
        <p:nvSpPr>
          <p:cNvPr id="5" name="Line 1" descr="1.  Look at the sound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Look at the sound at the top.</a:t>
            </a:r>
          </a:p>
        </p:txBody>
      </p:sp>
      <p:sp>
        <p:nvSpPr>
          <p:cNvPr id="6" name="Line 2" descr="2.  Tap the balloon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balloons that match.</a:t>
            </a:r>
          </a:p>
        </p:txBody>
      </p:sp>
      <p:sp>
        <p:nvSpPr>
          <p:cNvPr id="7" name="Line 3" descr="3.  Pop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Pop!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2032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>
            <a:hlinkClick action="ppaction://hlinksldjump" r:id="rId8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2" descr="Balloon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حَ" descr="حَ">
            <a:hlinkClick action="ppaction://hlinksldjump" r:id="rId9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4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ضِ" descr="ضِ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6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لُ" descr="ل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8" name="Balloon 5" descr="Balloon 5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أَ" descr="أَ">
            <a:hlinkClick action="ppaction://hlinksldjump" r:id="rId10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20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>
            <a:hlinkClick action="ppaction://hlinksldjump" r:id="rId8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2" descr="Balloon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حَ" descr="حَ">
            <a:hlinkClick action="ppaction://hlinksldjump" r:id="rId9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4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ضِ" descr="ضِ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6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لُ" descr="ل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8" name="Balloon 5" descr="Balloon 5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أَ" descr="أَ">
            <a:hlinkClick action="ppaction://hlinksldjump" r:id="rId10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ِ" descr="ض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لُ" descr="ل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أَ" descr="أ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ِ" descr="ض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لُ" descr="ل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أَ" descr="أ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حَ" descr="ح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ضِ" descr="ض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لُ" descr="ل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حَ" descr="ح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ضِ" descr="ض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لُ" descr="ل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ِ" descr="ض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4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لُ" descr="ل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eed the Monst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How to play: Feed the Monster</a:t>
            </a:r>
          </a:p>
        </p:txBody>
      </p:sp>
      <p:sp>
        <p:nvSpPr>
          <p:cNvPr id="5" name="Line 1" descr="1.  The monster wants one soun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The monster wants one sound.</a:t>
            </a:r>
          </a:p>
        </p:txBody>
      </p:sp>
      <p:sp>
        <p:nvSpPr>
          <p:cNvPr id="6" name="Line 2" descr="2.  Tap the right foo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food.</a:t>
            </a:r>
          </a:p>
        </p:txBody>
      </p:sp>
      <p:sp>
        <p:nvSpPr>
          <p:cNvPr id="7" name="Line 3" descr="3.  Wrong food? “No, thanks!”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Wrong food? “No, thanks!”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2032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إِ" descr="إ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طِ" descr="طِ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يِ" descr="يِ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جِ" descr="ج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إِ" descr="إِ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إِ" descr="إ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طِ" descr="طِ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يِ" descr="يِ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جِ" descr="ج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إِ" descr="إِ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إِ" descr="إ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طِ" descr="ط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يِ" descr="ي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جِ" descr="ج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tch the Fish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Catch the Fish</a:t>
            </a:r>
          </a:p>
        </p:txBody>
      </p:sp>
      <p:sp>
        <p:nvSpPr>
          <p:cNvPr id="5" name="Line 1" descr="1.  The fish are swimming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1.  The fish are swimming.</a:t>
            </a:r>
          </a:p>
        </p:txBody>
      </p:sp>
      <p:sp>
        <p:nvSpPr>
          <p:cNvPr id="6" name="Line 2" descr="2.  Tap the fish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2.  Tap the fish that match.</a:t>
            </a:r>
          </a:p>
        </p:txBody>
      </p:sp>
      <p:sp>
        <p:nvSpPr>
          <p:cNvPr id="7" name="Line 3" descr="3.  Splash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3.  Splash!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جُ" descr="ج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وَ" descr="و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6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بِ" descr="ب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قِ" descr="ق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جُ" descr="ج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وَ" descr="و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6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بِ" descr="ب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قِ" descr="ق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جُ" descr="ج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وَ" descr="و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قِ" descr="ق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جُ" descr="ج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وَ" descr="و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قِ" descr="ق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جُ" descr="ج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وَ" descr="و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6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بِ" descr="ب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جُ" descr="ج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وَ" descr="و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6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بِ" descr="ب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ضَ" descr="ض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جُ" descr="ج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Fish 3" descr="Fish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وَ" descr="و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op-Up Letter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Pop-Up Letters</a:t>
            </a:r>
          </a:p>
        </p:txBody>
      </p:sp>
      <p:sp>
        <p:nvSpPr>
          <p:cNvPr id="5" name="Line 1" descr="1.  Letters pop out of the holes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Letters pop out of the holes.</a:t>
            </a:r>
          </a:p>
        </p:txBody>
      </p:sp>
      <p:sp>
        <p:nvSpPr>
          <p:cNvPr id="6" name="Line 2" descr="2.  Tap the one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ones that match.</a:t>
            </a:r>
          </a:p>
        </p:txBody>
      </p:sp>
      <p:sp>
        <p:nvSpPr>
          <p:cNvPr id="7" name="Line 3" descr="3.  Bonk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Bonk!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أُ" descr="أ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دِ" descr="د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بِ" descr="ب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بُ" descr="بُ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أُ" descr="أ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دِ" descr="د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بِ" descr="ب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بُ" descr="بُ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دِ" descr="د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بِ" descr="ب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بُ" descr="ب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دِ" descr="د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بِ" descr="ب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بُ" descr="ب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أُ" descr="أ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دِ" descr="د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بِ" descr="ب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أُ" descr="أ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دِ" descr="د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بِ" descr="ب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مَ" descr="م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دِ" descr="د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بِ" descr="ب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تُ" descr="ت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غَ" descr="غ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4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هِ" descr="هِ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6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ذَ" descr="ذ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8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فُ" descr="ف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20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تُ" descr="ت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غَ" descr="غ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4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هِ" descr="هِ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6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ذَ" descr="ذ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8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فُ" descr="ف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غَ" descr="غ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هِ" descr="ه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َ" descr="ذ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فُ" descr="ف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غَ" descr="غ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هِ" descr="ه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َ" descr="ذ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فُ" descr="ف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تُ" descr="ت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غَ" descr="غ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هِ" descr="ه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ذَ" descr="ذ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تُ" descr="ت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غَ" descr="غ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هِ" descr="ه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ذَ" descr="ذ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غَ" descr="غ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هِ" descr="ه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4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َ" descr="ذَ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تَ" descr="ت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ثَ" descr="ث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يَ" descr="ي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تَ" descr="تَ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ضَ" descr="ض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تَ" descr="ت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ثَ" descr="ث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يَ" descr="ي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تَ" descr="تَ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ضَ" descr="ض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تَ" descr="ت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ثَ" descr="ث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يَ" descr="ي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ضَ" descr="ض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Word Trai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Word Train</a:t>
            </a:r>
          </a:p>
        </p:txBody>
      </p:sp>
      <p:sp>
        <p:nvSpPr>
          <p:cNvPr id="5" name="Line 1" descr="1.  Tap the letters in order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the letters in order.</a:t>
            </a:r>
          </a:p>
        </p:txBody>
      </p:sp>
      <p:sp>
        <p:nvSpPr>
          <p:cNvPr id="6" name="Line 2" descr="2.  They ride in the wagons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They ride in the wagons.</a:t>
            </a:r>
          </a:p>
        </p:txBody>
      </p:sp>
      <p:sp>
        <p:nvSpPr>
          <p:cNvPr id="7" name="Line 3" descr="3.  Tap GO and read the word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Tap GO and read the word!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تَحَ" descr="فَتَ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تَ" descr="ت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1" name="Card فَ" descr="ف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Card حَ" descr="ح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تَحَ" descr="فَتَ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Card تَ" descr="ت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Card حَ" descr="ح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تَحَ" descr="فَتَ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Wagon letter 2" descr="ت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Card حَ" descr="ح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تَحَ" descr="فَتَ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Wagon letter 2" descr="ت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Wagon letter 3" descr="ح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تَحَ" descr="فَتَ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تَ" descr="ت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1" name="Card فَ" descr="ف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Card حَ" descr="ح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تَحَ" descr="فَتَ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Card تَ" descr="ت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Card حَ" descr="ح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تَحَ" descr="فَتَ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Wagon letter 2" descr="ت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Wagon letter 3" descr="ح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Word" descr="فَتَح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غَ" descr="غ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خِ" descr="خِ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4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ثَ" descr="ث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6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نِ" descr="ن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8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عُ" descr="ع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غَ" descr="غ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خِ" descr="خِ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4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ثَ" descr="ث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6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نِ" descr="ن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8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عُ" descr="ع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" descr="خ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ثَ" descr="ث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ِ" descr="ن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عُ" descr="ع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" descr="خ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ثَ" descr="ث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ِ" descr="ن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عُ" descr="ع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غَ" descr="غ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خِ" descr="خِ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ِ" descr="ن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عُ" descr="ع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غَ" descr="غ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خِ" descr="خِ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ِ" descr="ن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عُ" descr="ع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" descr="خ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ِ" descr="ن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4" name="Fish 5" descr="Fis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عُ" descr="عُ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ثُ" descr="ث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ثِ" descr="ث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هُ" descr="ه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ظِ" descr="ظِ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ثُ" descr="ث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ثِ" descr="ث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هُ" descr="ه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ظِ" descr="ظِ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ثُ" descr="ث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هُ" descr="ه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ظِ" descr="ظ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ثُ" descr="ث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هُ" descr="ه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ظِ" descr="ظ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ثُ" descr="ث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ثِ" descr="ث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هُ" descr="ه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ثُ" descr="ث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ثِ" descr="ث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هُ" descr="ه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قَ" descr="ق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ثُ" descr="ث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هُ" descr="ه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جَ" descr="ج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ystery Gif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Mystery Gifts</a:t>
            </a:r>
          </a:p>
        </p:txBody>
      </p:sp>
      <p:sp>
        <p:nvSpPr>
          <p:cNvPr id="5" name="Line 1" descr="1.  Tap a gift to open it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a gift to open it.</a:t>
            </a:r>
          </a:p>
        </p:txBody>
      </p:sp>
      <p:sp>
        <p:nvSpPr>
          <p:cNvPr id="6" name="Line 2" descr="2.  Read what is inside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 what is inside.</a:t>
            </a:r>
          </a:p>
        </p:txBody>
      </p:sp>
      <p:sp>
        <p:nvSpPr>
          <p:cNvPr id="7" name="Line 3" descr="3.  Go back and open anoth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Go back and open another!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مَ" descr="إِم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إِمَ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ُخِ" descr="بُخ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بُخِ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ِدَ" descr="ثِد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ثِدَ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َ" descr="ث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ُ" descr="ت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َشُ" descr="تَش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تَشُ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ِ" descr="ب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أَ" descr="أ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ضِ" descr="ض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نِ" descr="ن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4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مَ" descr="م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6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شَ" descr="ش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8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ثُ" descr="ث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ضِ" descr="ض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نِ" descr="ن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4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مَ" descr="م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6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شَ" descr="ش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8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ثُ" descr="ث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نِ" descr="نِ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َ" descr="م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َ" descr="ش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ثُ" descr="ث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نِ" descr="نِ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َ" descr="م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َ" descr="ش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ثُ" descr="ث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ضِ" descr="ض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َ" descr="م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َ" descr="ش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ثُ" descr="ث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ضِ" descr="ض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َ" descr="م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َ" descr="ش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ثُ" descr="ث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مَ" descr="م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شَ" descr="شَ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4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ُ" descr="ثُ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ُ" descr="ن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ُ" descr="ن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قُ" descr="قُ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أُ" descr="أ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تُ" descr="ت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ُ" descr="ن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ُ" descr="ن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قُ" descr="قُ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أُ" descr="أ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تُ" descr="ت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ُ" descr="ن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قُ" descr="ق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أُ" descr="أ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تُ" descr="ت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يُ" descr="ي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وَ" descr="و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خَ" descr="خ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6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غِ" descr="غ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طُ" descr="ط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يُ" descr="ي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وَ" descr="و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خَ" descr="خ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6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غِ" descr="غ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طُ" descr="ط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وَ" descr="و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َ" descr="خ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غِ" descr="غِ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طُ" descr="ط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وَ" descr="و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َ" descr="خ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غِ" descr="غِ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طُ" descr="ط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يُ" descr="ي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وَ" descr="و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خَ" descr="خ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6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غِ" descr="غ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يُ" descr="ي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وَ" descr="و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خَ" descr="خ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6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غِ" descr="غ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وَ" descr="و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َ" descr="خ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غِ" descr="غ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ظُ" descr="ظ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يُ" descr="ي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حِ" descr="ح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شِ" descr="ش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يَ" descr="ي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ظُ" descr="ظ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يُ" descr="ي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حِ" descr="ح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شِ" descr="ش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يَ" descr="ي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2 ظُ" descr="ظ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يُ" descr="ي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حِ" descr="ح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شِ" descr="ش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يَ" descr="ي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2 ظُ" descr="ظ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يُ" descr="ي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حِ" descr="ح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شِ" descr="ش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يَ" descr="ي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ظُ" descr="ظ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يُ" descr="ي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حِ" descr="ح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شِ" descr="ش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ظُ" descr="ظ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يُ" descr="ي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حِ" descr="ح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شِ" descr="ش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2 ظُ" descr="ظ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يُ" descr="ي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حِ" descr="ح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شِ" descr="ش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َضِيَ" descr="رَض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رَضِيَ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يَ" descr="ي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Card ضِ" descr="ضِ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Card رَ" descr="ر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َضِيَ" descr="رَض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رَضِيَ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ر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Card يَ" descr="ي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Card ضِ" descr="ضِ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َضِيَ" descr="رَض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رَضِيَ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ر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Wagon letter 2" descr="ض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Card يَ" descr="ي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َضِيَ" descr="رَض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رَضِيَ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ر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Wagon letter 2" descr="ض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Wagon letter 3" descr="ي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َضِيَ" descr="رَض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رَضِيَ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يَ" descr="ي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Card ضِ" descr="ضِ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Card رَ" descr="ر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َضِيَ" descr="رَض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رَضِيَ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ر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Card يَ" descr="ي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Card ضِ" descr="ضِ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َضِيَ" descr="رَض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رَضِيَ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ر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Wagon letter 2" descr="ض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Wagon letter 3" descr="ي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Word" descr="رَضِي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رَضِيَ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قَ" descr="ق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عِ" descr="ع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زُ" descr="ز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سِ" descr="س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8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جَ" descr="ج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قَ" descr="ق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عِ" descr="ع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زُ" descr="ز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سِ" descr="س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8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جَ" descr="ج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عِ" descr="عِ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زُ" descr="ز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سِ" descr="سِ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جَ" descr="ج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عِ" descr="عِ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زُ" descr="ز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سِ" descr="سِ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جَ" descr="ج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قَ" descr="ق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عِ" descr="ع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زُ" descr="ز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سِ" descr="س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قَ" descr="ق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عِ" descr="ع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زُ" descr="ز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سِ" descr="س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عِ" descr="ع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زُ" descr="زُ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سِ" descr="س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ِ" descr="ج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سِ" descr="سِ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هِ" descr="هِ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جِ" descr="ج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3" name="Food 4" descr="Food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تِ" descr="تِ">
            <a:hlinkClick action="ppaction://hlinksldjump" r:id="rId6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ِ" descr="ج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سِ" descr="سِ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هِ" descr="هِ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جِ" descr="ج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3" name="Food 4" descr="Food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تِ" descr="تِ">
            <a:hlinkClick action="ppaction://hlinksldjump" r:id="rId6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ِ" descr="ج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سِ" descr="س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هِ" descr="ه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تِ" descr="ت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زَ" descr="ز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كِ" descr="كِ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يَ" descr="ي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6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فُ" descr="ف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8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حِ" descr="حِ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20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زَ" descr="ز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كِ" descr="كِ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يَ" descr="ي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6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فُ" descr="ف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8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حِ" descr="حِ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زَ" descr="ز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يَ" descr="ي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فُ" descr="ف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حِ" descr="ح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زَ" descr="ز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يَ" descr="ي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فُ" descr="ف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حِ" descr="ح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زَ" descr="ز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كِ" descr="كِ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يَ" descr="ي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6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فُ" descr="ف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زَ" descr="ز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كِ" descr="كِ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يَ" descr="ي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6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فُ" descr="ف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زَ" descr="ز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يَ" descr="ي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4" name="Fish 4" descr="Fish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فُ" descr="ف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طَ" descr="ط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سِ" descr="س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وُ" descr="و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حُ" descr="ح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طَ" descr="ط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سِ" descr="س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وُ" descr="و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حُ" descr="ح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طَ" descr="ط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سِ" descr="س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حُ" descr="ح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طَ" descr="ط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سِ" descr="س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حُ" descr="ح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طَ" descr="ط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سِ" descr="س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وُ" descr="و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طَ" descr="ط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سِ" descr="س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وُ" descr="و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طَ" descr="ط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سِ" descr="س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عَ" descr="ع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ِوَ" descr="نِو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نِوَ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حِعَ" descr="حِع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حِعَ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حَ" descr="ح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ُضِ" descr="يُض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يُضِ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َدُ" descr="جَد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جَدُ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ُ" descr="ج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ِ" descr="ي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َ" descr="ن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تَ" descr="ت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غِ" descr="غ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بَ" descr="ب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6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أُ" descr="أ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8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خُ" descr="خ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20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تَ" descr="ت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غِ" descr="غ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بَ" descr="ب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6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أُ" descr="أ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8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خُ" descr="خ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تَ" descr="ت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غِ" descr="غِ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4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بَ" descr="ب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خُ" descr="خ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تَ" descr="ت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غِ" descr="غِ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4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بَ" descr="ب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خُ" descr="خ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تَ" descr="ت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غِ" descr="غِ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4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بَ" descr="ب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أُ" descr="أ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تَ" descr="ت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غِ" descr="غِ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4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بَ" descr="ب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أُ" descr="أ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تَ" descr="ت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غِ" descr="غ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4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بَ" descr="ب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خَ" descr="خ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جَ" descr="ج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ضَ" descr="ض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خَ" descr="خَ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صَ" descr="ص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خَ" descr="خ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جَ" descr="ج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ضَ" descr="ض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خَ" descr="خَ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صَ" descr="ص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خَ" descr="خ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جَ" descr="ج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ضَ" descr="ض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صَ" descr="ص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ُمَ" descr="كَرُم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كَرُمَ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مَ" descr="م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Card كَ" descr="ك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Card رُ" descr="رُ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ُمَ" descr="كَرُم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كَرُمَ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ك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Card مَ" descr="م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Card رُ" descr="ر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ُمَ" descr="كَرُم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كَرُمَ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ك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Wagon letter 2" descr="ر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Card مَ" descr="م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ُمَ" descr="كَرُم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كَرُمَ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ك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Wagon letter 2" descr="ر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Wagon letter 3" descr="م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ُمَ" descr="كَرُم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كَرُمَ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مَ" descr="م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Card كَ" descr="ك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Card رُ" descr="رُ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ُمَ" descr="كَرُم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كَرُمَ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ك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Card مَ" descr="م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Card رُ" descr="ر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ُمَ" descr="كَرُم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كَرُمَ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ك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Wagon letter 2" descr="ر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Wagon letter 3" descr="م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Word" descr="كَرُم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كَرُمَ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ثِ" descr="ث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دَ" descr="د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بِ" descr="ب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6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تُ" descr="ت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وَ" descr="و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ثِ" descr="ث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دَ" descr="د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بِ" descr="ب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6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تُ" descr="ت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وَ" descr="و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ثِ" descr="ث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بِ" descr="ب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تُ" descr="ت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وَ" descr="و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ثِ" descr="ث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بِ" descr="ب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تُ" descr="ت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وَ" descr="و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ثِ" descr="ث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دَ" descr="د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بِ" descr="ب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6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تُ" descr="ت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ثِ" descr="ث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دَ" descr="د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بِ" descr="ب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6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تُ" descr="ت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ثِ" descr="ث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بِ" descr="ب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4" name="Fish 4" descr="Fish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تُ" descr="ت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هَ" descr="ه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خِ" descr="خ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دِ" descr="دِ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شُ" descr="ش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تَ" descr="ت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دُ" descr="د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هَ" descr="ه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خِ" descr="خ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دِ" descr="دِ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شُ" descr="ش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تَ" descr="ت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دُ" descr="د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هَ" descr="ه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دِ" descr="د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شُ" descr="ش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تَ" descr="ت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دُ" descr="د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هَ" descr="ه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دِ" descr="د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شُ" descr="ش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تَ" descr="ت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دُ" descr="د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هَ" descr="ه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خِ" descr="خ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شُ" descr="ش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تَ" descr="ت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دُ" descr="د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هَ" descr="ه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خِ" descr="خ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شُ" descr="ش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تَ" descr="ت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دُ" descr="د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هَ" descr="ه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شُ" descr="ش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تَ" descr="ت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دُ" descr="د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جِ" descr="جِ">
            <a:hlinkClick action="ppaction://hlinksldjump" r:id="rId8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2" name="Balloon 2" descr="Balloon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ذِ" descr="ذِ">
            <a:hlinkClick action="ppaction://hlinksldjump" r:id="rId9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4" name="Balloon 3" descr="Balloon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مَ" descr="مَ">
            <a:hlinkClick action="ppaction://hlinksldjump" r:id="rId10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6" name="Balloon 4" descr="Balloon 4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نُ" descr="نُ">
            <a:hlinkClick action="ppaction://hlinksldjump" r:id="rId10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8" name="Balloon 5" descr="Balloon 5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بَ" descr="بَ">
            <a:hlinkClick action="ppaction://hlinksldjump" r:id="rId10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20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جِ" descr="جِ">
            <a:hlinkClick action="ppaction://hlinksldjump" r:id="rId8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2" name="Balloon 2" descr="Balloon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ذِ" descr="ذِ">
            <a:hlinkClick action="ppaction://hlinksldjump" r:id="rId9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4" name="Balloon 3" descr="Balloon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مَ" descr="مَ">
            <a:hlinkClick action="ppaction://hlinksldjump" r:id="rId10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6" name="Balloon 4" descr="Balloon 4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نُ" descr="نُ">
            <a:hlinkClick action="ppaction://hlinksldjump" r:id="rId10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8" name="Balloon 5" descr="Balloon 5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بَ" descr="بَ">
            <a:hlinkClick action="ppaction://hlinksldjump" r:id="rId10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ِ" descr="ذ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َ" descr="م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ُ" descr="ن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َ" descr="ب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ِ" descr="ذ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َ" descr="م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ُ" descr="ن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َ" descr="ب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جِ" descr="ج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َ" descr="م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ُ" descr="ن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َ" descr="ب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جِ" descr="ج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َ" descr="م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ُ" descr="ن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َ" descr="ب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مَ" descr="م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نُ" descr="ن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4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َ" descr="ب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ذُ" descr="ذ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كُ" descr="ك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ذُ" descr="ذُ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ُ" descr="م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لُ" descr="ل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ذُ" descr="ذ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كُ" descr="ك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ذُ" descr="ذُ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ُ" descr="م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لُ" descr="ل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ذُ" descr="ذ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كُ" descr="ك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مُ" descr="م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لُ" descr="ل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ذِ" descr="ذ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أُ" descr="أ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هَ" descr="ه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6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رُ" descr="ر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8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وَ" descr="و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ذِ" descr="ذ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أُ" descr="أ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هَ" descr="ه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6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رُ" descr="ر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8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وَ" descr="و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ذِ" descr="ذ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هَ" descr="ه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ُ" descr="ر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وَ" descr="و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ذِ" descr="ذ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هَ" descr="ه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ُ" descr="ر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وَ" descr="و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ذِ" descr="ذ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أُ" descr="أ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هَ" descr="ه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وَ" descr="و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ذِ" descr="ذ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أُ" descr="أ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هَ" descr="ه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وَ" descr="و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ذِ" descr="ذ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هَ" descr="ه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وَ" descr="و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جِ" descr="ج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ضُ" descr="ض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رُ" descr="ر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إِ" descr="إ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رَ" descr="ر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جِ" descr="ج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ضُ" descr="ض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رُ" descr="ر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إِ" descr="إ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رَ" descr="ر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2 جِ" descr="ج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ضُ" descr="ض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رُ" descr="ر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إِ" descr="إ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رَ" descr="ر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2 جِ" descr="ج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ضُ" descr="ض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رُ" descr="ر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إِ" descr="إ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رَ" descr="ر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جِ" descr="ج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ضُ" descr="ض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رُ" descr="ر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إِ" descr="إ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جِ" descr="ج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ضُ" descr="ض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رُ" descr="ر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إِ" descr="إ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2 جِ" descr="ج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ضُ" descr="ض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رُ" descr="ر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إِ" descr="إ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ِشَ" descr="خِش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خِشَ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ُتِ" descr="دُت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دُتِ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رَ" descr="ر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ُ" descr="ذ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رِسَ" descr="رِس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رِسَ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َ" descr="خ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َفُ" descr="ذَف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ذَفُ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ِ" descr="د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صِرَ" descr="نُص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نُصِرَ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نُ" descr="نُ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Card رَ" descr="ر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صِ" descr="ص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صِرَ" descr="نُص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نُصِرَ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Card رَ" descr="ر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صِ" descr="ص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صِرَ" descr="نُص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نُصِرَ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Wagon letter 2" descr="ص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Card رَ" descr="ر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صِرَ" descr="نُص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نُصِرَ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Wagon letter 2" descr="ص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Wagon letter 3" descr="ر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صِرَ" descr="نُص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نُصِرَ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نُ" descr="نُ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Card رَ" descr="ر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صِ" descr="ص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صِرَ" descr="نُص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نُصِرَ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Card رَ" descr="ر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صِ" descr="ص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صِرَ" descr="نُص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نُصِرَ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Wagon letter 2" descr="ص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Wagon letter 3" descr="ر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Word" descr="نُصِر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نُصِرَ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ِ" descr="غ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زَ" descr="ز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4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فُ" descr="ف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6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عَ" descr="ع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8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مِ" descr="مِ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ِ" descr="غ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زَ" descr="ز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4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فُ" descr="ف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6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عَ" descr="ع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8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مِ" descr="مِ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ِ" descr="غ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فُ" descr="ف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عَ" descr="ع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مِ" descr="مِ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ِ" descr="غ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فُ" descr="ف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عَ" descr="ع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مِ" descr="مِ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ِ" descr="غِ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زَ" descr="ز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4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فُ" descr="فُ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6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مِ" descr="مِ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ِ" descr="غِ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زَ" descr="ز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4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فُ" descr="فُ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6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مِ" descr="مِ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ِ" descr="غ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فُ" descr="فُ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4" name="Balloon 5" descr="Balloo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مِ" descr="م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ِ" descr="ز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يِ" descr="يِ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مِ" descr="مِ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طِ" descr="ط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زِ" descr="زِ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ِ" descr="ز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يِ" descr="يِ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مِ" descr="مِ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طِ" descr="ط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زِ" descr="زِ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ِ" descr="ز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يِ" descr="ي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مِ" descr="م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طِ" descr="ط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بِ" descr="ب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2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تَ" descr="ت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جُ" descr="ج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6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سِ" descr="سِ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دَ" descr="د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20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بِ" descr="ب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2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تَ" descr="ت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جُ" descr="ج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6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سِ" descr="سِ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دَ" descr="د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َ" descr="ت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جُ" descr="ج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سِ" descr="س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دَ" descr="د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َ" descr="ت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جُ" descr="ج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سِ" descr="س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دَ" descr="د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بِ" descr="ب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تَ" descr="ت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جُ" descr="ج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دَ" descr="د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بِ" descr="ب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تَ" descr="ت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جُ" descr="ج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دَ" descr="د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َ" descr="ت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جُ" descr="ج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Fish 5" descr="Fis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دَ" descr="د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زِ" descr="ز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بَ" descr="ب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شُ" descr="ش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لَ" descr="ل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سُ" descr="س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سِ" descr="س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زِ" descr="ز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بَ" descr="ب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شُ" descr="ش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لَ" descr="ل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سُ" descr="س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سِ" descr="س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زِ" descr="ز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بَ" descr="ب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لَ" descr="ل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سُ" descr="س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سِ" descr="س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زِ" descr="ز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بَ" descr="ب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لَ" descr="ل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سُ" descr="س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سِ" descr="س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زِ" descr="ز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بَ" descr="ب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شُ" descr="ش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لَ" descr="ل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سِ" descr="س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زِ" descr="ز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بَ" descr="ب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شُ" descr="ش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لَ" descr="ل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سِ" descr="س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زِ" descr="ز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بَ" descr="ب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لَ" descr="ل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سِ" descr="س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eam Rac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8A6CF0"/>
                </a:solidFill>
                <a:latin typeface="Arial"/>
                <a:cs typeface="Arial"/>
              </a:rPr>
              <a:t>How to play: Team Race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Read, then tap your team.</a:t>
            </a:r>
          </a:p>
        </p:txBody>
      </p:sp>
      <p:sp>
        <p:nvSpPr>
          <p:cNvPr id="7" name="Line 3" descr="3.  First car to finish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First car to finish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زَلَ" descr="نَز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نَزَلَ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ُمِلَ" descr="حُم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حُمِلَ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ُتِبَ" descr="كُتِ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كُتِبَ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َغُرَ" descr="صَغُ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صَغُرَ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هُلَ" descr="سَهُ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سَهُلَ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ُمِلَ" descr="حُم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حُمِلَ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ُتِبَ" descr="كُتِ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كُتِبَ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َغُرَ" descr="صَغُ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صَغُرَ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هُلَ" descr="سَهُ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سَهُلَ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خُلِقَ" descr="خُل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خُلِقَ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ُتِبَ" descr="كُتِ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كُتِبَ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َغُرَ" descr="صَغُ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صَغُرَ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هُلَ" descr="سَهُ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سَهُلَ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خُلِقَ" descr="خُل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خُلِقَ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رُبَ" descr="قَرُ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قَرُبَ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َغُرَ" descr="صَغُ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صَغُرَ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هُلَ" descr="سَهُ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سَهُلَ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خُلِقَ" descr="خُل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خُلِقَ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رُبَ" descr="قَرُ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قَرُبَ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سُنَ" descr="حَسُ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حَسُنَ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هُلَ" descr="سَهُ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سَهُلَ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خُلِقَ" descr="خُل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خُلِقَ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رُبَ" descr="قَرُ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قَرُبَ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سُنَ" descr="حَسُ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حَسُنَ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لِمَ" descr="سَلِ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سَلِمَ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طَ" descr="ط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نَ" descr="ن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شُ" descr="ش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6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سُ" descr="سُ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8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ظِ" descr="ظِ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20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طَ" descr="ط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نَ" descr="ن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شُ" descr="ش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6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سُ" descr="سُ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8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ظِ" descr="ظِ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طَ" descr="ط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نَ" descr="ن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سُ" descr="س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ظِ" descr="ظِ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طَ" descr="ط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نَ" descr="ن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سُ" descr="س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ظِ" descr="ظِ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طَ" descr="ط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نَ" descr="ن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شُ" descr="ش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ظِ" descr="ظِ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طَ" descr="ط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نَ" descr="ن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شُ" descr="ش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ظِ" descr="ظِ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طَ" descr="ط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نَ" descr="ن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Balloon 5" descr="Balloo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ظِ" descr="ظ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شَ" descr="ش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َ" descr="شَ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ظَ" descr="ظ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بَ" descr="ب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حَ" descr="ح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شَ" descr="ش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َ" descr="شَ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ظَ" descr="ظ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بَ" descr="ب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حَ" descr="ح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شَ" descr="ش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ظَ" descr="ظ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بَ" descr="ب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حَ" descr="ح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بِعَ" descr="شَب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شَبِعَ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بِ" descr="بِ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1" name="Card شَ" descr="ش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Card عَ" descr="ع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بِعَ" descr="شَب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شَبِعَ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ش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Card بِ" descr="بِ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Card عَ" descr="ع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بِعَ" descr="شَب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شَبِعَ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ش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Wagon letter 2" descr="ب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Card عَ" descr="ع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بِعَ" descr="شَب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شَبِعَ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ش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Wagon letter 2" descr="ب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Wagon letter 3" descr="ع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بِعَ" descr="شَب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شَبِعَ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بِ" descr="بِ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1" name="Card شَ" descr="ش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Card عَ" descr="ع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بِعَ" descr="شَب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شَبِعَ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ش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Card بِ" descr="بِ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Card عَ" descr="ع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بِعَ" descr="شَب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شَبِعَ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ش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Wagon letter 2" descr="ب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Wagon letter 3" descr="ع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Word" descr="شَبِع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شَبِعَ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فَ" descr="ف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صَ" descr="ص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4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ظُ" descr="ظ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6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جِ" descr="جِ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لِ" descr="ل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فَ" descr="ف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صَ" descr="ص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4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ظُ" descr="ظ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6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جِ" descr="جِ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لِ" descr="ل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َ" descr="ص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ُ" descr="ظ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جِ" descr="ج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لِ" descr="ل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َ" descr="ص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ُ" descr="ظ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جِ" descr="ج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لِ" descr="ل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فَ" descr="ف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ُ" descr="ظ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جِ" descr="ج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لِ" descr="لِ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فَ" descr="ف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ُ" descr="ظ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جِ" descr="ج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لِ" descr="لِ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ظُ" descr="ظ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جِ" descr="ج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4" name="Fish 5" descr="Fis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لِ" descr="ل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صُ" descr="ص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صِ" descr="ص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عَ" descr="ع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كِ" descr="كِ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لَ" descr="ل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صُ" descr="ص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صِ" descr="ص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عَ" descr="ع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كِ" descr="كِ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لَ" descr="ل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صُ" descr="ص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عَ" descr="ع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كِ" descr="ك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لَ" descr="ل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صُ" descr="ص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عَ" descr="ع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كِ" descr="ك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لَ" descr="ل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صُ" descr="ص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صِ" descr="ص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عَ" descr="ع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لَ" descr="ل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صُ" descr="ص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صِ" descr="ص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عَ" descr="ع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لَ" descr="ل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يُ" descr="ي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صُ" descr="ص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عَ" descr="ع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لَ" descr="ل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ِفَ" descr="زِف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زِفَ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ِ" descr="س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ِزَ" descr="صِز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صِزَ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شَقُ" descr="شَق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شَقُ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شُ" descr="ش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َ" descr="ز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ُلِ" descr="سُل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سُلِ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َ" descr="ص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لَ" descr="ل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ثِ" descr="ثِ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نُ" descr="ن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ضِ" descr="ضِ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8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غَ" descr="غ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20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لَ" descr="ل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ثِ" descr="ثِ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نُ" descr="ن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ضِ" descr="ضِ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8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غَ" descr="غ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لَ" descr="ل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نُ" descr="ن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ضِ" descr="ض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غَ" descr="غ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لَ" descr="ل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نُ" descr="ن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ضِ" descr="ض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غَ" descr="غ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لَ" descr="ل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ثِ" descr="ثِ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نُ" descr="ن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غَ" descr="غ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لَ" descr="ل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ثِ" descr="ثِ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نُ" descr="ن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غَ" descr="غ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لَ" descr="ل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نُ" descr="نُ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4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غَ" descr="غ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ضُ" descr="ض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بُ" descr="ب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ثُ" descr="ث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ضُ" descr="ض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ذُ" descr="ذ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ضُ" descr="ض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بُ" descr="ب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ثُ" descr="ث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ضُ" descr="ض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ذُ" descr="ذ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ضُ" descr="ض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بُ" descr="ب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ثُ" descr="ث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ذُ" descr="ذ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حَ" descr="ح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ذَ" descr="ذ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رُ" descr="ر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6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إِ" descr="إ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طُ" descr="ط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حَ" descr="ح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ذَ" descr="ذ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رُ" descr="ر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6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إِ" descr="إ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طُ" descr="ط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حَ" descr="ح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ذَ" descr="ذ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إِ" descr="إِ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طُ" descr="ط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حَ" descr="ح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ذَ" descr="ذ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إِ" descr="إِ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طُ" descr="ط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حَ" descr="ح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ذَ" descr="ذ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رُ" descr="ر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6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إِ" descr="إ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حَ" descr="ح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ذَ" descr="ذ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رُ" descr="ر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6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إِ" descr="إ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حَ" descr="ح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ذَ" descr="ذ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4" descr="Fis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إِ" descr="إ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طَ" descr="ط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دِ" descr="د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رَ" descr="ر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نُ" descr="ن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طَ" descr="ط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دِ" descr="د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رَ" descr="ر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نُ" descr="ن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دِ" descr="د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رَ" descr="ر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نُ" descr="ن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دِ" descr="د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رَ" descr="ر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نُ" descr="ن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طَ" descr="ط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دِ" descr="د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نُ" descr="ن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طَ" descr="ط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دِ" descr="د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نُ" descr="ن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حِ" descr="ح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دِ" descr="د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طُ" descr="ط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نُ" descr="ن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َشِيَ" descr="خَش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خَشِيَ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يَ" descr="ي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Card شِ" descr="شِ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2" name="Card خَ" descr="خ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َشِيَ" descr="خَش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خَشِيَ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خ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1" name="Card يَ" descr="ي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Card شِ" descr="شِ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َشِيَ" descr="خَش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خَشِيَ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خ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1" name="Wagon letter 2" descr="ش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2" name="Card يَ" descr="ي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َشِيَ" descr="خَش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خَشِيَ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خ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1" name="Wagon letter 2" descr="ش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2" name="Wagon letter 3" descr="ي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َشِيَ" descr="خَش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خَشِيَ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يَ" descr="ي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Card شِ" descr="شِ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2" name="Card خَ" descr="خ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َشِيَ" descr="خَش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خَشِيَ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خ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1" name="Card يَ" descr="ي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Card شِ" descr="شِ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َشِيَ" descr="خَشِي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خَشِيَ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خ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1" name="Wagon letter 2" descr="ش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2" name="Wagon letter 3" descr="ي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Word" descr="خَشِي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خَشِيَ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كَ" descr="ك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صِ" descr="ص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شِ" descr="ش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تُ" descr="ت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8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ظَ" descr="ظ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كَ" descr="ك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صِ" descr="ص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شِ" descr="ش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تُ" descr="ت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8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ظَ" descr="ظ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ِ" descr="صِ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ِ" descr="ش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تُ" descr="ت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ظَ" descr="ظ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ِ" descr="صِ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ِ" descr="ش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تُ" descr="ت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ظَ" descr="ظ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كَ" descr="ك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صِ" descr="ص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شِ" descr="ش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تُ" descr="ت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كَ" descr="ك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صِ" descr="صِ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شِ" descr="ش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تُ" descr="ت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ِ" descr="ص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ِ" descr="ش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4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تُ" descr="ت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ِ" descr="ظ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ِ" descr="ظِ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حِ" descr="حِ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إِ" descr="إِ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ثِ" descr="ثِ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ِ" descr="ظ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ِ" descr="ظِ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حِ" descr="حِ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إِ" descr="إِ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ثِ" descr="ثِ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ِ" descr="ظ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حِ" descr="ح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إِ" descr="إ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ثِ" descr="ث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عِ" descr="ع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جَ" descr="ج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4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يِ" descr="يِ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6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كَ" descr="كَ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رُ" descr="ر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20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عِ" descr="ع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جَ" descr="ج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4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يِ" descr="يِ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6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كَ" descr="كَ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رُ" descr="ر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جَ" descr="ج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يِ" descr="يِ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كَ" descr="ك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ُ" descr="ر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جَ" descr="ج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يِ" descr="يِ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كَ" descr="ك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ُ" descr="ر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عِ" descr="ع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جَ" descr="ج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كَ" descr="كَ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ُ" descr="ر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عِ" descr="ع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جَ" descr="ج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كَ" descr="كَ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ُ" descr="ر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جَ" descr="ج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كَ" descr="كَ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4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رُ" descr="رُ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رِ" descr="ر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عِ" descr="ع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قُ" descr="ق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عُ" descr="ع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مَ" descr="م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رِ" descr="ر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عِ" descr="ع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قُ" descr="ق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عُ" descr="ع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مَ" descr="م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رِ" descr="ر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عِ" descr="ع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عُ" descr="ع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مَ" descr="م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رِ" descr="ر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عِ" descr="ع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عُ" descr="ع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مَ" descr="م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رِ" descr="ر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عِ" descr="ع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قُ" descr="ق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مَ" descr="م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رِ" descr="ر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عِ" descr="ع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قُ" descr="ق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مَ" descr="م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سَ" descr="س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رِ" descr="ر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عِ" descr="ع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مَ" descr="م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َ" descr="ع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ظُ" descr="ظ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ظَعُ" descr="ظَع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ظَعُ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طِ" descr="ط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ِحَ" descr="عِح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عِحَ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طُيِ" descr="طُي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طُيِ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ضَ" descr="ض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ضِظَ" descr="ضِظ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ضِظَ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ضُ" descr="ض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غُ" descr="غُ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رَ" descr="ر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8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هَ" descr="ه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20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ضُ" descr="ض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غُ" descr="غُ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رَ" descr="ر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8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هَ" descr="ه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غُ" descr="غ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رَ" descr="ر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هَ" descr="ه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غُ" descr="غ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رَ" descr="ر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هَ" descr="ه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ضُ" descr="ض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رَ" descr="ر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هَ" descr="ه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ضُ" descr="ض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رَ" descr="ر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هَ" descr="ه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زِ" descr="ز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رَ" descr="رَ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هَ" descr="ه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غَ" descr="غ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َ" descr="ظ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َ" descr="ن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َ" descr="ح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غَ" descr="غ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غَ" descr="غ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َ" descr="ظ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َ" descr="ن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َ" descr="ح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غَ" descr="غ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غَ" descr="غ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َ" descr="ظ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َ" descr="ن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َ" descr="ح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ضِبَ" descr="غَض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غَضِبَ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بَ" descr="ب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Card ضِ" descr="ضِ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Card غَ" descr="غ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ضِبَ" descr="غَض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غَضِبَ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Card بَ" descr="ب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Card ضِ" descr="ضِ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ضِبَ" descr="غَض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غَضِبَ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Wagon letter 2" descr="ض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Card بَ" descr="ب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ضِبَ" descr="غَض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غَضِبَ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Wagon letter 2" descr="ض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Wagon letter 3" descr="ب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ضِبَ" descr="غَض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غَضِبَ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بَ" descr="ب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Card ضِ" descr="ضِ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Card غَ" descr="غ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ضِبَ" descr="غَض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غَضِبَ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Card بَ" descr="ب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Card ضِ" descr="ضِ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ضِبَ" descr="غَض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غَضِبَ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Wagon letter 2" descr="ض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Wagon letter 3" descr="ب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Word" descr="غَضِب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غَضِبَ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يَ" descr="ي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فَ" descr="ف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4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قِ" descr="قِ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6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هُ" descr="ه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رِ" descr="ر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يَ" descr="ي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فَ" descr="ف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4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قِ" descr="قِ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6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هُ" descr="ه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رِ" descr="ر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فَ" descr="ف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ِ" descr="ق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هُ" descr="ه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ِ" descr="ر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فَ" descr="ف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ِ" descr="ق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هُ" descr="ه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ِ" descr="ر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يَ" descr="ي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ِ" descr="ق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هُ" descr="ه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ِ" descr="رِ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يَ" descr="ي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ِ" descr="ق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هُ" descr="ه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ِ" descr="رِ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قِ" descr="ق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هُ" descr="ه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4" name="Fish 5" descr="Fis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رِ" descr="ر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نِ" descr="ن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شُ" descr="ش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فِ" descr="فِ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قَ" descr="ق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نِ" descr="ن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شُ" descr="ش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فِ" descr="فِ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قَ" descr="ق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شُ" descr="ش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فِ" descr="ف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قَ" descr="ق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شُ" descr="ش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فِ" descr="ف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قَ" descr="ق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نِ" descr="ن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شُ" descr="ش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قَ" descr="ق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نِ" descr="ن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شُ" descr="ش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قَ" descr="ق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عَ" descr="ع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فُ" descr="ف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شُ" descr="ش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قَ" descr="ق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عَ" descr="ع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ُ" descr="غ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دَ" descr="د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حِ" descr="ح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6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قِ" descr="قِ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8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بَ" descr="ب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ُ" descr="غ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دَ" descr="د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حِ" descr="ح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6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قِ" descr="قِ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8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بَ" descr="ب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ُ" descr="غ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دَ" descr="د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قِ" descr="ق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َ" descr="ب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ُ" descr="غ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دَ" descr="د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قِ" descr="ق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َ" descr="ب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ُ" descr="غ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دَ" descr="د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حِ" descr="ح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َ" descr="ب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ُ" descr="غ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2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دَ" descr="د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4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حِ" descr="ح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َ" descr="ب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غُ" descr="غُ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2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دَ" descr="د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4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َ" descr="ب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قُ" descr="ق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ُ" descr="ن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ُ" descr="ج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قُ" descr="ق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زُ" descr="ز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قُ" descr="ق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ُ" descr="ن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ُ" descr="ج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قُ" descr="ق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زُ" descr="ز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قُ" descr="ق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ُ" descr="ن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ُ" descr="ج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زُ" descr="ز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كُ" descr="ك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طُ" descr="ط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4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إِ" descr="إِ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6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دَ" descr="دَ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رَ" descr="ر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كُ" descr="ك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طُ" descr="ط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4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إِ" descr="إِ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6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دَ" descr="دَ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رَ" descr="ر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طُ" descr="طُ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إِ" descr="إ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دَ" descr="د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َ" descr="ر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طُ" descr="طُ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إِ" descr="إ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دَ" descr="د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َ" descr="ر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كُ" descr="ك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إِ" descr="إ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دَ" descr="د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َ" descr="ر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كُ" descr="ك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إِ" descr="إ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دَ" descr="د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َ" descr="ر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إِ" descr="إ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دَ" descr="دَ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4" name="Fish 5" descr="Fis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رَ" descr="ر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كُ" descr="ك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هَ" descr="ه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ثِ" descr="ث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كَ" descr="ك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ضُ" descr="ض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ذِ" descr="ذ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كُ" descr="ك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هَ" descr="ه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ثِ" descr="ث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كَ" descr="ك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ضُ" descr="ض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ذِ" descr="ذ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كُ" descr="ك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ثِ" descr="ث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كَ" descr="ك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ضُ" descr="ض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ذِ" descr="ذ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كُ" descr="ك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ثِ" descr="ث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كَ" descr="ك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ضُ" descr="ض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ذِ" descr="ذ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كُ" descr="ك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هَ" descr="ه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ثِ" descr="ث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ضُ" descr="ض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ذِ" descr="ذ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كُ" descr="ك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هَ" descr="ه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ثِ" descr="ث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ضُ" descr="ض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ذِ" descr="ذ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كُ" descr="ك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ثِ" descr="ث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ضُ" descr="ض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ذِ" descr="ذ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ِ" descr="ف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َطُ" descr="قَط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قَطُ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ُنِ" descr="فُن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فُنِ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كَ" descr="ك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غَ" descr="غ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كِوَ" descr="كِو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كِوَ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ُ" descr="ق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غِجَ" descr="غِج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غِجَ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رِحَ" descr="فَر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فَرِحَ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فَ" descr="ف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Card حَ" descr="ح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Card رِ" descr="ر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رِحَ" descr="فَر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فَرِحَ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Card حَ" descr="ح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Card رِ" descr="ر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رِحَ" descr="فَر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فَرِحَ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Wagon letter 2" descr="ر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2" name="Card حَ" descr="ح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رِحَ" descr="فَر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فَرِحَ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Wagon letter 2" descr="ر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2" name="Wagon letter 3" descr="ح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رِحَ" descr="فَر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فَرِحَ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فَ" descr="ف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Card حَ" descr="ح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Card رِ" descr="ر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رِحَ" descr="فَر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فَرِحَ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Card حَ" descr="ح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Card رِ" descr="ر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َرِحَ" descr="فَر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فَرِحَ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Wagon letter 2" descr="ر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2" name="Wagon letter 3" descr="ح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Word" descr="فَرِح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فَرِحَ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عِ" descr="ع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ذَ" descr="ذ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رِ" descr="ر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6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خُ" descr="خ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8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لَ" descr="ل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عِ" descr="ع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ذَ" descr="ذ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رِ" descr="ر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6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خُ" descr="خ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8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لَ" descr="ل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عِ" descr="ع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ِ" descr="ر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خُ" descr="خ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َ" descr="ل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عِ" descr="ع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ِ" descr="ر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خُ" descr="خ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َ" descr="ل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عِ" descr="ع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ذَ" descr="ذ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رِ" descr="ر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6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خُ" descr="خ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عِ" descr="ع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ذَ" descr="ذ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رِ" descr="ر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6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خُ" descr="خ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عِ" descr="ع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ِ" descr="ر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pic>
        <p:nvPicPr>
          <p:cNvPr id="14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خُ" descr="خ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ِ" descr="ل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ِ" descr="لِ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طِ" descr="طِ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ِ" descr="ظ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وِ" descr="وِ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ِ" descr="ل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ِ" descr="لِ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طِ" descr="طِ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ِ" descr="ظ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وِ" descr="وِ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ِ" descr="ل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طِ" descr="ط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ظِ" descr="ظ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وِ" descr="و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جَ" descr="ج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هَ" descr="ه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زِ" descr="ز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6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نُ" descr="ن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مِ" descr="م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جَ" descr="ج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هَ" descr="ه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زِ" descr="ز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6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نُ" descr="ن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مِ" descr="م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جَ" descr="ج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هَ" descr="ه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ُ" descr="ن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مِ" descr="م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جَ" descr="ج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هَ" descr="ه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ُ" descr="ن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مِ" descr="م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جَ" descr="ج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هَ" descr="ه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زِ" descr="ز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6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نُ" descr="ن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جَ" descr="ج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هَ" descr="ه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زِ" descr="ز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6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نُ" descr="ن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جَ" descr="ج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هَ" descr="ه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Fish 4" descr="Fis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ُ" descr="ن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جَ" descr="ج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مُ" descr="م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مِ" descr="م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وِ" descr="و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طُ" descr="طُ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جَ" descr="ج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مُ" descr="م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مِ" descr="م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وِ" descr="و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طُ" descr="طُ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جَ" descr="ج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مِ" descr="م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وِ" descr="و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طُ" descr="ط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جَ" descr="ج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مِ" descr="م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وِ" descr="و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طُ" descr="ط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جَ" descr="ج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مُ" descr="م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مِ" descr="م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وِ" descr="و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جَ" descr="ج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مُ" descr="م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مِ" descr="م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وِ" descr="و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زَ" descr="ز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جَ" descr="ج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مِ" descr="م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وِ" descr="و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زَ" descr="ز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هُ" descr="ه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بَ" descr="ب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صُ" descr="ص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تِ" descr="ت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8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أَ" descr="أ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هُ" descr="ه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بَ" descr="ب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3 صُ" descr="ص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6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7" name="Balloon letter 4 تِ" descr="ت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8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9" name="Balloon letter 5 أَ" descr="أ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" descr="ب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ُ" descr="ص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تِ" descr="تِ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أَ" descr="أ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" descr="ب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ُ" descr="ص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تِ" descr="تِ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أَ" descr="أ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هُ" descr="ه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بَ" descr="ب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تِ" descr="ت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أَ" descr="أ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 هُ" descr="ه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2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2 بَ" descr="ب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تِ" descr="ت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أَ" descr="أ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mmah" descr="و"/>
          <p:cNvSpPr/>
          <p:nvPr/>
        </p:nvSpPr>
        <p:spPr>
          <a:xfrm>
            <a:off x="8572500" y="254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000" b="1" lang="ar-SA">
                <a:solidFill>
                  <a:srgbClr val="C2255C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" descr="ب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تِ" descr="ت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4" name="Balloon 5" descr="Balloo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أَ" descr="أ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هَ" descr="ه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َ" descr="ن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9" name="Food 2" descr="Foo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هَ" descr="هَ">
            <a:hlinkClick action="ppaction://hlinksldjump" r:id="rId9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َ" descr="م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دَ" descr="د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هَ" descr="ه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َ" descr="ن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9" name="Food 2" descr="Foo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هَ" descr="هَ">
            <a:hlinkClick action="ppaction://hlinksldjump" r:id="rId9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َ" descr="م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دَ" descr="د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هَ" descr="ه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َ" descr="ن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مَ" descr="م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دَ" descr="د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ُتِحَ" descr="فُت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فُتِحَ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حَ" descr="ح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Card فُ" descr="فُ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Card تِ" descr="تِ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ُتِحَ" descr="فُت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فُتِحَ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1" name="Card حَ" descr="ح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Card تِ" descr="ت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ُتِحَ" descr="فُت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فُتِحَ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1" name="Wagon letter 2" descr="ت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2" name="Card حَ" descr="ح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ُتِحَ" descr="فُت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فُتِحَ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1" name="Wagon letter 2" descr="ت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2" name="Wagon letter 3" descr="ح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ُتِحَ" descr="فُت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فُتِحَ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حَ" descr="ح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Card فُ" descr="فُ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Card تِ" descr="تِ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ُتِحَ" descr="فُت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فُتِحَ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1" name="Card حَ" descr="ح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Card تِ" descr="ت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ُتِحَ" descr="فُتِح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فُتِحَ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ف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1" name="Wagon letter 2" descr="ت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2" name="Wagon letter 3" descr="ح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Word" descr="فُتِح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فُتِحَ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فَ" descr="ف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وَ" descr="و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كِ" descr="كِ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6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صُ" descr="ص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حِ" descr="ح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20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فَ" descr="ف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3" name="Fish letter 2 وَ" descr="و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5" name="Fish letter 3 كِ" descr="كِ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6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7" name="Fish letter 4 صُ" descr="ص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8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9" name="Fish letter 5 حِ" descr="ح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وَ" descr="و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ِ" descr="ك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صُ" descr="ص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حِ" descr="حِ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وَ" descr="و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ِ" descr="ك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صُ" descr="ص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حِ" descr="حِ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فَ" descr="ف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ِ" descr="ك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صُ" descr="ص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حِ" descr="ح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 فَ" descr="ف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ِ" descr="ك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صُ" descr="ص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حِ" descr="ح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5207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athah"/>
          <p:cNvSpPr/>
          <p:nvPr/>
        </p:nvSpPr>
        <p:spPr>
          <a:xfrm rot="20280000">
            <a:off x="8636000" y="3429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كِ" descr="ك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صُ" descr="ص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4" name="Fish 5" descr="Fis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حِ" descr="ح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6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فِ" descr="ف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وُ" descr="و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وِ" descr="وِ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ثَ" descr="ث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ضُ" descr="ض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فِ" descr="ف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وُ" descr="و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4 وِ" descr="وِ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8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5 ثَ" descr="ث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20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le 6 ضُ" descr="ض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22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وُ" descr="و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وِ" descr="و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ثَ" descr="ث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ضُ" descr="ض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وُ" descr="و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4 وِ" descr="و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ثَ" descr="ث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ضُ" descr="ض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فِ" descr="ف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وُ" descr="و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ثَ" descr="ث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ضُ" descr="ض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تَ" descr="ت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2 فِ" descr="ف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4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3 وُ" descr="و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6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5 ثَ" descr="ث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6 ضُ" descr="ض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the vowel"/>
          <p:cNvSpPr/>
          <p:nvPr/>
        </p:nvSpPr>
        <p:spPr>
          <a:xfrm>
            <a:off x="8191500" y="95250"/>
            <a:ext cx="1270000" cy="9525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tter place"/>
          <p:cNvSpPr/>
          <p:nvPr/>
        </p:nvSpPr>
        <p:spPr>
          <a:xfrm>
            <a:off x="8636000" y="241300"/>
            <a:ext cx="381000" cy="381000"/>
          </a:xfrm>
          <a:prstGeom prst="ellipse">
            <a:avLst/>
          </a:prstGeom>
          <a:noFill/>
          <a:ln w="31750">
            <a:solidFill>
              <a:srgbClr val="9C93B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asrah"/>
          <p:cNvSpPr/>
          <p:nvPr/>
        </p:nvSpPr>
        <p:spPr>
          <a:xfrm rot="20280000">
            <a:off x="8636000" y="711200"/>
            <a:ext cx="381000" cy="82550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1 تَ" descr="ت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3 وُ" descr="و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5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ثَ" descr="ث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ضُ" descr="ض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20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21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َ" descr="و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ِ" descr="م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ِضَ" descr="وِض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وِضَ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ُ" descr="ه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ِرَ" descr="لِر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لِرَ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َظُ" descr="هَظ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هَظُ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َ" descr="ل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ُإِ" descr="مُإِ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مُإِ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لَعِبَ" descr="لَعِ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لَعِبَ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مِدَ" descr="حَمِد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حَمِدَ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ظَهَرَ" descr="ظَهَ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ظَهَرَ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ذُكِرَ" descr="ذُكِ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ذُكِرَ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بِلَ" descr="قَب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قَبِلَ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مِدَ" descr="حَمِد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حَمِدَ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ظَهَرَ" descr="ظَهَ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ظَهَرَ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ذُكِرَ" descr="ذُكِ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ذُكِرَ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بِلَ" descr="قَب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قَبِلَ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ُزِقَ" descr="رُز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رُزِقَ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ظَهَرَ" descr="ظَهَ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ظَهَرَ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ذُكِرَ" descr="ذُكِ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ذُكِرَ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بِلَ" descr="قَب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قَبِلَ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ُزِقَ" descr="رُز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رُزِقَ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غُلِبَ" descr="غُلِ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غُلِبَ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ذُكِرَ" descr="ذُكِ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ذُكِرَ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بِلَ" descr="قَب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قَبِلَ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ُزِقَ" descr="رُز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رُزِقَ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غُلِبَ" descr="غُلِ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غُلِبَ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َطِشَ" descr="عَطِش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عَطِشَ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بِلَ" descr="قَب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قَبِلَ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ُزِقَ" descr="رُز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رُزِقَ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غُلِبَ" descr="غُلِ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غُلِبَ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َطِشَ" descr="عَطِش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عَطِشَ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مِعَ" descr="سَمِ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Harakat-Mix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