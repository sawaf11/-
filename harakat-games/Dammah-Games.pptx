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snd_boing.wav" ContentType="audio/wav"/>
  <Override PartName="/ppt/media/snd_bonk.wav" ContentType="audio/wav"/>
  <Override PartName="/ppt/media/snd_cheer.wav" ContentType="audio/wav"/>
  <Override PartName="/ppt/media/snd_ding.wav" ContentType="audio/wav"/>
  <Override PartName="/ppt/media/snd_munch.wav" ContentType="audio/wav"/>
  <Override PartName="/ppt/media/snd_pop.wav" ContentType="audio/wav"/>
  <Override PartName="/ppt/media/snd_splash.wav" ContentType="audio/wav"/>
  <Override PartName="/ppt/media/snd_tada.wav" ContentType="audio/wav"/>
  <Override PartName="/ppt/media/snd_vroom.wav" ContentType="audio/wav"/>
  <Override PartName="/ppt/media/snd_whistle.wav" ContentType="audio/wav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slide" Target="slide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slide" Target="slide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slide" Target="slide4.xml"/><Relationship Id="rId8" Type="http://schemas.openxmlformats.org/officeDocument/2006/relationships/audio" Target="../media/snd_boing.wav"/><Relationship Id="rId9" Type="http://schemas.openxmlformats.org/officeDocument/2006/relationships/audio" Target="../media/snd_pop.wav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8.png"/><Relationship Id="rId4" Type="http://schemas.openxmlformats.org/officeDocument/2006/relationships/slide" Target="slide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8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Relationship Id="rId9" Type="http://schemas.openxmlformats.org/officeDocument/2006/relationships/slide" Target="slide6.xml"/><Relationship Id="rId10" Type="http://schemas.openxmlformats.org/officeDocument/2006/relationships/audio" Target="../media/snd_boing.wav"/><Relationship Id="rId11" Type="http://schemas.openxmlformats.org/officeDocument/2006/relationships/image" Target="../media/image40.png"/><Relationship Id="rId12" Type="http://schemas.openxmlformats.org/officeDocument/2006/relationships/audio" Target="../media/snd_munch.wav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5.png"/><Relationship Id="rId4" Type="http://schemas.openxmlformats.org/officeDocument/2006/relationships/slide" Target="slide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5.png"/><Relationship Id="rId6" Type="http://schemas.openxmlformats.org/officeDocument/2006/relationships/slide" Target="slide8.xml"/><Relationship Id="rId7" Type="http://schemas.openxmlformats.org/officeDocument/2006/relationships/audio" Target="../media/snd_splash.wav"/><Relationship Id="rId8" Type="http://schemas.openxmlformats.org/officeDocument/2006/relationships/audio" Target="../media/snd_boing.wav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slide" Target="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slide" Target="slide10.xml"/><Relationship Id="rId4" Type="http://schemas.openxmlformats.org/officeDocument/2006/relationships/audio" Target="../media/snd_bonk.wav"/><Relationship Id="rId5" Type="http://schemas.openxmlformats.org/officeDocument/2006/relationships/audio" Target="../media/snd_boing.wav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5" Type="http://schemas.openxmlformats.org/officeDocument/2006/relationships/image" Target="../media/image4.png"/><Relationship Id="rId6" Type="http://schemas.openxmlformats.org/officeDocument/2006/relationships/image" Target="../media/image20.png"/><Relationship Id="rId7" Type="http://schemas.openxmlformats.org/officeDocument/2006/relationships/slide" Target="slide11.xml"/><Relationship Id="rId8" Type="http://schemas.openxmlformats.org/officeDocument/2006/relationships/audio" Target="../media/snd_pop.wav"/><Relationship Id="rId9" Type="http://schemas.openxmlformats.org/officeDocument/2006/relationships/audio" Target="../media/snd_boing.wav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8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21.png"/><Relationship Id="rId8" Type="http://schemas.openxmlformats.org/officeDocument/2006/relationships/image" Target="../media/image22.png"/><Relationship Id="rId9" Type="http://schemas.openxmlformats.org/officeDocument/2006/relationships/image" Target="../media/image13.png"/><Relationship Id="rId10" Type="http://schemas.openxmlformats.org/officeDocument/2006/relationships/slide" Target="slide12.xml"/><Relationship Id="rId11" Type="http://schemas.openxmlformats.org/officeDocument/2006/relationships/audio" Target="../media/snd_boing.wav"/><Relationship Id="rId12" Type="http://schemas.openxmlformats.org/officeDocument/2006/relationships/image" Target="../media/image40.png"/><Relationship Id="rId13" Type="http://schemas.openxmlformats.org/officeDocument/2006/relationships/audio" Target="../media/snd_munch.wav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3.png"/><Relationship Id="rId4" Type="http://schemas.openxmlformats.org/officeDocument/2006/relationships/slide" Target="slide1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image" Target="../media/image23.png"/><Relationship Id="rId4" Type="http://schemas.openxmlformats.org/officeDocument/2006/relationships/image" Target="../media/image25.png"/><Relationship Id="rId5" Type="http://schemas.openxmlformats.org/officeDocument/2006/relationships/slide" Target="slide14.xml"/><Relationship Id="rId6" Type="http://schemas.openxmlformats.org/officeDocument/2006/relationships/audio" Target="../media/snd_ding.wav"/><Relationship Id="rId7" Type="http://schemas.openxmlformats.org/officeDocument/2006/relationships/image" Target="../media/image40.png"/><Relationship Id="rId8" Type="http://schemas.openxmlformats.org/officeDocument/2006/relationships/audio" Target="../media/snd_whistle.wav"/><Relationship Id="rId9" Type="http://schemas.openxmlformats.org/officeDocument/2006/relationships/audio" Target="../media/snd_cheer.wav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26.png"/><Relationship Id="rId4" Type="http://schemas.openxmlformats.org/officeDocument/2006/relationships/image" Target="../media/image17.png"/><Relationship Id="rId5" Type="http://schemas.openxmlformats.org/officeDocument/2006/relationships/image" Target="../media/image15.png"/><Relationship Id="rId6" Type="http://schemas.openxmlformats.org/officeDocument/2006/relationships/image" Target="../media/image27.png"/><Relationship Id="rId7" Type="http://schemas.openxmlformats.org/officeDocument/2006/relationships/slide" Target="slide15.xml"/><Relationship Id="rId8" Type="http://schemas.openxmlformats.org/officeDocument/2006/relationships/audio" Target="../media/snd_boing.wav"/><Relationship Id="rId9" Type="http://schemas.openxmlformats.org/officeDocument/2006/relationships/audio" Target="../media/snd_splash.wav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slide" Target="slide16.xml"/><Relationship Id="rId4" Type="http://schemas.openxmlformats.org/officeDocument/2006/relationships/audio" Target="../media/snd_bonk.wav"/><Relationship Id="rId5" Type="http://schemas.openxmlformats.org/officeDocument/2006/relationships/audio" Target="../media/snd_boing.wav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8.png"/><Relationship Id="rId4" Type="http://schemas.openxmlformats.org/officeDocument/2006/relationships/slide" Target="slide1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image" Target="../media/image30.png"/><Relationship Id="rId4" Type="http://schemas.openxmlformats.org/officeDocument/2006/relationships/image" Target="../media/image28.png"/><Relationship Id="rId5" Type="http://schemas.openxmlformats.org/officeDocument/2006/relationships/image" Target="../media/image31.png"/><Relationship Id="rId6" Type="http://schemas.openxmlformats.org/officeDocument/2006/relationships/image" Target="../media/image32.png"/><Relationship Id="rId7" Type="http://schemas.openxmlformats.org/officeDocument/2006/relationships/image" Target="../media/image33.png"/><Relationship Id="rId8" Type="http://schemas.openxmlformats.org/officeDocument/2006/relationships/image" Target="../media/image34.png"/><Relationship Id="rId9" Type="http://schemas.openxmlformats.org/officeDocument/2006/relationships/image" Target="../media/image35.png"/><Relationship Id="rId10" Type="http://schemas.openxmlformats.org/officeDocument/2006/relationships/image" Target="../media/image36.png"/><Relationship Id="rId11" Type="http://schemas.openxmlformats.org/officeDocument/2006/relationships/slide" Target="slide18.xml"/><Relationship Id="rId12" Type="http://schemas.openxmlformats.org/officeDocument/2006/relationships/audio" Target="../media/snd_tada.wav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7.png"/><Relationship Id="rId4" Type="http://schemas.openxmlformats.org/officeDocument/2006/relationships/image" Target="../media/image20.png"/><Relationship Id="rId5" Type="http://schemas.openxmlformats.org/officeDocument/2006/relationships/image" Target="../media/image2.png"/><Relationship Id="rId6" Type="http://schemas.openxmlformats.org/officeDocument/2006/relationships/slide" Target="slide19.xml"/><Relationship Id="rId7" Type="http://schemas.openxmlformats.org/officeDocument/2006/relationships/audio" Target="../media/snd_boing.wav"/><Relationship Id="rId8" Type="http://schemas.openxmlformats.org/officeDocument/2006/relationships/audio" Target="../media/snd_pop.wav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8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21.png"/><Relationship Id="rId7" Type="http://schemas.openxmlformats.org/officeDocument/2006/relationships/image" Target="../media/image22.png"/><Relationship Id="rId8" Type="http://schemas.openxmlformats.org/officeDocument/2006/relationships/image" Target="../media/image14.png"/><Relationship Id="rId9" Type="http://schemas.openxmlformats.org/officeDocument/2006/relationships/slide" Target="slide20.xml"/><Relationship Id="rId10" Type="http://schemas.openxmlformats.org/officeDocument/2006/relationships/audio" Target="../media/snd_boing.wav"/><Relationship Id="rId11" Type="http://schemas.openxmlformats.org/officeDocument/2006/relationships/image" Target="../media/image40.png"/><Relationship Id="rId12" Type="http://schemas.openxmlformats.org/officeDocument/2006/relationships/audio" Target="../media/snd_munch.wav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5.png"/><Relationship Id="rId4" Type="http://schemas.openxmlformats.org/officeDocument/2006/relationships/image" Target="../media/image17.png"/><Relationship Id="rId5" Type="http://schemas.openxmlformats.org/officeDocument/2006/relationships/image" Target="../media/image26.png"/><Relationship Id="rId6" Type="http://schemas.openxmlformats.org/officeDocument/2006/relationships/slide" Target="slide21.xml"/><Relationship Id="rId7" Type="http://schemas.openxmlformats.org/officeDocument/2006/relationships/audio" Target="../media/snd_boing.wav"/><Relationship Id="rId8" Type="http://schemas.openxmlformats.org/officeDocument/2006/relationships/audio" Target="../media/snd_splash.wav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slide" Target="slide22.xml"/><Relationship Id="rId4" Type="http://schemas.openxmlformats.org/officeDocument/2006/relationships/audio" Target="../media/snd_boing.wav"/><Relationship Id="rId5" Type="http://schemas.openxmlformats.org/officeDocument/2006/relationships/audio" Target="../media/snd_bonk.wav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image" Target="../media/image23.png"/><Relationship Id="rId4" Type="http://schemas.openxmlformats.org/officeDocument/2006/relationships/image" Target="../media/image25.png"/><Relationship Id="rId5" Type="http://schemas.openxmlformats.org/officeDocument/2006/relationships/slide" Target="slide23.xml"/><Relationship Id="rId6" Type="http://schemas.openxmlformats.org/officeDocument/2006/relationships/audio" Target="../media/snd_ding.wav"/><Relationship Id="rId7" Type="http://schemas.openxmlformats.org/officeDocument/2006/relationships/image" Target="../media/image40.png"/><Relationship Id="rId8" Type="http://schemas.openxmlformats.org/officeDocument/2006/relationships/audio" Target="../media/snd_whistle.wav"/><Relationship Id="rId9" Type="http://schemas.openxmlformats.org/officeDocument/2006/relationships/audio" Target="../media/snd_cheer.wav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0.png"/><Relationship Id="rId4" Type="http://schemas.openxmlformats.org/officeDocument/2006/relationships/image" Target="../media/image6.png"/><Relationship Id="rId5" Type="http://schemas.openxmlformats.org/officeDocument/2006/relationships/image" Target="../media/image5.png"/><Relationship Id="rId6" Type="http://schemas.openxmlformats.org/officeDocument/2006/relationships/slide" Target="slide24.xml"/><Relationship Id="rId7" Type="http://schemas.openxmlformats.org/officeDocument/2006/relationships/audio" Target="../media/snd_pop.wav"/><Relationship Id="rId8" Type="http://schemas.openxmlformats.org/officeDocument/2006/relationships/audio" Target="../media/snd_boing.wav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8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21.png"/><Relationship Id="rId7" Type="http://schemas.openxmlformats.org/officeDocument/2006/relationships/image" Target="../media/image12.png"/><Relationship Id="rId8" Type="http://schemas.openxmlformats.org/officeDocument/2006/relationships/slide" Target="slide25.xml"/><Relationship Id="rId9" Type="http://schemas.openxmlformats.org/officeDocument/2006/relationships/audio" Target="../media/snd_boing.wav"/><Relationship Id="rId10" Type="http://schemas.openxmlformats.org/officeDocument/2006/relationships/image" Target="../media/image40.png"/><Relationship Id="rId11" Type="http://schemas.openxmlformats.org/officeDocument/2006/relationships/audio" Target="../media/snd_munch.wav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15.png"/><Relationship Id="rId6" Type="http://schemas.openxmlformats.org/officeDocument/2006/relationships/image" Target="../media/image18.png"/><Relationship Id="rId7" Type="http://schemas.openxmlformats.org/officeDocument/2006/relationships/slide" Target="slide26.xml"/><Relationship Id="rId8" Type="http://schemas.openxmlformats.org/officeDocument/2006/relationships/audio" Target="../media/snd_boing.wav"/><Relationship Id="rId9" Type="http://schemas.openxmlformats.org/officeDocument/2006/relationships/audio" Target="../media/snd_splash.wav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slide" Target="slide27.xml"/><Relationship Id="rId4" Type="http://schemas.openxmlformats.org/officeDocument/2006/relationships/audio" Target="../media/snd_bonk.wav"/><Relationship Id="rId5" Type="http://schemas.openxmlformats.org/officeDocument/2006/relationships/audio" Target="../media/snd_boing.wav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image" Target="../media/image30.png"/><Relationship Id="rId4" Type="http://schemas.openxmlformats.org/officeDocument/2006/relationships/image" Target="../media/image28.png"/><Relationship Id="rId5" Type="http://schemas.openxmlformats.org/officeDocument/2006/relationships/image" Target="../media/image31.png"/><Relationship Id="rId6" Type="http://schemas.openxmlformats.org/officeDocument/2006/relationships/image" Target="../media/image32.png"/><Relationship Id="rId7" Type="http://schemas.openxmlformats.org/officeDocument/2006/relationships/image" Target="../media/image33.png"/><Relationship Id="rId8" Type="http://schemas.openxmlformats.org/officeDocument/2006/relationships/image" Target="../media/image34.png"/><Relationship Id="rId9" Type="http://schemas.openxmlformats.org/officeDocument/2006/relationships/image" Target="../media/image35.png"/><Relationship Id="rId10" Type="http://schemas.openxmlformats.org/officeDocument/2006/relationships/image" Target="../media/image36.png"/><Relationship Id="rId11" Type="http://schemas.openxmlformats.org/officeDocument/2006/relationships/slide" Target="slide28.xml"/><Relationship Id="rId12" Type="http://schemas.openxmlformats.org/officeDocument/2006/relationships/audio" Target="../media/snd_tada.wav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5.png"/><Relationship Id="rId6" Type="http://schemas.openxmlformats.org/officeDocument/2006/relationships/image" Target="../media/image20.png"/><Relationship Id="rId7" Type="http://schemas.openxmlformats.org/officeDocument/2006/relationships/slide" Target="slide29.xml"/><Relationship Id="rId8" Type="http://schemas.openxmlformats.org/officeDocument/2006/relationships/audio" Target="../media/snd_pop.wav"/><Relationship Id="rId9" Type="http://schemas.openxmlformats.org/officeDocument/2006/relationships/audio" Target="../media/snd_boing.wav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8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4.png"/><Relationship Id="rId7" Type="http://schemas.openxmlformats.org/officeDocument/2006/relationships/image" Target="../media/image22.png"/><Relationship Id="rId8" Type="http://schemas.openxmlformats.org/officeDocument/2006/relationships/image" Target="../media/image12.png"/><Relationship Id="rId9" Type="http://schemas.openxmlformats.org/officeDocument/2006/relationships/image" Target="../media/image21.png"/><Relationship Id="rId10" Type="http://schemas.openxmlformats.org/officeDocument/2006/relationships/slide" Target="slide30.xml"/><Relationship Id="rId11" Type="http://schemas.openxmlformats.org/officeDocument/2006/relationships/audio" Target="../media/snd_boing.wav"/><Relationship Id="rId12" Type="http://schemas.openxmlformats.org/officeDocument/2006/relationships/image" Target="../media/image40.png"/><Relationship Id="rId13" Type="http://schemas.openxmlformats.org/officeDocument/2006/relationships/audio" Target="../media/snd_munch.wav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image" Target="../media/image23.png"/><Relationship Id="rId4" Type="http://schemas.openxmlformats.org/officeDocument/2006/relationships/image" Target="../media/image25.png"/><Relationship Id="rId5" Type="http://schemas.openxmlformats.org/officeDocument/2006/relationships/slide" Target="slide31.xml"/><Relationship Id="rId6" Type="http://schemas.openxmlformats.org/officeDocument/2006/relationships/audio" Target="../media/snd_ding.wav"/><Relationship Id="rId7" Type="http://schemas.openxmlformats.org/officeDocument/2006/relationships/image" Target="../media/image40.png"/><Relationship Id="rId8" Type="http://schemas.openxmlformats.org/officeDocument/2006/relationships/audio" Target="../media/snd_whistle.wav"/><Relationship Id="rId9" Type="http://schemas.openxmlformats.org/officeDocument/2006/relationships/audio" Target="../media/snd_cheer.wav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slide" Target="slide32.xml"/><Relationship Id="rId6" Type="http://schemas.openxmlformats.org/officeDocument/2006/relationships/audio" Target="../media/snd_splash.wav"/><Relationship Id="rId7" Type="http://schemas.openxmlformats.org/officeDocument/2006/relationships/audio" Target="../media/snd_boing.wav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slide" Target="slide33.xml"/><Relationship Id="rId4" Type="http://schemas.openxmlformats.org/officeDocument/2006/relationships/audio" Target="../media/snd_bonk.wav"/><Relationship Id="rId5" Type="http://schemas.openxmlformats.org/officeDocument/2006/relationships/audio" Target="../media/snd_boing.wav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7.png"/><Relationship Id="rId6" Type="http://schemas.openxmlformats.org/officeDocument/2006/relationships/image" Target="../media/image6.png"/><Relationship Id="rId7" Type="http://schemas.openxmlformats.org/officeDocument/2006/relationships/slide" Target="slide34.xml"/><Relationship Id="rId8" Type="http://schemas.openxmlformats.org/officeDocument/2006/relationships/audio" Target="../media/snd_pop.wav"/><Relationship Id="rId9" Type="http://schemas.openxmlformats.org/officeDocument/2006/relationships/audio" Target="../media/snd_boing.wav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8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4.png"/><Relationship Id="rId7" Type="http://schemas.openxmlformats.org/officeDocument/2006/relationships/image" Target="../media/image22.png"/><Relationship Id="rId8" Type="http://schemas.openxmlformats.org/officeDocument/2006/relationships/image" Target="../media/image12.png"/><Relationship Id="rId9" Type="http://schemas.openxmlformats.org/officeDocument/2006/relationships/image" Target="../media/image21.png"/><Relationship Id="rId10" Type="http://schemas.openxmlformats.org/officeDocument/2006/relationships/slide" Target="slide35.xml"/><Relationship Id="rId11" Type="http://schemas.openxmlformats.org/officeDocument/2006/relationships/image" Target="../media/image40.png"/><Relationship Id="rId12" Type="http://schemas.openxmlformats.org/officeDocument/2006/relationships/audio" Target="../media/snd_munch.wav"/><Relationship Id="rId13" Type="http://schemas.openxmlformats.org/officeDocument/2006/relationships/audio" Target="../media/snd_boing.wav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26.png"/><Relationship Id="rId4" Type="http://schemas.openxmlformats.org/officeDocument/2006/relationships/image" Target="../media/image15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27.png"/><Relationship Id="rId8" Type="http://schemas.openxmlformats.org/officeDocument/2006/relationships/slide" Target="slide36.xml"/><Relationship Id="rId9" Type="http://schemas.openxmlformats.org/officeDocument/2006/relationships/audio" Target="../media/snd_boing.wav"/><Relationship Id="rId10" Type="http://schemas.openxmlformats.org/officeDocument/2006/relationships/audio" Target="../media/snd_splash.wav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slide" Target="slide37.xml"/><Relationship Id="rId4" Type="http://schemas.openxmlformats.org/officeDocument/2006/relationships/audio" Target="../media/snd_bonk.wav"/><Relationship Id="rId5" Type="http://schemas.openxmlformats.org/officeDocument/2006/relationships/audio" Target="../media/snd_boing.wav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image" Target="../media/image30.png"/><Relationship Id="rId4" Type="http://schemas.openxmlformats.org/officeDocument/2006/relationships/image" Target="../media/image28.png"/><Relationship Id="rId5" Type="http://schemas.openxmlformats.org/officeDocument/2006/relationships/image" Target="../media/image31.png"/><Relationship Id="rId6" Type="http://schemas.openxmlformats.org/officeDocument/2006/relationships/image" Target="../media/image32.png"/><Relationship Id="rId7" Type="http://schemas.openxmlformats.org/officeDocument/2006/relationships/image" Target="../media/image33.png"/><Relationship Id="rId8" Type="http://schemas.openxmlformats.org/officeDocument/2006/relationships/image" Target="../media/image34.png"/><Relationship Id="rId9" Type="http://schemas.openxmlformats.org/officeDocument/2006/relationships/image" Target="../media/image35.png"/><Relationship Id="rId10" Type="http://schemas.openxmlformats.org/officeDocument/2006/relationships/image" Target="../media/image36.png"/><Relationship Id="rId11" Type="http://schemas.openxmlformats.org/officeDocument/2006/relationships/slide" Target="slide38.xml"/><Relationship Id="rId12" Type="http://schemas.openxmlformats.org/officeDocument/2006/relationships/audio" Target="../media/snd_tada.wav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image" Target="../media/image23.png"/><Relationship Id="rId4" Type="http://schemas.openxmlformats.org/officeDocument/2006/relationships/image" Target="../media/image25.png"/><Relationship Id="rId5" Type="http://schemas.openxmlformats.org/officeDocument/2006/relationships/slide" Target="slide39.xml"/><Relationship Id="rId6" Type="http://schemas.openxmlformats.org/officeDocument/2006/relationships/audio" Target="../media/snd_ding.wav"/><Relationship Id="rId7" Type="http://schemas.openxmlformats.org/officeDocument/2006/relationships/image" Target="../media/image40.png"/><Relationship Id="rId8" Type="http://schemas.openxmlformats.org/officeDocument/2006/relationships/audio" Target="../media/snd_whistle.wav"/><Relationship Id="rId9" Type="http://schemas.openxmlformats.org/officeDocument/2006/relationships/audio" Target="../media/snd_cheer.wav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6.png"/><Relationship Id="rId6" Type="http://schemas.openxmlformats.org/officeDocument/2006/relationships/image" Target="../media/image5.png"/><Relationship Id="rId7" Type="http://schemas.openxmlformats.org/officeDocument/2006/relationships/slide" Target="slide40.xml"/><Relationship Id="rId8" Type="http://schemas.openxmlformats.org/officeDocument/2006/relationships/audio" Target="../media/snd_boing.wav"/><Relationship Id="rId9" Type="http://schemas.openxmlformats.org/officeDocument/2006/relationships/audio" Target="../media/snd_pop.wav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8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3.png"/><Relationship Id="rId7" Type="http://schemas.openxmlformats.org/officeDocument/2006/relationships/image" Target="../media/image21.png"/><Relationship Id="rId8" Type="http://schemas.openxmlformats.org/officeDocument/2006/relationships/slide" Target="slide41.xml"/><Relationship Id="rId9" Type="http://schemas.openxmlformats.org/officeDocument/2006/relationships/audio" Target="../media/snd_boing.wav"/><Relationship Id="rId10" Type="http://schemas.openxmlformats.org/officeDocument/2006/relationships/image" Target="../media/image40.png"/><Relationship Id="rId11" Type="http://schemas.openxmlformats.org/officeDocument/2006/relationships/audio" Target="../media/snd_munch.wav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7.png"/><Relationship Id="rId4" Type="http://schemas.openxmlformats.org/officeDocument/2006/relationships/image" Target="../media/image27.png"/><Relationship Id="rId5" Type="http://schemas.openxmlformats.org/officeDocument/2006/relationships/image" Target="../media/image18.png"/><Relationship Id="rId6" Type="http://schemas.openxmlformats.org/officeDocument/2006/relationships/slide" Target="slide42.xml"/><Relationship Id="rId7" Type="http://schemas.openxmlformats.org/officeDocument/2006/relationships/audio" Target="../media/snd_splash.wav"/><Relationship Id="rId8" Type="http://schemas.openxmlformats.org/officeDocument/2006/relationships/audio" Target="../media/snd_boing.wav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slide" Target="slide43.xml"/><Relationship Id="rId4" Type="http://schemas.openxmlformats.org/officeDocument/2006/relationships/audio" Target="../media/snd_bonk.wav"/><Relationship Id="rId5" Type="http://schemas.openxmlformats.org/officeDocument/2006/relationships/audio" Target="../media/snd_boing.wav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7.png"/><Relationship Id="rId4" Type="http://schemas.openxmlformats.org/officeDocument/2006/relationships/slide" Target="slide44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Relationship Id="rId3" Type="http://schemas.openxmlformats.org/officeDocument/2006/relationships/image" Target="../media/image37.png"/><Relationship Id="rId4" Type="http://schemas.openxmlformats.org/officeDocument/2006/relationships/image" Target="../media/image39.png"/><Relationship Id="rId5" Type="http://schemas.openxmlformats.org/officeDocument/2006/relationships/slide" Target="slide45.xml"/><Relationship Id="rId6" Type="http://schemas.openxmlformats.org/officeDocument/2006/relationships/audio" Target="../media/snd_ding.wav"/><Relationship Id="rId7" Type="http://schemas.openxmlformats.org/officeDocument/2006/relationships/audio" Target="../media/snd_vroom.wav"/><Relationship Id="rId8" Type="http://schemas.openxmlformats.org/officeDocument/2006/relationships/image" Target="../media/image40.png"/><Relationship Id="rId9" Type="http://schemas.openxmlformats.org/officeDocument/2006/relationships/audio" Target="../media/snd_cheer.wav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0.png"/><Relationship Id="rId4" Type="http://schemas.openxmlformats.org/officeDocument/2006/relationships/image" Target="../media/image7.png"/><Relationship Id="rId5" Type="http://schemas.openxmlformats.org/officeDocument/2006/relationships/slide" Target="slide46.xml"/><Relationship Id="rId6" Type="http://schemas.openxmlformats.org/officeDocument/2006/relationships/audio" Target="../media/snd_boing.wav"/><Relationship Id="rId7" Type="http://schemas.openxmlformats.org/officeDocument/2006/relationships/audio" Target="../media/snd_pop.wav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8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4.png"/><Relationship Id="rId7" Type="http://schemas.openxmlformats.org/officeDocument/2006/relationships/image" Target="../media/image21.png"/><Relationship Id="rId8" Type="http://schemas.openxmlformats.org/officeDocument/2006/relationships/image" Target="../media/image22.png"/><Relationship Id="rId9" Type="http://schemas.openxmlformats.org/officeDocument/2006/relationships/slide" Target="slide47.xml"/><Relationship Id="rId10" Type="http://schemas.openxmlformats.org/officeDocument/2006/relationships/audio" Target="../media/snd_boing.wav"/><Relationship Id="rId11" Type="http://schemas.openxmlformats.org/officeDocument/2006/relationships/image" Target="../media/image40.png"/><Relationship Id="rId12" Type="http://schemas.openxmlformats.org/officeDocument/2006/relationships/audio" Target="../media/snd_munch.wav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image" Target="../media/image23.png"/><Relationship Id="rId4" Type="http://schemas.openxmlformats.org/officeDocument/2006/relationships/image" Target="../media/image25.png"/><Relationship Id="rId5" Type="http://schemas.openxmlformats.org/officeDocument/2006/relationships/slide" Target="slide48.xml"/><Relationship Id="rId6" Type="http://schemas.openxmlformats.org/officeDocument/2006/relationships/audio" Target="../media/snd_ding.wav"/><Relationship Id="rId7" Type="http://schemas.openxmlformats.org/officeDocument/2006/relationships/image" Target="../media/image40.png"/><Relationship Id="rId8" Type="http://schemas.openxmlformats.org/officeDocument/2006/relationships/audio" Target="../media/snd_whistle.wav"/><Relationship Id="rId9" Type="http://schemas.openxmlformats.org/officeDocument/2006/relationships/audio" Target="../media/snd_cheer.wav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5.png"/><Relationship Id="rId4" Type="http://schemas.openxmlformats.org/officeDocument/2006/relationships/image" Target="../media/image18.png"/><Relationship Id="rId5" Type="http://schemas.openxmlformats.org/officeDocument/2006/relationships/image" Target="../media/image26.png"/><Relationship Id="rId6" Type="http://schemas.openxmlformats.org/officeDocument/2006/relationships/image" Target="../media/image17.png"/><Relationship Id="rId7" Type="http://schemas.openxmlformats.org/officeDocument/2006/relationships/slide" Target="slide49.xml"/><Relationship Id="rId8" Type="http://schemas.openxmlformats.org/officeDocument/2006/relationships/audio" Target="../media/snd_boing.wav"/><Relationship Id="rId9" Type="http://schemas.openxmlformats.org/officeDocument/2006/relationships/audio" Target="../media/snd_splash.wav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slide" Target="slide50.xml"/><Relationship Id="rId4" Type="http://schemas.openxmlformats.org/officeDocument/2006/relationships/audio" Target="../media/snd_bonk.wav"/><Relationship Id="rId5" Type="http://schemas.openxmlformats.org/officeDocument/2006/relationships/audio" Target="../media/snd_boing.wav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image" Target="../media/image30.png"/><Relationship Id="rId4" Type="http://schemas.openxmlformats.org/officeDocument/2006/relationships/image" Target="../media/image28.png"/><Relationship Id="rId5" Type="http://schemas.openxmlformats.org/officeDocument/2006/relationships/image" Target="../media/image31.png"/><Relationship Id="rId6" Type="http://schemas.openxmlformats.org/officeDocument/2006/relationships/image" Target="../media/image32.png"/><Relationship Id="rId7" Type="http://schemas.openxmlformats.org/officeDocument/2006/relationships/image" Target="../media/image33.png"/><Relationship Id="rId8" Type="http://schemas.openxmlformats.org/officeDocument/2006/relationships/image" Target="../media/image34.png"/><Relationship Id="rId9" Type="http://schemas.openxmlformats.org/officeDocument/2006/relationships/image" Target="../media/image35.png"/><Relationship Id="rId10" Type="http://schemas.openxmlformats.org/officeDocument/2006/relationships/image" Target="../media/image36.png"/><Relationship Id="rId11" Type="http://schemas.openxmlformats.org/officeDocument/2006/relationships/slide" Target="slide51.xml"/><Relationship Id="rId12" Type="http://schemas.openxmlformats.org/officeDocument/2006/relationships/audio" Target="../media/snd_tada.wav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7.png"/><Relationship Id="rId4" Type="http://schemas.openxmlformats.org/officeDocument/2006/relationships/image" Target="../media/image20.png"/><Relationship Id="rId5" Type="http://schemas.openxmlformats.org/officeDocument/2006/relationships/image" Target="../media/image6.png"/><Relationship Id="rId6" Type="http://schemas.openxmlformats.org/officeDocument/2006/relationships/slide" Target="slide52.xml"/><Relationship Id="rId7" Type="http://schemas.openxmlformats.org/officeDocument/2006/relationships/audio" Target="../media/snd_pop.wav"/><Relationship Id="rId8" Type="http://schemas.openxmlformats.org/officeDocument/2006/relationships/audio" Target="../media/snd_boing.wav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8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22.png"/><Relationship Id="rId9" Type="http://schemas.openxmlformats.org/officeDocument/2006/relationships/slide" Target="slide53.xml"/><Relationship Id="rId10" Type="http://schemas.openxmlformats.org/officeDocument/2006/relationships/audio" Target="../media/snd_boing.wav"/><Relationship Id="rId11" Type="http://schemas.openxmlformats.org/officeDocument/2006/relationships/image" Target="../media/image40.png"/><Relationship Id="rId12" Type="http://schemas.openxmlformats.org/officeDocument/2006/relationships/audio" Target="../media/snd_munch.wav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5.png"/><Relationship Id="rId4" Type="http://schemas.openxmlformats.org/officeDocument/2006/relationships/image" Target="../media/image17.png"/><Relationship Id="rId5" Type="http://schemas.openxmlformats.org/officeDocument/2006/relationships/slide" Target="slide54.xml"/><Relationship Id="rId6" Type="http://schemas.openxmlformats.org/officeDocument/2006/relationships/audio" Target="../media/snd_splash.wav"/><Relationship Id="rId7" Type="http://schemas.openxmlformats.org/officeDocument/2006/relationships/audio" Target="../media/snd_boing.wav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slide" Target="slide55.xml"/><Relationship Id="rId4" Type="http://schemas.openxmlformats.org/officeDocument/2006/relationships/audio" Target="../media/snd_boing.wav"/><Relationship Id="rId5" Type="http://schemas.openxmlformats.org/officeDocument/2006/relationships/audio" Target="../media/snd_bonk.wav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image" Target="../media/image23.png"/><Relationship Id="rId4" Type="http://schemas.openxmlformats.org/officeDocument/2006/relationships/image" Target="../media/image25.png"/><Relationship Id="rId5" Type="http://schemas.openxmlformats.org/officeDocument/2006/relationships/slide" Target="slide56.xml"/><Relationship Id="rId6" Type="http://schemas.openxmlformats.org/officeDocument/2006/relationships/audio" Target="../media/snd_ding.wav"/><Relationship Id="rId7" Type="http://schemas.openxmlformats.org/officeDocument/2006/relationships/image" Target="../media/image40.png"/><Relationship Id="rId8" Type="http://schemas.openxmlformats.org/officeDocument/2006/relationships/audio" Target="../media/snd_whistle.wav"/><Relationship Id="rId9" Type="http://schemas.openxmlformats.org/officeDocument/2006/relationships/audio" Target="../media/snd_cheer.wav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5.png"/><Relationship Id="rId4" Type="http://schemas.openxmlformats.org/officeDocument/2006/relationships/image" Target="../media/image2.png"/><Relationship Id="rId5" Type="http://schemas.openxmlformats.org/officeDocument/2006/relationships/image" Target="../media/image4.png"/><Relationship Id="rId6" Type="http://schemas.openxmlformats.org/officeDocument/2006/relationships/slide" Target="slide57.xml"/><Relationship Id="rId7" Type="http://schemas.openxmlformats.org/officeDocument/2006/relationships/audio" Target="../media/snd_pop.wav"/><Relationship Id="rId8" Type="http://schemas.openxmlformats.org/officeDocument/2006/relationships/audio" Target="../media/snd_boing.wav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8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4.png"/><Relationship Id="rId7" Type="http://schemas.openxmlformats.org/officeDocument/2006/relationships/image" Target="../media/image13.png"/><Relationship Id="rId8" Type="http://schemas.openxmlformats.org/officeDocument/2006/relationships/image" Target="../media/image12.png"/><Relationship Id="rId9" Type="http://schemas.openxmlformats.org/officeDocument/2006/relationships/slide" Target="slide58.xml"/><Relationship Id="rId10" Type="http://schemas.openxmlformats.org/officeDocument/2006/relationships/image" Target="../media/image40.png"/><Relationship Id="rId11" Type="http://schemas.openxmlformats.org/officeDocument/2006/relationships/audio" Target="../media/snd_munch.wav"/><Relationship Id="rId12" Type="http://schemas.openxmlformats.org/officeDocument/2006/relationships/audio" Target="../media/snd_boing.wav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26.png"/><Relationship Id="rId4" Type="http://schemas.openxmlformats.org/officeDocument/2006/relationships/image" Target="../media/image18.png"/><Relationship Id="rId5" Type="http://schemas.openxmlformats.org/officeDocument/2006/relationships/slide" Target="slide59.xml"/><Relationship Id="rId6" Type="http://schemas.openxmlformats.org/officeDocument/2006/relationships/audio" Target="../media/snd_splash.wav"/><Relationship Id="rId7" Type="http://schemas.openxmlformats.org/officeDocument/2006/relationships/audio" Target="../media/snd_boing.wav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slide" Target="slide60.xml"/><Relationship Id="rId4" Type="http://schemas.openxmlformats.org/officeDocument/2006/relationships/audio" Target="../media/snd_boing.wav"/><Relationship Id="rId5" Type="http://schemas.openxmlformats.org/officeDocument/2006/relationships/audio" Target="../media/snd_bonk.wav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image" Target="../media/image30.png"/><Relationship Id="rId4" Type="http://schemas.openxmlformats.org/officeDocument/2006/relationships/image" Target="../media/image28.png"/><Relationship Id="rId5" Type="http://schemas.openxmlformats.org/officeDocument/2006/relationships/image" Target="../media/image31.png"/><Relationship Id="rId6" Type="http://schemas.openxmlformats.org/officeDocument/2006/relationships/image" Target="../media/image32.png"/><Relationship Id="rId7" Type="http://schemas.openxmlformats.org/officeDocument/2006/relationships/image" Target="../media/image33.png"/><Relationship Id="rId8" Type="http://schemas.openxmlformats.org/officeDocument/2006/relationships/image" Target="../media/image34.png"/><Relationship Id="rId9" Type="http://schemas.openxmlformats.org/officeDocument/2006/relationships/image" Target="../media/image35.png"/><Relationship Id="rId10" Type="http://schemas.openxmlformats.org/officeDocument/2006/relationships/image" Target="../media/image36.png"/><Relationship Id="rId11" Type="http://schemas.openxmlformats.org/officeDocument/2006/relationships/slide" Target="slide61.xml"/><Relationship Id="rId12" Type="http://schemas.openxmlformats.org/officeDocument/2006/relationships/audio" Target="../media/snd_tada.wav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png"/><Relationship Id="rId6" Type="http://schemas.openxmlformats.org/officeDocument/2006/relationships/slide" Target="slide62.xml"/><Relationship Id="rId7" Type="http://schemas.openxmlformats.org/officeDocument/2006/relationships/audio" Target="../media/snd_boing.wav"/><Relationship Id="rId8" Type="http://schemas.openxmlformats.org/officeDocument/2006/relationships/audio" Target="../media/snd_pop.wav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8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4.png"/><Relationship Id="rId8" Type="http://schemas.openxmlformats.org/officeDocument/2006/relationships/image" Target="../media/image13.png"/><Relationship Id="rId9" Type="http://schemas.openxmlformats.org/officeDocument/2006/relationships/slide" Target="slide63.xml"/><Relationship Id="rId10" Type="http://schemas.openxmlformats.org/officeDocument/2006/relationships/image" Target="../media/image40.png"/><Relationship Id="rId11" Type="http://schemas.openxmlformats.org/officeDocument/2006/relationships/audio" Target="../media/snd_munch.wav"/><Relationship Id="rId12" Type="http://schemas.openxmlformats.org/officeDocument/2006/relationships/audio" Target="../media/snd_boing.wav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image" Target="../media/image23.png"/><Relationship Id="rId4" Type="http://schemas.openxmlformats.org/officeDocument/2006/relationships/image" Target="../media/image25.png"/><Relationship Id="rId5" Type="http://schemas.openxmlformats.org/officeDocument/2006/relationships/slide" Target="slide64.xml"/><Relationship Id="rId6" Type="http://schemas.openxmlformats.org/officeDocument/2006/relationships/audio" Target="../media/snd_ding.wav"/><Relationship Id="rId7" Type="http://schemas.openxmlformats.org/officeDocument/2006/relationships/image" Target="../media/image40.png"/><Relationship Id="rId8" Type="http://schemas.openxmlformats.org/officeDocument/2006/relationships/audio" Target="../media/snd_whistle.wav"/><Relationship Id="rId9" Type="http://schemas.openxmlformats.org/officeDocument/2006/relationships/audio" Target="../media/snd_cheer.wav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8.png"/><Relationship Id="rId4" Type="http://schemas.openxmlformats.org/officeDocument/2006/relationships/image" Target="../media/image15.png"/><Relationship Id="rId5" Type="http://schemas.openxmlformats.org/officeDocument/2006/relationships/image" Target="../media/image27.png"/><Relationship Id="rId6" Type="http://schemas.openxmlformats.org/officeDocument/2006/relationships/image" Target="../media/image17.png"/><Relationship Id="rId7" Type="http://schemas.openxmlformats.org/officeDocument/2006/relationships/slide" Target="slide65.xml"/><Relationship Id="rId8" Type="http://schemas.openxmlformats.org/officeDocument/2006/relationships/audio" Target="../media/snd_boing.wav"/><Relationship Id="rId9" Type="http://schemas.openxmlformats.org/officeDocument/2006/relationships/audio" Target="../media/snd_splash.wav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slide" Target="slide66.xml"/><Relationship Id="rId4" Type="http://schemas.openxmlformats.org/officeDocument/2006/relationships/audio" Target="../media/snd_boing.wav"/><Relationship Id="rId5" Type="http://schemas.openxmlformats.org/officeDocument/2006/relationships/audio" Target="../media/snd_bonk.wav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2.png"/><Relationship Id="rId6" Type="http://schemas.openxmlformats.org/officeDocument/2006/relationships/slide" Target="slide67.xml"/><Relationship Id="rId7" Type="http://schemas.openxmlformats.org/officeDocument/2006/relationships/audio" Target="../media/snd_boing.wav"/><Relationship Id="rId8" Type="http://schemas.openxmlformats.org/officeDocument/2006/relationships/audio" Target="../media/snd_pop.wav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8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21.png"/><Relationship Id="rId7" Type="http://schemas.openxmlformats.org/officeDocument/2006/relationships/image" Target="../media/image12.png"/><Relationship Id="rId8" Type="http://schemas.openxmlformats.org/officeDocument/2006/relationships/slide" Target="slide68.xml"/><Relationship Id="rId9" Type="http://schemas.openxmlformats.org/officeDocument/2006/relationships/audio" Target="../media/snd_boing.wav"/><Relationship Id="rId10" Type="http://schemas.openxmlformats.org/officeDocument/2006/relationships/image" Target="../media/image40.png"/><Relationship Id="rId11" Type="http://schemas.openxmlformats.org/officeDocument/2006/relationships/audio" Target="../media/snd_munch.wav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5.png"/><Relationship Id="rId4" Type="http://schemas.openxmlformats.org/officeDocument/2006/relationships/image" Target="../media/image27.png"/><Relationship Id="rId5" Type="http://schemas.openxmlformats.org/officeDocument/2006/relationships/image" Target="../media/image26.png"/><Relationship Id="rId6" Type="http://schemas.openxmlformats.org/officeDocument/2006/relationships/slide" Target="slide69.xml"/><Relationship Id="rId7" Type="http://schemas.openxmlformats.org/officeDocument/2006/relationships/audio" Target="../media/snd_splash.wav"/><Relationship Id="rId8" Type="http://schemas.openxmlformats.org/officeDocument/2006/relationships/audio" Target="../media/snd_boing.wav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slide" Target="slide70.xml"/><Relationship Id="rId4" Type="http://schemas.openxmlformats.org/officeDocument/2006/relationships/audio" Target="../media/snd_boing.wav"/><Relationship Id="rId5" Type="http://schemas.openxmlformats.org/officeDocument/2006/relationships/audio" Target="../media/snd_bonk.wav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image" Target="../media/image30.png"/><Relationship Id="rId4" Type="http://schemas.openxmlformats.org/officeDocument/2006/relationships/image" Target="../media/image28.png"/><Relationship Id="rId5" Type="http://schemas.openxmlformats.org/officeDocument/2006/relationships/image" Target="../media/image31.png"/><Relationship Id="rId6" Type="http://schemas.openxmlformats.org/officeDocument/2006/relationships/image" Target="../media/image32.png"/><Relationship Id="rId7" Type="http://schemas.openxmlformats.org/officeDocument/2006/relationships/image" Target="../media/image33.png"/><Relationship Id="rId8" Type="http://schemas.openxmlformats.org/officeDocument/2006/relationships/image" Target="../media/image34.png"/><Relationship Id="rId9" Type="http://schemas.openxmlformats.org/officeDocument/2006/relationships/image" Target="../media/image35.png"/><Relationship Id="rId10" Type="http://schemas.openxmlformats.org/officeDocument/2006/relationships/image" Target="../media/image36.png"/><Relationship Id="rId11" Type="http://schemas.openxmlformats.org/officeDocument/2006/relationships/slide" Target="slide71.xml"/><Relationship Id="rId12" Type="http://schemas.openxmlformats.org/officeDocument/2006/relationships/audio" Target="../media/snd_tada.wav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image" Target="../media/image23.png"/><Relationship Id="rId4" Type="http://schemas.openxmlformats.org/officeDocument/2006/relationships/image" Target="../media/image25.png"/><Relationship Id="rId5" Type="http://schemas.openxmlformats.org/officeDocument/2006/relationships/slide" Target="slide72.xml"/><Relationship Id="rId6" Type="http://schemas.openxmlformats.org/officeDocument/2006/relationships/audio" Target="../media/snd_ding.wav"/><Relationship Id="rId7" Type="http://schemas.openxmlformats.org/officeDocument/2006/relationships/image" Target="../media/image40.png"/><Relationship Id="rId8" Type="http://schemas.openxmlformats.org/officeDocument/2006/relationships/audio" Target="../media/snd_whistle.wav"/><Relationship Id="rId9" Type="http://schemas.openxmlformats.org/officeDocument/2006/relationships/audio" Target="../media/snd_cheer.wav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0.png"/><Relationship Id="rId4" Type="http://schemas.openxmlformats.org/officeDocument/2006/relationships/image" Target="../media/image6.png"/><Relationship Id="rId5" Type="http://schemas.openxmlformats.org/officeDocument/2006/relationships/image" Target="../media/image5.png"/><Relationship Id="rId6" Type="http://schemas.openxmlformats.org/officeDocument/2006/relationships/image" Target="../media/image2.png"/><Relationship Id="rId7" Type="http://schemas.openxmlformats.org/officeDocument/2006/relationships/slide" Target="slide73.xml"/><Relationship Id="rId8" Type="http://schemas.openxmlformats.org/officeDocument/2006/relationships/audio" Target="../media/snd_boing.wav"/><Relationship Id="rId9" Type="http://schemas.openxmlformats.org/officeDocument/2006/relationships/audio" Target="../media/snd_pop.wav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8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3.png"/><Relationship Id="rId7" Type="http://schemas.openxmlformats.org/officeDocument/2006/relationships/image" Target="../media/image22.png"/><Relationship Id="rId8" Type="http://schemas.openxmlformats.org/officeDocument/2006/relationships/image" Target="../media/image14.png"/><Relationship Id="rId9" Type="http://schemas.openxmlformats.org/officeDocument/2006/relationships/slide" Target="slide74.xml"/><Relationship Id="rId10" Type="http://schemas.openxmlformats.org/officeDocument/2006/relationships/image" Target="../media/image40.png"/><Relationship Id="rId11" Type="http://schemas.openxmlformats.org/officeDocument/2006/relationships/audio" Target="../media/snd_munch.wav"/><Relationship Id="rId12" Type="http://schemas.openxmlformats.org/officeDocument/2006/relationships/audio" Target="../media/snd_boing.wav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27.png"/><Relationship Id="rId4" Type="http://schemas.openxmlformats.org/officeDocument/2006/relationships/image" Target="../media/image26.png"/><Relationship Id="rId5" Type="http://schemas.openxmlformats.org/officeDocument/2006/relationships/image" Target="../media/image15.png"/><Relationship Id="rId6" Type="http://schemas.openxmlformats.org/officeDocument/2006/relationships/slide" Target="slide75.xml"/><Relationship Id="rId7" Type="http://schemas.openxmlformats.org/officeDocument/2006/relationships/audio" Target="../media/snd_boing.wav"/><Relationship Id="rId8" Type="http://schemas.openxmlformats.org/officeDocument/2006/relationships/audio" Target="../media/snd_splash.wav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slide" Target="slide76.xml"/><Relationship Id="rId4" Type="http://schemas.openxmlformats.org/officeDocument/2006/relationships/audio" Target="../media/snd_boing.wav"/><Relationship Id="rId5" Type="http://schemas.openxmlformats.org/officeDocument/2006/relationships/audio" Target="../media/snd_bonk.wav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7.png"/><Relationship Id="rId6" Type="http://schemas.openxmlformats.org/officeDocument/2006/relationships/slide" Target="slide77.xml"/><Relationship Id="rId7" Type="http://schemas.openxmlformats.org/officeDocument/2006/relationships/audio" Target="../media/snd_pop.wav"/><Relationship Id="rId8" Type="http://schemas.openxmlformats.org/officeDocument/2006/relationships/audio" Target="../media/snd_boing.wav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8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21.png"/><Relationship Id="rId7" Type="http://schemas.openxmlformats.org/officeDocument/2006/relationships/image" Target="../media/image12.png"/><Relationship Id="rId8" Type="http://schemas.openxmlformats.org/officeDocument/2006/relationships/image" Target="../media/image22.png"/><Relationship Id="rId9" Type="http://schemas.openxmlformats.org/officeDocument/2006/relationships/slide" Target="slide78.xml"/><Relationship Id="rId10" Type="http://schemas.openxmlformats.org/officeDocument/2006/relationships/image" Target="../media/image40.png"/><Relationship Id="rId11" Type="http://schemas.openxmlformats.org/officeDocument/2006/relationships/audio" Target="../media/snd_munch.wav"/><Relationship Id="rId12" Type="http://schemas.openxmlformats.org/officeDocument/2006/relationships/audio" Target="../media/snd_boing.wav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image" Target="../media/image23.png"/><Relationship Id="rId4" Type="http://schemas.openxmlformats.org/officeDocument/2006/relationships/image" Target="../media/image25.png"/><Relationship Id="rId5" Type="http://schemas.openxmlformats.org/officeDocument/2006/relationships/slide" Target="slide79.xml"/><Relationship Id="rId6" Type="http://schemas.openxmlformats.org/officeDocument/2006/relationships/audio" Target="../media/snd_ding.wav"/><Relationship Id="rId7" Type="http://schemas.openxmlformats.org/officeDocument/2006/relationships/image" Target="../media/image40.png"/><Relationship Id="rId8" Type="http://schemas.openxmlformats.org/officeDocument/2006/relationships/audio" Target="../media/snd_whistle.wav"/><Relationship Id="rId9" Type="http://schemas.openxmlformats.org/officeDocument/2006/relationships/audio" Target="../media/snd_cheer.wav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8.png"/><Relationship Id="rId4" Type="http://schemas.openxmlformats.org/officeDocument/2006/relationships/image" Target="../media/image17.png"/><Relationship Id="rId5" Type="http://schemas.openxmlformats.org/officeDocument/2006/relationships/image" Target="../media/image27.png"/><Relationship Id="rId6" Type="http://schemas.openxmlformats.org/officeDocument/2006/relationships/image" Target="../media/image15.png"/><Relationship Id="rId7" Type="http://schemas.openxmlformats.org/officeDocument/2006/relationships/slide" Target="slide80.xml"/><Relationship Id="rId8" Type="http://schemas.openxmlformats.org/officeDocument/2006/relationships/audio" Target="../media/snd_splash.wav"/><Relationship Id="rId9" Type="http://schemas.openxmlformats.org/officeDocument/2006/relationships/audio" Target="../media/snd_boing.wav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slide" Target="slide81.xml"/><Relationship Id="rId4" Type="http://schemas.openxmlformats.org/officeDocument/2006/relationships/audio" Target="../media/snd_bonk.wav"/><Relationship Id="rId5" Type="http://schemas.openxmlformats.org/officeDocument/2006/relationships/audio" Target="../media/snd_boing.wav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image" Target="../media/image30.png"/><Relationship Id="rId4" Type="http://schemas.openxmlformats.org/officeDocument/2006/relationships/image" Target="../media/image28.png"/><Relationship Id="rId5" Type="http://schemas.openxmlformats.org/officeDocument/2006/relationships/image" Target="../media/image31.png"/><Relationship Id="rId6" Type="http://schemas.openxmlformats.org/officeDocument/2006/relationships/image" Target="../media/image32.png"/><Relationship Id="rId7" Type="http://schemas.openxmlformats.org/officeDocument/2006/relationships/image" Target="../media/image33.png"/><Relationship Id="rId8" Type="http://schemas.openxmlformats.org/officeDocument/2006/relationships/image" Target="../media/image34.png"/><Relationship Id="rId9" Type="http://schemas.openxmlformats.org/officeDocument/2006/relationships/image" Target="../media/image35.png"/><Relationship Id="rId10" Type="http://schemas.openxmlformats.org/officeDocument/2006/relationships/image" Target="../media/image36.png"/><Relationship Id="rId11" Type="http://schemas.openxmlformats.org/officeDocument/2006/relationships/slide" Target="slide82.xml"/><Relationship Id="rId12" Type="http://schemas.openxmlformats.org/officeDocument/2006/relationships/audio" Target="../media/snd_tada.wav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Relationship Id="rId3" Type="http://schemas.openxmlformats.org/officeDocument/2006/relationships/image" Target="../media/image37.png"/><Relationship Id="rId4" Type="http://schemas.openxmlformats.org/officeDocument/2006/relationships/image" Target="../media/image39.png"/><Relationship Id="rId5" Type="http://schemas.openxmlformats.org/officeDocument/2006/relationships/slide" Target="slide83.xml"/><Relationship Id="rId6" Type="http://schemas.openxmlformats.org/officeDocument/2006/relationships/audio" Target="../media/snd_ding.wav"/><Relationship Id="rId7" Type="http://schemas.openxmlformats.org/officeDocument/2006/relationships/audio" Target="../media/snd_vroom.wav"/><Relationship Id="rId8" Type="http://schemas.openxmlformats.org/officeDocument/2006/relationships/image" Target="../media/image40.png"/><Relationship Id="rId9" Type="http://schemas.openxmlformats.org/officeDocument/2006/relationships/audio" Target="../media/snd_cheer.wav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slide" Target="slide2.xml"/><Relationship Id="rId4" Type="http://schemas.openxmlformats.org/officeDocument/2006/relationships/image" Target="../media/image40.png"/><Relationship Id="rId5" Type="http://schemas.openxmlformats.org/officeDocument/2006/relationships/audio" Target="../media/snd_cheer.wav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Card"/>
          <p:cNvSpPr/>
          <p:nvPr/>
        </p:nvSpPr>
        <p:spPr>
          <a:xfrm>
            <a:off x="2286000" y="1079500"/>
            <a:ext cx="7620000" cy="3556000"/>
          </a:xfrm>
          <a:prstGeom prst="roundRect">
            <a:avLst>
              <a:gd name="adj" fmla="val 10000"/>
            </a:avLst>
          </a:prstGeom>
          <a:solidFill>
            <a:srgbClr val="FFFFFF">
              <a:alpha val="85000"/>
            </a:srgbClr>
          </a:solidFill>
          <a:ln w="508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itle" descr="Dammah Games"/>
          <p:cNvSpPr/>
          <p:nvPr/>
        </p:nvSpPr>
        <p:spPr>
          <a:xfrm>
            <a:off x="2540000" y="1333500"/>
            <a:ext cx="7112000" cy="9525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7000" b="1" lang="en-US">
                <a:solidFill>
                  <a:srgbClr val="8A6CF0"/>
                </a:solidFill>
                <a:latin typeface="Arial"/>
                <a:cs typeface="Arial"/>
              </a:rPr>
              <a:t>Dammah Games</a:t>
            </a:r>
          </a:p>
        </p:txBody>
      </p:sp>
      <p:sp>
        <p:nvSpPr>
          <p:cNvPr id="5" name="Letters" descr="بُ  تُ  نُ  مُ"/>
          <p:cNvSpPr/>
          <p:nvPr/>
        </p:nvSpPr>
        <p:spPr>
          <a:xfrm>
            <a:off x="2540000" y="2349500"/>
            <a:ext cx="7112000" cy="1397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600" b="1" lang="ar-SA">
                <a:solidFill>
                  <a:srgbClr val="2E2640"/>
                </a:solidFill>
                <a:latin typeface="Arial"/>
                <a:cs typeface="Arial"/>
              </a:rPr>
              <a:t>بُ  تُ  نُ  مُ</a:t>
            </a:r>
          </a:p>
        </p:txBody>
      </p:sp>
      <p:sp>
        <p:nvSpPr>
          <p:cNvPr id="6" name="Subtitle" descr="Tap, pop, feed, catch and race!"/>
          <p:cNvSpPr/>
          <p:nvPr/>
        </p:nvSpPr>
        <p:spPr>
          <a:xfrm>
            <a:off x="2540000" y="3746500"/>
            <a:ext cx="7112000" cy="635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700" b="1" lang="en-US">
                <a:solidFill>
                  <a:srgbClr val="2E2640"/>
                </a:solidFill>
                <a:latin typeface="Arial"/>
                <a:cs typeface="Arial"/>
              </a:rPr>
              <a:t>Tap, pop, feed, catch and race!</a:t>
            </a:r>
          </a:p>
        </p:txBody>
      </p:sp>
      <p:sp>
        <p:nvSpPr>
          <p:cNvPr id="7" name="Start" descr="Start ▶">
            <a:hlinkClick action="ppaction://hlinksldjump" r:id="rId3"/>
          </p:cNvPr>
          <p:cNvSpPr/>
          <p:nvPr/>
        </p:nvSpPr>
        <p:spPr>
          <a:xfrm>
            <a:off x="4826000" y="5016500"/>
            <a:ext cx="2540000" cy="889000"/>
          </a:xfrm>
          <a:prstGeom prst="roundRect">
            <a:avLst>
              <a:gd name="adj" fmla="val 30000"/>
            </a:avLst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Start ▶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Card"/>
          <p:cNvSpPr/>
          <p:nvPr/>
        </p:nvSpPr>
        <p:spPr>
          <a:xfrm>
            <a:off x="1651000" y="762000"/>
            <a:ext cx="8890000" cy="4826000"/>
          </a:xfrm>
          <a:prstGeom prst="roundRect">
            <a:avLst>
              <a:gd name="adj" fmla="val 8000"/>
            </a:avLst>
          </a:prstGeom>
          <a:solidFill>
            <a:srgbClr val="FFFFFF">
              <a:alpha val="85000"/>
            </a:srgbClr>
          </a:solidFill>
          <a:ln w="508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itle" descr="How to play: Balloon Pop"/>
          <p:cNvSpPr/>
          <p:nvPr/>
        </p:nvSpPr>
        <p:spPr>
          <a:xfrm>
            <a:off x="1905000" y="952500"/>
            <a:ext cx="8382000" cy="889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4100" b="1" lang="en-US">
                <a:solidFill>
                  <a:srgbClr val="8A6CF0"/>
                </a:solidFill>
                <a:latin typeface="Arial"/>
                <a:cs typeface="Arial"/>
              </a:rPr>
              <a:t>How to play: Balloon Pop</a:t>
            </a:r>
          </a:p>
        </p:txBody>
      </p:sp>
      <p:sp>
        <p:nvSpPr>
          <p:cNvPr id="5" name="Line 1" descr="1.  Read the word at the top."/>
          <p:cNvSpPr/>
          <p:nvPr/>
        </p:nvSpPr>
        <p:spPr>
          <a:xfrm>
            <a:off x="1841500" y="2095500"/>
            <a:ext cx="6350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300" b="1" lang="en-US">
                <a:solidFill>
                  <a:srgbClr val="2E2640"/>
                </a:solidFill>
                <a:latin typeface="Arial"/>
                <a:cs typeface="Arial"/>
              </a:rPr>
              <a:t>1.  Read the word at the top.</a:t>
            </a:r>
          </a:p>
        </p:txBody>
      </p:sp>
      <p:sp>
        <p:nvSpPr>
          <p:cNvPr id="6" name="Line 2" descr="2.  Tap the balloons that match."/>
          <p:cNvSpPr/>
          <p:nvPr/>
        </p:nvSpPr>
        <p:spPr>
          <a:xfrm>
            <a:off x="1841500" y="3048000"/>
            <a:ext cx="6350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300" b="1" lang="en-US">
                <a:solidFill>
                  <a:srgbClr val="2E2640"/>
                </a:solidFill>
                <a:latin typeface="Arial"/>
                <a:cs typeface="Arial"/>
              </a:rPr>
              <a:t>2.  Tap the balloons that match.</a:t>
            </a:r>
          </a:p>
        </p:txBody>
      </p:sp>
      <p:sp>
        <p:nvSpPr>
          <p:cNvPr id="7" name="Line 3" descr="3.  Pop! You get a star."/>
          <p:cNvSpPr/>
          <p:nvPr/>
        </p:nvSpPr>
        <p:spPr>
          <a:xfrm>
            <a:off x="1841500" y="4000500"/>
            <a:ext cx="6350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300" b="1" lang="en-US">
                <a:solidFill>
                  <a:srgbClr val="2E2640"/>
                </a:solidFill>
                <a:latin typeface="Arial"/>
                <a:cs typeface="Arial"/>
              </a:rPr>
              <a:t>3.  Pop! You get a star.</a:t>
            </a:r>
          </a:p>
        </p:txBody>
      </p:sp>
      <p:pic>
        <p:nvPicPr>
          <p:cNvPr id="8" name="Picture" descr="Pictur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8500" y="2413000"/>
            <a:ext cx="2032000" cy="2032000"/>
          </a:xfrm>
          <a:prstGeom prst="rect">
            <a:avLst/>
          </a:prstGeom>
        </p:spPr>
      </p:pic>
      <p:sp>
        <p:nvSpPr>
          <p:cNvPr id="9" name="Next button">
            <a:hlinkClick action="ppaction://hlinksldjump" r:id="rId4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Next arrow">
            <a:hlinkClick action="ppaction://hlinksldjump" r:id="rId4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 “u”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Pop  “u”</a:t>
            </a:r>
          </a:p>
        </p:txBody>
      </p:sp>
      <p:sp>
        <p:nvSpPr>
          <p:cNvPr id="5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9" name="Balloon 1 غ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0" name="Balloon picture 1" descr="Balloon 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1905000"/>
            <a:ext cx="1651000" cy="2857500"/>
          </a:xfrm>
          <a:prstGeom prst="rect">
            <a:avLst/>
          </a:prstGeom>
        </p:spPr>
      </p:pic>
      <p:sp>
        <p:nvSpPr>
          <p:cNvPr id="11" name="Balloon letter 1" descr="غُ"/>
          <p:cNvSpPr/>
          <p:nvPr/>
        </p:nvSpPr>
        <p:spPr>
          <a:xfrm>
            <a:off x="95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غُ</a:t>
            </a:r>
          </a:p>
        </p:txBody>
      </p:sp>
      <p:grpSp>
        <p:nvGrpSpPr>
          <p:cNvPr id="12" name="Balloon 2 ت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3" name="Balloon picture 2" descr="Balloon 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0" y="2286000"/>
            <a:ext cx="1651000" cy="2857500"/>
          </a:xfrm>
          <a:prstGeom prst="rect">
            <a:avLst/>
          </a:prstGeom>
        </p:spPr>
      </p:pic>
      <p:sp>
        <p:nvSpPr>
          <p:cNvPr id="14" name="Balloon letter 2" descr="تُ"/>
          <p:cNvSpPr/>
          <p:nvPr/>
        </p:nvSpPr>
        <p:spPr>
          <a:xfrm>
            <a:off x="3175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تُ</a:t>
            </a:r>
          </a:p>
        </p:txBody>
      </p:sp>
      <p:grpSp>
        <p:nvGrpSpPr>
          <p:cNvPr id="15" name="Balloon 3 ج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6" name="Balloon picture 3" descr="Balloon 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0500" y="1905000"/>
            <a:ext cx="1651000" cy="2857500"/>
          </a:xfrm>
          <a:prstGeom prst="rect">
            <a:avLst/>
          </a:prstGeom>
        </p:spPr>
      </p:pic>
      <p:sp>
        <p:nvSpPr>
          <p:cNvPr id="17" name="Balloon letter 3" descr="جُ"/>
          <p:cNvSpPr/>
          <p:nvPr/>
        </p:nvSpPr>
        <p:spPr>
          <a:xfrm>
            <a:off x="5397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جُ</a:t>
            </a:r>
          </a:p>
        </p:txBody>
      </p:sp>
      <p:grpSp>
        <p:nvGrpSpPr>
          <p:cNvPr id="18" name="Balloon 4 أ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Balloon picture 4" descr="Balloon picture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3000" y="2286000"/>
            <a:ext cx="1651000" cy="2857500"/>
          </a:xfrm>
          <a:prstGeom prst="rect">
            <a:avLst/>
          </a:prstGeom>
        </p:spPr>
      </p:pic>
      <p:sp>
        <p:nvSpPr>
          <p:cNvPr id="20" name="Balloon letter 4" descr="أُ"/>
          <p:cNvSpPr/>
          <p:nvPr/>
        </p:nvSpPr>
        <p:spPr>
          <a:xfrm>
            <a:off x="7620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أُ</a:t>
            </a:r>
          </a:p>
        </p:txBody>
      </p:sp>
      <p:grpSp>
        <p:nvGrpSpPr>
          <p:cNvPr id="21" name="Balloon 5 أ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22" name="Balloon picture 5" descr="Balloon picture 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15500" y="1905000"/>
            <a:ext cx="1651000" cy="2857500"/>
          </a:xfrm>
          <a:prstGeom prst="rect">
            <a:avLst/>
          </a:prstGeom>
        </p:spPr>
      </p:pic>
      <p:sp>
        <p:nvSpPr>
          <p:cNvPr id="23" name="Balloon letter 5" descr="أُ"/>
          <p:cNvSpPr/>
          <p:nvPr/>
        </p:nvSpPr>
        <p:spPr>
          <a:xfrm>
            <a:off x="984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أُ</a:t>
            </a:r>
          </a:p>
        </p:txBody>
      </p:sp>
      <p:sp>
        <p:nvSpPr>
          <p:cNvPr id="24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4" dur="15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6" dur="167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8" dur="184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0" dur="201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2" dur="2180" fill="hold" repeatCount="indefinite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9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16" dur="90" fill="hold" repeatCount="3000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1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5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6" fill="hold">
                      <p:stCondLst>
                        <p:cond delay="0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22" dur="90" fill="hold" repeatCount="3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2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1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2" fill="hold">
                      <p:stCondLst>
                        <p:cond delay="0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28" dur="90" fill="hold" repeatCount="3000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2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5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6" fill="hold">
                      <p:stCondLst>
                        <p:cond delay="0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4" dur="150" fill="hold"/>
                                        <p:tgtEl>
                                          <p:spTgt spid="18"/>
                                        </p:tgtEl>
                                      </p:cBhvr>
                                      <p:by x="125000" y="125000"/>
                                    </p:animScale>
                                    <p:audio>
                                      <p:cMediaNode vol="90000">
                                        <p:cTn id="3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9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" dur="2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9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0" fill="hold">
                      <p:stCondLst>
                        <p:cond delay="0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8" dur="150" fill="hold"/>
                                        <p:tgtEl>
                                          <p:spTgt spid="21"/>
                                        </p:tgtEl>
                                      </p:cBhvr>
                                      <p:by x="125000" y="125000"/>
                                    </p:animScale>
                                    <p:audio>
                                      <p:cMediaNode vol="90000">
                                        <p:cTn id="4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3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" dur="2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Card"/>
          <p:cNvSpPr/>
          <p:nvPr/>
        </p:nvSpPr>
        <p:spPr>
          <a:xfrm>
            <a:off x="1651000" y="762000"/>
            <a:ext cx="8890000" cy="4826000"/>
          </a:xfrm>
          <a:prstGeom prst="roundRect">
            <a:avLst>
              <a:gd name="adj" fmla="val 8000"/>
            </a:avLst>
          </a:prstGeom>
          <a:solidFill>
            <a:srgbClr val="FFFFFF">
              <a:alpha val="85000"/>
            </a:srgbClr>
          </a:solidFill>
          <a:ln w="508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itle" descr="How to play: Feed the Monster"/>
          <p:cNvSpPr/>
          <p:nvPr/>
        </p:nvSpPr>
        <p:spPr>
          <a:xfrm>
            <a:off x="1905000" y="952500"/>
            <a:ext cx="8382000" cy="889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400" b="1" lang="en-US">
                <a:solidFill>
                  <a:srgbClr val="8A6CF0"/>
                </a:solidFill>
                <a:latin typeface="Arial"/>
                <a:cs typeface="Arial"/>
              </a:rPr>
              <a:t>How to play: Feed the Monster</a:t>
            </a:r>
          </a:p>
        </p:txBody>
      </p:sp>
      <p:sp>
        <p:nvSpPr>
          <p:cNvPr id="5" name="Line 1" descr="1.  The monster wants one sound."/>
          <p:cNvSpPr/>
          <p:nvPr/>
        </p:nvSpPr>
        <p:spPr>
          <a:xfrm>
            <a:off x="1841500" y="2095500"/>
            <a:ext cx="6350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300" b="1" lang="en-US">
                <a:solidFill>
                  <a:srgbClr val="2E2640"/>
                </a:solidFill>
                <a:latin typeface="Arial"/>
                <a:cs typeface="Arial"/>
              </a:rPr>
              <a:t>1.  The monster wants one sound.</a:t>
            </a:r>
          </a:p>
        </p:txBody>
      </p:sp>
      <p:sp>
        <p:nvSpPr>
          <p:cNvPr id="6" name="Line 2" descr="2.  Tap the right food."/>
          <p:cNvSpPr/>
          <p:nvPr/>
        </p:nvSpPr>
        <p:spPr>
          <a:xfrm>
            <a:off x="1841500" y="3048000"/>
            <a:ext cx="6350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300" b="1" lang="en-US">
                <a:solidFill>
                  <a:srgbClr val="2E2640"/>
                </a:solidFill>
                <a:latin typeface="Arial"/>
                <a:cs typeface="Arial"/>
              </a:rPr>
              <a:t>2.  Tap the right food.</a:t>
            </a:r>
          </a:p>
        </p:txBody>
      </p:sp>
      <p:sp>
        <p:nvSpPr>
          <p:cNvPr id="7" name="Line 3" descr="3.  Wrong food? “No, thanks!”"/>
          <p:cNvSpPr/>
          <p:nvPr/>
        </p:nvSpPr>
        <p:spPr>
          <a:xfrm>
            <a:off x="1841500" y="4000500"/>
            <a:ext cx="6350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300" b="1" lang="en-US">
                <a:solidFill>
                  <a:srgbClr val="2E2640"/>
                </a:solidFill>
                <a:latin typeface="Arial"/>
                <a:cs typeface="Arial"/>
              </a:rPr>
              <a:t>3.  Wrong food? “No, thanks!”</a:t>
            </a:r>
          </a:p>
        </p:txBody>
      </p:sp>
      <p:pic>
        <p:nvPicPr>
          <p:cNvPr id="8" name="Picture" descr="Pictur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8500" y="2413000"/>
            <a:ext cx="2032000" cy="2032000"/>
          </a:xfrm>
          <a:prstGeom prst="rect">
            <a:avLst/>
          </a:prstGeom>
        </p:spPr>
      </p:pic>
      <p:sp>
        <p:nvSpPr>
          <p:cNvPr id="9" name="Next button">
            <a:hlinkClick action="ppaction://hlinksldjump" r:id="rId4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Next arrow">
            <a:hlinkClick action="ppaction://hlinksldjump" r:id="rId4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921000" y="190500"/>
            <a:ext cx="635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Feed me  “u”!"/>
          <p:cNvSpPr/>
          <p:nvPr/>
        </p:nvSpPr>
        <p:spPr>
          <a:xfrm>
            <a:off x="3048000" y="190500"/>
            <a:ext cx="6096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Feed me  “u”!</a:t>
            </a:r>
          </a:p>
        </p:txBody>
      </p:sp>
      <p:pic>
        <p:nvPicPr>
          <p:cNvPr id="5" name="Monster (hungry)" descr="Monster (hungry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pic>
        <p:nvPicPr>
          <p:cNvPr id="6" name="Monster (chewing)" descr="Monster (chewing)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pic>
        <p:nvPicPr>
          <p:cNvPr id="7" name="Monster (no thanks)" descr="Monster (no thanks)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sp>
        <p:nvSpPr>
          <p:cNvPr id="8" name="Yummy" descr="Yummy!"/>
          <p:cNvSpPr/>
          <p:nvPr/>
        </p:nvSpPr>
        <p:spPr>
          <a:xfrm>
            <a:off x="3556000" y="1460500"/>
            <a:ext cx="2413000" cy="1270000"/>
          </a:xfrm>
          <a:prstGeom prst="cloudCallout">
            <a:avLst/>
          </a:prstGeom>
          <a:solidFill>
            <a:srgbClr val="FFFFFF"/>
          </a:solidFill>
          <a:ln w="381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3200" b="1" lang="en-US">
                <a:solidFill>
                  <a:srgbClr val="E5536F"/>
                </a:solidFill>
                <a:latin typeface="Arial"/>
                <a:cs typeface="Arial"/>
              </a:rPr>
              <a:t>Yummy!</a:t>
            </a:r>
          </a:p>
        </p:txBody>
      </p:sp>
      <p:grpSp>
        <p:nvGrpSpPr>
          <p:cNvPr id="9" name="Food 1 ظ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0" name="Food picture 1" descr="Food picture 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0" y="1778000"/>
            <a:ext cx="1905000" cy="1905000"/>
          </a:xfrm>
          <a:prstGeom prst="rect">
            <a:avLst/>
          </a:prstGeom>
        </p:spPr>
      </p:pic>
      <p:sp>
        <p:nvSpPr>
          <p:cNvPr id="11" name="Food letter 1" descr="ظُ"/>
          <p:cNvSpPr/>
          <p:nvPr/>
        </p:nvSpPr>
        <p:spPr>
          <a:xfrm>
            <a:off x="742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ظُ</a:t>
            </a:r>
          </a:p>
        </p:txBody>
      </p:sp>
      <p:grpSp>
        <p:nvGrpSpPr>
          <p:cNvPr id="12" name="Food 2 أ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3" name="Food picture 2" descr="Food picture 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25000" y="1778000"/>
            <a:ext cx="1905000" cy="1905000"/>
          </a:xfrm>
          <a:prstGeom prst="rect">
            <a:avLst/>
          </a:prstGeom>
        </p:spPr>
      </p:pic>
      <p:sp>
        <p:nvSpPr>
          <p:cNvPr id="14" name="Food letter 2" descr="أُ"/>
          <p:cNvSpPr/>
          <p:nvPr/>
        </p:nvSpPr>
        <p:spPr>
          <a:xfrm>
            <a:off x="996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أُ</a:t>
            </a:r>
          </a:p>
        </p:txBody>
      </p:sp>
      <p:grpSp>
        <p:nvGrpSpPr>
          <p:cNvPr id="15" name="Food 3 ج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6" name="Food picture 3" descr="Food picture 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85000" y="4064000"/>
            <a:ext cx="1905000" cy="1905000"/>
          </a:xfrm>
          <a:prstGeom prst="rect">
            <a:avLst/>
          </a:prstGeom>
        </p:spPr>
      </p:pic>
      <p:sp>
        <p:nvSpPr>
          <p:cNvPr id="17" name="Food letter 3" descr="جُ"/>
          <p:cNvSpPr/>
          <p:nvPr/>
        </p:nvSpPr>
        <p:spPr>
          <a:xfrm>
            <a:off x="742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جُ</a:t>
            </a:r>
          </a:p>
        </p:txBody>
      </p:sp>
      <p:grpSp>
        <p:nvGrpSpPr>
          <p:cNvPr id="18" name="Food 4 ك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Food picture 4" descr="Food picture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25000" y="4064000"/>
            <a:ext cx="1905000" cy="1905000"/>
          </a:xfrm>
          <a:prstGeom prst="rect">
            <a:avLst/>
          </a:prstGeom>
        </p:spPr>
      </p:pic>
      <p:sp>
        <p:nvSpPr>
          <p:cNvPr id="20" name="Food letter 4" descr="كُ"/>
          <p:cNvSpPr/>
          <p:nvPr/>
        </p:nvSpPr>
        <p:spPr>
          <a:xfrm>
            <a:off x="996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كُ</a:t>
            </a:r>
          </a:p>
        </p:txBody>
      </p:sp>
      <p:sp>
        <p:nvSpPr>
          <p:cNvPr id="21" name="Next button">
            <a:hlinkClick action="ppaction://hlinksldjump" r:id="rId9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Next arrow">
            <a:hlinkClick action="ppaction://hlinksldjump" r:id="rId9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sound anchor" descr="sound anchor (invisible)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15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6" fill="hold">
                      <p:stCondLst>
                        <p:cond delay="0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4" dur="90" fill="hold" repeatCount="3000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0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8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" fill="hold">
                      <p:stCondLst>
                        <p:cond delay="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6406 0.2130 E" pathEditMode="relative" ptsTypes="AA">
                                      <p:cBhvr>
                                        <p:cTn id="18" dur="7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2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munc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3" presetID="53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0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3" fill="hold">
                      <p:stCondLst>
                        <p:cond delay="0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41" dur="90" fill="hold" repeatCount="3000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4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0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6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7" fill="hold">
                      <p:stCondLst>
                        <p:cond delay="0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5" dur="90" fill="hold" repeatCount="3000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0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Card"/>
          <p:cNvSpPr/>
          <p:nvPr/>
        </p:nvSpPr>
        <p:spPr>
          <a:xfrm>
            <a:off x="1651000" y="762000"/>
            <a:ext cx="8890000" cy="4826000"/>
          </a:xfrm>
          <a:prstGeom prst="roundRect">
            <a:avLst>
              <a:gd name="adj" fmla="val 8000"/>
            </a:avLst>
          </a:prstGeom>
          <a:solidFill>
            <a:srgbClr val="FFFFFF">
              <a:alpha val="85000"/>
            </a:srgbClr>
          </a:solidFill>
          <a:ln w="508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itle" descr="How to play: Catch the Fish"/>
          <p:cNvSpPr/>
          <p:nvPr/>
        </p:nvSpPr>
        <p:spPr>
          <a:xfrm>
            <a:off x="1905000" y="952500"/>
            <a:ext cx="8382000" cy="889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8A6CF0"/>
                </a:solidFill>
                <a:latin typeface="Arial"/>
                <a:cs typeface="Arial"/>
              </a:rPr>
              <a:t>How to play: Catch the Fish</a:t>
            </a:r>
          </a:p>
        </p:txBody>
      </p:sp>
      <p:sp>
        <p:nvSpPr>
          <p:cNvPr id="5" name="Line 1" descr="1.  The fish are swimming."/>
          <p:cNvSpPr/>
          <p:nvPr/>
        </p:nvSpPr>
        <p:spPr>
          <a:xfrm>
            <a:off x="1841500" y="2095500"/>
            <a:ext cx="6350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700" b="1" lang="en-US">
                <a:solidFill>
                  <a:srgbClr val="2E2640"/>
                </a:solidFill>
                <a:latin typeface="Arial"/>
                <a:cs typeface="Arial"/>
              </a:rPr>
              <a:t>1.  The fish are swimming.</a:t>
            </a:r>
          </a:p>
        </p:txBody>
      </p:sp>
      <p:sp>
        <p:nvSpPr>
          <p:cNvPr id="6" name="Line 2" descr="2.  Tap the fish that match."/>
          <p:cNvSpPr/>
          <p:nvPr/>
        </p:nvSpPr>
        <p:spPr>
          <a:xfrm>
            <a:off x="1841500" y="3048000"/>
            <a:ext cx="6350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700" b="1" lang="en-US">
                <a:solidFill>
                  <a:srgbClr val="2E2640"/>
                </a:solidFill>
                <a:latin typeface="Arial"/>
                <a:cs typeface="Arial"/>
              </a:rPr>
              <a:t>2.  Tap the fish that match.</a:t>
            </a:r>
          </a:p>
        </p:txBody>
      </p:sp>
      <p:sp>
        <p:nvSpPr>
          <p:cNvPr id="7" name="Line 3" descr="3.  Splash! You get a star."/>
          <p:cNvSpPr/>
          <p:nvPr/>
        </p:nvSpPr>
        <p:spPr>
          <a:xfrm>
            <a:off x="1841500" y="4000500"/>
            <a:ext cx="6350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700" b="1" lang="en-US">
                <a:solidFill>
                  <a:srgbClr val="2E2640"/>
                </a:solidFill>
                <a:latin typeface="Arial"/>
                <a:cs typeface="Arial"/>
              </a:rPr>
              <a:t>3.  Splash! You get a star.</a:t>
            </a:r>
          </a:p>
        </p:txBody>
      </p:sp>
      <p:pic>
        <p:nvPicPr>
          <p:cNvPr id="8" name="Picture" descr="Pictur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8500" y="2413000"/>
            <a:ext cx="2032000" cy="1270000"/>
          </a:xfrm>
          <a:prstGeom prst="rect">
            <a:avLst/>
          </a:prstGeom>
        </p:spPr>
      </p:pic>
      <p:sp>
        <p:nvSpPr>
          <p:cNvPr id="9" name="Next button">
            <a:hlinkClick action="ppaction://hlinksldjump" r:id="rId4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Next arrow">
            <a:hlinkClick action="ppaction://hlinksldjump" r:id="rId4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 “bu”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Catch  “bu”</a:t>
            </a:r>
          </a:p>
        </p:txBody>
      </p:sp>
      <p:sp>
        <p:nvSpPr>
          <p:cNvPr id="5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9" name="Fish 1 ب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0" name="Fish picture 1" descr="Fish 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651000"/>
            <a:ext cx="2286000" cy="1416050"/>
          </a:xfrm>
          <a:prstGeom prst="rect">
            <a:avLst/>
          </a:prstGeom>
        </p:spPr>
      </p:pic>
      <p:sp>
        <p:nvSpPr>
          <p:cNvPr id="11" name="Fish letter 1" descr="بُ"/>
          <p:cNvSpPr/>
          <p:nvPr/>
        </p:nvSpPr>
        <p:spPr>
          <a:xfrm>
            <a:off x="1682750" y="1885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بُ</a:t>
            </a:r>
          </a:p>
        </p:txBody>
      </p:sp>
      <p:grpSp>
        <p:nvGrpSpPr>
          <p:cNvPr id="12" name="Fish 2 د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3" name="Fish picture 2" descr="Fish 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500" y="1905000"/>
            <a:ext cx="2286000" cy="1416050"/>
          </a:xfrm>
          <a:prstGeom prst="rect">
            <a:avLst/>
          </a:prstGeom>
        </p:spPr>
      </p:pic>
      <p:sp>
        <p:nvSpPr>
          <p:cNvPr id="14" name="Fish letter 2" descr="دُ"/>
          <p:cNvSpPr/>
          <p:nvPr/>
        </p:nvSpPr>
        <p:spPr>
          <a:xfrm>
            <a:off x="7207250" y="2139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دُ</a:t>
            </a:r>
          </a:p>
        </p:txBody>
      </p:sp>
      <p:grpSp>
        <p:nvGrpSpPr>
          <p:cNvPr id="15" name="Fish 3 ش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6" name="Fish picture 3" descr="Fish pictur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56000" y="3302000"/>
            <a:ext cx="2286000" cy="1416050"/>
          </a:xfrm>
          <a:prstGeom prst="rect">
            <a:avLst/>
          </a:prstGeom>
        </p:spPr>
      </p:pic>
      <p:sp>
        <p:nvSpPr>
          <p:cNvPr id="17" name="Fish letter 3" descr="شُ"/>
          <p:cNvSpPr/>
          <p:nvPr/>
        </p:nvSpPr>
        <p:spPr>
          <a:xfrm>
            <a:off x="4095750" y="3536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شُ</a:t>
            </a:r>
          </a:p>
        </p:txBody>
      </p:sp>
      <p:grpSp>
        <p:nvGrpSpPr>
          <p:cNvPr id="18" name="Fish 4 ب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Fish picture 4" descr="Fish 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2500" y="3810000"/>
            <a:ext cx="2286000" cy="1416050"/>
          </a:xfrm>
          <a:prstGeom prst="rect">
            <a:avLst/>
          </a:prstGeom>
        </p:spPr>
      </p:pic>
      <p:sp>
        <p:nvSpPr>
          <p:cNvPr id="20" name="Fish letter 4" descr="بُ"/>
          <p:cNvSpPr/>
          <p:nvPr/>
        </p:nvSpPr>
        <p:spPr>
          <a:xfrm>
            <a:off x="9112250" y="4044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بُ</a:t>
            </a:r>
          </a:p>
        </p:txBody>
      </p:sp>
      <p:grpSp>
        <p:nvGrpSpPr>
          <p:cNvPr id="21" name="Fish 5 ص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22" name="Fish picture 5" descr="Fish 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7500" y="4826000"/>
            <a:ext cx="2286000" cy="1416050"/>
          </a:xfrm>
          <a:prstGeom prst="rect">
            <a:avLst/>
          </a:prstGeom>
        </p:spPr>
      </p:pic>
      <p:sp>
        <p:nvSpPr>
          <p:cNvPr id="23" name="Fish letter 5" descr="صُ"/>
          <p:cNvSpPr/>
          <p:nvPr/>
        </p:nvSpPr>
        <p:spPr>
          <a:xfrm>
            <a:off x="2127250" y="5060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صُ</a:t>
            </a:r>
          </a:p>
        </p:txBody>
      </p:sp>
      <p:sp>
        <p:nvSpPr>
          <p:cNvPr id="24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4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6" dur="29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8" dur="320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0" dur="350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2" dur="3800" fill="hold" repeatCount="indefinite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7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8" fill="hold">
                      <p:stCondLst>
                        <p:cond delay="0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6" dur="150" fill="hold"/>
                                        <p:tgtEl>
                                          <p:spTgt spid="9"/>
                                        </p:tgtEl>
                                      </p:cBhvr>
                                      <p:by x="120000" y="120000"/>
                                    </p:animScale>
                                    <p:audio>
                                      <p:cMediaNode vol="90000">
                                        <p:cTn id="1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spla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1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30" dur="90" fill="hold" repeatCount="3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9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0" fill="hold">
                      <p:stCondLst>
                        <p:cond delay="0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36" dur="90" fill="hold" repeatCount="3000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3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4" fill="hold">
                      <p:stCondLst>
                        <p:cond delay="0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2" dur="150" fill="hold"/>
                                        <p:tgtEl>
                                          <p:spTgt spid="18"/>
                                        </p:tgtEl>
                                      </p:cBhvr>
                                      <p:by x="120000" y="120000"/>
                                    </p:animScale>
                                    <p:audio>
                                      <p:cMediaNode vol="90000">
                                        <p:cTn id="4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spla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7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9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9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0" fill="hold">
                      <p:stCondLst>
                        <p:cond delay="0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6" dur="90" fill="hold" repeatCount="3000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Card"/>
          <p:cNvSpPr/>
          <p:nvPr/>
        </p:nvSpPr>
        <p:spPr>
          <a:xfrm>
            <a:off x="1651000" y="762000"/>
            <a:ext cx="8890000" cy="4826000"/>
          </a:xfrm>
          <a:prstGeom prst="roundRect">
            <a:avLst>
              <a:gd name="adj" fmla="val 8000"/>
            </a:avLst>
          </a:prstGeom>
          <a:solidFill>
            <a:srgbClr val="FFFFFF">
              <a:alpha val="85000"/>
            </a:srgbClr>
          </a:solidFill>
          <a:ln w="508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itle" descr="How to play: Pop-Up Letters"/>
          <p:cNvSpPr/>
          <p:nvPr/>
        </p:nvSpPr>
        <p:spPr>
          <a:xfrm>
            <a:off x="1905000" y="952500"/>
            <a:ext cx="8382000" cy="889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8A6CF0"/>
                </a:solidFill>
                <a:latin typeface="Arial"/>
                <a:cs typeface="Arial"/>
              </a:rPr>
              <a:t>How to play: Pop-Up Letters</a:t>
            </a:r>
          </a:p>
        </p:txBody>
      </p:sp>
      <p:sp>
        <p:nvSpPr>
          <p:cNvPr id="5" name="Line 1" descr="1.  Letters pop out of the holes."/>
          <p:cNvSpPr/>
          <p:nvPr/>
        </p:nvSpPr>
        <p:spPr>
          <a:xfrm>
            <a:off x="1841500" y="2095500"/>
            <a:ext cx="6350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300" b="1" lang="en-US">
                <a:solidFill>
                  <a:srgbClr val="2E2640"/>
                </a:solidFill>
                <a:latin typeface="Arial"/>
                <a:cs typeface="Arial"/>
              </a:rPr>
              <a:t>1.  Letters pop out of the holes.</a:t>
            </a:r>
          </a:p>
        </p:txBody>
      </p:sp>
      <p:sp>
        <p:nvSpPr>
          <p:cNvPr id="6" name="Line 2" descr="2.  Tap the ones that match."/>
          <p:cNvSpPr/>
          <p:nvPr/>
        </p:nvSpPr>
        <p:spPr>
          <a:xfrm>
            <a:off x="1841500" y="3048000"/>
            <a:ext cx="6350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300" b="1" lang="en-US">
                <a:solidFill>
                  <a:srgbClr val="2E2640"/>
                </a:solidFill>
                <a:latin typeface="Arial"/>
                <a:cs typeface="Arial"/>
              </a:rPr>
              <a:t>2.  Tap the ones that match.</a:t>
            </a:r>
          </a:p>
        </p:txBody>
      </p:sp>
      <p:sp>
        <p:nvSpPr>
          <p:cNvPr id="7" name="Line 3" descr="3.  Bonk! You get a star."/>
          <p:cNvSpPr/>
          <p:nvPr/>
        </p:nvSpPr>
        <p:spPr>
          <a:xfrm>
            <a:off x="1841500" y="4000500"/>
            <a:ext cx="6350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300" b="1" lang="en-US">
                <a:solidFill>
                  <a:srgbClr val="2E2640"/>
                </a:solidFill>
                <a:latin typeface="Arial"/>
                <a:cs typeface="Arial"/>
              </a:rPr>
              <a:t>3.  Bonk! You get a star.</a:t>
            </a:r>
          </a:p>
        </p:txBody>
      </p:sp>
      <p:sp>
        <p:nvSpPr>
          <p:cNvPr id="8" name="Next button">
            <a:hlinkClick action="ppaction://hlinksldjump" r:id="rId3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Next arrow">
            <a:hlinkClick action="ppaction://hlinksldjump" r:id="rId3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 “bu”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Tap every  “bu”</a:t>
            </a:r>
          </a:p>
        </p:txBody>
      </p:sp>
      <p:sp>
        <p:nvSpPr>
          <p:cNvPr id="5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Star place 3"/>
          <p:cNvSpPr/>
          <p:nvPr/>
        </p:nvSpPr>
        <p:spPr>
          <a:xfrm>
            <a:off x="12954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Star 3"/>
          <p:cNvSpPr/>
          <p:nvPr/>
        </p:nvSpPr>
        <p:spPr>
          <a:xfrm>
            <a:off x="12954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ile 1 بُ" descr="بُ"/>
          <p:cNvSpPr/>
          <p:nvPr/>
        </p:nvSpPr>
        <p:spPr>
          <a:xfrm>
            <a:off x="2635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بُ</a:t>
            </a:r>
          </a:p>
        </p:txBody>
      </p:sp>
      <p:sp>
        <p:nvSpPr>
          <p:cNvPr id="13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ile 2 جُ" descr="جُ"/>
          <p:cNvSpPr/>
          <p:nvPr/>
        </p:nvSpPr>
        <p:spPr>
          <a:xfrm>
            <a:off x="5429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جُ</a:t>
            </a:r>
          </a:p>
        </p:txBody>
      </p:sp>
      <p:sp>
        <p:nvSpPr>
          <p:cNvPr id="15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ile 3 رُ" descr="رُ"/>
          <p:cNvSpPr/>
          <p:nvPr/>
        </p:nvSpPr>
        <p:spPr>
          <a:xfrm>
            <a:off x="8223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رُ</a:t>
            </a:r>
          </a:p>
        </p:txBody>
      </p:sp>
      <p:sp>
        <p:nvSpPr>
          <p:cNvPr id="17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ile 4 بُ" descr="بُ"/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بُ</a:t>
            </a:r>
          </a:p>
        </p:txBody>
      </p:sp>
      <p:sp>
        <p:nvSpPr>
          <p:cNvPr id="19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ile 5 خُ" descr="خُ"/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خُ</a:t>
            </a:r>
          </a:p>
        </p:txBody>
      </p:sp>
      <p:sp>
        <p:nvSpPr>
          <p:cNvPr id="21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ile 6 بُ" descr="بُ"/>
          <p:cNvSpPr/>
          <p:nvPr/>
        </p:nvSpPr>
        <p:spPr>
          <a:xfrm>
            <a:off x="8223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بُ</a:t>
            </a:r>
          </a:p>
        </p:txBody>
      </p:sp>
      <p:sp>
        <p:nvSpPr>
          <p:cNvPr id="23" name="Next button">
            <a:hlinkClick action="ppaction://hlinksldjump" r:id="rId3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Next arrow">
            <a:hlinkClick action="ppaction://hlinksldjump" r:id="rId3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4" dur="85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23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6" dur="97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46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8" dur="109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69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0" dur="121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92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2" dur="1330" fill="hold" repeatCount="indefinite" autoRev="1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11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4" dur="1450" fill="hold" repeatCount="indefinite" autoRev="1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9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0" fill="hold">
                      <p:stCondLst>
                        <p:cond delay="0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8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1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bon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3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2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53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5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6" fill="hold">
                      <p:stCondLst>
                        <p:cond delay="0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32" dur="90" fill="hold" repeatCount="3000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1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2" fill="hold">
                      <p:stCondLst>
                        <p:cond delay="0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38" dur="90" fill="hold" repeatCount="3000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5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6" fill="hold">
                      <p:stCondLst>
                        <p:cond delay="0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44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4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bon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9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" dur="2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53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1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1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2" fill="hold">
                      <p:stCondLst>
                        <p:cond delay="0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8" dur="90" fill="hold" repeatCount="3000" autoRev="1"/>
                                        <p:tgtEl>
                                          <p:spTgt spid="2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75" restart="whenNotActive" fill="hold" evtFilter="cancelBubble" nodeType="interactiveSeq">
                <p:stCondLst>
                  <p:cond evt="onClick" delay="0">
                    <p:tgtEl>
                      <p:spTgt spid="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6" fill="hold">
                      <p:stCondLst>
                        <p:cond delay="0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4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6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bon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69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" dur="2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53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1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 “tu”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Pop  “tu”</a:t>
            </a:r>
          </a:p>
        </p:txBody>
      </p:sp>
      <p:sp>
        <p:nvSpPr>
          <p:cNvPr id="5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9" name="Balloon 1 ت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0" name="Balloon picture 1" descr="Balloon 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1905000"/>
            <a:ext cx="1651000" cy="2857500"/>
          </a:xfrm>
          <a:prstGeom prst="rect">
            <a:avLst/>
          </a:prstGeom>
        </p:spPr>
      </p:pic>
      <p:sp>
        <p:nvSpPr>
          <p:cNvPr id="11" name="Balloon letter 1" descr="تُ"/>
          <p:cNvSpPr/>
          <p:nvPr/>
        </p:nvSpPr>
        <p:spPr>
          <a:xfrm>
            <a:off x="95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تُ</a:t>
            </a:r>
          </a:p>
        </p:txBody>
      </p:sp>
      <p:grpSp>
        <p:nvGrpSpPr>
          <p:cNvPr id="12" name="Balloon 2 ل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3" name="Balloon picture 2" descr="Balloon 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0" y="2286000"/>
            <a:ext cx="1651000" cy="2857500"/>
          </a:xfrm>
          <a:prstGeom prst="rect">
            <a:avLst/>
          </a:prstGeom>
        </p:spPr>
      </p:pic>
      <p:sp>
        <p:nvSpPr>
          <p:cNvPr id="14" name="Balloon letter 2" descr="لُ"/>
          <p:cNvSpPr/>
          <p:nvPr/>
        </p:nvSpPr>
        <p:spPr>
          <a:xfrm>
            <a:off x="3175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لُ</a:t>
            </a:r>
          </a:p>
        </p:txBody>
      </p:sp>
      <p:grpSp>
        <p:nvGrpSpPr>
          <p:cNvPr id="15" name="Balloon 3 ت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6" name="Balloon picture 3" descr="Balloon pictur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70500" y="1905000"/>
            <a:ext cx="1651000" cy="2857500"/>
          </a:xfrm>
          <a:prstGeom prst="rect">
            <a:avLst/>
          </a:prstGeom>
        </p:spPr>
      </p:pic>
      <p:sp>
        <p:nvSpPr>
          <p:cNvPr id="17" name="Balloon letter 3" descr="تُ"/>
          <p:cNvSpPr/>
          <p:nvPr/>
        </p:nvSpPr>
        <p:spPr>
          <a:xfrm>
            <a:off x="5397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تُ</a:t>
            </a:r>
          </a:p>
        </p:txBody>
      </p:sp>
      <p:grpSp>
        <p:nvGrpSpPr>
          <p:cNvPr id="18" name="Balloon 4 ض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Balloon picture 4" descr="Balloon picture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93000" y="2286000"/>
            <a:ext cx="1651000" cy="2857500"/>
          </a:xfrm>
          <a:prstGeom prst="rect">
            <a:avLst/>
          </a:prstGeom>
        </p:spPr>
      </p:pic>
      <p:sp>
        <p:nvSpPr>
          <p:cNvPr id="20" name="Balloon letter 4" descr="ضُ"/>
          <p:cNvSpPr/>
          <p:nvPr/>
        </p:nvSpPr>
        <p:spPr>
          <a:xfrm>
            <a:off x="7620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ضُ</a:t>
            </a:r>
          </a:p>
        </p:txBody>
      </p:sp>
      <p:grpSp>
        <p:nvGrpSpPr>
          <p:cNvPr id="21" name="Balloon 5 ذ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22" name="Balloon picture 5" descr="Balloon 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15500" y="1905000"/>
            <a:ext cx="1651000" cy="2857500"/>
          </a:xfrm>
          <a:prstGeom prst="rect">
            <a:avLst/>
          </a:prstGeom>
        </p:spPr>
      </p:pic>
      <p:sp>
        <p:nvSpPr>
          <p:cNvPr id="23" name="Balloon letter 5" descr="ذُ"/>
          <p:cNvSpPr/>
          <p:nvPr/>
        </p:nvSpPr>
        <p:spPr>
          <a:xfrm>
            <a:off x="984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ذُ</a:t>
            </a:r>
          </a:p>
        </p:txBody>
      </p:sp>
      <p:sp>
        <p:nvSpPr>
          <p:cNvPr id="24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4" dur="15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6" dur="167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8" dur="184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0" dur="201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2" dur="2180" fill="hold" repeatCount="indefinite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7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8" fill="hold">
                      <p:stCondLst>
                        <p:cond delay="0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6" dur="150" fill="hold"/>
                                        <p:tgtEl>
                                          <p:spTgt spid="9"/>
                                        </p:tgtEl>
                                      </p:cBhvr>
                                      <p:by x="125000" y="125000"/>
                                    </p:animScale>
                                    <p:audio>
                                      <p:cMediaNode vol="90000">
                                        <p:cTn id="1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1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2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30" dur="90" fill="hold" repeatCount="3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7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8" fill="hold">
                      <p:stCondLst>
                        <p:cond delay="0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6" dur="150" fill="hold"/>
                                        <p:tgtEl>
                                          <p:spTgt spid="15"/>
                                        </p:tgtEl>
                                      </p:cBhvr>
                                      <p:by x="125000" y="125000"/>
                                    </p:animScale>
                                    <p:audio>
                                      <p:cMediaNode vol="90000">
                                        <p:cTn id="3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1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" dur="2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3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4" fill="hold">
                      <p:stCondLst>
                        <p:cond delay="0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0" dur="90" fill="hold" repeatCount="3000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9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0" fill="hold">
                      <p:stCondLst>
                        <p:cond delay="0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6" dur="90" fill="hold" repeatCount="3000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921000" y="190500"/>
            <a:ext cx="635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Feed me  “tu”!"/>
          <p:cNvSpPr/>
          <p:nvPr/>
        </p:nvSpPr>
        <p:spPr>
          <a:xfrm>
            <a:off x="3048000" y="190500"/>
            <a:ext cx="6096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Feed me  “tu”!</a:t>
            </a:r>
          </a:p>
        </p:txBody>
      </p:sp>
      <p:pic>
        <p:nvPicPr>
          <p:cNvPr id="5" name="Monster (hungry)" descr="Monster (hungry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pic>
        <p:nvPicPr>
          <p:cNvPr id="6" name="Monster (chewing)" descr="Monster (chewing)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pic>
        <p:nvPicPr>
          <p:cNvPr id="7" name="Monster (no thanks)" descr="Monster (no thanks)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sp>
        <p:nvSpPr>
          <p:cNvPr id="8" name="Yummy" descr="Yummy!"/>
          <p:cNvSpPr/>
          <p:nvPr/>
        </p:nvSpPr>
        <p:spPr>
          <a:xfrm>
            <a:off x="3556000" y="1460500"/>
            <a:ext cx="2413000" cy="1270000"/>
          </a:xfrm>
          <a:prstGeom prst="cloudCallout">
            <a:avLst/>
          </a:prstGeom>
          <a:solidFill>
            <a:srgbClr val="FFFFFF"/>
          </a:solidFill>
          <a:ln w="381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3200" b="1" lang="en-US">
                <a:solidFill>
                  <a:srgbClr val="E5536F"/>
                </a:solidFill>
                <a:latin typeface="Arial"/>
                <a:cs typeface="Arial"/>
              </a:rPr>
              <a:t>Yummy!</a:t>
            </a:r>
          </a:p>
        </p:txBody>
      </p:sp>
      <p:grpSp>
        <p:nvGrpSpPr>
          <p:cNvPr id="9" name="Food 1 و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0" name="Food picture 1" descr="Food picture 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0" y="1778000"/>
            <a:ext cx="1905000" cy="1905000"/>
          </a:xfrm>
          <a:prstGeom prst="rect">
            <a:avLst/>
          </a:prstGeom>
        </p:spPr>
      </p:pic>
      <p:sp>
        <p:nvSpPr>
          <p:cNvPr id="11" name="Food letter 1" descr="وُ"/>
          <p:cNvSpPr/>
          <p:nvPr/>
        </p:nvSpPr>
        <p:spPr>
          <a:xfrm>
            <a:off x="742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وُ</a:t>
            </a:r>
          </a:p>
        </p:txBody>
      </p:sp>
      <p:grpSp>
        <p:nvGrpSpPr>
          <p:cNvPr id="12" name="Food 2 ف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3" name="Food picture 2" descr="Food picture 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25000" y="1778000"/>
            <a:ext cx="1905000" cy="1905000"/>
          </a:xfrm>
          <a:prstGeom prst="rect">
            <a:avLst/>
          </a:prstGeom>
        </p:spPr>
      </p:pic>
      <p:sp>
        <p:nvSpPr>
          <p:cNvPr id="14" name="Food letter 2" descr="فُ"/>
          <p:cNvSpPr/>
          <p:nvPr/>
        </p:nvSpPr>
        <p:spPr>
          <a:xfrm>
            <a:off x="996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فُ</a:t>
            </a:r>
          </a:p>
        </p:txBody>
      </p:sp>
      <p:grpSp>
        <p:nvGrpSpPr>
          <p:cNvPr id="15" name="Food 3 ب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6" name="Food picture 3" descr="Food picture 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85000" y="4064000"/>
            <a:ext cx="1905000" cy="1905000"/>
          </a:xfrm>
          <a:prstGeom prst="rect">
            <a:avLst/>
          </a:prstGeom>
        </p:spPr>
      </p:pic>
      <p:sp>
        <p:nvSpPr>
          <p:cNvPr id="17" name="Food letter 3" descr="بُ"/>
          <p:cNvSpPr/>
          <p:nvPr/>
        </p:nvSpPr>
        <p:spPr>
          <a:xfrm>
            <a:off x="742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بُ</a:t>
            </a:r>
          </a:p>
        </p:txBody>
      </p:sp>
      <p:grpSp>
        <p:nvGrpSpPr>
          <p:cNvPr id="18" name="Food 4 ت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Food picture 4" descr="Food picture 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525000" y="4064000"/>
            <a:ext cx="1905000" cy="1905000"/>
          </a:xfrm>
          <a:prstGeom prst="rect">
            <a:avLst/>
          </a:prstGeom>
        </p:spPr>
      </p:pic>
      <p:sp>
        <p:nvSpPr>
          <p:cNvPr id="20" name="Food letter 4" descr="تُ"/>
          <p:cNvSpPr/>
          <p:nvPr/>
        </p:nvSpPr>
        <p:spPr>
          <a:xfrm>
            <a:off x="996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تُ</a:t>
            </a:r>
          </a:p>
        </p:txBody>
      </p:sp>
      <p:sp>
        <p:nvSpPr>
          <p:cNvPr id="21" name="Next button">
            <a:hlinkClick action="ppaction://hlinksldjump" r:id="rId10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Next arrow">
            <a:hlinkClick action="ppaction://hlinksldjump" r:id="rId10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sound anchor" descr="sound anchor (invisible)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15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6" fill="hold">
                      <p:stCondLst>
                        <p:cond delay="0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4" dur="90" fill="hold" repeatCount="3000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1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9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0" fill="hold">
                      <p:stCondLst>
                        <p:cond delay="0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18" dur="90" fill="hold" repeatCount="3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1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1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2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3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4" fill="hold">
                      <p:stCondLst>
                        <p:cond delay="0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32" dur="90" fill="hold" repeatCount="3000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1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6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6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7" fill="hold">
                      <p:stCondLst>
                        <p:cond delay="0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6406 -0.1204 E" pathEditMode="relative" ptsTypes="AA">
                                      <p:cBhvr>
                                        <p:cTn id="46" dur="7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9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" presetID="1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5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3" name="munc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61" presetID="53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" presetClass="exit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Card"/>
          <p:cNvSpPr/>
          <p:nvPr/>
        </p:nvSpPr>
        <p:spPr>
          <a:xfrm>
            <a:off x="1651000" y="762000"/>
            <a:ext cx="8890000" cy="4826000"/>
          </a:xfrm>
          <a:prstGeom prst="roundRect">
            <a:avLst>
              <a:gd name="adj" fmla="val 8000"/>
            </a:avLst>
          </a:prstGeom>
          <a:solidFill>
            <a:srgbClr val="FFFFFF">
              <a:alpha val="85000"/>
            </a:srgbClr>
          </a:solidFill>
          <a:ln w="508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itle" descr="How to play: Word Train"/>
          <p:cNvSpPr/>
          <p:nvPr/>
        </p:nvSpPr>
        <p:spPr>
          <a:xfrm>
            <a:off x="1905000" y="952500"/>
            <a:ext cx="8382000" cy="889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4300" b="1" lang="en-US">
                <a:solidFill>
                  <a:srgbClr val="8A6CF0"/>
                </a:solidFill>
                <a:latin typeface="Arial"/>
                <a:cs typeface="Arial"/>
              </a:rPr>
              <a:t>How to play: Word Train</a:t>
            </a:r>
          </a:p>
        </p:txBody>
      </p:sp>
      <p:sp>
        <p:nvSpPr>
          <p:cNvPr id="5" name="Line 1" descr="1.  Tap letters to fill the wagons."/>
          <p:cNvSpPr/>
          <p:nvPr/>
        </p:nvSpPr>
        <p:spPr>
          <a:xfrm>
            <a:off x="1841500" y="2095500"/>
            <a:ext cx="6350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100" b="1" lang="en-US">
                <a:solidFill>
                  <a:srgbClr val="2E2640"/>
                </a:solidFill>
                <a:latin typeface="Arial"/>
                <a:cs typeface="Arial"/>
              </a:rPr>
              <a:t>1.  Tap letters to fill the wagons.</a:t>
            </a:r>
          </a:p>
        </p:txBody>
      </p:sp>
      <p:sp>
        <p:nvSpPr>
          <p:cNvPr id="6" name="Line 2" descr="2.  Read the word."/>
          <p:cNvSpPr/>
          <p:nvPr/>
        </p:nvSpPr>
        <p:spPr>
          <a:xfrm>
            <a:off x="1841500" y="3048000"/>
            <a:ext cx="6350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100" b="1" lang="en-US">
                <a:solidFill>
                  <a:srgbClr val="2E2640"/>
                </a:solidFill>
                <a:latin typeface="Arial"/>
                <a:cs typeface="Arial"/>
              </a:rPr>
              <a:t>2.  Read the word.</a:t>
            </a:r>
          </a:p>
        </p:txBody>
      </p:sp>
      <p:sp>
        <p:nvSpPr>
          <p:cNvPr id="7" name="Line 3" descr="3.  Tap GO!"/>
          <p:cNvSpPr/>
          <p:nvPr/>
        </p:nvSpPr>
        <p:spPr>
          <a:xfrm>
            <a:off x="1841500" y="4000500"/>
            <a:ext cx="6350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100" b="1" lang="en-US">
                <a:solidFill>
                  <a:srgbClr val="2E2640"/>
                </a:solidFill>
                <a:latin typeface="Arial"/>
                <a:cs typeface="Arial"/>
              </a:rPr>
              <a:t>3.  Tap GO!</a:t>
            </a:r>
          </a:p>
        </p:txBody>
      </p:sp>
      <p:pic>
        <p:nvPicPr>
          <p:cNvPr id="8" name="Picture" descr="Pictur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8500" y="2413000"/>
            <a:ext cx="2032000" cy="1270000"/>
          </a:xfrm>
          <a:prstGeom prst="rect">
            <a:avLst/>
          </a:prstGeom>
        </p:spPr>
      </p:pic>
      <p:sp>
        <p:nvSpPr>
          <p:cNvPr id="9" name="Next button">
            <a:hlinkClick action="ppaction://hlinksldjump" r:id="rId4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Next arrow">
            <a:hlinkClick action="ppaction://hlinksldjump" r:id="rId4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Build the word:  “kutiba”  then tap GO!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000" b="1" lang="en-US">
                <a:solidFill>
                  <a:srgbClr val="2E2640"/>
                </a:solidFill>
                <a:latin typeface="Arial"/>
                <a:cs typeface="Arial"/>
              </a:rPr>
              <a:t>Build the word:  “kutiba”  then tap GO!</a:t>
            </a:r>
          </a:p>
        </p:txBody>
      </p:sp>
      <p:pic>
        <p:nvPicPr>
          <p:cNvPr id="5" name="Engine" descr="Engi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3937000"/>
            <a:ext cx="2667000" cy="1911350"/>
          </a:xfrm>
          <a:prstGeom prst="rect">
            <a:avLst/>
          </a:prstGeom>
        </p:spPr>
      </p:pic>
      <p:pic>
        <p:nvPicPr>
          <p:cNvPr id="6" name="Wagon 1" descr="Wagon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5000" y="4381500"/>
            <a:ext cx="1778000" cy="1543050"/>
          </a:xfrm>
          <a:prstGeom prst="rect">
            <a:avLst/>
          </a:prstGeom>
        </p:spPr>
      </p:pic>
      <p:pic>
        <p:nvPicPr>
          <p:cNvPr id="7" name="Wagon 2" descr="Wagon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6500" y="4381500"/>
            <a:ext cx="1778000" cy="1543050"/>
          </a:xfrm>
          <a:prstGeom prst="rect">
            <a:avLst/>
          </a:prstGeom>
        </p:spPr>
      </p:pic>
      <p:pic>
        <p:nvPicPr>
          <p:cNvPr id="8" name="Wagon 3" descr="Wagon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4381500"/>
            <a:ext cx="1778000" cy="1543050"/>
          </a:xfrm>
          <a:prstGeom prst="rect">
            <a:avLst/>
          </a:prstGeom>
        </p:spPr>
      </p:pic>
      <p:sp>
        <p:nvSpPr>
          <p:cNvPr id="9" name="Wagon letter 1" descr="كُ"/>
          <p:cNvSpPr/>
          <p:nvPr/>
        </p:nvSpPr>
        <p:spPr>
          <a:xfrm>
            <a:off x="70993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كُ</a:t>
            </a:r>
          </a:p>
        </p:txBody>
      </p:sp>
      <p:sp>
        <p:nvSpPr>
          <p:cNvPr id="10" name="Wagon letter 2" descr="تِ"/>
          <p:cNvSpPr/>
          <p:nvPr/>
        </p:nvSpPr>
        <p:spPr>
          <a:xfrm>
            <a:off x="52578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تِ</a:t>
            </a:r>
          </a:p>
        </p:txBody>
      </p:sp>
      <p:sp>
        <p:nvSpPr>
          <p:cNvPr id="11" name="Wagon letter 3" descr="بَ"/>
          <p:cNvSpPr/>
          <p:nvPr/>
        </p:nvSpPr>
        <p:spPr>
          <a:xfrm>
            <a:off x="34163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بَ</a:t>
            </a:r>
          </a:p>
        </p:txBody>
      </p:sp>
      <p:sp>
        <p:nvSpPr>
          <p:cNvPr id="12" name="Card بَ" descr="بَ"/>
          <p:cNvSpPr/>
          <p:nvPr/>
        </p:nvSpPr>
        <p:spPr>
          <a:xfrm>
            <a:off x="3302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بَ</a:t>
            </a:r>
          </a:p>
        </p:txBody>
      </p:sp>
      <p:sp>
        <p:nvSpPr>
          <p:cNvPr id="13" name="Card كُ" descr="كُ"/>
          <p:cNvSpPr/>
          <p:nvPr/>
        </p:nvSpPr>
        <p:spPr>
          <a:xfrm>
            <a:off x="4953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كُ</a:t>
            </a:r>
          </a:p>
        </p:txBody>
      </p:sp>
      <p:sp>
        <p:nvSpPr>
          <p:cNvPr id="14" name="Card تِ" descr="تِ"/>
          <p:cNvSpPr/>
          <p:nvPr/>
        </p:nvSpPr>
        <p:spPr>
          <a:xfrm>
            <a:off x="6604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تِ</a:t>
            </a:r>
          </a:p>
        </p:txBody>
      </p:sp>
      <p:sp>
        <p:nvSpPr>
          <p:cNvPr id="15" name="GO button" descr="GO!"/>
          <p:cNvSpPr/>
          <p:nvPr/>
        </p:nvSpPr>
        <p:spPr>
          <a:xfrm>
            <a:off x="9271000" y="1905000"/>
            <a:ext cx="1460500" cy="889000"/>
          </a:xfrm>
          <a:prstGeom prst="roundRect">
            <a:avLst>
              <a:gd name="adj" fmla="val 30000"/>
            </a:avLst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800" b="1" lang="en-US">
                <a:solidFill>
                  <a:srgbClr val="FFFFFF"/>
                </a:solidFill>
                <a:latin typeface="Arial"/>
                <a:cs typeface="Arial"/>
              </a:rPr>
              <a:t>GO!</a:t>
            </a:r>
          </a:p>
        </p:txBody>
      </p:sp>
      <p:sp>
        <p:nvSpPr>
          <p:cNvPr id="16" name="Word" descr="كُتِبَ"/>
          <p:cNvSpPr/>
          <p:nvPr/>
        </p:nvSpPr>
        <p:spPr>
          <a:xfrm>
            <a:off x="2921000" y="2984500"/>
            <a:ext cx="6350000" cy="1905000"/>
          </a:xfrm>
          <a:prstGeom prst="roundRect">
            <a:avLst>
              <a:gd name="adj" fmla="val 20000"/>
            </a:avLst>
          </a:prstGeom>
          <a:solidFill>
            <a:srgbClr val="FFFFFF">
              <a:alpha val="94000"/>
            </a:srgbClr>
          </a:solidFill>
          <a:ln w="762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9600" b="1" lang="ar-SA">
                <a:solidFill>
                  <a:srgbClr val="2E2640"/>
                </a:solidFill>
                <a:latin typeface="Arial"/>
                <a:cs typeface="Arial"/>
              </a:rPr>
              <a:t>كُتِبَ</a:t>
            </a:r>
          </a:p>
        </p:txBody>
      </p:sp>
      <p:sp>
        <p:nvSpPr>
          <p:cNvPr id="17" name="Next button">
            <a:hlinkClick action="ppaction://hlinksldjump" r:id="rId5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Next arrow">
            <a:hlinkClick action="ppaction://hlinksldjump" r:id="rId5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9" name="sound anchor" descr="sound anchor (invisible)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" dur="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audio>
                                      <p:cMediaNode vol="90000">
                                        <p:cTn id="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2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" dur="3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3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5" restart="whenNotActive" fill="hold" evtFilter="cancelBubble" nodeType="interactiveSeq">
                <p:stCondLst>
                  <p:cond evt="onClick" delay="0">
                    <p:tgtEl>
                      <p:spTgt spid="1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6" fill="hold">
                      <p:stCondLst>
                        <p:cond delay="0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audio>
                                      <p:cMediaNode vol="90000">
                                        <p:cTn id="1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4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3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3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7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8" fill="hold">
                      <p:stCondLst>
                        <p:cond delay="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" dur="2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audio>
                                      <p:cMediaNode vol="90000">
                                        <p:cTn id="3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6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" dur="3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3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5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6" fill="hold">
                      <p:stCondLst>
                        <p:cond delay="0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4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whistle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4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43" dur="2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6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45" dur="2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8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47" dur="2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0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49" dur="2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2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51" dur="2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4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53" dur="2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6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55" dur="2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1" presetID="53" presetClass="entr" presetSubtype="0" fill="hold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" presetClass="entr" presetSubtype="0" fill="hold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6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cheer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 “thu”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Catch  “thu”</a:t>
            </a:r>
          </a:p>
        </p:txBody>
      </p:sp>
      <p:sp>
        <p:nvSpPr>
          <p:cNvPr id="5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9" name="Fish 1 ت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0" name="Fish picture 1" descr="Fish 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651000"/>
            <a:ext cx="2286000" cy="1416050"/>
          </a:xfrm>
          <a:prstGeom prst="rect">
            <a:avLst/>
          </a:prstGeom>
        </p:spPr>
      </p:pic>
      <p:sp>
        <p:nvSpPr>
          <p:cNvPr id="11" name="Fish letter 1" descr="تُ"/>
          <p:cNvSpPr/>
          <p:nvPr/>
        </p:nvSpPr>
        <p:spPr>
          <a:xfrm>
            <a:off x="1682750" y="1885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تُ</a:t>
            </a:r>
          </a:p>
        </p:txBody>
      </p:sp>
      <p:grpSp>
        <p:nvGrpSpPr>
          <p:cNvPr id="12" name="Fish 2 ث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3" name="Fish picture 2" descr="Fish 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500" y="1905000"/>
            <a:ext cx="2286000" cy="1416050"/>
          </a:xfrm>
          <a:prstGeom prst="rect">
            <a:avLst/>
          </a:prstGeom>
        </p:spPr>
      </p:pic>
      <p:sp>
        <p:nvSpPr>
          <p:cNvPr id="14" name="Fish letter 2" descr="ثُ"/>
          <p:cNvSpPr/>
          <p:nvPr/>
        </p:nvSpPr>
        <p:spPr>
          <a:xfrm>
            <a:off x="7207250" y="2139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ثُ</a:t>
            </a:r>
          </a:p>
        </p:txBody>
      </p:sp>
      <p:grpSp>
        <p:nvGrpSpPr>
          <p:cNvPr id="15" name="Fish 3 ث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6" name="Fish picture 3" descr="Fish pictur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56000" y="3302000"/>
            <a:ext cx="2286000" cy="1416050"/>
          </a:xfrm>
          <a:prstGeom prst="rect">
            <a:avLst/>
          </a:prstGeom>
        </p:spPr>
      </p:pic>
      <p:sp>
        <p:nvSpPr>
          <p:cNvPr id="17" name="Fish letter 3" descr="ثُ"/>
          <p:cNvSpPr/>
          <p:nvPr/>
        </p:nvSpPr>
        <p:spPr>
          <a:xfrm>
            <a:off x="4095750" y="3536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ثُ</a:t>
            </a:r>
          </a:p>
        </p:txBody>
      </p:sp>
      <p:grpSp>
        <p:nvGrpSpPr>
          <p:cNvPr id="18" name="Fish 4 ف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Fish picture 4" descr="Fish picture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72500" y="3810000"/>
            <a:ext cx="2286000" cy="1416050"/>
          </a:xfrm>
          <a:prstGeom prst="rect">
            <a:avLst/>
          </a:prstGeom>
        </p:spPr>
      </p:pic>
      <p:sp>
        <p:nvSpPr>
          <p:cNvPr id="20" name="Fish letter 4" descr="فُ"/>
          <p:cNvSpPr/>
          <p:nvPr/>
        </p:nvSpPr>
        <p:spPr>
          <a:xfrm>
            <a:off x="9112250" y="4044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فُ</a:t>
            </a:r>
          </a:p>
        </p:txBody>
      </p:sp>
      <p:grpSp>
        <p:nvGrpSpPr>
          <p:cNvPr id="21" name="Fish 5 ي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22" name="Fish picture 5" descr="Fish 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7500" y="4826000"/>
            <a:ext cx="2286000" cy="1416050"/>
          </a:xfrm>
          <a:prstGeom prst="rect">
            <a:avLst/>
          </a:prstGeom>
        </p:spPr>
      </p:pic>
      <p:sp>
        <p:nvSpPr>
          <p:cNvPr id="23" name="Fish letter 5" descr="يُ"/>
          <p:cNvSpPr/>
          <p:nvPr/>
        </p:nvSpPr>
        <p:spPr>
          <a:xfrm>
            <a:off x="2127250" y="5060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يُ</a:t>
            </a:r>
          </a:p>
        </p:txBody>
      </p:sp>
      <p:sp>
        <p:nvSpPr>
          <p:cNvPr id="24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4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6" dur="29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8" dur="320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0" dur="350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2" dur="3800" fill="hold" repeatCount="indefinite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9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16" dur="90" fill="hold" repeatCount="3000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1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2" dur="150" fill="hold"/>
                                        <p:tgtEl>
                                          <p:spTgt spid="12"/>
                                        </p:tgtEl>
                                      </p:cBhvr>
                                      <p:by x="120000" y="120000"/>
                                    </p:animScale>
                                    <p:audio>
                                      <p:cMediaNode vol="90000">
                                        <p:cTn id="2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spla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7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7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8" fill="hold">
                      <p:stCondLst>
                        <p:cond delay="0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6" dur="150" fill="hold"/>
                                        <p:tgtEl>
                                          <p:spTgt spid="15"/>
                                        </p:tgtEl>
                                      </p:cBhvr>
                                      <p:by x="120000" y="120000"/>
                                    </p:animScale>
                                    <p:audio>
                                      <p:cMediaNode vol="90000">
                                        <p:cTn id="3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spla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1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3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4" fill="hold">
                      <p:stCondLst>
                        <p:cond delay="0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0" dur="90" fill="hold" repeatCount="3000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9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0" fill="hold">
                      <p:stCondLst>
                        <p:cond delay="0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6" dur="90" fill="hold" repeatCount="3000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 “thu”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Tap every  “thu”</a:t>
            </a:r>
          </a:p>
        </p:txBody>
      </p:sp>
      <p:sp>
        <p:nvSpPr>
          <p:cNvPr id="5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Star place 3"/>
          <p:cNvSpPr/>
          <p:nvPr/>
        </p:nvSpPr>
        <p:spPr>
          <a:xfrm>
            <a:off x="12954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Star 3"/>
          <p:cNvSpPr/>
          <p:nvPr/>
        </p:nvSpPr>
        <p:spPr>
          <a:xfrm>
            <a:off x="12954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ile 1 ثُ" descr="ثُ"/>
          <p:cNvSpPr/>
          <p:nvPr/>
        </p:nvSpPr>
        <p:spPr>
          <a:xfrm>
            <a:off x="2635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ثُ</a:t>
            </a:r>
          </a:p>
        </p:txBody>
      </p:sp>
      <p:sp>
        <p:nvSpPr>
          <p:cNvPr id="13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ile 2 صُ" descr="صُ"/>
          <p:cNvSpPr/>
          <p:nvPr/>
        </p:nvSpPr>
        <p:spPr>
          <a:xfrm>
            <a:off x="5429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صُ</a:t>
            </a:r>
          </a:p>
        </p:txBody>
      </p:sp>
      <p:sp>
        <p:nvSpPr>
          <p:cNvPr id="15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ile 3 فُ" descr="فُ"/>
          <p:cNvSpPr/>
          <p:nvPr/>
        </p:nvSpPr>
        <p:spPr>
          <a:xfrm>
            <a:off x="8223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فُ</a:t>
            </a:r>
          </a:p>
        </p:txBody>
      </p:sp>
      <p:sp>
        <p:nvSpPr>
          <p:cNvPr id="17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ile 4 طُ" descr="طُ"/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طُ</a:t>
            </a:r>
          </a:p>
        </p:txBody>
      </p:sp>
      <p:sp>
        <p:nvSpPr>
          <p:cNvPr id="19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ile 5 ثُ" descr="ثُ"/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ثُ</a:t>
            </a:r>
          </a:p>
        </p:txBody>
      </p:sp>
      <p:sp>
        <p:nvSpPr>
          <p:cNvPr id="21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ile 6 ثُ" descr="ثُ"/>
          <p:cNvSpPr/>
          <p:nvPr/>
        </p:nvSpPr>
        <p:spPr>
          <a:xfrm>
            <a:off x="8223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ثُ</a:t>
            </a:r>
          </a:p>
        </p:txBody>
      </p:sp>
      <p:sp>
        <p:nvSpPr>
          <p:cNvPr id="23" name="Next button">
            <a:hlinkClick action="ppaction://hlinksldjump" r:id="rId3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Next arrow">
            <a:hlinkClick action="ppaction://hlinksldjump" r:id="rId3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4" dur="85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23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6" dur="97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46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8" dur="109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69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0" dur="121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92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2" dur="1330" fill="hold" repeatCount="indefinite" autoRev="1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11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4" dur="1450" fill="hold" repeatCount="indefinite" autoRev="1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9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0" fill="hold">
                      <p:stCondLst>
                        <p:cond delay="0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8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1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bon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3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2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53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5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6" fill="hold">
                      <p:stCondLst>
                        <p:cond delay="0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32" dur="90" fill="hold" repeatCount="3000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1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2" fill="hold">
                      <p:stCondLst>
                        <p:cond delay="0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38" dur="90" fill="hold" repeatCount="3000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7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8" fill="hold">
                      <p:stCondLst>
                        <p:cond delay="0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44" dur="90" fill="hold" repeatCount="3000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4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1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2" fill="hold">
                      <p:stCondLst>
                        <p:cond delay="0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50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bon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5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2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53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75" restart="whenNotActive" fill="hold" evtFilter="cancelBubble" nodeType="interactiveSeq">
                <p:stCondLst>
                  <p:cond evt="onClick" delay="0">
                    <p:tgtEl>
                      <p:spTgt spid="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6" fill="hold">
                      <p:stCondLst>
                        <p:cond delay="0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4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6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bon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69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" dur="2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53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1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Card"/>
          <p:cNvSpPr/>
          <p:nvPr/>
        </p:nvSpPr>
        <p:spPr>
          <a:xfrm>
            <a:off x="1651000" y="762000"/>
            <a:ext cx="8890000" cy="4826000"/>
          </a:xfrm>
          <a:prstGeom prst="roundRect">
            <a:avLst>
              <a:gd name="adj" fmla="val 8000"/>
            </a:avLst>
          </a:prstGeom>
          <a:solidFill>
            <a:srgbClr val="FFFFFF">
              <a:alpha val="85000"/>
            </a:srgbClr>
          </a:solidFill>
          <a:ln w="508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itle" descr="How to play: Mystery Gifts"/>
          <p:cNvSpPr/>
          <p:nvPr/>
        </p:nvSpPr>
        <p:spPr>
          <a:xfrm>
            <a:off x="1905000" y="952500"/>
            <a:ext cx="8382000" cy="889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800" b="1" lang="en-US">
                <a:solidFill>
                  <a:srgbClr val="8A6CF0"/>
                </a:solidFill>
                <a:latin typeface="Arial"/>
                <a:cs typeface="Arial"/>
              </a:rPr>
              <a:t>How to play: Mystery Gifts</a:t>
            </a:r>
          </a:p>
        </p:txBody>
      </p:sp>
      <p:sp>
        <p:nvSpPr>
          <p:cNvPr id="5" name="Line 1" descr="1.  Tap a gift to open it."/>
          <p:cNvSpPr/>
          <p:nvPr/>
        </p:nvSpPr>
        <p:spPr>
          <a:xfrm>
            <a:off x="1841500" y="2095500"/>
            <a:ext cx="6350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900" b="1" lang="en-US">
                <a:solidFill>
                  <a:srgbClr val="2E2640"/>
                </a:solidFill>
                <a:latin typeface="Arial"/>
                <a:cs typeface="Arial"/>
              </a:rPr>
              <a:t>1.  Tap a gift to open it.</a:t>
            </a:r>
          </a:p>
        </p:txBody>
      </p:sp>
      <p:sp>
        <p:nvSpPr>
          <p:cNvPr id="6" name="Line 2" descr="2.  Read what is inside."/>
          <p:cNvSpPr/>
          <p:nvPr/>
        </p:nvSpPr>
        <p:spPr>
          <a:xfrm>
            <a:off x="1841500" y="3048000"/>
            <a:ext cx="6350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900" b="1" lang="en-US">
                <a:solidFill>
                  <a:srgbClr val="2E2640"/>
                </a:solidFill>
                <a:latin typeface="Arial"/>
                <a:cs typeface="Arial"/>
              </a:rPr>
              <a:t>2.  Read what is inside.</a:t>
            </a:r>
          </a:p>
        </p:txBody>
      </p:sp>
      <p:sp>
        <p:nvSpPr>
          <p:cNvPr id="7" name="Line 3" descr="3.  Open them all!"/>
          <p:cNvSpPr/>
          <p:nvPr/>
        </p:nvSpPr>
        <p:spPr>
          <a:xfrm>
            <a:off x="1841500" y="4000500"/>
            <a:ext cx="6350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900" b="1" lang="en-US">
                <a:solidFill>
                  <a:srgbClr val="2E2640"/>
                </a:solidFill>
                <a:latin typeface="Arial"/>
                <a:cs typeface="Arial"/>
              </a:rPr>
              <a:t>3.  Open them all!</a:t>
            </a:r>
          </a:p>
        </p:txBody>
      </p:sp>
      <p:pic>
        <p:nvPicPr>
          <p:cNvPr id="8" name="Picture" descr="Pictur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8500" y="2413000"/>
            <a:ext cx="2032000" cy="1270000"/>
          </a:xfrm>
          <a:prstGeom prst="rect">
            <a:avLst/>
          </a:prstGeom>
        </p:spPr>
      </p:pic>
      <p:sp>
        <p:nvSpPr>
          <p:cNvPr id="9" name="Next button">
            <a:hlinkClick action="ppaction://hlinksldjump" r:id="rId4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Next arrow">
            <a:hlinkClick action="ppaction://hlinksldjump" r:id="rId4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Open a gift and read it!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300" b="1" lang="en-US">
                <a:solidFill>
                  <a:srgbClr val="2E2640"/>
                </a:solidFill>
                <a:latin typeface="Arial"/>
                <a:cs typeface="Arial"/>
              </a:rPr>
              <a:t>Open a gift and read it!</a:t>
            </a:r>
          </a:p>
        </p:txBody>
      </p:sp>
      <p:sp>
        <p:nvSpPr>
          <p:cNvPr id="5" name="Card 1 بُ" descr="بُ"/>
          <p:cNvSpPr/>
          <p:nvPr/>
        </p:nvSpPr>
        <p:spPr>
          <a:xfrm>
            <a:off x="1047750" y="2063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بُ</a:t>
            </a:r>
          </a:p>
        </p:txBody>
      </p:sp>
      <p:grpSp>
        <p:nvGrpSpPr>
          <p:cNvPr id="6" name="Gift 1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7" name="Gift box 1" descr="Gift box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00" y="2317750"/>
            <a:ext cx="2286000" cy="1333500"/>
          </a:xfrm>
          <a:prstGeom prst="rect">
            <a:avLst/>
          </a:prstGeom>
        </p:spPr>
      </p:pic>
      <p:pic>
        <p:nvPicPr>
          <p:cNvPr id="8" name="Gift lid 1" descr="Gift lid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" y="1682750"/>
            <a:ext cx="2476500" cy="1238250"/>
          </a:xfrm>
          <a:prstGeom prst="rect">
            <a:avLst/>
          </a:prstGeom>
        </p:spPr>
      </p:pic>
      <p:sp>
        <p:nvSpPr>
          <p:cNvPr id="9" name="Card 2 ثُكُ" descr="ثُكُ"/>
          <p:cNvSpPr/>
          <p:nvPr/>
        </p:nvSpPr>
        <p:spPr>
          <a:xfrm>
            <a:off x="3714750" y="2063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ثُكُ</a:t>
            </a:r>
          </a:p>
        </p:txBody>
      </p:sp>
      <p:grpSp>
        <p:nvGrpSpPr>
          <p:cNvPr id="10" name="Gift 2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1" name="Gift box 2" descr="Gift box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9500" y="2317750"/>
            <a:ext cx="2286000" cy="1333500"/>
          </a:xfrm>
          <a:prstGeom prst="rect">
            <a:avLst/>
          </a:prstGeom>
        </p:spPr>
      </p:pic>
      <p:pic>
        <p:nvPicPr>
          <p:cNvPr id="12" name="Gift lid 2" descr="Gift lid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24250" y="1682750"/>
            <a:ext cx="2476500" cy="1238250"/>
          </a:xfrm>
          <a:prstGeom prst="rect">
            <a:avLst/>
          </a:prstGeom>
        </p:spPr>
      </p:pic>
      <p:sp>
        <p:nvSpPr>
          <p:cNvPr id="13" name="Card 3 ثُ" descr="ثُ"/>
          <p:cNvSpPr/>
          <p:nvPr/>
        </p:nvSpPr>
        <p:spPr>
          <a:xfrm>
            <a:off x="6381750" y="2063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ثُ</a:t>
            </a:r>
          </a:p>
        </p:txBody>
      </p:sp>
      <p:grpSp>
        <p:nvGrpSpPr>
          <p:cNvPr id="14" name="Gift 3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5" name="Gift box 3" descr="Gift box 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86500" y="2317750"/>
            <a:ext cx="2286000" cy="1333500"/>
          </a:xfrm>
          <a:prstGeom prst="rect">
            <a:avLst/>
          </a:prstGeom>
        </p:spPr>
      </p:pic>
      <p:pic>
        <p:nvPicPr>
          <p:cNvPr id="16" name="Gift lid 3" descr="Gift lid 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1250" y="1682750"/>
            <a:ext cx="2476500" cy="1238250"/>
          </a:xfrm>
          <a:prstGeom prst="rect">
            <a:avLst/>
          </a:prstGeom>
        </p:spPr>
      </p:pic>
      <p:sp>
        <p:nvSpPr>
          <p:cNvPr id="17" name="Card 4 أُهُ" descr="أُهُ"/>
          <p:cNvSpPr/>
          <p:nvPr/>
        </p:nvSpPr>
        <p:spPr>
          <a:xfrm>
            <a:off x="9048750" y="2063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أُهُ</a:t>
            </a:r>
          </a:p>
        </p:txBody>
      </p:sp>
      <p:grpSp>
        <p:nvGrpSpPr>
          <p:cNvPr id="18" name="Gift 4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Gift box 4" descr="Gift box 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53500" y="2317750"/>
            <a:ext cx="2286000" cy="1333500"/>
          </a:xfrm>
          <a:prstGeom prst="rect">
            <a:avLst/>
          </a:prstGeom>
        </p:spPr>
      </p:pic>
      <p:pic>
        <p:nvPicPr>
          <p:cNvPr id="20" name="Gift lid 4" descr="Gift lid 4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58250" y="1682750"/>
            <a:ext cx="2476500" cy="1238250"/>
          </a:xfrm>
          <a:prstGeom prst="rect">
            <a:avLst/>
          </a:prstGeom>
        </p:spPr>
      </p:pic>
      <p:sp>
        <p:nvSpPr>
          <p:cNvPr id="21" name="Card 5 بُتُ" descr="بُتُ"/>
          <p:cNvSpPr/>
          <p:nvPr/>
        </p:nvSpPr>
        <p:spPr>
          <a:xfrm>
            <a:off x="1047750" y="4476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بُتُ</a:t>
            </a:r>
          </a:p>
        </p:txBody>
      </p:sp>
      <p:grpSp>
        <p:nvGrpSpPr>
          <p:cNvPr id="22" name="Gift 5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23" name="Gift box 5" descr="Gift box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00" y="4730750"/>
            <a:ext cx="2286000" cy="1333500"/>
          </a:xfrm>
          <a:prstGeom prst="rect">
            <a:avLst/>
          </a:prstGeom>
        </p:spPr>
      </p:pic>
      <p:pic>
        <p:nvPicPr>
          <p:cNvPr id="24" name="Gift lid 5" descr="Gift lid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" y="4095750"/>
            <a:ext cx="2476500" cy="1238250"/>
          </a:xfrm>
          <a:prstGeom prst="rect">
            <a:avLst/>
          </a:prstGeom>
        </p:spPr>
      </p:pic>
      <p:sp>
        <p:nvSpPr>
          <p:cNvPr id="25" name="Card 6 تُ" descr="تُ"/>
          <p:cNvSpPr/>
          <p:nvPr/>
        </p:nvSpPr>
        <p:spPr>
          <a:xfrm>
            <a:off x="3714750" y="4476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تُ</a:t>
            </a:r>
          </a:p>
        </p:txBody>
      </p:sp>
      <p:grpSp>
        <p:nvGrpSpPr>
          <p:cNvPr id="26" name="Gift 6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27" name="Gift box 6" descr="Gift box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9500" y="4730750"/>
            <a:ext cx="2286000" cy="1333500"/>
          </a:xfrm>
          <a:prstGeom prst="rect">
            <a:avLst/>
          </a:prstGeom>
        </p:spPr>
      </p:pic>
      <p:pic>
        <p:nvPicPr>
          <p:cNvPr id="28" name="Gift lid 6" descr="Gift lid 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24250" y="4095750"/>
            <a:ext cx="2476500" cy="1238250"/>
          </a:xfrm>
          <a:prstGeom prst="rect">
            <a:avLst/>
          </a:prstGeom>
        </p:spPr>
      </p:pic>
      <p:sp>
        <p:nvSpPr>
          <p:cNvPr id="29" name="Card 7 تُدُ" descr="تُدُ"/>
          <p:cNvSpPr/>
          <p:nvPr/>
        </p:nvSpPr>
        <p:spPr>
          <a:xfrm>
            <a:off x="6381750" y="4476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تُدُ</a:t>
            </a:r>
          </a:p>
        </p:txBody>
      </p:sp>
      <p:grpSp>
        <p:nvGrpSpPr>
          <p:cNvPr id="30" name="Gift 7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31" name="Gift box 7" descr="Gift box 7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86500" y="4730750"/>
            <a:ext cx="2286000" cy="1333500"/>
          </a:xfrm>
          <a:prstGeom prst="rect">
            <a:avLst/>
          </a:prstGeom>
        </p:spPr>
      </p:pic>
      <p:pic>
        <p:nvPicPr>
          <p:cNvPr id="32" name="Gift lid 7" descr="Gift lid 7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1250" y="4095750"/>
            <a:ext cx="2476500" cy="1238250"/>
          </a:xfrm>
          <a:prstGeom prst="rect">
            <a:avLst/>
          </a:prstGeom>
        </p:spPr>
      </p:pic>
      <p:sp>
        <p:nvSpPr>
          <p:cNvPr id="33" name="Card 8 أُ" descr="أُ"/>
          <p:cNvSpPr/>
          <p:nvPr/>
        </p:nvSpPr>
        <p:spPr>
          <a:xfrm>
            <a:off x="9048750" y="4476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أُ</a:t>
            </a:r>
          </a:p>
        </p:txBody>
      </p:sp>
      <p:grpSp>
        <p:nvGrpSpPr>
          <p:cNvPr id="34" name="Gift 8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35" name="Gift box 8" descr="Gift box 8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53500" y="4730750"/>
            <a:ext cx="2286000" cy="1333500"/>
          </a:xfrm>
          <a:prstGeom prst="rect">
            <a:avLst/>
          </a:prstGeom>
        </p:spPr>
      </p:pic>
      <p:pic>
        <p:nvPicPr>
          <p:cNvPr id="36" name="Gift lid 8" descr="Gift lid 8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58250" y="4095750"/>
            <a:ext cx="2476500" cy="1238250"/>
          </a:xfrm>
          <a:prstGeom prst="rect">
            <a:avLst/>
          </a:prstGeom>
        </p:spPr>
      </p:pic>
      <p:sp>
        <p:nvSpPr>
          <p:cNvPr id="37" name="Next button">
            <a:hlinkClick action="ppaction://hlinksldjump" r:id="rId11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Next arrow">
            <a:hlinkClick action="ppaction://hlinksldjump" r:id="rId11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10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1" fill="hold">
                      <p:stCondLst>
                        <p:cond delay="0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4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9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19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13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1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8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8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9" fill="hold">
                      <p:stCondLst>
                        <p:cond delay="0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22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2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7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7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8" fill="hold">
                      <p:stCondLst>
                        <p:cond delay="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31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3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6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6" restart="whenNotActive" fill="hold" evtFilter="cancelBubble" nodeType="interactiveSeq">
                <p:stCondLst>
                  <p:cond evt="onClick" delay="0">
                    <p:tgtEl>
                      <p:spTgt spid="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7" fill="hold">
                      <p:stCondLst>
                        <p:cond delay="0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40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4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5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5" restart="whenNotActive" fill="hold" evtFilter="cancelBubble" nodeType="interactiveSeq">
                <p:stCondLst>
                  <p:cond evt="onClick" delay="0">
                    <p:tgtEl>
                      <p:spTgt spid="2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6" fill="hold">
                      <p:stCondLst>
                        <p:cond delay="0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49" dur="4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5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4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4" restart="whenNotActive" fill="hold" evtFilter="cancelBubble" nodeType="interactiveSeq">
                <p:stCondLst>
                  <p:cond evt="onClick" delay="0">
                    <p:tgtEl>
                      <p:spTgt spid="3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5" fill="hold">
                      <p:stCondLst>
                        <p:cond delay="0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58" dur="4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5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63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73" restart="whenNotActive" fill="hold" evtFilter="cancelBubble" nodeType="interactiveSeq">
                <p:stCondLst>
                  <p:cond evt="onClick" delay="0">
                    <p:tgtEl>
                      <p:spTgt spid="3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4" fill="hold">
                      <p:stCondLst>
                        <p:cond delay="0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67" dur="4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6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72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0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 “nu”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Pop  “nu”</a:t>
            </a:r>
          </a:p>
        </p:txBody>
      </p:sp>
      <p:sp>
        <p:nvSpPr>
          <p:cNvPr id="5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9" name="Balloon 1 ك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0" name="Balloon picture 1" descr="Balloon 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1905000"/>
            <a:ext cx="1651000" cy="2857500"/>
          </a:xfrm>
          <a:prstGeom prst="rect">
            <a:avLst/>
          </a:prstGeom>
        </p:spPr>
      </p:pic>
      <p:sp>
        <p:nvSpPr>
          <p:cNvPr id="11" name="Balloon letter 1" descr="كُ"/>
          <p:cNvSpPr/>
          <p:nvPr/>
        </p:nvSpPr>
        <p:spPr>
          <a:xfrm>
            <a:off x="95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كُ</a:t>
            </a:r>
          </a:p>
        </p:txBody>
      </p:sp>
      <p:grpSp>
        <p:nvGrpSpPr>
          <p:cNvPr id="12" name="Balloon 2 ن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3" name="Balloon picture 2" descr="Balloon 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0" y="2286000"/>
            <a:ext cx="1651000" cy="2857500"/>
          </a:xfrm>
          <a:prstGeom prst="rect">
            <a:avLst/>
          </a:prstGeom>
        </p:spPr>
      </p:pic>
      <p:sp>
        <p:nvSpPr>
          <p:cNvPr id="14" name="Balloon letter 2" descr="نُ"/>
          <p:cNvSpPr/>
          <p:nvPr/>
        </p:nvSpPr>
        <p:spPr>
          <a:xfrm>
            <a:off x="3175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نُ</a:t>
            </a:r>
          </a:p>
        </p:txBody>
      </p:sp>
      <p:grpSp>
        <p:nvGrpSpPr>
          <p:cNvPr id="15" name="Balloon 3 ن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6" name="Balloon picture 3" descr="Balloon 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0500" y="1905000"/>
            <a:ext cx="1651000" cy="2857500"/>
          </a:xfrm>
          <a:prstGeom prst="rect">
            <a:avLst/>
          </a:prstGeom>
        </p:spPr>
      </p:pic>
      <p:sp>
        <p:nvSpPr>
          <p:cNvPr id="17" name="Balloon letter 3" descr="نُ"/>
          <p:cNvSpPr/>
          <p:nvPr/>
        </p:nvSpPr>
        <p:spPr>
          <a:xfrm>
            <a:off x="5397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نُ</a:t>
            </a:r>
          </a:p>
        </p:txBody>
      </p:sp>
      <p:grpSp>
        <p:nvGrpSpPr>
          <p:cNvPr id="18" name="Balloon 4 م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Balloon picture 4" descr="Balloon picture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3000" y="2286000"/>
            <a:ext cx="1651000" cy="2857500"/>
          </a:xfrm>
          <a:prstGeom prst="rect">
            <a:avLst/>
          </a:prstGeom>
        </p:spPr>
      </p:pic>
      <p:sp>
        <p:nvSpPr>
          <p:cNvPr id="20" name="Balloon letter 4" descr="مُ"/>
          <p:cNvSpPr/>
          <p:nvPr/>
        </p:nvSpPr>
        <p:spPr>
          <a:xfrm>
            <a:off x="7620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مُ</a:t>
            </a:r>
          </a:p>
        </p:txBody>
      </p:sp>
      <p:grpSp>
        <p:nvGrpSpPr>
          <p:cNvPr id="21" name="Balloon 5 ح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22" name="Balloon picture 5" descr="Balloon picture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15500" y="1905000"/>
            <a:ext cx="1651000" cy="2857500"/>
          </a:xfrm>
          <a:prstGeom prst="rect">
            <a:avLst/>
          </a:prstGeom>
        </p:spPr>
      </p:pic>
      <p:sp>
        <p:nvSpPr>
          <p:cNvPr id="23" name="Balloon letter 5" descr="حُ"/>
          <p:cNvSpPr/>
          <p:nvPr/>
        </p:nvSpPr>
        <p:spPr>
          <a:xfrm>
            <a:off x="984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حُ</a:t>
            </a:r>
          </a:p>
        </p:txBody>
      </p:sp>
      <p:sp>
        <p:nvSpPr>
          <p:cNvPr id="24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4" dur="15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6" dur="167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8" dur="184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0" dur="201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2" dur="2180" fill="hold" repeatCount="indefinite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9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16" dur="90" fill="hold" repeatCount="3000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1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2" dur="150" fill="hold"/>
                                        <p:tgtEl>
                                          <p:spTgt spid="12"/>
                                        </p:tgtEl>
                                      </p:cBhvr>
                                      <p:by x="125000" y="125000"/>
                                    </p:animScale>
                                    <p:audio>
                                      <p:cMediaNode vol="90000">
                                        <p:cTn id="2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7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" dur="2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7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8" fill="hold">
                      <p:stCondLst>
                        <p:cond delay="0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6" dur="150" fill="hold"/>
                                        <p:tgtEl>
                                          <p:spTgt spid="15"/>
                                        </p:tgtEl>
                                      </p:cBhvr>
                                      <p:by x="125000" y="125000"/>
                                    </p:animScale>
                                    <p:audio>
                                      <p:cMediaNode vol="90000">
                                        <p:cTn id="3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1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" dur="2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3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4" fill="hold">
                      <p:stCondLst>
                        <p:cond delay="0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0" dur="90" fill="hold" repeatCount="3000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9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0" fill="hold">
                      <p:stCondLst>
                        <p:cond delay="0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6" dur="90" fill="hold" repeatCount="3000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921000" y="190500"/>
            <a:ext cx="635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Feed me  “nu”!"/>
          <p:cNvSpPr/>
          <p:nvPr/>
        </p:nvSpPr>
        <p:spPr>
          <a:xfrm>
            <a:off x="3048000" y="190500"/>
            <a:ext cx="6096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Feed me  “nu”!</a:t>
            </a:r>
          </a:p>
        </p:txBody>
      </p:sp>
      <p:pic>
        <p:nvPicPr>
          <p:cNvPr id="5" name="Monster (hungry)" descr="Monster (hungry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pic>
        <p:nvPicPr>
          <p:cNvPr id="6" name="Monster (chewing)" descr="Monster (chewing)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pic>
        <p:nvPicPr>
          <p:cNvPr id="7" name="Monster (no thanks)" descr="Monster (no thanks)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sp>
        <p:nvSpPr>
          <p:cNvPr id="8" name="Yummy" descr="Yummy!"/>
          <p:cNvSpPr/>
          <p:nvPr/>
        </p:nvSpPr>
        <p:spPr>
          <a:xfrm>
            <a:off x="3556000" y="1460500"/>
            <a:ext cx="2413000" cy="1270000"/>
          </a:xfrm>
          <a:prstGeom prst="cloudCallout">
            <a:avLst/>
          </a:prstGeom>
          <a:solidFill>
            <a:srgbClr val="FFFFFF"/>
          </a:solidFill>
          <a:ln w="381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3200" b="1" lang="en-US">
                <a:solidFill>
                  <a:srgbClr val="E5536F"/>
                </a:solidFill>
                <a:latin typeface="Arial"/>
                <a:cs typeface="Arial"/>
              </a:rPr>
              <a:t>Yummy!</a:t>
            </a:r>
          </a:p>
        </p:txBody>
      </p:sp>
      <p:grpSp>
        <p:nvGrpSpPr>
          <p:cNvPr id="9" name="Food 1 خ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0" name="Food picture 1" descr="Food picture 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0" y="1778000"/>
            <a:ext cx="1905000" cy="1905000"/>
          </a:xfrm>
          <a:prstGeom prst="rect">
            <a:avLst/>
          </a:prstGeom>
        </p:spPr>
      </p:pic>
      <p:sp>
        <p:nvSpPr>
          <p:cNvPr id="11" name="Food letter 1" descr="خُ"/>
          <p:cNvSpPr/>
          <p:nvPr/>
        </p:nvSpPr>
        <p:spPr>
          <a:xfrm>
            <a:off x="742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خُ</a:t>
            </a:r>
          </a:p>
        </p:txBody>
      </p:sp>
      <p:grpSp>
        <p:nvGrpSpPr>
          <p:cNvPr id="12" name="Food 2 ن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3" name="Food picture 2" descr="Food picture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25000" y="1778000"/>
            <a:ext cx="1905000" cy="1905000"/>
          </a:xfrm>
          <a:prstGeom prst="rect">
            <a:avLst/>
          </a:prstGeom>
        </p:spPr>
      </p:pic>
      <p:sp>
        <p:nvSpPr>
          <p:cNvPr id="14" name="Food letter 2" descr="نُ"/>
          <p:cNvSpPr/>
          <p:nvPr/>
        </p:nvSpPr>
        <p:spPr>
          <a:xfrm>
            <a:off x="996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نُ</a:t>
            </a:r>
          </a:p>
        </p:txBody>
      </p:sp>
      <p:grpSp>
        <p:nvGrpSpPr>
          <p:cNvPr id="15" name="Food 3 ح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6" name="Food picture 3" descr="Food picture 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85000" y="4064000"/>
            <a:ext cx="1905000" cy="1905000"/>
          </a:xfrm>
          <a:prstGeom prst="rect">
            <a:avLst/>
          </a:prstGeom>
        </p:spPr>
      </p:pic>
      <p:sp>
        <p:nvSpPr>
          <p:cNvPr id="17" name="Food letter 3" descr="حُ"/>
          <p:cNvSpPr/>
          <p:nvPr/>
        </p:nvSpPr>
        <p:spPr>
          <a:xfrm>
            <a:off x="742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حُ</a:t>
            </a:r>
          </a:p>
        </p:txBody>
      </p:sp>
      <p:grpSp>
        <p:nvGrpSpPr>
          <p:cNvPr id="18" name="Food 4 ج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Food picture 4" descr="Food picture 4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25000" y="4064000"/>
            <a:ext cx="1905000" cy="1905000"/>
          </a:xfrm>
          <a:prstGeom prst="rect">
            <a:avLst/>
          </a:prstGeom>
        </p:spPr>
      </p:pic>
      <p:sp>
        <p:nvSpPr>
          <p:cNvPr id="20" name="Food letter 4" descr="جُ"/>
          <p:cNvSpPr/>
          <p:nvPr/>
        </p:nvSpPr>
        <p:spPr>
          <a:xfrm>
            <a:off x="996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جُ</a:t>
            </a:r>
          </a:p>
        </p:txBody>
      </p:sp>
      <p:sp>
        <p:nvSpPr>
          <p:cNvPr id="21" name="Next button">
            <a:hlinkClick action="ppaction://hlinksldjump" r:id="rId9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Next arrow">
            <a:hlinkClick action="ppaction://hlinksldjump" r:id="rId9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sound anchor" descr="sound anchor (invisible)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15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6" fill="hold">
                      <p:stCondLst>
                        <p:cond delay="0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4" dur="90" fill="hold" repeatCount="3000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0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8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" fill="hold">
                      <p:stCondLst>
                        <p:cond delay="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6406 0.2130 E" pathEditMode="relative" ptsTypes="AA">
                                      <p:cBhvr>
                                        <p:cTn id="18" dur="7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2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munc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3" presetID="53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0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3" fill="hold">
                      <p:stCondLst>
                        <p:cond delay="0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41" dur="90" fill="hold" repeatCount="3000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4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0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6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7" fill="hold">
                      <p:stCondLst>
                        <p:cond delay="0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5" dur="90" fill="hold" repeatCount="3000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0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 “yu”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Catch  “yu”</a:t>
            </a:r>
          </a:p>
        </p:txBody>
      </p:sp>
      <p:sp>
        <p:nvSpPr>
          <p:cNvPr id="5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9" name="Fish 1 غ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0" name="Fish picture 1" descr="Fish 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651000"/>
            <a:ext cx="2286000" cy="1416050"/>
          </a:xfrm>
          <a:prstGeom prst="rect">
            <a:avLst/>
          </a:prstGeom>
        </p:spPr>
      </p:pic>
      <p:sp>
        <p:nvSpPr>
          <p:cNvPr id="11" name="Fish letter 1" descr="غُ"/>
          <p:cNvSpPr/>
          <p:nvPr/>
        </p:nvSpPr>
        <p:spPr>
          <a:xfrm>
            <a:off x="1682750" y="1885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غُ</a:t>
            </a:r>
          </a:p>
        </p:txBody>
      </p:sp>
      <p:grpSp>
        <p:nvGrpSpPr>
          <p:cNvPr id="12" name="Fish 2 ض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3" name="Fish picture 2" descr="Fish 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500" y="1905000"/>
            <a:ext cx="2286000" cy="1416050"/>
          </a:xfrm>
          <a:prstGeom prst="rect">
            <a:avLst/>
          </a:prstGeom>
        </p:spPr>
      </p:pic>
      <p:sp>
        <p:nvSpPr>
          <p:cNvPr id="14" name="Fish letter 2" descr="ضُ"/>
          <p:cNvSpPr/>
          <p:nvPr/>
        </p:nvSpPr>
        <p:spPr>
          <a:xfrm>
            <a:off x="7207250" y="2139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ضُ</a:t>
            </a:r>
          </a:p>
        </p:txBody>
      </p:sp>
      <p:grpSp>
        <p:nvGrpSpPr>
          <p:cNvPr id="15" name="Fish 3 ن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6" name="Fish picture 3" descr="Fish 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56000" y="3302000"/>
            <a:ext cx="2286000" cy="1416050"/>
          </a:xfrm>
          <a:prstGeom prst="rect">
            <a:avLst/>
          </a:prstGeom>
        </p:spPr>
      </p:pic>
      <p:sp>
        <p:nvSpPr>
          <p:cNvPr id="17" name="Fish letter 3" descr="نُ"/>
          <p:cNvSpPr/>
          <p:nvPr/>
        </p:nvSpPr>
        <p:spPr>
          <a:xfrm>
            <a:off x="4095750" y="3536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نُ</a:t>
            </a:r>
          </a:p>
        </p:txBody>
      </p:sp>
      <p:grpSp>
        <p:nvGrpSpPr>
          <p:cNvPr id="18" name="Fish 4 ي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Fish picture 4" descr="Fish picture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2500" y="3810000"/>
            <a:ext cx="2286000" cy="1416050"/>
          </a:xfrm>
          <a:prstGeom prst="rect">
            <a:avLst/>
          </a:prstGeom>
        </p:spPr>
      </p:pic>
      <p:sp>
        <p:nvSpPr>
          <p:cNvPr id="20" name="Fish letter 4" descr="يُ"/>
          <p:cNvSpPr/>
          <p:nvPr/>
        </p:nvSpPr>
        <p:spPr>
          <a:xfrm>
            <a:off x="9112250" y="4044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يُ</a:t>
            </a:r>
          </a:p>
        </p:txBody>
      </p:sp>
      <p:grpSp>
        <p:nvGrpSpPr>
          <p:cNvPr id="21" name="Fish 5 ي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22" name="Fish picture 5" descr="Fish picture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87500" y="4826000"/>
            <a:ext cx="2286000" cy="1416050"/>
          </a:xfrm>
          <a:prstGeom prst="rect">
            <a:avLst/>
          </a:prstGeom>
        </p:spPr>
      </p:pic>
      <p:sp>
        <p:nvSpPr>
          <p:cNvPr id="23" name="Fish letter 5" descr="يُ"/>
          <p:cNvSpPr/>
          <p:nvPr/>
        </p:nvSpPr>
        <p:spPr>
          <a:xfrm>
            <a:off x="2127250" y="5060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يُ</a:t>
            </a:r>
          </a:p>
        </p:txBody>
      </p:sp>
      <p:sp>
        <p:nvSpPr>
          <p:cNvPr id="24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4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6" dur="29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8" dur="320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0" dur="350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2" dur="3800" fill="hold" repeatCount="indefinite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9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16" dur="90" fill="hold" repeatCount="3000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1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5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6" fill="hold">
                      <p:stCondLst>
                        <p:cond delay="0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22" dur="90" fill="hold" repeatCount="3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2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1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2" fill="hold">
                      <p:stCondLst>
                        <p:cond delay="0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28" dur="90" fill="hold" repeatCount="3000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2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5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6" fill="hold">
                      <p:stCondLst>
                        <p:cond delay="0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4" dur="150" fill="hold"/>
                                        <p:tgtEl>
                                          <p:spTgt spid="18"/>
                                        </p:tgtEl>
                                      </p:cBhvr>
                                      <p:by x="120000" y="120000"/>
                                    </p:animScale>
                                    <p:audio>
                                      <p:cMediaNode vol="90000">
                                        <p:cTn id="3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spla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9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9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0" fill="hold">
                      <p:stCondLst>
                        <p:cond delay="0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8" dur="150" fill="hold"/>
                                        <p:tgtEl>
                                          <p:spTgt spid="21"/>
                                        </p:tgtEl>
                                      </p:cBhvr>
                                      <p:by x="120000" y="120000"/>
                                    </p:animScale>
                                    <p:audio>
                                      <p:cMediaNode vol="90000">
                                        <p:cTn id="4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spla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3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 “yu”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Tap every  “yu”</a:t>
            </a:r>
          </a:p>
        </p:txBody>
      </p:sp>
      <p:sp>
        <p:nvSpPr>
          <p:cNvPr id="5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Star place 3"/>
          <p:cNvSpPr/>
          <p:nvPr/>
        </p:nvSpPr>
        <p:spPr>
          <a:xfrm>
            <a:off x="12954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Star 3"/>
          <p:cNvSpPr/>
          <p:nvPr/>
        </p:nvSpPr>
        <p:spPr>
          <a:xfrm>
            <a:off x="12954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ile 1 غُ" descr="غُ"/>
          <p:cNvSpPr/>
          <p:nvPr/>
        </p:nvSpPr>
        <p:spPr>
          <a:xfrm>
            <a:off x="2635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غُ</a:t>
            </a:r>
          </a:p>
        </p:txBody>
      </p:sp>
      <p:sp>
        <p:nvSpPr>
          <p:cNvPr id="13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ile 2 يُ" descr="يُ"/>
          <p:cNvSpPr/>
          <p:nvPr/>
        </p:nvSpPr>
        <p:spPr>
          <a:xfrm>
            <a:off x="5429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يُ</a:t>
            </a:r>
          </a:p>
        </p:txBody>
      </p:sp>
      <p:sp>
        <p:nvSpPr>
          <p:cNvPr id="15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ile 3 يُ" descr="يُ"/>
          <p:cNvSpPr/>
          <p:nvPr/>
        </p:nvSpPr>
        <p:spPr>
          <a:xfrm>
            <a:off x="8223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يُ</a:t>
            </a:r>
          </a:p>
        </p:txBody>
      </p:sp>
      <p:sp>
        <p:nvSpPr>
          <p:cNvPr id="17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ile 4 يُ" descr="يُ"/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يُ</a:t>
            </a:r>
          </a:p>
        </p:txBody>
      </p:sp>
      <p:sp>
        <p:nvSpPr>
          <p:cNvPr id="19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ile 5 وُ" descr="وُ"/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وُ</a:t>
            </a:r>
          </a:p>
        </p:txBody>
      </p:sp>
      <p:sp>
        <p:nvSpPr>
          <p:cNvPr id="21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ile 6 دُ" descr="دُ"/>
          <p:cNvSpPr/>
          <p:nvPr/>
        </p:nvSpPr>
        <p:spPr>
          <a:xfrm>
            <a:off x="8223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دُ</a:t>
            </a:r>
          </a:p>
        </p:txBody>
      </p:sp>
      <p:sp>
        <p:nvSpPr>
          <p:cNvPr id="23" name="Next button">
            <a:hlinkClick action="ppaction://hlinksldjump" r:id="rId3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Next arrow">
            <a:hlinkClick action="ppaction://hlinksldjump" r:id="rId3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4" dur="85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23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6" dur="97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46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8" dur="109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69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0" dur="121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92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2" dur="1330" fill="hold" repeatCount="indefinite" autoRev="1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11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4" dur="1450" fill="hold" repeatCount="indefinite" autoRev="1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1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2" fill="hold">
                      <p:stCondLst>
                        <p:cond delay="0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18" dur="90" fill="hold" repeatCount="3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1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5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6" fill="hold">
                      <p:stCondLst>
                        <p:cond delay="0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24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2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on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9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2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53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9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0" fill="hold">
                      <p:stCondLst>
                        <p:cond delay="0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38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on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3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2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53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5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3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4" fill="hold">
                      <p:stCondLst>
                        <p:cond delay="0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52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on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7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" dur="2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" presetID="53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9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0" fill="hold">
                      <p:stCondLst>
                        <p:cond delay="0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66" dur="90" fill="hold" repeatCount="3000" autoRev="1"/>
                                        <p:tgtEl>
                                          <p:spTgt spid="2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6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75" restart="whenNotActive" fill="hold" evtFilter="cancelBubble" nodeType="interactiveSeq">
                <p:stCondLst>
                  <p:cond evt="onClick" delay="0">
                    <p:tgtEl>
                      <p:spTgt spid="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6" fill="hold">
                      <p:stCondLst>
                        <p:cond delay="0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72" dur="90" fill="hold" repeatCount="3000" autoRev="1"/>
                                        <p:tgtEl>
                                          <p:spTgt spid="2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7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Build the word:  “ṭahura”  then tap GO!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000" b="1" lang="en-US">
                <a:solidFill>
                  <a:srgbClr val="2E2640"/>
                </a:solidFill>
                <a:latin typeface="Arial"/>
                <a:cs typeface="Arial"/>
              </a:rPr>
              <a:t>Build the word:  “ṭahura”  then tap GO!</a:t>
            </a:r>
          </a:p>
        </p:txBody>
      </p:sp>
      <p:pic>
        <p:nvPicPr>
          <p:cNvPr id="5" name="Engine" descr="Engi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3937000"/>
            <a:ext cx="2667000" cy="1911350"/>
          </a:xfrm>
          <a:prstGeom prst="rect">
            <a:avLst/>
          </a:prstGeom>
        </p:spPr>
      </p:pic>
      <p:pic>
        <p:nvPicPr>
          <p:cNvPr id="6" name="Wagon 1" descr="Wagon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5000" y="4381500"/>
            <a:ext cx="1778000" cy="1543050"/>
          </a:xfrm>
          <a:prstGeom prst="rect">
            <a:avLst/>
          </a:prstGeom>
        </p:spPr>
      </p:pic>
      <p:pic>
        <p:nvPicPr>
          <p:cNvPr id="7" name="Wagon 2" descr="Wagon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6500" y="4381500"/>
            <a:ext cx="1778000" cy="1543050"/>
          </a:xfrm>
          <a:prstGeom prst="rect">
            <a:avLst/>
          </a:prstGeom>
        </p:spPr>
      </p:pic>
      <p:pic>
        <p:nvPicPr>
          <p:cNvPr id="8" name="Wagon 3" descr="Wagon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4381500"/>
            <a:ext cx="1778000" cy="1543050"/>
          </a:xfrm>
          <a:prstGeom prst="rect">
            <a:avLst/>
          </a:prstGeom>
        </p:spPr>
      </p:pic>
      <p:sp>
        <p:nvSpPr>
          <p:cNvPr id="9" name="Wagon letter 1" descr="طَ"/>
          <p:cNvSpPr/>
          <p:nvPr/>
        </p:nvSpPr>
        <p:spPr>
          <a:xfrm>
            <a:off x="70993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طَ</a:t>
            </a:r>
          </a:p>
        </p:txBody>
      </p:sp>
      <p:sp>
        <p:nvSpPr>
          <p:cNvPr id="10" name="Wagon letter 2" descr="هُ"/>
          <p:cNvSpPr/>
          <p:nvPr/>
        </p:nvSpPr>
        <p:spPr>
          <a:xfrm>
            <a:off x="52578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هُ</a:t>
            </a:r>
          </a:p>
        </p:txBody>
      </p:sp>
      <p:sp>
        <p:nvSpPr>
          <p:cNvPr id="11" name="Wagon letter 3" descr="رَ"/>
          <p:cNvSpPr/>
          <p:nvPr/>
        </p:nvSpPr>
        <p:spPr>
          <a:xfrm>
            <a:off x="34163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رَ</a:t>
            </a:r>
          </a:p>
        </p:txBody>
      </p:sp>
      <p:sp>
        <p:nvSpPr>
          <p:cNvPr id="12" name="Card رَ" descr="رَ"/>
          <p:cNvSpPr/>
          <p:nvPr/>
        </p:nvSpPr>
        <p:spPr>
          <a:xfrm>
            <a:off x="3302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رَ</a:t>
            </a:r>
          </a:p>
        </p:txBody>
      </p:sp>
      <p:sp>
        <p:nvSpPr>
          <p:cNvPr id="13" name="Card هُ" descr="هُ"/>
          <p:cNvSpPr/>
          <p:nvPr/>
        </p:nvSpPr>
        <p:spPr>
          <a:xfrm>
            <a:off x="4953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هُ</a:t>
            </a:r>
          </a:p>
        </p:txBody>
      </p:sp>
      <p:sp>
        <p:nvSpPr>
          <p:cNvPr id="14" name="Card طَ" descr="طَ"/>
          <p:cNvSpPr/>
          <p:nvPr/>
        </p:nvSpPr>
        <p:spPr>
          <a:xfrm>
            <a:off x="6604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طَ</a:t>
            </a:r>
          </a:p>
        </p:txBody>
      </p:sp>
      <p:sp>
        <p:nvSpPr>
          <p:cNvPr id="15" name="GO button" descr="GO!"/>
          <p:cNvSpPr/>
          <p:nvPr/>
        </p:nvSpPr>
        <p:spPr>
          <a:xfrm>
            <a:off x="9271000" y="1905000"/>
            <a:ext cx="1460500" cy="889000"/>
          </a:xfrm>
          <a:prstGeom prst="roundRect">
            <a:avLst>
              <a:gd name="adj" fmla="val 30000"/>
            </a:avLst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800" b="1" lang="en-US">
                <a:solidFill>
                  <a:srgbClr val="FFFFFF"/>
                </a:solidFill>
                <a:latin typeface="Arial"/>
                <a:cs typeface="Arial"/>
              </a:rPr>
              <a:t>GO!</a:t>
            </a:r>
          </a:p>
        </p:txBody>
      </p:sp>
      <p:sp>
        <p:nvSpPr>
          <p:cNvPr id="16" name="Word" descr="طَهُرَ"/>
          <p:cNvSpPr/>
          <p:nvPr/>
        </p:nvSpPr>
        <p:spPr>
          <a:xfrm>
            <a:off x="2921000" y="2984500"/>
            <a:ext cx="6350000" cy="1905000"/>
          </a:xfrm>
          <a:prstGeom prst="roundRect">
            <a:avLst>
              <a:gd name="adj" fmla="val 20000"/>
            </a:avLst>
          </a:prstGeom>
          <a:solidFill>
            <a:srgbClr val="FFFFFF">
              <a:alpha val="94000"/>
            </a:srgbClr>
          </a:solidFill>
          <a:ln w="762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9600" b="1" lang="ar-SA">
                <a:solidFill>
                  <a:srgbClr val="2E2640"/>
                </a:solidFill>
                <a:latin typeface="Arial"/>
                <a:cs typeface="Arial"/>
              </a:rPr>
              <a:t>طَهُرَ</a:t>
            </a:r>
          </a:p>
        </p:txBody>
      </p:sp>
      <p:sp>
        <p:nvSpPr>
          <p:cNvPr id="17" name="Next button">
            <a:hlinkClick action="ppaction://hlinksldjump" r:id="rId5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Next arrow">
            <a:hlinkClick action="ppaction://hlinksldjump" r:id="rId5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9" name="sound anchor" descr="sound anchor (invisible)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" dur="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audio>
                                      <p:cMediaNode vol="90000">
                                        <p:cTn id="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2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" dur="3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3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5" restart="whenNotActive" fill="hold" evtFilter="cancelBubble" nodeType="interactiveSeq">
                <p:stCondLst>
                  <p:cond evt="onClick" delay="0">
                    <p:tgtEl>
                      <p:spTgt spid="1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6" fill="hold">
                      <p:stCondLst>
                        <p:cond delay="0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audio>
                                      <p:cMediaNode vol="90000">
                                        <p:cTn id="1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4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3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3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7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8" fill="hold">
                      <p:stCondLst>
                        <p:cond delay="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" dur="2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audio>
                                      <p:cMediaNode vol="90000">
                                        <p:cTn id="3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6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" dur="3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3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5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6" fill="hold">
                      <p:stCondLst>
                        <p:cond delay="0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4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whistle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4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43" dur="2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6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45" dur="2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8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47" dur="2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0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49" dur="2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2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51" dur="2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4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53" dur="2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6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55" dur="2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1" presetID="53" presetClass="entr" presetSubtype="0" fill="hold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" presetClass="entr" presetSubtype="0" fill="hold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6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cheer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 “ju”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Pop  “ju”</a:t>
            </a:r>
          </a:p>
        </p:txBody>
      </p:sp>
      <p:sp>
        <p:nvSpPr>
          <p:cNvPr id="5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9" name="Balloon 1 ج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0" name="Balloon picture 1" descr="Balloon 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1905000"/>
            <a:ext cx="1651000" cy="2857500"/>
          </a:xfrm>
          <a:prstGeom prst="rect">
            <a:avLst/>
          </a:prstGeom>
        </p:spPr>
      </p:pic>
      <p:sp>
        <p:nvSpPr>
          <p:cNvPr id="11" name="Balloon letter 1" descr="جُ"/>
          <p:cNvSpPr/>
          <p:nvPr/>
        </p:nvSpPr>
        <p:spPr>
          <a:xfrm>
            <a:off x="95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جُ</a:t>
            </a:r>
          </a:p>
        </p:txBody>
      </p:sp>
      <p:grpSp>
        <p:nvGrpSpPr>
          <p:cNvPr id="12" name="Balloon 2 ز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3" name="Balloon picture 2" descr="Balloon 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0" y="2286000"/>
            <a:ext cx="1651000" cy="2857500"/>
          </a:xfrm>
          <a:prstGeom prst="rect">
            <a:avLst/>
          </a:prstGeom>
        </p:spPr>
      </p:pic>
      <p:sp>
        <p:nvSpPr>
          <p:cNvPr id="14" name="Balloon letter 2" descr="زُ"/>
          <p:cNvSpPr/>
          <p:nvPr/>
        </p:nvSpPr>
        <p:spPr>
          <a:xfrm>
            <a:off x="3175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زُ</a:t>
            </a:r>
          </a:p>
        </p:txBody>
      </p:sp>
      <p:grpSp>
        <p:nvGrpSpPr>
          <p:cNvPr id="15" name="Balloon 3 ج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6" name="Balloon picture 3" descr="Balloon pictur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70500" y="1905000"/>
            <a:ext cx="1651000" cy="2857500"/>
          </a:xfrm>
          <a:prstGeom prst="rect">
            <a:avLst/>
          </a:prstGeom>
        </p:spPr>
      </p:pic>
      <p:sp>
        <p:nvSpPr>
          <p:cNvPr id="17" name="Balloon letter 3" descr="جُ"/>
          <p:cNvSpPr/>
          <p:nvPr/>
        </p:nvSpPr>
        <p:spPr>
          <a:xfrm>
            <a:off x="5397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جُ</a:t>
            </a:r>
          </a:p>
        </p:txBody>
      </p:sp>
      <p:grpSp>
        <p:nvGrpSpPr>
          <p:cNvPr id="18" name="Balloon 4 ب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Balloon picture 4" descr="Balloon picture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3000" y="2286000"/>
            <a:ext cx="1651000" cy="2857500"/>
          </a:xfrm>
          <a:prstGeom prst="rect">
            <a:avLst/>
          </a:prstGeom>
        </p:spPr>
      </p:pic>
      <p:sp>
        <p:nvSpPr>
          <p:cNvPr id="20" name="Balloon letter 4" descr="بُ"/>
          <p:cNvSpPr/>
          <p:nvPr/>
        </p:nvSpPr>
        <p:spPr>
          <a:xfrm>
            <a:off x="7620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بُ</a:t>
            </a:r>
          </a:p>
        </p:txBody>
      </p:sp>
      <p:grpSp>
        <p:nvGrpSpPr>
          <p:cNvPr id="21" name="Balloon 5 و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22" name="Balloon picture 5" descr="Balloon 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5500" y="1905000"/>
            <a:ext cx="1651000" cy="2857500"/>
          </a:xfrm>
          <a:prstGeom prst="rect">
            <a:avLst/>
          </a:prstGeom>
        </p:spPr>
      </p:pic>
      <p:sp>
        <p:nvSpPr>
          <p:cNvPr id="23" name="Balloon letter 5" descr="وُ"/>
          <p:cNvSpPr/>
          <p:nvPr/>
        </p:nvSpPr>
        <p:spPr>
          <a:xfrm>
            <a:off x="984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وُ</a:t>
            </a:r>
          </a:p>
        </p:txBody>
      </p:sp>
      <p:sp>
        <p:nvSpPr>
          <p:cNvPr id="24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4" dur="15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6" dur="167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8" dur="184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0" dur="201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2" dur="2180" fill="hold" repeatCount="indefinite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7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8" fill="hold">
                      <p:stCondLst>
                        <p:cond delay="0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6" dur="150" fill="hold"/>
                                        <p:tgtEl>
                                          <p:spTgt spid="9"/>
                                        </p:tgtEl>
                                      </p:cBhvr>
                                      <p:by x="125000" y="125000"/>
                                    </p:animScale>
                                    <p:audio>
                                      <p:cMediaNode vol="90000">
                                        <p:cTn id="1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1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2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30" dur="90" fill="hold" repeatCount="3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7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8" fill="hold">
                      <p:stCondLst>
                        <p:cond delay="0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6" dur="150" fill="hold"/>
                                        <p:tgtEl>
                                          <p:spTgt spid="15"/>
                                        </p:tgtEl>
                                      </p:cBhvr>
                                      <p:by x="125000" y="125000"/>
                                    </p:animScale>
                                    <p:audio>
                                      <p:cMediaNode vol="90000">
                                        <p:cTn id="3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1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" dur="2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3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4" fill="hold">
                      <p:stCondLst>
                        <p:cond delay="0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0" dur="90" fill="hold" repeatCount="3000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9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0" fill="hold">
                      <p:stCondLst>
                        <p:cond delay="0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6" dur="90" fill="hold" repeatCount="3000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921000" y="190500"/>
            <a:ext cx="635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Feed me  “ju”!"/>
          <p:cNvSpPr/>
          <p:nvPr/>
        </p:nvSpPr>
        <p:spPr>
          <a:xfrm>
            <a:off x="3048000" y="190500"/>
            <a:ext cx="6096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Feed me  “ju”!</a:t>
            </a:r>
          </a:p>
        </p:txBody>
      </p:sp>
      <p:pic>
        <p:nvPicPr>
          <p:cNvPr id="5" name="Monster (hungry)" descr="Monster (hungry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pic>
        <p:nvPicPr>
          <p:cNvPr id="6" name="Monster (chewing)" descr="Monster (chewing)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pic>
        <p:nvPicPr>
          <p:cNvPr id="7" name="Monster (no thanks)" descr="Monster (no thanks)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sp>
        <p:nvSpPr>
          <p:cNvPr id="8" name="Yummy" descr="Yummy!"/>
          <p:cNvSpPr/>
          <p:nvPr/>
        </p:nvSpPr>
        <p:spPr>
          <a:xfrm>
            <a:off x="3556000" y="1460500"/>
            <a:ext cx="2413000" cy="1270000"/>
          </a:xfrm>
          <a:prstGeom prst="cloudCallout">
            <a:avLst/>
          </a:prstGeom>
          <a:solidFill>
            <a:srgbClr val="FFFFFF"/>
          </a:solidFill>
          <a:ln w="381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3200" b="1" lang="en-US">
                <a:solidFill>
                  <a:srgbClr val="E5536F"/>
                </a:solidFill>
                <a:latin typeface="Arial"/>
                <a:cs typeface="Arial"/>
              </a:rPr>
              <a:t>Yummy!</a:t>
            </a:r>
          </a:p>
        </p:txBody>
      </p:sp>
      <p:grpSp>
        <p:nvGrpSpPr>
          <p:cNvPr id="9" name="Food 1 د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0" name="Food picture 1" descr="Food picture 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0" y="1778000"/>
            <a:ext cx="1905000" cy="1905000"/>
          </a:xfrm>
          <a:prstGeom prst="rect">
            <a:avLst/>
          </a:prstGeom>
        </p:spPr>
      </p:pic>
      <p:sp>
        <p:nvSpPr>
          <p:cNvPr id="11" name="Food letter 1" descr="دُ"/>
          <p:cNvSpPr/>
          <p:nvPr/>
        </p:nvSpPr>
        <p:spPr>
          <a:xfrm>
            <a:off x="742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دُ</a:t>
            </a:r>
          </a:p>
        </p:txBody>
      </p:sp>
      <p:grpSp>
        <p:nvGrpSpPr>
          <p:cNvPr id="12" name="Food 2 ز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3" name="Food picture 2" descr="Food picture 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25000" y="1778000"/>
            <a:ext cx="1905000" cy="1905000"/>
          </a:xfrm>
          <a:prstGeom prst="rect">
            <a:avLst/>
          </a:prstGeom>
        </p:spPr>
      </p:pic>
      <p:sp>
        <p:nvSpPr>
          <p:cNvPr id="14" name="Food letter 2" descr="زُ"/>
          <p:cNvSpPr/>
          <p:nvPr/>
        </p:nvSpPr>
        <p:spPr>
          <a:xfrm>
            <a:off x="996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زُ</a:t>
            </a:r>
          </a:p>
        </p:txBody>
      </p:sp>
      <p:grpSp>
        <p:nvGrpSpPr>
          <p:cNvPr id="15" name="Food 3 أ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6" name="Food picture 3" descr="Food picture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0" y="4064000"/>
            <a:ext cx="1905000" cy="1905000"/>
          </a:xfrm>
          <a:prstGeom prst="rect">
            <a:avLst/>
          </a:prstGeom>
        </p:spPr>
      </p:pic>
      <p:sp>
        <p:nvSpPr>
          <p:cNvPr id="17" name="Food letter 3" descr="أُ"/>
          <p:cNvSpPr/>
          <p:nvPr/>
        </p:nvSpPr>
        <p:spPr>
          <a:xfrm>
            <a:off x="742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أُ</a:t>
            </a:r>
          </a:p>
        </p:txBody>
      </p:sp>
      <p:grpSp>
        <p:nvGrpSpPr>
          <p:cNvPr id="18" name="Food 4 ج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Food picture 4" descr="Food picture 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25000" y="4064000"/>
            <a:ext cx="1905000" cy="1905000"/>
          </a:xfrm>
          <a:prstGeom prst="rect">
            <a:avLst/>
          </a:prstGeom>
        </p:spPr>
      </p:pic>
      <p:sp>
        <p:nvSpPr>
          <p:cNvPr id="20" name="Food letter 4" descr="جُ"/>
          <p:cNvSpPr/>
          <p:nvPr/>
        </p:nvSpPr>
        <p:spPr>
          <a:xfrm>
            <a:off x="996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جُ</a:t>
            </a:r>
          </a:p>
        </p:txBody>
      </p:sp>
      <p:sp>
        <p:nvSpPr>
          <p:cNvPr id="21" name="Next button">
            <a:hlinkClick action="ppaction://hlinksldjump" r:id="rId8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Next arrow">
            <a:hlinkClick action="ppaction://hlinksldjump" r:id="rId8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sound anchor" descr="sound anchor (invisible)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15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6" fill="hold">
                      <p:stCondLst>
                        <p:cond delay="0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4" dur="90" fill="hold" repeatCount="3000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9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0" fill="hold">
                      <p:stCondLst>
                        <p:cond delay="0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18" dur="90" fill="hold" repeatCount="3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1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2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3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4" fill="hold">
                      <p:stCondLst>
                        <p:cond delay="0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32" dur="90" fill="hold" repeatCount="3000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6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6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7" fill="hold">
                      <p:stCondLst>
                        <p:cond delay="0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6406 -0.1204 E" pathEditMode="relative" ptsTypes="AA">
                                      <p:cBhvr>
                                        <p:cTn id="46" dur="7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9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" presetID="1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5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1" name="munc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61" presetID="53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" presetClass="exit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 “ḥu”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Catch  “ḥu”</a:t>
            </a:r>
          </a:p>
        </p:txBody>
      </p:sp>
      <p:sp>
        <p:nvSpPr>
          <p:cNvPr id="5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9" name="Fish 1 ظ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0" name="Fish picture 1" descr="Fish 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651000"/>
            <a:ext cx="2286000" cy="1416050"/>
          </a:xfrm>
          <a:prstGeom prst="rect">
            <a:avLst/>
          </a:prstGeom>
        </p:spPr>
      </p:pic>
      <p:sp>
        <p:nvSpPr>
          <p:cNvPr id="11" name="Fish letter 1" descr="ظُ"/>
          <p:cNvSpPr/>
          <p:nvPr/>
        </p:nvSpPr>
        <p:spPr>
          <a:xfrm>
            <a:off x="1682750" y="1885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ظُ</a:t>
            </a:r>
          </a:p>
        </p:txBody>
      </p:sp>
      <p:grpSp>
        <p:nvGrpSpPr>
          <p:cNvPr id="12" name="Fish 2 س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3" name="Fish picture 2" descr="Fish 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500" y="1905000"/>
            <a:ext cx="2286000" cy="1416050"/>
          </a:xfrm>
          <a:prstGeom prst="rect">
            <a:avLst/>
          </a:prstGeom>
        </p:spPr>
      </p:pic>
      <p:sp>
        <p:nvSpPr>
          <p:cNvPr id="14" name="Fish letter 2" descr="سُ"/>
          <p:cNvSpPr/>
          <p:nvPr/>
        </p:nvSpPr>
        <p:spPr>
          <a:xfrm>
            <a:off x="7207250" y="2139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سُ</a:t>
            </a:r>
          </a:p>
        </p:txBody>
      </p:sp>
      <p:grpSp>
        <p:nvGrpSpPr>
          <p:cNvPr id="15" name="Fish 3 ح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6" name="Fish picture 3" descr="Fish pictur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56000" y="3302000"/>
            <a:ext cx="2286000" cy="1416050"/>
          </a:xfrm>
          <a:prstGeom prst="rect">
            <a:avLst/>
          </a:prstGeom>
        </p:spPr>
      </p:pic>
      <p:sp>
        <p:nvSpPr>
          <p:cNvPr id="17" name="Fish letter 3" descr="حُ"/>
          <p:cNvSpPr/>
          <p:nvPr/>
        </p:nvSpPr>
        <p:spPr>
          <a:xfrm>
            <a:off x="4095750" y="3536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حُ</a:t>
            </a:r>
          </a:p>
        </p:txBody>
      </p:sp>
      <p:grpSp>
        <p:nvGrpSpPr>
          <p:cNvPr id="18" name="Fish 4 ح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Fish picture 4" descr="Fish picture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72500" y="3810000"/>
            <a:ext cx="2286000" cy="1416050"/>
          </a:xfrm>
          <a:prstGeom prst="rect">
            <a:avLst/>
          </a:prstGeom>
        </p:spPr>
      </p:pic>
      <p:sp>
        <p:nvSpPr>
          <p:cNvPr id="20" name="Fish letter 4" descr="حُ"/>
          <p:cNvSpPr/>
          <p:nvPr/>
        </p:nvSpPr>
        <p:spPr>
          <a:xfrm>
            <a:off x="9112250" y="4044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حُ</a:t>
            </a:r>
          </a:p>
        </p:txBody>
      </p:sp>
      <p:grpSp>
        <p:nvGrpSpPr>
          <p:cNvPr id="21" name="Fish 5 و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22" name="Fish picture 5" descr="Fish picture 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87500" y="4826000"/>
            <a:ext cx="2286000" cy="1416050"/>
          </a:xfrm>
          <a:prstGeom prst="rect">
            <a:avLst/>
          </a:prstGeom>
        </p:spPr>
      </p:pic>
      <p:sp>
        <p:nvSpPr>
          <p:cNvPr id="23" name="Fish letter 5" descr="وُ"/>
          <p:cNvSpPr/>
          <p:nvPr/>
        </p:nvSpPr>
        <p:spPr>
          <a:xfrm>
            <a:off x="2127250" y="5060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وُ</a:t>
            </a:r>
          </a:p>
        </p:txBody>
      </p:sp>
      <p:sp>
        <p:nvSpPr>
          <p:cNvPr id="24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4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6" dur="29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8" dur="320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0" dur="350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2" dur="3800" fill="hold" repeatCount="indefinite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9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16" dur="90" fill="hold" repeatCount="3000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1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5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6" fill="hold">
                      <p:stCondLst>
                        <p:cond delay="0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22" dur="90" fill="hold" repeatCount="3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2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9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0" fill="hold">
                      <p:stCondLst>
                        <p:cond delay="0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8" dur="150" fill="hold"/>
                                        <p:tgtEl>
                                          <p:spTgt spid="15"/>
                                        </p:tgtEl>
                                      </p:cBhvr>
                                      <p:by x="120000" y="120000"/>
                                    </p:animScale>
                                    <p:audio>
                                      <p:cMediaNode vol="90000">
                                        <p:cTn id="2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spla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3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3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4" fill="hold">
                      <p:stCondLst>
                        <p:cond delay="0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2" dur="150" fill="hold"/>
                                        <p:tgtEl>
                                          <p:spTgt spid="18"/>
                                        </p:tgtEl>
                                      </p:cBhvr>
                                      <p:by x="120000" y="120000"/>
                                    </p:animScale>
                                    <p:audio>
                                      <p:cMediaNode vol="90000">
                                        <p:cTn id="4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spla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7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9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9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0" fill="hold">
                      <p:stCondLst>
                        <p:cond delay="0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6" dur="90" fill="hold" repeatCount="3000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 “ḥu”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Tap every  “ḥu”</a:t>
            </a:r>
          </a:p>
        </p:txBody>
      </p:sp>
      <p:sp>
        <p:nvSpPr>
          <p:cNvPr id="5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Star place 3"/>
          <p:cNvSpPr/>
          <p:nvPr/>
        </p:nvSpPr>
        <p:spPr>
          <a:xfrm>
            <a:off x="12954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Star 3"/>
          <p:cNvSpPr/>
          <p:nvPr/>
        </p:nvSpPr>
        <p:spPr>
          <a:xfrm>
            <a:off x="12954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ile 1 حُ" descr="حُ"/>
          <p:cNvSpPr/>
          <p:nvPr/>
        </p:nvSpPr>
        <p:spPr>
          <a:xfrm>
            <a:off x="2635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حُ</a:t>
            </a:r>
          </a:p>
        </p:txBody>
      </p:sp>
      <p:sp>
        <p:nvSpPr>
          <p:cNvPr id="13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ile 2 حُ" descr="حُ"/>
          <p:cNvSpPr/>
          <p:nvPr/>
        </p:nvSpPr>
        <p:spPr>
          <a:xfrm>
            <a:off x="5429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حُ</a:t>
            </a:r>
          </a:p>
        </p:txBody>
      </p:sp>
      <p:sp>
        <p:nvSpPr>
          <p:cNvPr id="15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ile 3 شُ" descr="شُ"/>
          <p:cNvSpPr/>
          <p:nvPr/>
        </p:nvSpPr>
        <p:spPr>
          <a:xfrm>
            <a:off x="8223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شُ</a:t>
            </a:r>
          </a:p>
        </p:txBody>
      </p:sp>
      <p:sp>
        <p:nvSpPr>
          <p:cNvPr id="17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ile 4 يُ" descr="يُ"/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يُ</a:t>
            </a:r>
          </a:p>
        </p:txBody>
      </p:sp>
      <p:sp>
        <p:nvSpPr>
          <p:cNvPr id="19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ile 5 لُ" descr="لُ"/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لُ</a:t>
            </a:r>
          </a:p>
        </p:txBody>
      </p:sp>
      <p:sp>
        <p:nvSpPr>
          <p:cNvPr id="21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ile 6 حُ" descr="حُ"/>
          <p:cNvSpPr/>
          <p:nvPr/>
        </p:nvSpPr>
        <p:spPr>
          <a:xfrm>
            <a:off x="8223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حُ</a:t>
            </a:r>
          </a:p>
        </p:txBody>
      </p:sp>
      <p:sp>
        <p:nvSpPr>
          <p:cNvPr id="23" name="Next button">
            <a:hlinkClick action="ppaction://hlinksldjump" r:id="rId3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Next arrow">
            <a:hlinkClick action="ppaction://hlinksldjump" r:id="rId3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4" dur="85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23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6" dur="97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46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8" dur="109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69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0" dur="121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92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2" dur="1330" fill="hold" repeatCount="indefinite" autoRev="1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11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4" dur="1450" fill="hold" repeatCount="indefinite" autoRev="1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9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0" fill="hold">
                      <p:stCondLst>
                        <p:cond delay="0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8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1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bon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3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2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53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3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4" fill="hold">
                      <p:stCondLst>
                        <p:cond delay="0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32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bon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7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" dur="2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53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9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9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0" fill="hold">
                      <p:stCondLst>
                        <p:cond delay="0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46" dur="90" fill="hold" repeatCount="3000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4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5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6" fill="hold">
                      <p:stCondLst>
                        <p:cond delay="0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2" dur="90" fill="hold" repeatCount="3000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1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2" fill="hold">
                      <p:stCondLst>
                        <p:cond delay="0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8" dur="90" fill="hold" repeatCount="3000" autoRev="1"/>
                                        <p:tgtEl>
                                          <p:spTgt spid="2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75" restart="whenNotActive" fill="hold" evtFilter="cancelBubble" nodeType="interactiveSeq">
                <p:stCondLst>
                  <p:cond evt="onClick" delay="0">
                    <p:tgtEl>
                      <p:spTgt spid="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6" fill="hold">
                      <p:stCondLst>
                        <p:cond delay="0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4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6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bon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69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" dur="2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53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1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Open a gift and read it!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300" b="1" lang="en-US">
                <a:solidFill>
                  <a:srgbClr val="2E2640"/>
                </a:solidFill>
                <a:latin typeface="Arial"/>
                <a:cs typeface="Arial"/>
              </a:rPr>
              <a:t>Open a gift and read it!</a:t>
            </a:r>
          </a:p>
        </p:txBody>
      </p:sp>
      <p:sp>
        <p:nvSpPr>
          <p:cNvPr id="5" name="Card 1 يُ" descr="يُ"/>
          <p:cNvSpPr/>
          <p:nvPr/>
        </p:nvSpPr>
        <p:spPr>
          <a:xfrm>
            <a:off x="1047750" y="2063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يُ</a:t>
            </a:r>
          </a:p>
        </p:txBody>
      </p:sp>
      <p:grpSp>
        <p:nvGrpSpPr>
          <p:cNvPr id="6" name="Gift 1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7" name="Gift box 1" descr="Gift box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00" y="2317750"/>
            <a:ext cx="2286000" cy="1333500"/>
          </a:xfrm>
          <a:prstGeom prst="rect">
            <a:avLst/>
          </a:prstGeom>
        </p:spPr>
      </p:pic>
      <p:pic>
        <p:nvPicPr>
          <p:cNvPr id="8" name="Gift lid 1" descr="Gift lid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" y="1682750"/>
            <a:ext cx="2476500" cy="1238250"/>
          </a:xfrm>
          <a:prstGeom prst="rect">
            <a:avLst/>
          </a:prstGeom>
        </p:spPr>
      </p:pic>
      <p:sp>
        <p:nvSpPr>
          <p:cNvPr id="9" name="Card 2 جُهُ" descr="جُهُ"/>
          <p:cNvSpPr/>
          <p:nvPr/>
        </p:nvSpPr>
        <p:spPr>
          <a:xfrm>
            <a:off x="3714750" y="2063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جُهُ</a:t>
            </a:r>
          </a:p>
        </p:txBody>
      </p:sp>
      <p:grpSp>
        <p:nvGrpSpPr>
          <p:cNvPr id="10" name="Gift 2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1" name="Gift box 2" descr="Gift box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9500" y="2317750"/>
            <a:ext cx="2286000" cy="1333500"/>
          </a:xfrm>
          <a:prstGeom prst="rect">
            <a:avLst/>
          </a:prstGeom>
        </p:spPr>
      </p:pic>
      <p:pic>
        <p:nvPicPr>
          <p:cNvPr id="12" name="Gift lid 2" descr="Gift lid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24250" y="1682750"/>
            <a:ext cx="2476500" cy="1238250"/>
          </a:xfrm>
          <a:prstGeom prst="rect">
            <a:avLst/>
          </a:prstGeom>
        </p:spPr>
      </p:pic>
      <p:sp>
        <p:nvSpPr>
          <p:cNvPr id="13" name="Card 3 نُ" descr="نُ"/>
          <p:cNvSpPr/>
          <p:nvPr/>
        </p:nvSpPr>
        <p:spPr>
          <a:xfrm>
            <a:off x="6381750" y="2063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نُ</a:t>
            </a:r>
          </a:p>
        </p:txBody>
      </p:sp>
      <p:grpSp>
        <p:nvGrpSpPr>
          <p:cNvPr id="14" name="Gift 3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5" name="Gift box 3" descr="Gift box 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86500" y="2317750"/>
            <a:ext cx="2286000" cy="1333500"/>
          </a:xfrm>
          <a:prstGeom prst="rect">
            <a:avLst/>
          </a:prstGeom>
        </p:spPr>
      </p:pic>
      <p:pic>
        <p:nvPicPr>
          <p:cNvPr id="16" name="Gift lid 3" descr="Gift lid 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1250" y="1682750"/>
            <a:ext cx="2476500" cy="1238250"/>
          </a:xfrm>
          <a:prstGeom prst="rect">
            <a:avLst/>
          </a:prstGeom>
        </p:spPr>
      </p:pic>
      <p:sp>
        <p:nvSpPr>
          <p:cNvPr id="17" name="Card 4 حُخُ" descr="حُخُ"/>
          <p:cNvSpPr/>
          <p:nvPr/>
        </p:nvSpPr>
        <p:spPr>
          <a:xfrm>
            <a:off x="9048750" y="2063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حُخُ</a:t>
            </a:r>
          </a:p>
        </p:txBody>
      </p:sp>
      <p:grpSp>
        <p:nvGrpSpPr>
          <p:cNvPr id="18" name="Gift 4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Gift box 4" descr="Gift box 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53500" y="2317750"/>
            <a:ext cx="2286000" cy="1333500"/>
          </a:xfrm>
          <a:prstGeom prst="rect">
            <a:avLst/>
          </a:prstGeom>
        </p:spPr>
      </p:pic>
      <p:pic>
        <p:nvPicPr>
          <p:cNvPr id="20" name="Gift lid 4" descr="Gift lid 4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58250" y="1682750"/>
            <a:ext cx="2476500" cy="1238250"/>
          </a:xfrm>
          <a:prstGeom prst="rect">
            <a:avLst/>
          </a:prstGeom>
        </p:spPr>
      </p:pic>
      <p:sp>
        <p:nvSpPr>
          <p:cNvPr id="21" name="Card 5 حُ" descr="حُ"/>
          <p:cNvSpPr/>
          <p:nvPr/>
        </p:nvSpPr>
        <p:spPr>
          <a:xfrm>
            <a:off x="1047750" y="4476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حُ</a:t>
            </a:r>
          </a:p>
        </p:txBody>
      </p:sp>
      <p:grpSp>
        <p:nvGrpSpPr>
          <p:cNvPr id="22" name="Gift 5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23" name="Gift box 5" descr="Gift box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00" y="4730750"/>
            <a:ext cx="2286000" cy="1333500"/>
          </a:xfrm>
          <a:prstGeom prst="rect">
            <a:avLst/>
          </a:prstGeom>
        </p:spPr>
      </p:pic>
      <p:pic>
        <p:nvPicPr>
          <p:cNvPr id="24" name="Gift lid 5" descr="Gift lid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" y="4095750"/>
            <a:ext cx="2476500" cy="1238250"/>
          </a:xfrm>
          <a:prstGeom prst="rect">
            <a:avLst/>
          </a:prstGeom>
        </p:spPr>
      </p:pic>
      <p:sp>
        <p:nvSpPr>
          <p:cNvPr id="25" name="Card 6 يُوُ" descr="يُوُ"/>
          <p:cNvSpPr/>
          <p:nvPr/>
        </p:nvSpPr>
        <p:spPr>
          <a:xfrm>
            <a:off x="3714750" y="4476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يُوُ</a:t>
            </a:r>
          </a:p>
        </p:txBody>
      </p:sp>
      <p:grpSp>
        <p:nvGrpSpPr>
          <p:cNvPr id="26" name="Gift 6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27" name="Gift box 6" descr="Gift box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9500" y="4730750"/>
            <a:ext cx="2286000" cy="1333500"/>
          </a:xfrm>
          <a:prstGeom prst="rect">
            <a:avLst/>
          </a:prstGeom>
        </p:spPr>
      </p:pic>
      <p:pic>
        <p:nvPicPr>
          <p:cNvPr id="28" name="Gift lid 6" descr="Gift lid 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24250" y="4095750"/>
            <a:ext cx="2476500" cy="1238250"/>
          </a:xfrm>
          <a:prstGeom prst="rect">
            <a:avLst/>
          </a:prstGeom>
        </p:spPr>
      </p:pic>
      <p:sp>
        <p:nvSpPr>
          <p:cNvPr id="29" name="Card 7 نُمُ" descr="نُمُ"/>
          <p:cNvSpPr/>
          <p:nvPr/>
        </p:nvSpPr>
        <p:spPr>
          <a:xfrm>
            <a:off x="6381750" y="4476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نُمُ</a:t>
            </a:r>
          </a:p>
        </p:txBody>
      </p:sp>
      <p:grpSp>
        <p:nvGrpSpPr>
          <p:cNvPr id="30" name="Gift 7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31" name="Gift box 7" descr="Gift box 7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86500" y="4730750"/>
            <a:ext cx="2286000" cy="1333500"/>
          </a:xfrm>
          <a:prstGeom prst="rect">
            <a:avLst/>
          </a:prstGeom>
        </p:spPr>
      </p:pic>
      <p:pic>
        <p:nvPicPr>
          <p:cNvPr id="32" name="Gift lid 7" descr="Gift lid 7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1250" y="4095750"/>
            <a:ext cx="2476500" cy="1238250"/>
          </a:xfrm>
          <a:prstGeom prst="rect">
            <a:avLst/>
          </a:prstGeom>
        </p:spPr>
      </p:pic>
      <p:sp>
        <p:nvSpPr>
          <p:cNvPr id="33" name="Card 8 جُ" descr="جُ"/>
          <p:cNvSpPr/>
          <p:nvPr/>
        </p:nvSpPr>
        <p:spPr>
          <a:xfrm>
            <a:off x="9048750" y="4476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جُ</a:t>
            </a:r>
          </a:p>
        </p:txBody>
      </p:sp>
      <p:grpSp>
        <p:nvGrpSpPr>
          <p:cNvPr id="34" name="Gift 8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35" name="Gift box 8" descr="Gift box 8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53500" y="4730750"/>
            <a:ext cx="2286000" cy="1333500"/>
          </a:xfrm>
          <a:prstGeom prst="rect">
            <a:avLst/>
          </a:prstGeom>
        </p:spPr>
      </p:pic>
      <p:pic>
        <p:nvPicPr>
          <p:cNvPr id="36" name="Gift lid 8" descr="Gift lid 8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58250" y="4095750"/>
            <a:ext cx="2476500" cy="1238250"/>
          </a:xfrm>
          <a:prstGeom prst="rect">
            <a:avLst/>
          </a:prstGeom>
        </p:spPr>
      </p:pic>
      <p:sp>
        <p:nvSpPr>
          <p:cNvPr id="37" name="Next button">
            <a:hlinkClick action="ppaction://hlinksldjump" r:id="rId11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Next arrow">
            <a:hlinkClick action="ppaction://hlinksldjump" r:id="rId11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10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1" fill="hold">
                      <p:stCondLst>
                        <p:cond delay="0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4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9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19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13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1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8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8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9" fill="hold">
                      <p:stCondLst>
                        <p:cond delay="0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22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2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7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7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8" fill="hold">
                      <p:stCondLst>
                        <p:cond delay="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31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3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6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6" restart="whenNotActive" fill="hold" evtFilter="cancelBubble" nodeType="interactiveSeq">
                <p:stCondLst>
                  <p:cond evt="onClick" delay="0">
                    <p:tgtEl>
                      <p:spTgt spid="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7" fill="hold">
                      <p:stCondLst>
                        <p:cond delay="0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40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4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5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5" restart="whenNotActive" fill="hold" evtFilter="cancelBubble" nodeType="interactiveSeq">
                <p:stCondLst>
                  <p:cond evt="onClick" delay="0">
                    <p:tgtEl>
                      <p:spTgt spid="2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6" fill="hold">
                      <p:stCondLst>
                        <p:cond delay="0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49" dur="4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5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4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4" restart="whenNotActive" fill="hold" evtFilter="cancelBubble" nodeType="interactiveSeq">
                <p:stCondLst>
                  <p:cond evt="onClick" delay="0">
                    <p:tgtEl>
                      <p:spTgt spid="3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5" fill="hold">
                      <p:stCondLst>
                        <p:cond delay="0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58" dur="4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5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63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73" restart="whenNotActive" fill="hold" evtFilter="cancelBubble" nodeType="interactiveSeq">
                <p:stCondLst>
                  <p:cond evt="onClick" delay="0">
                    <p:tgtEl>
                      <p:spTgt spid="3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4" fill="hold">
                      <p:stCondLst>
                        <p:cond delay="0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67" dur="4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6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72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0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 “khu”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Pop  “khu”</a:t>
            </a:r>
          </a:p>
        </p:txBody>
      </p:sp>
      <p:sp>
        <p:nvSpPr>
          <p:cNvPr id="5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9" name="Balloon 1 خ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0" name="Balloon picture 1" descr="Balloon 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1905000"/>
            <a:ext cx="1651000" cy="2857500"/>
          </a:xfrm>
          <a:prstGeom prst="rect">
            <a:avLst/>
          </a:prstGeom>
        </p:spPr>
      </p:pic>
      <p:sp>
        <p:nvSpPr>
          <p:cNvPr id="11" name="Balloon letter 1" descr="خُ"/>
          <p:cNvSpPr/>
          <p:nvPr/>
        </p:nvSpPr>
        <p:spPr>
          <a:xfrm>
            <a:off x="95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خُ</a:t>
            </a:r>
          </a:p>
        </p:txBody>
      </p:sp>
      <p:grpSp>
        <p:nvGrpSpPr>
          <p:cNvPr id="12" name="Balloon 2 ض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3" name="Balloon picture 2" descr="Balloon 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0" y="2286000"/>
            <a:ext cx="1651000" cy="2857500"/>
          </a:xfrm>
          <a:prstGeom prst="rect">
            <a:avLst/>
          </a:prstGeom>
        </p:spPr>
      </p:pic>
      <p:sp>
        <p:nvSpPr>
          <p:cNvPr id="14" name="Balloon letter 2" descr="ضُ"/>
          <p:cNvSpPr/>
          <p:nvPr/>
        </p:nvSpPr>
        <p:spPr>
          <a:xfrm>
            <a:off x="3175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ضُ</a:t>
            </a:r>
          </a:p>
        </p:txBody>
      </p:sp>
      <p:grpSp>
        <p:nvGrpSpPr>
          <p:cNvPr id="15" name="Balloon 3 ظ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6" name="Balloon picture 3" descr="Balloon pictur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70500" y="1905000"/>
            <a:ext cx="1651000" cy="2857500"/>
          </a:xfrm>
          <a:prstGeom prst="rect">
            <a:avLst/>
          </a:prstGeom>
        </p:spPr>
      </p:pic>
      <p:sp>
        <p:nvSpPr>
          <p:cNvPr id="17" name="Balloon letter 3" descr="ظُ"/>
          <p:cNvSpPr/>
          <p:nvPr/>
        </p:nvSpPr>
        <p:spPr>
          <a:xfrm>
            <a:off x="5397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ظُ</a:t>
            </a:r>
          </a:p>
        </p:txBody>
      </p:sp>
      <p:grpSp>
        <p:nvGrpSpPr>
          <p:cNvPr id="18" name="Balloon 4 ن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Balloon picture 4" descr="Balloon picture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93000" y="2286000"/>
            <a:ext cx="1651000" cy="2857500"/>
          </a:xfrm>
          <a:prstGeom prst="rect">
            <a:avLst/>
          </a:prstGeom>
        </p:spPr>
      </p:pic>
      <p:sp>
        <p:nvSpPr>
          <p:cNvPr id="20" name="Balloon letter 4" descr="نُ"/>
          <p:cNvSpPr/>
          <p:nvPr/>
        </p:nvSpPr>
        <p:spPr>
          <a:xfrm>
            <a:off x="7620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نُ</a:t>
            </a:r>
          </a:p>
        </p:txBody>
      </p:sp>
      <p:grpSp>
        <p:nvGrpSpPr>
          <p:cNvPr id="21" name="Balloon 5 خ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22" name="Balloon picture 5" descr="Balloon picture 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15500" y="1905000"/>
            <a:ext cx="1651000" cy="2857500"/>
          </a:xfrm>
          <a:prstGeom prst="rect">
            <a:avLst/>
          </a:prstGeom>
        </p:spPr>
      </p:pic>
      <p:sp>
        <p:nvSpPr>
          <p:cNvPr id="23" name="Balloon letter 5" descr="خُ"/>
          <p:cNvSpPr/>
          <p:nvPr/>
        </p:nvSpPr>
        <p:spPr>
          <a:xfrm>
            <a:off x="984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خُ</a:t>
            </a:r>
          </a:p>
        </p:txBody>
      </p:sp>
      <p:sp>
        <p:nvSpPr>
          <p:cNvPr id="24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4" dur="15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6" dur="167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8" dur="184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0" dur="201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2" dur="2180" fill="hold" repeatCount="indefinite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7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8" fill="hold">
                      <p:stCondLst>
                        <p:cond delay="0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6" dur="150" fill="hold"/>
                                        <p:tgtEl>
                                          <p:spTgt spid="9"/>
                                        </p:tgtEl>
                                      </p:cBhvr>
                                      <p:by x="125000" y="125000"/>
                                    </p:animScale>
                                    <p:audio>
                                      <p:cMediaNode vol="90000">
                                        <p:cTn id="1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1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2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30" dur="90" fill="hold" repeatCount="3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9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0" fill="hold">
                      <p:stCondLst>
                        <p:cond delay="0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36" dur="90" fill="hold" repeatCount="3000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5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6" fill="hold">
                      <p:stCondLst>
                        <p:cond delay="0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42" dur="90" fill="hold" repeatCount="3000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4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9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0" fill="hold">
                      <p:stCondLst>
                        <p:cond delay="0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8" dur="150" fill="hold"/>
                                        <p:tgtEl>
                                          <p:spTgt spid="21"/>
                                        </p:tgtEl>
                                      </p:cBhvr>
                                      <p:by x="125000" y="125000"/>
                                    </p:animScale>
                                    <p:audio>
                                      <p:cMediaNode vol="90000">
                                        <p:cTn id="4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3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" dur="2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921000" y="190500"/>
            <a:ext cx="635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Feed me  “khu”!"/>
          <p:cNvSpPr/>
          <p:nvPr/>
        </p:nvSpPr>
        <p:spPr>
          <a:xfrm>
            <a:off x="3048000" y="190500"/>
            <a:ext cx="6096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Feed me  “khu”!</a:t>
            </a:r>
          </a:p>
        </p:txBody>
      </p:sp>
      <p:pic>
        <p:nvPicPr>
          <p:cNvPr id="5" name="Monster (hungry)" descr="Monster (hungry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pic>
        <p:nvPicPr>
          <p:cNvPr id="6" name="Monster (chewing)" descr="Monster (chewing)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pic>
        <p:nvPicPr>
          <p:cNvPr id="7" name="Monster (no thanks)" descr="Monster (no thanks)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sp>
        <p:nvSpPr>
          <p:cNvPr id="8" name="Yummy" descr="Yummy!"/>
          <p:cNvSpPr/>
          <p:nvPr/>
        </p:nvSpPr>
        <p:spPr>
          <a:xfrm>
            <a:off x="3556000" y="1460500"/>
            <a:ext cx="2413000" cy="1270000"/>
          </a:xfrm>
          <a:prstGeom prst="cloudCallout">
            <a:avLst/>
          </a:prstGeom>
          <a:solidFill>
            <a:srgbClr val="FFFFFF"/>
          </a:solidFill>
          <a:ln w="381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3200" b="1" lang="en-US">
                <a:solidFill>
                  <a:srgbClr val="E5536F"/>
                </a:solidFill>
                <a:latin typeface="Arial"/>
                <a:cs typeface="Arial"/>
              </a:rPr>
              <a:t>Yummy!</a:t>
            </a:r>
          </a:p>
        </p:txBody>
      </p:sp>
      <p:grpSp>
        <p:nvGrpSpPr>
          <p:cNvPr id="9" name="Food 1 ت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0" name="Food picture 1" descr="Food picture 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0" y="1778000"/>
            <a:ext cx="1905000" cy="1905000"/>
          </a:xfrm>
          <a:prstGeom prst="rect">
            <a:avLst/>
          </a:prstGeom>
        </p:spPr>
      </p:pic>
      <p:sp>
        <p:nvSpPr>
          <p:cNvPr id="11" name="Food letter 1" descr="تُ"/>
          <p:cNvSpPr/>
          <p:nvPr/>
        </p:nvSpPr>
        <p:spPr>
          <a:xfrm>
            <a:off x="742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تُ</a:t>
            </a:r>
          </a:p>
        </p:txBody>
      </p:sp>
      <p:grpSp>
        <p:nvGrpSpPr>
          <p:cNvPr id="12" name="Food 2 أ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3" name="Food picture 2" descr="Food picture 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25000" y="1778000"/>
            <a:ext cx="1905000" cy="1905000"/>
          </a:xfrm>
          <a:prstGeom prst="rect">
            <a:avLst/>
          </a:prstGeom>
        </p:spPr>
      </p:pic>
      <p:sp>
        <p:nvSpPr>
          <p:cNvPr id="14" name="Food letter 2" descr="أُ"/>
          <p:cNvSpPr/>
          <p:nvPr/>
        </p:nvSpPr>
        <p:spPr>
          <a:xfrm>
            <a:off x="996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أُ</a:t>
            </a:r>
          </a:p>
        </p:txBody>
      </p:sp>
      <p:grpSp>
        <p:nvGrpSpPr>
          <p:cNvPr id="15" name="Food 3 ز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6" name="Food picture 3" descr="Food picture 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85000" y="4064000"/>
            <a:ext cx="1905000" cy="1905000"/>
          </a:xfrm>
          <a:prstGeom prst="rect">
            <a:avLst/>
          </a:prstGeom>
        </p:spPr>
      </p:pic>
      <p:sp>
        <p:nvSpPr>
          <p:cNvPr id="17" name="Food letter 3" descr="زُ"/>
          <p:cNvSpPr/>
          <p:nvPr/>
        </p:nvSpPr>
        <p:spPr>
          <a:xfrm>
            <a:off x="742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زُ</a:t>
            </a:r>
          </a:p>
        </p:txBody>
      </p:sp>
      <p:grpSp>
        <p:nvGrpSpPr>
          <p:cNvPr id="18" name="Food 4 خ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Food picture 4" descr="Food picture 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525000" y="4064000"/>
            <a:ext cx="1905000" cy="1905000"/>
          </a:xfrm>
          <a:prstGeom prst="rect">
            <a:avLst/>
          </a:prstGeom>
        </p:spPr>
      </p:pic>
      <p:sp>
        <p:nvSpPr>
          <p:cNvPr id="20" name="Food letter 4" descr="خُ"/>
          <p:cNvSpPr/>
          <p:nvPr/>
        </p:nvSpPr>
        <p:spPr>
          <a:xfrm>
            <a:off x="996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خُ</a:t>
            </a:r>
          </a:p>
        </p:txBody>
      </p:sp>
      <p:sp>
        <p:nvSpPr>
          <p:cNvPr id="21" name="Next button">
            <a:hlinkClick action="ppaction://hlinksldjump" r:id="rId10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Next arrow">
            <a:hlinkClick action="ppaction://hlinksldjump" r:id="rId10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sound anchor" descr="sound anchor (invisible)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15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6" fill="hold">
                      <p:stCondLst>
                        <p:cond delay="0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4" dur="90" fill="hold" repeatCount="3000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1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9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0" fill="hold">
                      <p:stCondLst>
                        <p:cond delay="0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18" dur="90" fill="hold" repeatCount="3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1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1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2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3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4" fill="hold">
                      <p:stCondLst>
                        <p:cond delay="0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32" dur="90" fill="hold" repeatCount="3000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1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6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6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7" fill="hold">
                      <p:stCondLst>
                        <p:cond delay="0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6406 -0.1204 E" pathEditMode="relative" ptsTypes="AA">
                                      <p:cBhvr>
                                        <p:cTn id="46" dur="7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9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" presetID="1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5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3" name="munc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61" presetID="53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" presetClass="exit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Build the word:  “qaruba”  then tap GO!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000" b="1" lang="en-US">
                <a:solidFill>
                  <a:srgbClr val="2E2640"/>
                </a:solidFill>
                <a:latin typeface="Arial"/>
                <a:cs typeface="Arial"/>
              </a:rPr>
              <a:t>Build the word:  “qaruba”  then tap GO!</a:t>
            </a:r>
          </a:p>
        </p:txBody>
      </p:sp>
      <p:pic>
        <p:nvPicPr>
          <p:cNvPr id="5" name="Engine" descr="Engi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3937000"/>
            <a:ext cx="2667000" cy="1911350"/>
          </a:xfrm>
          <a:prstGeom prst="rect">
            <a:avLst/>
          </a:prstGeom>
        </p:spPr>
      </p:pic>
      <p:pic>
        <p:nvPicPr>
          <p:cNvPr id="6" name="Wagon 1" descr="Wagon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5000" y="4381500"/>
            <a:ext cx="1778000" cy="1543050"/>
          </a:xfrm>
          <a:prstGeom prst="rect">
            <a:avLst/>
          </a:prstGeom>
        </p:spPr>
      </p:pic>
      <p:pic>
        <p:nvPicPr>
          <p:cNvPr id="7" name="Wagon 2" descr="Wagon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6500" y="4381500"/>
            <a:ext cx="1778000" cy="1543050"/>
          </a:xfrm>
          <a:prstGeom prst="rect">
            <a:avLst/>
          </a:prstGeom>
        </p:spPr>
      </p:pic>
      <p:pic>
        <p:nvPicPr>
          <p:cNvPr id="8" name="Wagon 3" descr="Wagon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4381500"/>
            <a:ext cx="1778000" cy="1543050"/>
          </a:xfrm>
          <a:prstGeom prst="rect">
            <a:avLst/>
          </a:prstGeom>
        </p:spPr>
      </p:pic>
      <p:sp>
        <p:nvSpPr>
          <p:cNvPr id="9" name="Wagon letter 1" descr="قَ"/>
          <p:cNvSpPr/>
          <p:nvPr/>
        </p:nvSpPr>
        <p:spPr>
          <a:xfrm>
            <a:off x="70993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قَ</a:t>
            </a:r>
          </a:p>
        </p:txBody>
      </p:sp>
      <p:sp>
        <p:nvSpPr>
          <p:cNvPr id="10" name="Wagon letter 2" descr="رُ"/>
          <p:cNvSpPr/>
          <p:nvPr/>
        </p:nvSpPr>
        <p:spPr>
          <a:xfrm>
            <a:off x="52578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رُ</a:t>
            </a:r>
          </a:p>
        </p:txBody>
      </p:sp>
      <p:sp>
        <p:nvSpPr>
          <p:cNvPr id="11" name="Wagon letter 3" descr="بَ"/>
          <p:cNvSpPr/>
          <p:nvPr/>
        </p:nvSpPr>
        <p:spPr>
          <a:xfrm>
            <a:off x="34163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بَ</a:t>
            </a:r>
          </a:p>
        </p:txBody>
      </p:sp>
      <p:sp>
        <p:nvSpPr>
          <p:cNvPr id="12" name="Card بَ" descr="بَ"/>
          <p:cNvSpPr/>
          <p:nvPr/>
        </p:nvSpPr>
        <p:spPr>
          <a:xfrm>
            <a:off x="3302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بَ</a:t>
            </a:r>
          </a:p>
        </p:txBody>
      </p:sp>
      <p:sp>
        <p:nvSpPr>
          <p:cNvPr id="13" name="Card قَ" descr="قَ"/>
          <p:cNvSpPr/>
          <p:nvPr/>
        </p:nvSpPr>
        <p:spPr>
          <a:xfrm>
            <a:off x="4953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قَ</a:t>
            </a:r>
          </a:p>
        </p:txBody>
      </p:sp>
      <p:sp>
        <p:nvSpPr>
          <p:cNvPr id="14" name="Card رُ" descr="رُ"/>
          <p:cNvSpPr/>
          <p:nvPr/>
        </p:nvSpPr>
        <p:spPr>
          <a:xfrm>
            <a:off x="6604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رُ</a:t>
            </a:r>
          </a:p>
        </p:txBody>
      </p:sp>
      <p:sp>
        <p:nvSpPr>
          <p:cNvPr id="15" name="GO button" descr="GO!"/>
          <p:cNvSpPr/>
          <p:nvPr/>
        </p:nvSpPr>
        <p:spPr>
          <a:xfrm>
            <a:off x="9271000" y="1905000"/>
            <a:ext cx="1460500" cy="889000"/>
          </a:xfrm>
          <a:prstGeom prst="roundRect">
            <a:avLst>
              <a:gd name="adj" fmla="val 30000"/>
            </a:avLst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800" b="1" lang="en-US">
                <a:solidFill>
                  <a:srgbClr val="FFFFFF"/>
                </a:solidFill>
                <a:latin typeface="Arial"/>
                <a:cs typeface="Arial"/>
              </a:rPr>
              <a:t>GO!</a:t>
            </a:r>
          </a:p>
        </p:txBody>
      </p:sp>
      <p:sp>
        <p:nvSpPr>
          <p:cNvPr id="16" name="Word" descr="قَرُبَ"/>
          <p:cNvSpPr/>
          <p:nvPr/>
        </p:nvSpPr>
        <p:spPr>
          <a:xfrm>
            <a:off x="2921000" y="2984500"/>
            <a:ext cx="6350000" cy="1905000"/>
          </a:xfrm>
          <a:prstGeom prst="roundRect">
            <a:avLst>
              <a:gd name="adj" fmla="val 20000"/>
            </a:avLst>
          </a:prstGeom>
          <a:solidFill>
            <a:srgbClr val="FFFFFF">
              <a:alpha val="94000"/>
            </a:srgbClr>
          </a:solidFill>
          <a:ln w="762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9600" b="1" lang="ar-SA">
                <a:solidFill>
                  <a:srgbClr val="2E2640"/>
                </a:solidFill>
                <a:latin typeface="Arial"/>
                <a:cs typeface="Arial"/>
              </a:rPr>
              <a:t>قَرُبَ</a:t>
            </a:r>
          </a:p>
        </p:txBody>
      </p:sp>
      <p:sp>
        <p:nvSpPr>
          <p:cNvPr id="17" name="Next button">
            <a:hlinkClick action="ppaction://hlinksldjump" r:id="rId5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Next arrow">
            <a:hlinkClick action="ppaction://hlinksldjump" r:id="rId5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9" name="sound anchor" descr="sound anchor (invisible)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" dur="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audio>
                                      <p:cMediaNode vol="90000">
                                        <p:cTn id="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2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" dur="3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3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5" restart="whenNotActive" fill="hold" evtFilter="cancelBubble" nodeType="interactiveSeq">
                <p:stCondLst>
                  <p:cond evt="onClick" delay="0">
                    <p:tgtEl>
                      <p:spTgt spid="1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6" fill="hold">
                      <p:stCondLst>
                        <p:cond delay="0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audio>
                                      <p:cMediaNode vol="90000">
                                        <p:cTn id="1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4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3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3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7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8" fill="hold">
                      <p:stCondLst>
                        <p:cond delay="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" dur="2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audio>
                                      <p:cMediaNode vol="90000">
                                        <p:cTn id="3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6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" dur="3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3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5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6" fill="hold">
                      <p:stCondLst>
                        <p:cond delay="0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4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whistle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4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43" dur="2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6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45" dur="2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8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47" dur="2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0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49" dur="2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2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51" dur="2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4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53" dur="2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6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55" dur="2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1" presetID="53" presetClass="entr" presetSubtype="0" fill="hold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" presetClass="entr" presetSubtype="0" fill="hold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6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cheer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 “du”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Catch  “du”</a:t>
            </a:r>
          </a:p>
        </p:txBody>
      </p:sp>
      <p:sp>
        <p:nvSpPr>
          <p:cNvPr id="5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9" name="Fish 1 د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0" name="Fish picture 1" descr="Fish 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651000"/>
            <a:ext cx="2286000" cy="1416050"/>
          </a:xfrm>
          <a:prstGeom prst="rect">
            <a:avLst/>
          </a:prstGeom>
        </p:spPr>
      </p:pic>
      <p:sp>
        <p:nvSpPr>
          <p:cNvPr id="11" name="Fish letter 1" descr="دُ"/>
          <p:cNvSpPr/>
          <p:nvPr/>
        </p:nvSpPr>
        <p:spPr>
          <a:xfrm>
            <a:off x="1682750" y="1885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دُ</a:t>
            </a:r>
          </a:p>
        </p:txBody>
      </p:sp>
      <p:grpSp>
        <p:nvGrpSpPr>
          <p:cNvPr id="12" name="Fish 2 د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3" name="Fish picture 2" descr="Fish 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500" y="1905000"/>
            <a:ext cx="2286000" cy="1416050"/>
          </a:xfrm>
          <a:prstGeom prst="rect">
            <a:avLst/>
          </a:prstGeom>
        </p:spPr>
      </p:pic>
      <p:sp>
        <p:nvSpPr>
          <p:cNvPr id="14" name="Fish letter 2" descr="دُ"/>
          <p:cNvSpPr/>
          <p:nvPr/>
        </p:nvSpPr>
        <p:spPr>
          <a:xfrm>
            <a:off x="7207250" y="2139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دُ</a:t>
            </a:r>
          </a:p>
        </p:txBody>
      </p:sp>
      <p:grpSp>
        <p:nvGrpSpPr>
          <p:cNvPr id="15" name="Fish 3 ش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6" name="Fish picture 3" descr="Fish 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6000" y="3302000"/>
            <a:ext cx="2286000" cy="1416050"/>
          </a:xfrm>
          <a:prstGeom prst="rect">
            <a:avLst/>
          </a:prstGeom>
        </p:spPr>
      </p:pic>
      <p:sp>
        <p:nvSpPr>
          <p:cNvPr id="17" name="Fish letter 3" descr="شُ"/>
          <p:cNvSpPr/>
          <p:nvPr/>
        </p:nvSpPr>
        <p:spPr>
          <a:xfrm>
            <a:off x="4095750" y="3536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شُ</a:t>
            </a:r>
          </a:p>
        </p:txBody>
      </p:sp>
      <p:grpSp>
        <p:nvGrpSpPr>
          <p:cNvPr id="18" name="Fish 4 ع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Fish picture 4" descr="Fish 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0" y="3810000"/>
            <a:ext cx="2286000" cy="1416050"/>
          </a:xfrm>
          <a:prstGeom prst="rect">
            <a:avLst/>
          </a:prstGeom>
        </p:spPr>
      </p:pic>
      <p:sp>
        <p:nvSpPr>
          <p:cNvPr id="20" name="Fish letter 4" descr="عُ"/>
          <p:cNvSpPr/>
          <p:nvPr/>
        </p:nvSpPr>
        <p:spPr>
          <a:xfrm>
            <a:off x="9112250" y="4044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عُ</a:t>
            </a:r>
          </a:p>
        </p:txBody>
      </p:sp>
      <p:grpSp>
        <p:nvGrpSpPr>
          <p:cNvPr id="21" name="Fish 5 خ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22" name="Fish picture 5" descr="Fish 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7500" y="4826000"/>
            <a:ext cx="2286000" cy="1416050"/>
          </a:xfrm>
          <a:prstGeom prst="rect">
            <a:avLst/>
          </a:prstGeom>
        </p:spPr>
      </p:pic>
      <p:sp>
        <p:nvSpPr>
          <p:cNvPr id="23" name="Fish letter 5" descr="خُ"/>
          <p:cNvSpPr/>
          <p:nvPr/>
        </p:nvSpPr>
        <p:spPr>
          <a:xfrm>
            <a:off x="2127250" y="5060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خُ</a:t>
            </a:r>
          </a:p>
        </p:txBody>
      </p:sp>
      <p:sp>
        <p:nvSpPr>
          <p:cNvPr id="24" name="Next button">
            <a:hlinkClick action="ppaction://hlinksldjump" r:id="rId5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Next arrow">
            <a:hlinkClick action="ppaction://hlinksldjump" r:id="rId5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4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6" dur="29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8" dur="320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0" dur="350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2" dur="3800" fill="hold" repeatCount="indefinite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7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8" fill="hold">
                      <p:stCondLst>
                        <p:cond delay="0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6" dur="150" fill="hold"/>
                                        <p:tgtEl>
                                          <p:spTgt spid="9"/>
                                        </p:tgtEl>
                                      </p:cBhvr>
                                      <p:by x="120000" y="120000"/>
                                    </p:animScale>
                                    <p:audio>
                                      <p:cMediaNode vol="90000">
                                        <p:cTn id="1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spla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1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1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2" fill="hold">
                      <p:stCondLst>
                        <p:cond delay="0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0" dur="150" fill="hold"/>
                                        <p:tgtEl>
                                          <p:spTgt spid="12"/>
                                        </p:tgtEl>
                                      </p:cBhvr>
                                      <p:by x="120000" y="120000"/>
                                    </p:animScale>
                                    <p:audio>
                                      <p:cMediaNode vol="90000">
                                        <p:cTn id="3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spla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5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7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8" fill="hold">
                      <p:stCondLst>
                        <p:cond delay="0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44" dur="90" fill="hold" repeatCount="3000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4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3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4" fill="hold">
                      <p:stCondLst>
                        <p:cond delay="0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0" dur="90" fill="hold" repeatCount="3000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9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0" fill="hold">
                      <p:stCondLst>
                        <p:cond delay="0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6" dur="90" fill="hold" repeatCount="3000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 “du”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Tap every  “du”</a:t>
            </a:r>
          </a:p>
        </p:txBody>
      </p:sp>
      <p:sp>
        <p:nvSpPr>
          <p:cNvPr id="5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Star place 3"/>
          <p:cNvSpPr/>
          <p:nvPr/>
        </p:nvSpPr>
        <p:spPr>
          <a:xfrm>
            <a:off x="12954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Star 3"/>
          <p:cNvSpPr/>
          <p:nvPr/>
        </p:nvSpPr>
        <p:spPr>
          <a:xfrm>
            <a:off x="12954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ile 1 دُ" descr="دُ"/>
          <p:cNvSpPr/>
          <p:nvPr/>
        </p:nvSpPr>
        <p:spPr>
          <a:xfrm>
            <a:off x="2635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دُ</a:t>
            </a:r>
          </a:p>
        </p:txBody>
      </p:sp>
      <p:sp>
        <p:nvSpPr>
          <p:cNvPr id="13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ile 2 دُ" descr="دُ"/>
          <p:cNvSpPr/>
          <p:nvPr/>
        </p:nvSpPr>
        <p:spPr>
          <a:xfrm>
            <a:off x="5429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دُ</a:t>
            </a:r>
          </a:p>
        </p:txBody>
      </p:sp>
      <p:sp>
        <p:nvSpPr>
          <p:cNvPr id="15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ile 3 بُ" descr="بُ"/>
          <p:cNvSpPr/>
          <p:nvPr/>
        </p:nvSpPr>
        <p:spPr>
          <a:xfrm>
            <a:off x="8223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بُ</a:t>
            </a:r>
          </a:p>
        </p:txBody>
      </p:sp>
      <p:sp>
        <p:nvSpPr>
          <p:cNvPr id="17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ile 4 دُ" descr="دُ"/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دُ</a:t>
            </a:r>
          </a:p>
        </p:txBody>
      </p:sp>
      <p:sp>
        <p:nvSpPr>
          <p:cNvPr id="19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ile 5 ذُ" descr="ذُ"/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ذُ</a:t>
            </a:r>
          </a:p>
        </p:txBody>
      </p:sp>
      <p:sp>
        <p:nvSpPr>
          <p:cNvPr id="21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ile 6 شُ" descr="شُ"/>
          <p:cNvSpPr/>
          <p:nvPr/>
        </p:nvSpPr>
        <p:spPr>
          <a:xfrm>
            <a:off x="8223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شُ</a:t>
            </a:r>
          </a:p>
        </p:txBody>
      </p:sp>
      <p:sp>
        <p:nvSpPr>
          <p:cNvPr id="23" name="Next button">
            <a:hlinkClick action="ppaction://hlinksldjump" r:id="rId3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Next arrow">
            <a:hlinkClick action="ppaction://hlinksldjump" r:id="rId3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4" dur="85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23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6" dur="97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46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8" dur="109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69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0" dur="121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92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2" dur="1330" fill="hold" repeatCount="indefinite" autoRev="1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11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4" dur="1450" fill="hold" repeatCount="indefinite" autoRev="1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9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0" fill="hold">
                      <p:stCondLst>
                        <p:cond delay="0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8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1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bon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3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2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53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3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4" fill="hold">
                      <p:stCondLst>
                        <p:cond delay="0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32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bon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7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" dur="2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53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9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9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0" fill="hold">
                      <p:stCondLst>
                        <p:cond delay="0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46" dur="90" fill="hold" repeatCount="3000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4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3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4" fill="hold">
                      <p:stCondLst>
                        <p:cond delay="0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52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bon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7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" dur="2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" presetID="53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9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0" fill="hold">
                      <p:stCondLst>
                        <p:cond delay="0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66" dur="90" fill="hold" repeatCount="3000" autoRev="1"/>
                                        <p:tgtEl>
                                          <p:spTgt spid="2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6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75" restart="whenNotActive" fill="hold" evtFilter="cancelBubble" nodeType="interactiveSeq">
                <p:stCondLst>
                  <p:cond evt="onClick" delay="0">
                    <p:tgtEl>
                      <p:spTgt spid="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6" fill="hold">
                      <p:stCondLst>
                        <p:cond delay="0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72" dur="90" fill="hold" repeatCount="3000" autoRev="1"/>
                                        <p:tgtEl>
                                          <p:spTgt spid="2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7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 “dhu”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Pop  “dhu”</a:t>
            </a:r>
          </a:p>
        </p:txBody>
      </p:sp>
      <p:sp>
        <p:nvSpPr>
          <p:cNvPr id="5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9" name="Balloon 1 ذ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0" name="Balloon picture 1" descr="Balloon 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1905000"/>
            <a:ext cx="1651000" cy="2857500"/>
          </a:xfrm>
          <a:prstGeom prst="rect">
            <a:avLst/>
          </a:prstGeom>
        </p:spPr>
      </p:pic>
      <p:sp>
        <p:nvSpPr>
          <p:cNvPr id="11" name="Balloon letter 1" descr="ذُ"/>
          <p:cNvSpPr/>
          <p:nvPr/>
        </p:nvSpPr>
        <p:spPr>
          <a:xfrm>
            <a:off x="95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ذُ</a:t>
            </a:r>
          </a:p>
        </p:txBody>
      </p:sp>
      <p:grpSp>
        <p:nvGrpSpPr>
          <p:cNvPr id="12" name="Balloon 2 ت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3" name="Balloon picture 2" descr="Balloon 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0" y="2286000"/>
            <a:ext cx="1651000" cy="2857500"/>
          </a:xfrm>
          <a:prstGeom prst="rect">
            <a:avLst/>
          </a:prstGeom>
        </p:spPr>
      </p:pic>
      <p:sp>
        <p:nvSpPr>
          <p:cNvPr id="14" name="Balloon letter 2" descr="تُ"/>
          <p:cNvSpPr/>
          <p:nvPr/>
        </p:nvSpPr>
        <p:spPr>
          <a:xfrm>
            <a:off x="3175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تُ</a:t>
            </a:r>
          </a:p>
        </p:txBody>
      </p:sp>
      <p:grpSp>
        <p:nvGrpSpPr>
          <p:cNvPr id="15" name="Balloon 3 ب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6" name="Balloon picture 3" descr="Balloon 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0500" y="1905000"/>
            <a:ext cx="1651000" cy="2857500"/>
          </a:xfrm>
          <a:prstGeom prst="rect">
            <a:avLst/>
          </a:prstGeom>
        </p:spPr>
      </p:pic>
      <p:sp>
        <p:nvSpPr>
          <p:cNvPr id="17" name="Balloon letter 3" descr="بُ"/>
          <p:cNvSpPr/>
          <p:nvPr/>
        </p:nvSpPr>
        <p:spPr>
          <a:xfrm>
            <a:off x="5397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بُ</a:t>
            </a:r>
          </a:p>
        </p:txBody>
      </p:sp>
      <p:grpSp>
        <p:nvGrpSpPr>
          <p:cNvPr id="18" name="Balloon 4 ذ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Balloon picture 4" descr="Balloon picture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3000" y="2286000"/>
            <a:ext cx="1651000" cy="2857500"/>
          </a:xfrm>
          <a:prstGeom prst="rect">
            <a:avLst/>
          </a:prstGeom>
        </p:spPr>
      </p:pic>
      <p:sp>
        <p:nvSpPr>
          <p:cNvPr id="20" name="Balloon letter 4" descr="ذُ"/>
          <p:cNvSpPr/>
          <p:nvPr/>
        </p:nvSpPr>
        <p:spPr>
          <a:xfrm>
            <a:off x="7620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ذُ</a:t>
            </a:r>
          </a:p>
        </p:txBody>
      </p:sp>
      <p:grpSp>
        <p:nvGrpSpPr>
          <p:cNvPr id="21" name="Balloon 5 ض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22" name="Balloon picture 5" descr="Balloon picture 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15500" y="1905000"/>
            <a:ext cx="1651000" cy="2857500"/>
          </a:xfrm>
          <a:prstGeom prst="rect">
            <a:avLst/>
          </a:prstGeom>
        </p:spPr>
      </p:pic>
      <p:sp>
        <p:nvSpPr>
          <p:cNvPr id="23" name="Balloon letter 5" descr="ضُ"/>
          <p:cNvSpPr/>
          <p:nvPr/>
        </p:nvSpPr>
        <p:spPr>
          <a:xfrm>
            <a:off x="984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ضُ</a:t>
            </a:r>
          </a:p>
        </p:txBody>
      </p:sp>
      <p:sp>
        <p:nvSpPr>
          <p:cNvPr id="24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4" dur="15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6" dur="167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8" dur="184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0" dur="201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2" dur="2180" fill="hold" repeatCount="indefinite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7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8" fill="hold">
                      <p:stCondLst>
                        <p:cond delay="0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6" dur="150" fill="hold"/>
                                        <p:tgtEl>
                                          <p:spTgt spid="9"/>
                                        </p:tgtEl>
                                      </p:cBhvr>
                                      <p:by x="125000" y="125000"/>
                                    </p:animScale>
                                    <p:audio>
                                      <p:cMediaNode vol="90000">
                                        <p:cTn id="1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1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2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30" dur="90" fill="hold" repeatCount="3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9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0" fill="hold">
                      <p:stCondLst>
                        <p:cond delay="0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36" dur="90" fill="hold" repeatCount="3000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3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4" fill="hold">
                      <p:stCondLst>
                        <p:cond delay="0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2" dur="150" fill="hold"/>
                                        <p:tgtEl>
                                          <p:spTgt spid="18"/>
                                        </p:tgtEl>
                                      </p:cBhvr>
                                      <p:by x="125000" y="125000"/>
                                    </p:animScale>
                                    <p:audio>
                                      <p:cMediaNode vol="90000">
                                        <p:cTn id="4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7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" dur="2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9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9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0" fill="hold">
                      <p:stCondLst>
                        <p:cond delay="0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6" dur="90" fill="hold" repeatCount="3000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921000" y="190500"/>
            <a:ext cx="635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Feed me  “dhu”!"/>
          <p:cNvSpPr/>
          <p:nvPr/>
        </p:nvSpPr>
        <p:spPr>
          <a:xfrm>
            <a:off x="3048000" y="190500"/>
            <a:ext cx="6096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Feed me  “dhu”!</a:t>
            </a:r>
          </a:p>
        </p:txBody>
      </p:sp>
      <p:pic>
        <p:nvPicPr>
          <p:cNvPr id="5" name="Monster (hungry)" descr="Monster (hungry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pic>
        <p:nvPicPr>
          <p:cNvPr id="6" name="Monster (chewing)" descr="Monster (chewing)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pic>
        <p:nvPicPr>
          <p:cNvPr id="7" name="Monster (no thanks)" descr="Monster (no thanks)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sp>
        <p:nvSpPr>
          <p:cNvPr id="8" name="Yummy" descr="Yummy!"/>
          <p:cNvSpPr/>
          <p:nvPr/>
        </p:nvSpPr>
        <p:spPr>
          <a:xfrm>
            <a:off x="3556000" y="1460500"/>
            <a:ext cx="2413000" cy="1270000"/>
          </a:xfrm>
          <a:prstGeom prst="cloudCallout">
            <a:avLst/>
          </a:prstGeom>
          <a:solidFill>
            <a:srgbClr val="FFFFFF"/>
          </a:solidFill>
          <a:ln w="381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3200" b="1" lang="en-US">
                <a:solidFill>
                  <a:srgbClr val="E5536F"/>
                </a:solidFill>
                <a:latin typeface="Arial"/>
                <a:cs typeface="Arial"/>
              </a:rPr>
              <a:t>Yummy!</a:t>
            </a:r>
          </a:p>
        </p:txBody>
      </p:sp>
      <p:grpSp>
        <p:nvGrpSpPr>
          <p:cNvPr id="9" name="Food 1 ذ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0" name="Food picture 1" descr="Food picture 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0" y="1778000"/>
            <a:ext cx="1905000" cy="1905000"/>
          </a:xfrm>
          <a:prstGeom prst="rect">
            <a:avLst/>
          </a:prstGeom>
        </p:spPr>
      </p:pic>
      <p:sp>
        <p:nvSpPr>
          <p:cNvPr id="11" name="Food letter 1" descr="ذُ"/>
          <p:cNvSpPr/>
          <p:nvPr/>
        </p:nvSpPr>
        <p:spPr>
          <a:xfrm>
            <a:off x="742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ذُ</a:t>
            </a:r>
          </a:p>
        </p:txBody>
      </p:sp>
      <p:grpSp>
        <p:nvGrpSpPr>
          <p:cNvPr id="12" name="Food 2 ح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3" name="Food picture 2" descr="Food picture 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25000" y="1778000"/>
            <a:ext cx="1905000" cy="1905000"/>
          </a:xfrm>
          <a:prstGeom prst="rect">
            <a:avLst/>
          </a:prstGeom>
        </p:spPr>
      </p:pic>
      <p:sp>
        <p:nvSpPr>
          <p:cNvPr id="14" name="Food letter 2" descr="حُ"/>
          <p:cNvSpPr/>
          <p:nvPr/>
        </p:nvSpPr>
        <p:spPr>
          <a:xfrm>
            <a:off x="996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حُ</a:t>
            </a:r>
          </a:p>
        </p:txBody>
      </p:sp>
      <p:grpSp>
        <p:nvGrpSpPr>
          <p:cNvPr id="15" name="Food 3 س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6" name="Food picture 3" descr="Food picture 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85000" y="4064000"/>
            <a:ext cx="1905000" cy="1905000"/>
          </a:xfrm>
          <a:prstGeom prst="rect">
            <a:avLst/>
          </a:prstGeom>
        </p:spPr>
      </p:pic>
      <p:sp>
        <p:nvSpPr>
          <p:cNvPr id="17" name="Food letter 3" descr="سُ"/>
          <p:cNvSpPr/>
          <p:nvPr/>
        </p:nvSpPr>
        <p:spPr>
          <a:xfrm>
            <a:off x="742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سُ</a:t>
            </a:r>
          </a:p>
        </p:txBody>
      </p:sp>
      <p:grpSp>
        <p:nvGrpSpPr>
          <p:cNvPr id="18" name="Food 4 خ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Food picture 4" descr="Food picture 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525000" y="4064000"/>
            <a:ext cx="1905000" cy="1905000"/>
          </a:xfrm>
          <a:prstGeom prst="rect">
            <a:avLst/>
          </a:prstGeom>
        </p:spPr>
      </p:pic>
      <p:sp>
        <p:nvSpPr>
          <p:cNvPr id="20" name="Food letter 4" descr="خُ"/>
          <p:cNvSpPr/>
          <p:nvPr/>
        </p:nvSpPr>
        <p:spPr>
          <a:xfrm>
            <a:off x="996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خُ</a:t>
            </a:r>
          </a:p>
        </p:txBody>
      </p:sp>
      <p:sp>
        <p:nvSpPr>
          <p:cNvPr id="21" name="Next button">
            <a:hlinkClick action="ppaction://hlinksldjump" r:id="rId10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Next arrow">
            <a:hlinkClick action="ppaction://hlinksldjump" r:id="rId10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sound anchor" descr="sound anchor (invisible)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4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5" fill="hold">
                      <p:stCondLst>
                        <p:cond delay="0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4323 0.2130 E" pathEditMode="relative" ptsTypes="AA">
                                      <p:cBhvr>
                                        <p:cTn id="4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munc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9" presetID="53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" presetClass="exit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8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" fill="hold">
                      <p:stCondLst>
                        <p:cond delay="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27" dur="90" fill="hold" repeatCount="3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2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3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3" fill="hold">
                      <p:stCondLst>
                        <p:cond delay="0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41" dur="90" fill="hold" repeatCount="3000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4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3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6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7" fill="hold">
                      <p:stCondLst>
                        <p:cond delay="0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5" dur="90" fill="hold" repeatCount="3000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3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 “ru”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Catch  “ru”</a:t>
            </a:r>
          </a:p>
        </p:txBody>
      </p:sp>
      <p:sp>
        <p:nvSpPr>
          <p:cNvPr id="5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9" name="Fish 1 ط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0" name="Fish picture 1" descr="Fish 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651000"/>
            <a:ext cx="2286000" cy="1416050"/>
          </a:xfrm>
          <a:prstGeom prst="rect">
            <a:avLst/>
          </a:prstGeom>
        </p:spPr>
      </p:pic>
      <p:sp>
        <p:nvSpPr>
          <p:cNvPr id="11" name="Fish letter 1" descr="طُ"/>
          <p:cNvSpPr/>
          <p:nvPr/>
        </p:nvSpPr>
        <p:spPr>
          <a:xfrm>
            <a:off x="1682750" y="1885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طُ</a:t>
            </a:r>
          </a:p>
        </p:txBody>
      </p:sp>
      <p:grpSp>
        <p:nvGrpSpPr>
          <p:cNvPr id="12" name="Fish 2 ر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3" name="Fish picture 2" descr="Fish 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500" y="1905000"/>
            <a:ext cx="2286000" cy="1416050"/>
          </a:xfrm>
          <a:prstGeom prst="rect">
            <a:avLst/>
          </a:prstGeom>
        </p:spPr>
      </p:pic>
      <p:sp>
        <p:nvSpPr>
          <p:cNvPr id="14" name="Fish letter 2" descr="رُ"/>
          <p:cNvSpPr/>
          <p:nvPr/>
        </p:nvSpPr>
        <p:spPr>
          <a:xfrm>
            <a:off x="7207250" y="2139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رُ</a:t>
            </a:r>
          </a:p>
        </p:txBody>
      </p:sp>
      <p:grpSp>
        <p:nvGrpSpPr>
          <p:cNvPr id="15" name="Fish 3 ر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6" name="Fish picture 3" descr="Fish pictur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56000" y="3302000"/>
            <a:ext cx="2286000" cy="1416050"/>
          </a:xfrm>
          <a:prstGeom prst="rect">
            <a:avLst/>
          </a:prstGeom>
        </p:spPr>
      </p:pic>
      <p:sp>
        <p:nvSpPr>
          <p:cNvPr id="17" name="Fish letter 3" descr="رُ"/>
          <p:cNvSpPr/>
          <p:nvPr/>
        </p:nvSpPr>
        <p:spPr>
          <a:xfrm>
            <a:off x="4095750" y="3536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رُ</a:t>
            </a:r>
          </a:p>
        </p:txBody>
      </p:sp>
      <p:grpSp>
        <p:nvGrpSpPr>
          <p:cNvPr id="18" name="Fish 4 ج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Fish picture 4" descr="Fish picture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72500" y="3810000"/>
            <a:ext cx="2286000" cy="1416050"/>
          </a:xfrm>
          <a:prstGeom prst="rect">
            <a:avLst/>
          </a:prstGeom>
        </p:spPr>
      </p:pic>
      <p:sp>
        <p:nvSpPr>
          <p:cNvPr id="20" name="Fish letter 4" descr="جُ"/>
          <p:cNvSpPr/>
          <p:nvPr/>
        </p:nvSpPr>
        <p:spPr>
          <a:xfrm>
            <a:off x="9112250" y="4044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جُ</a:t>
            </a:r>
          </a:p>
        </p:txBody>
      </p:sp>
      <p:grpSp>
        <p:nvGrpSpPr>
          <p:cNvPr id="21" name="Fish 5 ه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22" name="Fish picture 5" descr="Fish picture 5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87500" y="4826000"/>
            <a:ext cx="2286000" cy="1416050"/>
          </a:xfrm>
          <a:prstGeom prst="rect">
            <a:avLst/>
          </a:prstGeom>
        </p:spPr>
      </p:pic>
      <p:sp>
        <p:nvSpPr>
          <p:cNvPr id="23" name="Fish letter 5" descr="هُ"/>
          <p:cNvSpPr/>
          <p:nvPr/>
        </p:nvSpPr>
        <p:spPr>
          <a:xfrm>
            <a:off x="2127250" y="5060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هُ</a:t>
            </a:r>
          </a:p>
        </p:txBody>
      </p:sp>
      <p:sp>
        <p:nvSpPr>
          <p:cNvPr id="24" name="Next button">
            <a:hlinkClick action="ppaction://hlinksldjump" r:id="rId8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Next arrow">
            <a:hlinkClick action="ppaction://hlinksldjump" r:id="rId8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4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6" dur="29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8" dur="320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0" dur="350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2" dur="3800" fill="hold" repeatCount="indefinite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9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16" dur="90" fill="hold" repeatCount="3000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1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2" dur="150" fill="hold"/>
                                        <p:tgtEl>
                                          <p:spTgt spid="12"/>
                                        </p:tgtEl>
                                      </p:cBhvr>
                                      <p:by x="120000" y="120000"/>
                                    </p:animScale>
                                    <p:audio>
                                      <p:cMediaNode vol="90000">
                                        <p:cTn id="2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0" name="spla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7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7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8" fill="hold">
                      <p:stCondLst>
                        <p:cond delay="0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6" dur="150" fill="hold"/>
                                        <p:tgtEl>
                                          <p:spTgt spid="15"/>
                                        </p:tgtEl>
                                      </p:cBhvr>
                                      <p:by x="120000" y="120000"/>
                                    </p:animScale>
                                    <p:audio>
                                      <p:cMediaNode vol="90000">
                                        <p:cTn id="3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0" name="spla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1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3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4" fill="hold">
                      <p:stCondLst>
                        <p:cond delay="0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0" dur="90" fill="hold" repeatCount="3000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9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0" fill="hold">
                      <p:stCondLst>
                        <p:cond delay="0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6" dur="90" fill="hold" repeatCount="3000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 “ru”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Tap every  “ru”</a:t>
            </a:r>
          </a:p>
        </p:txBody>
      </p:sp>
      <p:sp>
        <p:nvSpPr>
          <p:cNvPr id="5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Star place 3"/>
          <p:cNvSpPr/>
          <p:nvPr/>
        </p:nvSpPr>
        <p:spPr>
          <a:xfrm>
            <a:off x="12954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Star 3"/>
          <p:cNvSpPr/>
          <p:nvPr/>
        </p:nvSpPr>
        <p:spPr>
          <a:xfrm>
            <a:off x="12954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ile 1 رُ" descr="رُ"/>
          <p:cNvSpPr/>
          <p:nvPr/>
        </p:nvSpPr>
        <p:spPr>
          <a:xfrm>
            <a:off x="2635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رُ</a:t>
            </a:r>
          </a:p>
        </p:txBody>
      </p:sp>
      <p:sp>
        <p:nvSpPr>
          <p:cNvPr id="13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ile 2 رُ" descr="رُ"/>
          <p:cNvSpPr/>
          <p:nvPr/>
        </p:nvSpPr>
        <p:spPr>
          <a:xfrm>
            <a:off x="5429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رُ</a:t>
            </a:r>
          </a:p>
        </p:txBody>
      </p:sp>
      <p:sp>
        <p:nvSpPr>
          <p:cNvPr id="15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ile 3 رُ" descr="رُ"/>
          <p:cNvSpPr/>
          <p:nvPr/>
        </p:nvSpPr>
        <p:spPr>
          <a:xfrm>
            <a:off x="8223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رُ</a:t>
            </a:r>
          </a:p>
        </p:txBody>
      </p:sp>
      <p:sp>
        <p:nvSpPr>
          <p:cNvPr id="17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ile 4 شُ" descr="شُ"/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شُ</a:t>
            </a:r>
          </a:p>
        </p:txBody>
      </p:sp>
      <p:sp>
        <p:nvSpPr>
          <p:cNvPr id="19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ile 5 سُ" descr="سُ"/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سُ</a:t>
            </a:r>
          </a:p>
        </p:txBody>
      </p:sp>
      <p:sp>
        <p:nvSpPr>
          <p:cNvPr id="21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ile 6 هُ" descr="هُ"/>
          <p:cNvSpPr/>
          <p:nvPr/>
        </p:nvSpPr>
        <p:spPr>
          <a:xfrm>
            <a:off x="8223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هُ</a:t>
            </a:r>
          </a:p>
        </p:txBody>
      </p:sp>
      <p:sp>
        <p:nvSpPr>
          <p:cNvPr id="23" name="Next button">
            <a:hlinkClick action="ppaction://hlinksldjump" r:id="rId3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Next arrow">
            <a:hlinkClick action="ppaction://hlinksldjump" r:id="rId3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4" dur="85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23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6" dur="97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46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8" dur="109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69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0" dur="121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92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2" dur="1330" fill="hold" repeatCount="indefinite" autoRev="1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11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4" dur="1450" fill="hold" repeatCount="indefinite" autoRev="1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9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0" fill="hold">
                      <p:stCondLst>
                        <p:cond delay="0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8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1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bon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3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2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53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3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4" fill="hold">
                      <p:stCondLst>
                        <p:cond delay="0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32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bon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7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" dur="2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53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9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7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8" fill="hold">
                      <p:stCondLst>
                        <p:cond delay="0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46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4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bon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1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" dur="2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" presetID="53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3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3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4" fill="hold">
                      <p:stCondLst>
                        <p:cond delay="0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60" dur="90" fill="hold" repeatCount="3000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6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9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0" fill="hold">
                      <p:stCondLst>
                        <p:cond delay="0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66" dur="90" fill="hold" repeatCount="3000" autoRev="1"/>
                                        <p:tgtEl>
                                          <p:spTgt spid="2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6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75" restart="whenNotActive" fill="hold" evtFilter="cancelBubble" nodeType="interactiveSeq">
                <p:stCondLst>
                  <p:cond evt="onClick" delay="0">
                    <p:tgtEl>
                      <p:spTgt spid="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6" fill="hold">
                      <p:stCondLst>
                        <p:cond delay="0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72" dur="90" fill="hold" repeatCount="3000" autoRev="1"/>
                                        <p:tgtEl>
                                          <p:spTgt spid="2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7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Open a gift and read it!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300" b="1" lang="en-US">
                <a:solidFill>
                  <a:srgbClr val="2E2640"/>
                </a:solidFill>
                <a:latin typeface="Arial"/>
                <a:cs typeface="Arial"/>
              </a:rPr>
              <a:t>Open a gift and read it!</a:t>
            </a:r>
          </a:p>
        </p:txBody>
      </p:sp>
      <p:sp>
        <p:nvSpPr>
          <p:cNvPr id="5" name="Card 1 ذُ" descr="ذُ"/>
          <p:cNvSpPr/>
          <p:nvPr/>
        </p:nvSpPr>
        <p:spPr>
          <a:xfrm>
            <a:off x="1047750" y="2063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ذُ</a:t>
            </a:r>
          </a:p>
        </p:txBody>
      </p:sp>
      <p:grpSp>
        <p:nvGrpSpPr>
          <p:cNvPr id="6" name="Gift 1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7" name="Gift box 1" descr="Gift box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00" y="2317750"/>
            <a:ext cx="2286000" cy="1333500"/>
          </a:xfrm>
          <a:prstGeom prst="rect">
            <a:avLst/>
          </a:prstGeom>
        </p:spPr>
      </p:pic>
      <p:pic>
        <p:nvPicPr>
          <p:cNvPr id="8" name="Gift lid 1" descr="Gift lid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" y="1682750"/>
            <a:ext cx="2476500" cy="1238250"/>
          </a:xfrm>
          <a:prstGeom prst="rect">
            <a:avLst/>
          </a:prstGeom>
        </p:spPr>
      </p:pic>
      <p:sp>
        <p:nvSpPr>
          <p:cNvPr id="9" name="Card 2 دُ" descr="دُ"/>
          <p:cNvSpPr/>
          <p:nvPr/>
        </p:nvSpPr>
        <p:spPr>
          <a:xfrm>
            <a:off x="3714750" y="2063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دُ</a:t>
            </a:r>
          </a:p>
        </p:txBody>
      </p:sp>
      <p:grpSp>
        <p:nvGrpSpPr>
          <p:cNvPr id="10" name="Gift 2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1" name="Gift box 2" descr="Gift box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9500" y="2317750"/>
            <a:ext cx="2286000" cy="1333500"/>
          </a:xfrm>
          <a:prstGeom prst="rect">
            <a:avLst/>
          </a:prstGeom>
        </p:spPr>
      </p:pic>
      <p:pic>
        <p:nvPicPr>
          <p:cNvPr id="12" name="Gift lid 2" descr="Gift lid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24250" y="1682750"/>
            <a:ext cx="2476500" cy="1238250"/>
          </a:xfrm>
          <a:prstGeom prst="rect">
            <a:avLst/>
          </a:prstGeom>
        </p:spPr>
      </p:pic>
      <p:sp>
        <p:nvSpPr>
          <p:cNvPr id="13" name="Card 3 رُ" descr="رُ"/>
          <p:cNvSpPr/>
          <p:nvPr/>
        </p:nvSpPr>
        <p:spPr>
          <a:xfrm>
            <a:off x="6381750" y="2063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رُ</a:t>
            </a:r>
          </a:p>
        </p:txBody>
      </p:sp>
      <p:grpSp>
        <p:nvGrpSpPr>
          <p:cNvPr id="14" name="Gift 3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5" name="Gift box 3" descr="Gift box 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86500" y="2317750"/>
            <a:ext cx="2286000" cy="1333500"/>
          </a:xfrm>
          <a:prstGeom prst="rect">
            <a:avLst/>
          </a:prstGeom>
        </p:spPr>
      </p:pic>
      <p:pic>
        <p:nvPicPr>
          <p:cNvPr id="16" name="Gift lid 3" descr="Gift lid 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1250" y="1682750"/>
            <a:ext cx="2476500" cy="1238250"/>
          </a:xfrm>
          <a:prstGeom prst="rect">
            <a:avLst/>
          </a:prstGeom>
        </p:spPr>
      </p:pic>
      <p:sp>
        <p:nvSpPr>
          <p:cNvPr id="17" name="Card 4 خُعُ" descr="خُعُ"/>
          <p:cNvSpPr/>
          <p:nvPr/>
        </p:nvSpPr>
        <p:spPr>
          <a:xfrm>
            <a:off x="9048750" y="2063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خُعُ</a:t>
            </a:r>
          </a:p>
        </p:txBody>
      </p:sp>
      <p:grpSp>
        <p:nvGrpSpPr>
          <p:cNvPr id="18" name="Gift 4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Gift box 4" descr="Gift box 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53500" y="2317750"/>
            <a:ext cx="2286000" cy="1333500"/>
          </a:xfrm>
          <a:prstGeom prst="rect">
            <a:avLst/>
          </a:prstGeom>
        </p:spPr>
      </p:pic>
      <p:pic>
        <p:nvPicPr>
          <p:cNvPr id="20" name="Gift lid 4" descr="Gift lid 4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58250" y="1682750"/>
            <a:ext cx="2476500" cy="1238250"/>
          </a:xfrm>
          <a:prstGeom prst="rect">
            <a:avLst/>
          </a:prstGeom>
        </p:spPr>
      </p:pic>
      <p:sp>
        <p:nvSpPr>
          <p:cNvPr id="21" name="Card 5 ذُحُ" descr="ذُحُ"/>
          <p:cNvSpPr/>
          <p:nvPr/>
        </p:nvSpPr>
        <p:spPr>
          <a:xfrm>
            <a:off x="1047750" y="4476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ذُحُ</a:t>
            </a:r>
          </a:p>
        </p:txBody>
      </p:sp>
      <p:grpSp>
        <p:nvGrpSpPr>
          <p:cNvPr id="22" name="Gift 5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23" name="Gift box 5" descr="Gift box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00" y="4730750"/>
            <a:ext cx="2286000" cy="1333500"/>
          </a:xfrm>
          <a:prstGeom prst="rect">
            <a:avLst/>
          </a:prstGeom>
        </p:spPr>
      </p:pic>
      <p:pic>
        <p:nvPicPr>
          <p:cNvPr id="24" name="Gift lid 5" descr="Gift lid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" y="4095750"/>
            <a:ext cx="2476500" cy="1238250"/>
          </a:xfrm>
          <a:prstGeom prst="rect">
            <a:avLst/>
          </a:prstGeom>
        </p:spPr>
      </p:pic>
      <p:sp>
        <p:nvSpPr>
          <p:cNvPr id="25" name="Card 6 خُ" descr="خُ"/>
          <p:cNvSpPr/>
          <p:nvPr/>
        </p:nvSpPr>
        <p:spPr>
          <a:xfrm>
            <a:off x="3714750" y="4476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خُ</a:t>
            </a:r>
          </a:p>
        </p:txBody>
      </p:sp>
      <p:grpSp>
        <p:nvGrpSpPr>
          <p:cNvPr id="26" name="Gift 6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27" name="Gift box 6" descr="Gift box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9500" y="4730750"/>
            <a:ext cx="2286000" cy="1333500"/>
          </a:xfrm>
          <a:prstGeom prst="rect">
            <a:avLst/>
          </a:prstGeom>
        </p:spPr>
      </p:pic>
      <p:pic>
        <p:nvPicPr>
          <p:cNvPr id="28" name="Gift lid 6" descr="Gift lid 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24250" y="4095750"/>
            <a:ext cx="2476500" cy="1238250"/>
          </a:xfrm>
          <a:prstGeom prst="rect">
            <a:avLst/>
          </a:prstGeom>
        </p:spPr>
      </p:pic>
      <p:sp>
        <p:nvSpPr>
          <p:cNvPr id="29" name="Card 7 رُوُ" descr="رُوُ"/>
          <p:cNvSpPr/>
          <p:nvPr/>
        </p:nvSpPr>
        <p:spPr>
          <a:xfrm>
            <a:off x="6381750" y="4476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رُوُ</a:t>
            </a:r>
          </a:p>
        </p:txBody>
      </p:sp>
      <p:grpSp>
        <p:nvGrpSpPr>
          <p:cNvPr id="30" name="Gift 7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31" name="Gift box 7" descr="Gift box 7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86500" y="4730750"/>
            <a:ext cx="2286000" cy="1333500"/>
          </a:xfrm>
          <a:prstGeom prst="rect">
            <a:avLst/>
          </a:prstGeom>
        </p:spPr>
      </p:pic>
      <p:pic>
        <p:nvPicPr>
          <p:cNvPr id="32" name="Gift lid 7" descr="Gift lid 7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1250" y="4095750"/>
            <a:ext cx="2476500" cy="1238250"/>
          </a:xfrm>
          <a:prstGeom prst="rect">
            <a:avLst/>
          </a:prstGeom>
        </p:spPr>
      </p:pic>
      <p:sp>
        <p:nvSpPr>
          <p:cNvPr id="33" name="Card 8 دُسُ" descr="دُسُ"/>
          <p:cNvSpPr/>
          <p:nvPr/>
        </p:nvSpPr>
        <p:spPr>
          <a:xfrm>
            <a:off x="9048750" y="4476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دُسُ</a:t>
            </a:r>
          </a:p>
        </p:txBody>
      </p:sp>
      <p:grpSp>
        <p:nvGrpSpPr>
          <p:cNvPr id="34" name="Gift 8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35" name="Gift box 8" descr="Gift box 8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53500" y="4730750"/>
            <a:ext cx="2286000" cy="1333500"/>
          </a:xfrm>
          <a:prstGeom prst="rect">
            <a:avLst/>
          </a:prstGeom>
        </p:spPr>
      </p:pic>
      <p:pic>
        <p:nvPicPr>
          <p:cNvPr id="36" name="Gift lid 8" descr="Gift lid 8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58250" y="4095750"/>
            <a:ext cx="2476500" cy="1238250"/>
          </a:xfrm>
          <a:prstGeom prst="rect">
            <a:avLst/>
          </a:prstGeom>
        </p:spPr>
      </p:pic>
      <p:sp>
        <p:nvSpPr>
          <p:cNvPr id="37" name="Next button">
            <a:hlinkClick action="ppaction://hlinksldjump" r:id="rId11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Next arrow">
            <a:hlinkClick action="ppaction://hlinksldjump" r:id="rId11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10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1" fill="hold">
                      <p:stCondLst>
                        <p:cond delay="0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4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9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19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13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1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8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8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9" fill="hold">
                      <p:stCondLst>
                        <p:cond delay="0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22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2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7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7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8" fill="hold">
                      <p:stCondLst>
                        <p:cond delay="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31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3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6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6" restart="whenNotActive" fill="hold" evtFilter="cancelBubble" nodeType="interactiveSeq">
                <p:stCondLst>
                  <p:cond evt="onClick" delay="0">
                    <p:tgtEl>
                      <p:spTgt spid="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7" fill="hold">
                      <p:stCondLst>
                        <p:cond delay="0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40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4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5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5" restart="whenNotActive" fill="hold" evtFilter="cancelBubble" nodeType="interactiveSeq">
                <p:stCondLst>
                  <p:cond evt="onClick" delay="0">
                    <p:tgtEl>
                      <p:spTgt spid="2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6" fill="hold">
                      <p:stCondLst>
                        <p:cond delay="0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49" dur="4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5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4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4" restart="whenNotActive" fill="hold" evtFilter="cancelBubble" nodeType="interactiveSeq">
                <p:stCondLst>
                  <p:cond evt="onClick" delay="0">
                    <p:tgtEl>
                      <p:spTgt spid="3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5" fill="hold">
                      <p:stCondLst>
                        <p:cond delay="0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58" dur="4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5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63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73" restart="whenNotActive" fill="hold" evtFilter="cancelBubble" nodeType="interactiveSeq">
                <p:stCondLst>
                  <p:cond evt="onClick" delay="0">
                    <p:tgtEl>
                      <p:spTgt spid="3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4" fill="hold">
                      <p:stCondLst>
                        <p:cond delay="0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67" dur="4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6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72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0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Build the word:  “dhukira”  then tap GO!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1900" b="1" lang="en-US">
                <a:solidFill>
                  <a:srgbClr val="2E2640"/>
                </a:solidFill>
                <a:latin typeface="Arial"/>
                <a:cs typeface="Arial"/>
              </a:rPr>
              <a:t>Build the word:  “dhukira”  then tap GO!</a:t>
            </a:r>
          </a:p>
        </p:txBody>
      </p:sp>
      <p:pic>
        <p:nvPicPr>
          <p:cNvPr id="5" name="Engine" descr="Engi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3937000"/>
            <a:ext cx="2667000" cy="1911350"/>
          </a:xfrm>
          <a:prstGeom prst="rect">
            <a:avLst/>
          </a:prstGeom>
        </p:spPr>
      </p:pic>
      <p:pic>
        <p:nvPicPr>
          <p:cNvPr id="6" name="Wagon 1" descr="Wagon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5000" y="4381500"/>
            <a:ext cx="1778000" cy="1543050"/>
          </a:xfrm>
          <a:prstGeom prst="rect">
            <a:avLst/>
          </a:prstGeom>
        </p:spPr>
      </p:pic>
      <p:pic>
        <p:nvPicPr>
          <p:cNvPr id="7" name="Wagon 2" descr="Wagon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6500" y="4381500"/>
            <a:ext cx="1778000" cy="1543050"/>
          </a:xfrm>
          <a:prstGeom prst="rect">
            <a:avLst/>
          </a:prstGeom>
        </p:spPr>
      </p:pic>
      <p:pic>
        <p:nvPicPr>
          <p:cNvPr id="8" name="Wagon 3" descr="Wagon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4381500"/>
            <a:ext cx="1778000" cy="1543050"/>
          </a:xfrm>
          <a:prstGeom prst="rect">
            <a:avLst/>
          </a:prstGeom>
        </p:spPr>
      </p:pic>
      <p:sp>
        <p:nvSpPr>
          <p:cNvPr id="9" name="Wagon letter 1" descr="ذُ"/>
          <p:cNvSpPr/>
          <p:nvPr/>
        </p:nvSpPr>
        <p:spPr>
          <a:xfrm>
            <a:off x="70993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ذُ</a:t>
            </a:r>
          </a:p>
        </p:txBody>
      </p:sp>
      <p:sp>
        <p:nvSpPr>
          <p:cNvPr id="10" name="Wagon letter 2" descr="كِ"/>
          <p:cNvSpPr/>
          <p:nvPr/>
        </p:nvSpPr>
        <p:spPr>
          <a:xfrm>
            <a:off x="52578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كِ</a:t>
            </a:r>
          </a:p>
        </p:txBody>
      </p:sp>
      <p:sp>
        <p:nvSpPr>
          <p:cNvPr id="11" name="Wagon letter 3" descr="رَ"/>
          <p:cNvSpPr/>
          <p:nvPr/>
        </p:nvSpPr>
        <p:spPr>
          <a:xfrm>
            <a:off x="34163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رَ</a:t>
            </a:r>
          </a:p>
        </p:txBody>
      </p:sp>
      <p:sp>
        <p:nvSpPr>
          <p:cNvPr id="12" name="Card رَ" descr="رَ"/>
          <p:cNvSpPr/>
          <p:nvPr/>
        </p:nvSpPr>
        <p:spPr>
          <a:xfrm>
            <a:off x="3302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رَ</a:t>
            </a:r>
          </a:p>
        </p:txBody>
      </p:sp>
      <p:sp>
        <p:nvSpPr>
          <p:cNvPr id="13" name="Card ذُ" descr="ذُ"/>
          <p:cNvSpPr/>
          <p:nvPr/>
        </p:nvSpPr>
        <p:spPr>
          <a:xfrm>
            <a:off x="4953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ذُ</a:t>
            </a:r>
          </a:p>
        </p:txBody>
      </p:sp>
      <p:sp>
        <p:nvSpPr>
          <p:cNvPr id="14" name="Card كِ" descr="كِ"/>
          <p:cNvSpPr/>
          <p:nvPr/>
        </p:nvSpPr>
        <p:spPr>
          <a:xfrm>
            <a:off x="6604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كِ</a:t>
            </a:r>
          </a:p>
        </p:txBody>
      </p:sp>
      <p:sp>
        <p:nvSpPr>
          <p:cNvPr id="15" name="GO button" descr="GO!"/>
          <p:cNvSpPr/>
          <p:nvPr/>
        </p:nvSpPr>
        <p:spPr>
          <a:xfrm>
            <a:off x="9271000" y="1905000"/>
            <a:ext cx="1460500" cy="889000"/>
          </a:xfrm>
          <a:prstGeom prst="roundRect">
            <a:avLst>
              <a:gd name="adj" fmla="val 30000"/>
            </a:avLst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800" b="1" lang="en-US">
                <a:solidFill>
                  <a:srgbClr val="FFFFFF"/>
                </a:solidFill>
                <a:latin typeface="Arial"/>
                <a:cs typeface="Arial"/>
              </a:rPr>
              <a:t>GO!</a:t>
            </a:r>
          </a:p>
        </p:txBody>
      </p:sp>
      <p:sp>
        <p:nvSpPr>
          <p:cNvPr id="16" name="Word" descr="ذُكِرَ"/>
          <p:cNvSpPr/>
          <p:nvPr/>
        </p:nvSpPr>
        <p:spPr>
          <a:xfrm>
            <a:off x="2921000" y="2984500"/>
            <a:ext cx="6350000" cy="1905000"/>
          </a:xfrm>
          <a:prstGeom prst="roundRect">
            <a:avLst>
              <a:gd name="adj" fmla="val 20000"/>
            </a:avLst>
          </a:prstGeom>
          <a:solidFill>
            <a:srgbClr val="FFFFFF">
              <a:alpha val="94000"/>
            </a:srgbClr>
          </a:solidFill>
          <a:ln w="762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9600" b="1" lang="ar-SA">
                <a:solidFill>
                  <a:srgbClr val="2E2640"/>
                </a:solidFill>
                <a:latin typeface="Arial"/>
                <a:cs typeface="Arial"/>
              </a:rPr>
              <a:t>ذُكِرَ</a:t>
            </a:r>
          </a:p>
        </p:txBody>
      </p:sp>
      <p:sp>
        <p:nvSpPr>
          <p:cNvPr id="17" name="Next button">
            <a:hlinkClick action="ppaction://hlinksldjump" r:id="rId5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Next arrow">
            <a:hlinkClick action="ppaction://hlinksldjump" r:id="rId5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9" name="sound anchor" descr="sound anchor (invisible)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" dur="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audio>
                                      <p:cMediaNode vol="90000">
                                        <p:cTn id="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2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" dur="3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3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5" restart="whenNotActive" fill="hold" evtFilter="cancelBubble" nodeType="interactiveSeq">
                <p:stCondLst>
                  <p:cond evt="onClick" delay="0">
                    <p:tgtEl>
                      <p:spTgt spid="1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6" fill="hold">
                      <p:stCondLst>
                        <p:cond delay="0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audio>
                                      <p:cMediaNode vol="90000">
                                        <p:cTn id="1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4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3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3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7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8" fill="hold">
                      <p:stCondLst>
                        <p:cond delay="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" dur="2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audio>
                                      <p:cMediaNode vol="90000">
                                        <p:cTn id="3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6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" dur="3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3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5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6" fill="hold">
                      <p:stCondLst>
                        <p:cond delay="0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4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whistle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4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43" dur="2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6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45" dur="2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8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47" dur="2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0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49" dur="2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2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51" dur="2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4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53" dur="2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6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55" dur="2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1" presetID="53" presetClass="entr" presetSubtype="0" fill="hold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" presetClass="entr" presetSubtype="0" fill="hold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6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cheer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 “zu”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Pop  “zu”</a:t>
            </a:r>
          </a:p>
        </p:txBody>
      </p:sp>
      <p:sp>
        <p:nvSpPr>
          <p:cNvPr id="5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9" name="Balloon 1 ك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0" name="Balloon picture 1" descr="Balloon 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1905000"/>
            <a:ext cx="1651000" cy="2857500"/>
          </a:xfrm>
          <a:prstGeom prst="rect">
            <a:avLst/>
          </a:prstGeom>
        </p:spPr>
      </p:pic>
      <p:sp>
        <p:nvSpPr>
          <p:cNvPr id="11" name="Balloon letter 1" descr="كُ"/>
          <p:cNvSpPr/>
          <p:nvPr/>
        </p:nvSpPr>
        <p:spPr>
          <a:xfrm>
            <a:off x="95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كُ</a:t>
            </a:r>
          </a:p>
        </p:txBody>
      </p:sp>
      <p:grpSp>
        <p:nvGrpSpPr>
          <p:cNvPr id="12" name="Balloon 2 ز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3" name="Balloon picture 2" descr="Balloon 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0" y="2286000"/>
            <a:ext cx="1651000" cy="2857500"/>
          </a:xfrm>
          <a:prstGeom prst="rect">
            <a:avLst/>
          </a:prstGeom>
        </p:spPr>
      </p:pic>
      <p:sp>
        <p:nvSpPr>
          <p:cNvPr id="14" name="Balloon letter 2" descr="زُ"/>
          <p:cNvSpPr/>
          <p:nvPr/>
        </p:nvSpPr>
        <p:spPr>
          <a:xfrm>
            <a:off x="3175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زُ</a:t>
            </a:r>
          </a:p>
        </p:txBody>
      </p:sp>
      <p:grpSp>
        <p:nvGrpSpPr>
          <p:cNvPr id="15" name="Balloon 3 ز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6" name="Balloon picture 3" descr="Balloon 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0500" y="1905000"/>
            <a:ext cx="1651000" cy="2857500"/>
          </a:xfrm>
          <a:prstGeom prst="rect">
            <a:avLst/>
          </a:prstGeom>
        </p:spPr>
      </p:pic>
      <p:sp>
        <p:nvSpPr>
          <p:cNvPr id="17" name="Balloon letter 3" descr="زُ"/>
          <p:cNvSpPr/>
          <p:nvPr/>
        </p:nvSpPr>
        <p:spPr>
          <a:xfrm>
            <a:off x="5397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زُ</a:t>
            </a:r>
          </a:p>
        </p:txBody>
      </p:sp>
      <p:grpSp>
        <p:nvGrpSpPr>
          <p:cNvPr id="18" name="Balloon 4 س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Balloon picture 4" descr="Balloon picture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3000" y="2286000"/>
            <a:ext cx="1651000" cy="2857500"/>
          </a:xfrm>
          <a:prstGeom prst="rect">
            <a:avLst/>
          </a:prstGeom>
        </p:spPr>
      </p:pic>
      <p:sp>
        <p:nvSpPr>
          <p:cNvPr id="20" name="Balloon letter 4" descr="سُ"/>
          <p:cNvSpPr/>
          <p:nvPr/>
        </p:nvSpPr>
        <p:spPr>
          <a:xfrm>
            <a:off x="7620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سُ</a:t>
            </a:r>
          </a:p>
        </p:txBody>
      </p:sp>
      <p:grpSp>
        <p:nvGrpSpPr>
          <p:cNvPr id="21" name="Balloon 5 م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22" name="Balloon picture 5" descr="Balloon picture 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15500" y="1905000"/>
            <a:ext cx="1651000" cy="2857500"/>
          </a:xfrm>
          <a:prstGeom prst="rect">
            <a:avLst/>
          </a:prstGeom>
        </p:spPr>
      </p:pic>
      <p:sp>
        <p:nvSpPr>
          <p:cNvPr id="23" name="Balloon letter 5" descr="مُ"/>
          <p:cNvSpPr/>
          <p:nvPr/>
        </p:nvSpPr>
        <p:spPr>
          <a:xfrm>
            <a:off x="984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مُ</a:t>
            </a:r>
          </a:p>
        </p:txBody>
      </p:sp>
      <p:sp>
        <p:nvSpPr>
          <p:cNvPr id="24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4" dur="15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6" dur="167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8" dur="184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0" dur="201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2" dur="2180" fill="hold" repeatCount="indefinite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9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16" dur="90" fill="hold" repeatCount="3000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1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2" dur="150" fill="hold"/>
                                        <p:tgtEl>
                                          <p:spTgt spid="12"/>
                                        </p:tgtEl>
                                      </p:cBhvr>
                                      <p:by x="125000" y="125000"/>
                                    </p:animScale>
                                    <p:audio>
                                      <p:cMediaNode vol="90000">
                                        <p:cTn id="2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7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" dur="2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7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8" fill="hold">
                      <p:stCondLst>
                        <p:cond delay="0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6" dur="150" fill="hold"/>
                                        <p:tgtEl>
                                          <p:spTgt spid="15"/>
                                        </p:tgtEl>
                                      </p:cBhvr>
                                      <p:by x="125000" y="125000"/>
                                    </p:animScale>
                                    <p:audio>
                                      <p:cMediaNode vol="90000">
                                        <p:cTn id="3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1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" dur="2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3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4" fill="hold">
                      <p:stCondLst>
                        <p:cond delay="0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0" dur="90" fill="hold" repeatCount="3000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9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0" fill="hold">
                      <p:stCondLst>
                        <p:cond delay="0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6" dur="90" fill="hold" repeatCount="3000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921000" y="190500"/>
            <a:ext cx="635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Feed me  “zu”!"/>
          <p:cNvSpPr/>
          <p:nvPr/>
        </p:nvSpPr>
        <p:spPr>
          <a:xfrm>
            <a:off x="3048000" y="190500"/>
            <a:ext cx="6096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Feed me  “zu”!</a:t>
            </a:r>
          </a:p>
        </p:txBody>
      </p:sp>
      <p:pic>
        <p:nvPicPr>
          <p:cNvPr id="5" name="Monster (hungry)" descr="Monster (hungry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pic>
        <p:nvPicPr>
          <p:cNvPr id="6" name="Monster (chewing)" descr="Monster (chewing)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pic>
        <p:nvPicPr>
          <p:cNvPr id="7" name="Monster (no thanks)" descr="Monster (no thanks)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sp>
        <p:nvSpPr>
          <p:cNvPr id="8" name="Yummy" descr="Yummy!"/>
          <p:cNvSpPr/>
          <p:nvPr/>
        </p:nvSpPr>
        <p:spPr>
          <a:xfrm>
            <a:off x="3556000" y="1460500"/>
            <a:ext cx="2413000" cy="1270000"/>
          </a:xfrm>
          <a:prstGeom prst="cloudCallout">
            <a:avLst/>
          </a:prstGeom>
          <a:solidFill>
            <a:srgbClr val="FFFFFF"/>
          </a:solidFill>
          <a:ln w="381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3200" b="1" lang="en-US">
                <a:solidFill>
                  <a:srgbClr val="E5536F"/>
                </a:solidFill>
                <a:latin typeface="Arial"/>
                <a:cs typeface="Arial"/>
              </a:rPr>
              <a:t>Yummy!</a:t>
            </a:r>
          </a:p>
        </p:txBody>
      </p:sp>
      <p:grpSp>
        <p:nvGrpSpPr>
          <p:cNvPr id="9" name="Food 1 ه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0" name="Food picture 1" descr="Food picture 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0" y="1778000"/>
            <a:ext cx="1905000" cy="1905000"/>
          </a:xfrm>
          <a:prstGeom prst="rect">
            <a:avLst/>
          </a:prstGeom>
        </p:spPr>
      </p:pic>
      <p:sp>
        <p:nvSpPr>
          <p:cNvPr id="11" name="Food letter 1" descr="هُ"/>
          <p:cNvSpPr/>
          <p:nvPr/>
        </p:nvSpPr>
        <p:spPr>
          <a:xfrm>
            <a:off x="742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هُ</a:t>
            </a:r>
          </a:p>
        </p:txBody>
      </p:sp>
      <p:grpSp>
        <p:nvGrpSpPr>
          <p:cNvPr id="12" name="Food 2 ج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3" name="Food picture 2" descr="Food picture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25000" y="1778000"/>
            <a:ext cx="1905000" cy="1905000"/>
          </a:xfrm>
          <a:prstGeom prst="rect">
            <a:avLst/>
          </a:prstGeom>
        </p:spPr>
      </p:pic>
      <p:sp>
        <p:nvSpPr>
          <p:cNvPr id="14" name="Food letter 2" descr="جُ"/>
          <p:cNvSpPr/>
          <p:nvPr/>
        </p:nvSpPr>
        <p:spPr>
          <a:xfrm>
            <a:off x="996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جُ</a:t>
            </a:r>
          </a:p>
        </p:txBody>
      </p:sp>
      <p:grpSp>
        <p:nvGrpSpPr>
          <p:cNvPr id="15" name="Food 3 ن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6" name="Food picture 3" descr="Food picture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0" y="4064000"/>
            <a:ext cx="1905000" cy="1905000"/>
          </a:xfrm>
          <a:prstGeom prst="rect">
            <a:avLst/>
          </a:prstGeom>
        </p:spPr>
      </p:pic>
      <p:sp>
        <p:nvSpPr>
          <p:cNvPr id="17" name="Food letter 3" descr="نُ"/>
          <p:cNvSpPr/>
          <p:nvPr/>
        </p:nvSpPr>
        <p:spPr>
          <a:xfrm>
            <a:off x="742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نُ</a:t>
            </a:r>
          </a:p>
        </p:txBody>
      </p:sp>
      <p:grpSp>
        <p:nvGrpSpPr>
          <p:cNvPr id="18" name="Food 4 ز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Food picture 4" descr="Food picture 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25000" y="4064000"/>
            <a:ext cx="1905000" cy="1905000"/>
          </a:xfrm>
          <a:prstGeom prst="rect">
            <a:avLst/>
          </a:prstGeom>
        </p:spPr>
      </p:pic>
      <p:sp>
        <p:nvSpPr>
          <p:cNvPr id="20" name="Food letter 4" descr="زُ"/>
          <p:cNvSpPr/>
          <p:nvPr/>
        </p:nvSpPr>
        <p:spPr>
          <a:xfrm>
            <a:off x="996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زُ</a:t>
            </a:r>
          </a:p>
        </p:txBody>
      </p:sp>
      <p:sp>
        <p:nvSpPr>
          <p:cNvPr id="21" name="Next button">
            <a:hlinkClick action="ppaction://hlinksldjump" r:id="rId8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Next arrow">
            <a:hlinkClick action="ppaction://hlinksldjump" r:id="rId8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sound anchor" descr="sound anchor (invisible)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15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6" fill="hold">
                      <p:stCondLst>
                        <p:cond delay="0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4" dur="90" fill="hold" repeatCount="3000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9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0" fill="hold">
                      <p:stCondLst>
                        <p:cond delay="0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18" dur="90" fill="hold" repeatCount="3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1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2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3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4" fill="hold">
                      <p:stCondLst>
                        <p:cond delay="0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32" dur="90" fill="hold" repeatCount="3000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6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6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7" fill="hold">
                      <p:stCondLst>
                        <p:cond delay="0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6406 -0.1204 E" pathEditMode="relative" ptsTypes="AA">
                                      <p:cBhvr>
                                        <p:cTn id="46" dur="7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9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" presetID="1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5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1" name="munc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61" presetID="53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" presetClass="exit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 “su”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Catch  “su”</a:t>
            </a:r>
          </a:p>
        </p:txBody>
      </p:sp>
      <p:sp>
        <p:nvSpPr>
          <p:cNvPr id="5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9" name="Fish 1 س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0" name="Fish picture 1" descr="Fish 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651000"/>
            <a:ext cx="2286000" cy="1416050"/>
          </a:xfrm>
          <a:prstGeom prst="rect">
            <a:avLst/>
          </a:prstGeom>
        </p:spPr>
      </p:pic>
      <p:sp>
        <p:nvSpPr>
          <p:cNvPr id="11" name="Fish letter 1" descr="سُ"/>
          <p:cNvSpPr/>
          <p:nvPr/>
        </p:nvSpPr>
        <p:spPr>
          <a:xfrm>
            <a:off x="1682750" y="1885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سُ</a:t>
            </a:r>
          </a:p>
        </p:txBody>
      </p:sp>
      <p:grpSp>
        <p:nvGrpSpPr>
          <p:cNvPr id="12" name="Fish 2 و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3" name="Fish picture 2" descr="Fish 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500" y="1905000"/>
            <a:ext cx="2286000" cy="1416050"/>
          </a:xfrm>
          <a:prstGeom prst="rect">
            <a:avLst/>
          </a:prstGeom>
        </p:spPr>
      </p:pic>
      <p:sp>
        <p:nvSpPr>
          <p:cNvPr id="14" name="Fish letter 2" descr="وُ"/>
          <p:cNvSpPr/>
          <p:nvPr/>
        </p:nvSpPr>
        <p:spPr>
          <a:xfrm>
            <a:off x="7207250" y="2139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وُ</a:t>
            </a:r>
          </a:p>
        </p:txBody>
      </p:sp>
      <p:grpSp>
        <p:nvGrpSpPr>
          <p:cNvPr id="15" name="Fish 3 س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6" name="Fish picture 3" descr="Fish pictur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56000" y="3302000"/>
            <a:ext cx="2286000" cy="1416050"/>
          </a:xfrm>
          <a:prstGeom prst="rect">
            <a:avLst/>
          </a:prstGeom>
        </p:spPr>
      </p:pic>
      <p:sp>
        <p:nvSpPr>
          <p:cNvPr id="17" name="Fish letter 3" descr="سُ"/>
          <p:cNvSpPr/>
          <p:nvPr/>
        </p:nvSpPr>
        <p:spPr>
          <a:xfrm>
            <a:off x="4095750" y="3536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سُ</a:t>
            </a:r>
          </a:p>
        </p:txBody>
      </p:sp>
      <p:grpSp>
        <p:nvGrpSpPr>
          <p:cNvPr id="18" name="Fish 4 ش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Fish picture 4" descr="Fish 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2500" y="3810000"/>
            <a:ext cx="2286000" cy="1416050"/>
          </a:xfrm>
          <a:prstGeom prst="rect">
            <a:avLst/>
          </a:prstGeom>
        </p:spPr>
      </p:pic>
      <p:sp>
        <p:nvSpPr>
          <p:cNvPr id="20" name="Fish letter 4" descr="شُ"/>
          <p:cNvSpPr/>
          <p:nvPr/>
        </p:nvSpPr>
        <p:spPr>
          <a:xfrm>
            <a:off x="9112250" y="4044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شُ</a:t>
            </a:r>
          </a:p>
        </p:txBody>
      </p:sp>
      <p:grpSp>
        <p:nvGrpSpPr>
          <p:cNvPr id="21" name="Fish 5 ه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22" name="Fish picture 5" descr="Fish 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7500" y="4826000"/>
            <a:ext cx="2286000" cy="1416050"/>
          </a:xfrm>
          <a:prstGeom prst="rect">
            <a:avLst/>
          </a:prstGeom>
        </p:spPr>
      </p:pic>
      <p:sp>
        <p:nvSpPr>
          <p:cNvPr id="23" name="Fish letter 5" descr="هُ"/>
          <p:cNvSpPr/>
          <p:nvPr/>
        </p:nvSpPr>
        <p:spPr>
          <a:xfrm>
            <a:off x="2127250" y="5060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هُ</a:t>
            </a:r>
          </a:p>
        </p:txBody>
      </p:sp>
      <p:sp>
        <p:nvSpPr>
          <p:cNvPr id="24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4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6" dur="29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8" dur="320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0" dur="350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2" dur="3800" fill="hold" repeatCount="indefinite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7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8" fill="hold">
                      <p:stCondLst>
                        <p:cond delay="0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6" dur="150" fill="hold"/>
                                        <p:tgtEl>
                                          <p:spTgt spid="9"/>
                                        </p:tgtEl>
                                      </p:cBhvr>
                                      <p:by x="120000" y="120000"/>
                                    </p:animScale>
                                    <p:audio>
                                      <p:cMediaNode vol="90000">
                                        <p:cTn id="1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spla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1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30" dur="90" fill="hold" repeatCount="3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7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8" fill="hold">
                      <p:stCondLst>
                        <p:cond delay="0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6" dur="150" fill="hold"/>
                                        <p:tgtEl>
                                          <p:spTgt spid="15"/>
                                        </p:tgtEl>
                                      </p:cBhvr>
                                      <p:by x="120000" y="120000"/>
                                    </p:animScale>
                                    <p:audio>
                                      <p:cMediaNode vol="90000">
                                        <p:cTn id="3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spla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1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3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4" fill="hold">
                      <p:stCondLst>
                        <p:cond delay="0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0" dur="90" fill="hold" repeatCount="3000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9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0" fill="hold">
                      <p:stCondLst>
                        <p:cond delay="0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6" dur="90" fill="hold" repeatCount="3000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 “su”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Tap every  “su”</a:t>
            </a:r>
          </a:p>
        </p:txBody>
      </p:sp>
      <p:sp>
        <p:nvSpPr>
          <p:cNvPr id="5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Star place 3"/>
          <p:cNvSpPr/>
          <p:nvPr/>
        </p:nvSpPr>
        <p:spPr>
          <a:xfrm>
            <a:off x="12954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Star 3"/>
          <p:cNvSpPr/>
          <p:nvPr/>
        </p:nvSpPr>
        <p:spPr>
          <a:xfrm>
            <a:off x="12954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ile 1 سُ" descr="سُ"/>
          <p:cNvSpPr/>
          <p:nvPr/>
        </p:nvSpPr>
        <p:spPr>
          <a:xfrm>
            <a:off x="2635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سُ</a:t>
            </a:r>
          </a:p>
        </p:txBody>
      </p:sp>
      <p:sp>
        <p:nvSpPr>
          <p:cNvPr id="13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ile 2 هُ" descr="هُ"/>
          <p:cNvSpPr/>
          <p:nvPr/>
        </p:nvSpPr>
        <p:spPr>
          <a:xfrm>
            <a:off x="5429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هُ</a:t>
            </a:r>
          </a:p>
        </p:txBody>
      </p:sp>
      <p:sp>
        <p:nvSpPr>
          <p:cNvPr id="15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ile 3 سُ" descr="سُ"/>
          <p:cNvSpPr/>
          <p:nvPr/>
        </p:nvSpPr>
        <p:spPr>
          <a:xfrm>
            <a:off x="8223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سُ</a:t>
            </a:r>
          </a:p>
        </p:txBody>
      </p:sp>
      <p:sp>
        <p:nvSpPr>
          <p:cNvPr id="17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ile 4 دُ" descr="دُ"/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دُ</a:t>
            </a:r>
          </a:p>
        </p:txBody>
      </p:sp>
      <p:sp>
        <p:nvSpPr>
          <p:cNvPr id="19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ile 5 ظُ" descr="ظُ"/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ظُ</a:t>
            </a:r>
          </a:p>
        </p:txBody>
      </p:sp>
      <p:sp>
        <p:nvSpPr>
          <p:cNvPr id="21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ile 6 سُ" descr="سُ"/>
          <p:cNvSpPr/>
          <p:nvPr/>
        </p:nvSpPr>
        <p:spPr>
          <a:xfrm>
            <a:off x="8223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سُ</a:t>
            </a:r>
          </a:p>
        </p:txBody>
      </p:sp>
      <p:sp>
        <p:nvSpPr>
          <p:cNvPr id="23" name="Next button">
            <a:hlinkClick action="ppaction://hlinksldjump" r:id="rId3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Next arrow">
            <a:hlinkClick action="ppaction://hlinksldjump" r:id="rId3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4" dur="85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23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6" dur="97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46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8" dur="109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69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0" dur="121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92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2" dur="1330" fill="hold" repeatCount="indefinite" autoRev="1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11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4" dur="1450" fill="hold" repeatCount="indefinite" autoRev="1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9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0" fill="hold">
                      <p:stCondLst>
                        <p:cond delay="0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8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1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bon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3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2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53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5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6" fill="hold">
                      <p:stCondLst>
                        <p:cond delay="0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32" dur="90" fill="hold" repeatCount="3000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9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0" fill="hold">
                      <p:stCondLst>
                        <p:cond delay="0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38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bon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3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2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53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5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5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6" fill="hold">
                      <p:stCondLst>
                        <p:cond delay="0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2" dur="90" fill="hold" repeatCount="3000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1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2" fill="hold">
                      <p:stCondLst>
                        <p:cond delay="0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8" dur="90" fill="hold" repeatCount="3000" autoRev="1"/>
                                        <p:tgtEl>
                                          <p:spTgt spid="2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75" restart="whenNotActive" fill="hold" evtFilter="cancelBubble" nodeType="interactiveSeq">
                <p:stCondLst>
                  <p:cond evt="onClick" delay="0">
                    <p:tgtEl>
                      <p:spTgt spid="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6" fill="hold">
                      <p:stCondLst>
                        <p:cond delay="0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4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6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bon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69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" dur="2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53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1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Card"/>
          <p:cNvSpPr/>
          <p:nvPr/>
        </p:nvSpPr>
        <p:spPr>
          <a:xfrm>
            <a:off x="1651000" y="762000"/>
            <a:ext cx="8890000" cy="4826000"/>
          </a:xfrm>
          <a:prstGeom prst="roundRect">
            <a:avLst>
              <a:gd name="adj" fmla="val 8000"/>
            </a:avLst>
          </a:prstGeom>
          <a:solidFill>
            <a:srgbClr val="FFFFFF">
              <a:alpha val="85000"/>
            </a:srgbClr>
          </a:solidFill>
          <a:ln w="508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itle" descr="How to play: Team Race (class game)"/>
          <p:cNvSpPr/>
          <p:nvPr/>
        </p:nvSpPr>
        <p:spPr>
          <a:xfrm>
            <a:off x="1905000" y="952500"/>
            <a:ext cx="8382000" cy="889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800" b="1" lang="en-US">
                <a:solidFill>
                  <a:srgbClr val="8A6CF0"/>
                </a:solidFill>
                <a:latin typeface="Arial"/>
                <a:cs typeface="Arial"/>
              </a:rPr>
              <a:t>How to play: Team Race (class game)</a:t>
            </a:r>
          </a:p>
        </p:txBody>
      </p:sp>
      <p:sp>
        <p:nvSpPr>
          <p:cNvPr id="5" name="Line 1" descr="1.  Two teams: Red and Blue."/>
          <p:cNvSpPr/>
          <p:nvPr/>
        </p:nvSpPr>
        <p:spPr>
          <a:xfrm>
            <a:off x="1841500" y="2095500"/>
            <a:ext cx="6350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600" b="1" lang="en-US">
                <a:solidFill>
                  <a:srgbClr val="2E2640"/>
                </a:solidFill>
                <a:latin typeface="Arial"/>
                <a:cs typeface="Arial"/>
              </a:rPr>
              <a:t>1.  Two teams: Red and Blue.</a:t>
            </a:r>
          </a:p>
        </p:txBody>
      </p:sp>
      <p:sp>
        <p:nvSpPr>
          <p:cNvPr id="6" name="Line 2" descr="2.  Read, then tap your team."/>
          <p:cNvSpPr/>
          <p:nvPr/>
        </p:nvSpPr>
        <p:spPr>
          <a:xfrm>
            <a:off x="1841500" y="3048000"/>
            <a:ext cx="6350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600" b="1" lang="en-US">
                <a:solidFill>
                  <a:srgbClr val="2E2640"/>
                </a:solidFill>
                <a:latin typeface="Arial"/>
                <a:cs typeface="Arial"/>
              </a:rPr>
              <a:t>2.  Read, then tap your team.</a:t>
            </a:r>
          </a:p>
        </p:txBody>
      </p:sp>
      <p:sp>
        <p:nvSpPr>
          <p:cNvPr id="7" name="Line 3" descr="3.  First car to finish wins!"/>
          <p:cNvSpPr/>
          <p:nvPr/>
        </p:nvSpPr>
        <p:spPr>
          <a:xfrm>
            <a:off x="1841500" y="4000500"/>
            <a:ext cx="6350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600" b="1" lang="en-US">
                <a:solidFill>
                  <a:srgbClr val="2E2640"/>
                </a:solidFill>
                <a:latin typeface="Arial"/>
                <a:cs typeface="Arial"/>
              </a:rPr>
              <a:t>3.  First car to finish wins!</a:t>
            </a:r>
          </a:p>
        </p:txBody>
      </p:sp>
      <p:pic>
        <p:nvPicPr>
          <p:cNvPr id="8" name="Picture" descr="Pictur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8500" y="2413000"/>
            <a:ext cx="2032000" cy="1270000"/>
          </a:xfrm>
          <a:prstGeom prst="rect">
            <a:avLst/>
          </a:prstGeom>
        </p:spPr>
      </p:pic>
      <p:sp>
        <p:nvSpPr>
          <p:cNvPr id="9" name="Next button">
            <a:hlinkClick action="ppaction://hlinksldjump" r:id="rId4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Next arrow">
            <a:hlinkClick action="ppaction://hlinksldjump" r:id="rId4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1968500" y="127000"/>
            <a:ext cx="8255000" cy="635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eam Race!  Read the word, then tap your team."/>
          <p:cNvSpPr/>
          <p:nvPr/>
        </p:nvSpPr>
        <p:spPr>
          <a:xfrm>
            <a:off x="2095500" y="127000"/>
            <a:ext cx="8001000" cy="635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000" b="1" lang="en-US">
                <a:solidFill>
                  <a:srgbClr val="2E2640"/>
                </a:solidFill>
                <a:latin typeface="Arial"/>
                <a:cs typeface="Arial"/>
              </a:rPr>
              <a:t>Team Race!  Read the word, then tap your team.</a:t>
            </a:r>
          </a:p>
        </p:txBody>
      </p:sp>
      <p:sp>
        <p:nvSpPr>
          <p:cNvPr id="5" name="Red lane"/>
          <p:cNvSpPr/>
          <p:nvPr/>
        </p:nvSpPr>
        <p:spPr>
          <a:xfrm>
            <a:off x="254000" y="3556000"/>
            <a:ext cx="11303000" cy="1270000"/>
          </a:xfrm>
          <a:prstGeom prst="roundRect">
            <a:avLst>
              <a:gd name="adj" fmla="val 20000"/>
            </a:avLst>
          </a:prstGeom>
          <a:solidFill>
            <a:srgbClr val="FFE3E8"/>
          </a:solidFill>
          <a:ln w="38100">
            <a:solidFill>
              <a:srgbClr val="D9D2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Blue lane"/>
          <p:cNvSpPr/>
          <p:nvPr/>
        </p:nvSpPr>
        <p:spPr>
          <a:xfrm>
            <a:off x="254000" y="5080000"/>
            <a:ext cx="11303000" cy="1270000"/>
          </a:xfrm>
          <a:prstGeom prst="roundRect">
            <a:avLst>
              <a:gd name="adj" fmla="val 20000"/>
            </a:avLst>
          </a:prstGeom>
          <a:solidFill>
            <a:srgbClr val="E0F4FF"/>
          </a:solidFill>
          <a:ln w="38100">
            <a:solidFill>
              <a:srgbClr val="D9D2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inish"/>
          <p:cNvSpPr/>
          <p:nvPr/>
        </p:nvSpPr>
        <p:spPr>
          <a:xfrm>
            <a:off x="10731500" y="35560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inish"/>
          <p:cNvSpPr/>
          <p:nvPr/>
        </p:nvSpPr>
        <p:spPr>
          <a:xfrm>
            <a:off x="10922000" y="35560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inish"/>
          <p:cNvSpPr/>
          <p:nvPr/>
        </p:nvSpPr>
        <p:spPr>
          <a:xfrm>
            <a:off x="10731500" y="39052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Finish"/>
          <p:cNvSpPr/>
          <p:nvPr/>
        </p:nvSpPr>
        <p:spPr>
          <a:xfrm>
            <a:off x="10922000" y="39052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Finish"/>
          <p:cNvSpPr/>
          <p:nvPr/>
        </p:nvSpPr>
        <p:spPr>
          <a:xfrm>
            <a:off x="10731500" y="42545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Finish"/>
          <p:cNvSpPr/>
          <p:nvPr/>
        </p:nvSpPr>
        <p:spPr>
          <a:xfrm>
            <a:off x="10922000" y="42545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Finish"/>
          <p:cNvSpPr/>
          <p:nvPr/>
        </p:nvSpPr>
        <p:spPr>
          <a:xfrm>
            <a:off x="10731500" y="46037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Finish"/>
          <p:cNvSpPr/>
          <p:nvPr/>
        </p:nvSpPr>
        <p:spPr>
          <a:xfrm>
            <a:off x="10922000" y="46037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Finish"/>
          <p:cNvSpPr/>
          <p:nvPr/>
        </p:nvSpPr>
        <p:spPr>
          <a:xfrm>
            <a:off x="10731500" y="49530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Finish"/>
          <p:cNvSpPr/>
          <p:nvPr/>
        </p:nvSpPr>
        <p:spPr>
          <a:xfrm>
            <a:off x="10922000" y="49530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Finish"/>
          <p:cNvSpPr/>
          <p:nvPr/>
        </p:nvSpPr>
        <p:spPr>
          <a:xfrm>
            <a:off x="10731500" y="53022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Finish"/>
          <p:cNvSpPr/>
          <p:nvPr/>
        </p:nvSpPr>
        <p:spPr>
          <a:xfrm>
            <a:off x="10922000" y="53022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Finish"/>
          <p:cNvSpPr/>
          <p:nvPr/>
        </p:nvSpPr>
        <p:spPr>
          <a:xfrm>
            <a:off x="10731500" y="56515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Finish"/>
          <p:cNvSpPr/>
          <p:nvPr/>
        </p:nvSpPr>
        <p:spPr>
          <a:xfrm>
            <a:off x="10922000" y="56515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Finish"/>
          <p:cNvSpPr/>
          <p:nvPr/>
        </p:nvSpPr>
        <p:spPr>
          <a:xfrm>
            <a:off x="10731500" y="60007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Finish"/>
          <p:cNvSpPr/>
          <p:nvPr/>
        </p:nvSpPr>
        <p:spPr>
          <a:xfrm>
            <a:off x="10922000" y="60007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Word card"/>
          <p:cNvSpPr/>
          <p:nvPr/>
        </p:nvSpPr>
        <p:spPr>
          <a:xfrm>
            <a:off x="3873500" y="952500"/>
            <a:ext cx="4445000" cy="228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76200">
            <a:solidFill>
              <a:srgbClr val="B8A1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Word 1" descr="كَبُرَ"/>
          <p:cNvSpPr/>
          <p:nvPr/>
        </p:nvSpPr>
        <p:spPr>
          <a:xfrm>
            <a:off x="4064000" y="1079500"/>
            <a:ext cx="4064000" cy="203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11000" b="1" lang="ar-SA">
                <a:solidFill>
                  <a:srgbClr val="2E2640"/>
                </a:solidFill>
                <a:latin typeface="Arial"/>
                <a:cs typeface="Arial"/>
              </a:rPr>
              <a:t>كَبُرَ</a:t>
            </a:r>
          </a:p>
        </p:txBody>
      </p:sp>
      <p:sp>
        <p:nvSpPr>
          <p:cNvPr id="25" name="Word 2" descr="غُلِبَ"/>
          <p:cNvSpPr/>
          <p:nvPr/>
        </p:nvSpPr>
        <p:spPr>
          <a:xfrm>
            <a:off x="4064000" y="1079500"/>
            <a:ext cx="4064000" cy="203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11000" b="1" lang="ar-SA">
                <a:solidFill>
                  <a:srgbClr val="2E2640"/>
                </a:solidFill>
                <a:latin typeface="Arial"/>
                <a:cs typeface="Arial"/>
              </a:rPr>
              <a:t>غُلِبَ</a:t>
            </a:r>
          </a:p>
        </p:txBody>
      </p:sp>
      <p:sp>
        <p:nvSpPr>
          <p:cNvPr id="26" name="Word 3" descr="شُكِرَ"/>
          <p:cNvSpPr/>
          <p:nvPr/>
        </p:nvSpPr>
        <p:spPr>
          <a:xfrm>
            <a:off x="4064000" y="1079500"/>
            <a:ext cx="4064000" cy="203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11000" b="1" lang="ar-SA">
                <a:solidFill>
                  <a:srgbClr val="2E2640"/>
                </a:solidFill>
                <a:latin typeface="Arial"/>
                <a:cs typeface="Arial"/>
              </a:rPr>
              <a:t>شُكِرَ</a:t>
            </a:r>
          </a:p>
        </p:txBody>
      </p:sp>
      <p:sp>
        <p:nvSpPr>
          <p:cNvPr id="27" name="Word 4" descr="عُمَرُ"/>
          <p:cNvSpPr/>
          <p:nvPr/>
        </p:nvSpPr>
        <p:spPr>
          <a:xfrm>
            <a:off x="4064000" y="1079500"/>
            <a:ext cx="4064000" cy="203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11000" b="1" lang="ar-SA">
                <a:solidFill>
                  <a:srgbClr val="2E2640"/>
                </a:solidFill>
                <a:latin typeface="Arial"/>
                <a:cs typeface="Arial"/>
              </a:rPr>
              <a:t>عُمَرُ</a:t>
            </a:r>
          </a:p>
        </p:txBody>
      </p:sp>
      <p:sp>
        <p:nvSpPr>
          <p:cNvPr id="28" name="Word 5" descr="عَظُمَ"/>
          <p:cNvSpPr/>
          <p:nvPr/>
        </p:nvSpPr>
        <p:spPr>
          <a:xfrm>
            <a:off x="4064000" y="1079500"/>
            <a:ext cx="4064000" cy="203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11000" b="1" lang="ar-SA">
                <a:solidFill>
                  <a:srgbClr val="2E2640"/>
                </a:solidFill>
                <a:latin typeface="Arial"/>
                <a:cs typeface="Arial"/>
              </a:rPr>
              <a:t>عَظُمَ</a:t>
            </a:r>
          </a:p>
        </p:txBody>
      </p:sp>
      <p:sp>
        <p:nvSpPr>
          <p:cNvPr id="29" name="Word 6" descr="فُتِحَ"/>
          <p:cNvSpPr/>
          <p:nvPr/>
        </p:nvSpPr>
        <p:spPr>
          <a:xfrm>
            <a:off x="4064000" y="1079500"/>
            <a:ext cx="4064000" cy="203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11000" b="1" lang="ar-SA">
                <a:solidFill>
                  <a:srgbClr val="2E2640"/>
                </a:solidFill>
                <a:latin typeface="Arial"/>
                <a:cs typeface="Arial"/>
              </a:rPr>
              <a:t>فُتِحَ</a:t>
            </a:r>
          </a:p>
        </p:txBody>
      </p:sp>
      <p:sp>
        <p:nvSpPr>
          <p:cNvPr id="30" name="Word 7" descr="كَرُمَ"/>
          <p:cNvSpPr/>
          <p:nvPr/>
        </p:nvSpPr>
        <p:spPr>
          <a:xfrm>
            <a:off x="4064000" y="1079500"/>
            <a:ext cx="4064000" cy="203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11000" b="1" lang="ar-SA">
                <a:solidFill>
                  <a:srgbClr val="2E2640"/>
                </a:solidFill>
                <a:latin typeface="Arial"/>
                <a:cs typeface="Arial"/>
              </a:rPr>
              <a:t>كَرُمَ</a:t>
            </a:r>
          </a:p>
        </p:txBody>
      </p:sp>
      <p:sp>
        <p:nvSpPr>
          <p:cNvPr id="31" name="Word 8" descr="صَغُرَ"/>
          <p:cNvSpPr/>
          <p:nvPr/>
        </p:nvSpPr>
        <p:spPr>
          <a:xfrm>
            <a:off x="4064000" y="1079500"/>
            <a:ext cx="4064000" cy="203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11000" b="1" lang="ar-SA">
                <a:solidFill>
                  <a:srgbClr val="2E2640"/>
                </a:solidFill>
                <a:latin typeface="Arial"/>
                <a:cs typeface="Arial"/>
              </a:rPr>
              <a:t>صَغُرَ</a:t>
            </a:r>
          </a:p>
        </p:txBody>
      </p:sp>
      <p:sp>
        <p:nvSpPr>
          <p:cNvPr id="32" name="Word 9" descr="جَمُلَ"/>
          <p:cNvSpPr/>
          <p:nvPr/>
        </p:nvSpPr>
        <p:spPr>
          <a:xfrm>
            <a:off x="4064000" y="1079500"/>
            <a:ext cx="4064000" cy="203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11000" b="1" lang="ar-SA">
                <a:solidFill>
                  <a:srgbClr val="2E2640"/>
                </a:solidFill>
                <a:latin typeface="Arial"/>
                <a:cs typeface="Arial"/>
              </a:rPr>
              <a:t>جَمُلَ</a:t>
            </a:r>
          </a:p>
        </p:txBody>
      </p:sp>
      <p:sp>
        <p:nvSpPr>
          <p:cNvPr id="33" name="Word 10" descr="سَهُلَ"/>
          <p:cNvSpPr/>
          <p:nvPr/>
        </p:nvSpPr>
        <p:spPr>
          <a:xfrm>
            <a:off x="4064000" y="1079500"/>
            <a:ext cx="4064000" cy="203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11000" b="1" lang="ar-SA">
                <a:solidFill>
                  <a:srgbClr val="2E2640"/>
                </a:solidFill>
                <a:latin typeface="Arial"/>
                <a:cs typeface="Arial"/>
              </a:rPr>
              <a:t>سَهُلَ</a:t>
            </a:r>
          </a:p>
        </p:txBody>
      </p:sp>
      <p:sp>
        <p:nvSpPr>
          <p:cNvPr id="34" name="Next word 1" descr="Next word ▶"/>
          <p:cNvSpPr/>
          <p:nvPr/>
        </p:nvSpPr>
        <p:spPr>
          <a:xfrm>
            <a:off x="8509000" y="1778000"/>
            <a:ext cx="2413000" cy="698500"/>
          </a:xfrm>
          <a:prstGeom prst="roundRect">
            <a:avLst>
              <a:gd name="adj" fmla="val 30000"/>
            </a:avLst>
          </a:prstGeom>
          <a:solidFill>
            <a:srgbClr val="8A6CF0"/>
          </a:solidFill>
          <a:ln w="508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400" b="1" lang="en-US">
                <a:solidFill>
                  <a:srgbClr val="FFFFFF"/>
                </a:solidFill>
                <a:latin typeface="Arial"/>
                <a:cs typeface="Arial"/>
              </a:rPr>
              <a:t>Next word ▶</a:t>
            </a:r>
          </a:p>
        </p:txBody>
      </p:sp>
      <p:sp>
        <p:nvSpPr>
          <p:cNvPr id="35" name="Next word 2" descr="Next word ▶"/>
          <p:cNvSpPr/>
          <p:nvPr/>
        </p:nvSpPr>
        <p:spPr>
          <a:xfrm>
            <a:off x="8509000" y="1778000"/>
            <a:ext cx="2413000" cy="698500"/>
          </a:xfrm>
          <a:prstGeom prst="roundRect">
            <a:avLst>
              <a:gd name="adj" fmla="val 30000"/>
            </a:avLst>
          </a:prstGeom>
          <a:solidFill>
            <a:srgbClr val="8A6CF0"/>
          </a:solidFill>
          <a:ln w="508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400" b="1" lang="en-US">
                <a:solidFill>
                  <a:srgbClr val="FFFFFF"/>
                </a:solidFill>
                <a:latin typeface="Arial"/>
                <a:cs typeface="Arial"/>
              </a:rPr>
              <a:t>Next word ▶</a:t>
            </a:r>
          </a:p>
        </p:txBody>
      </p:sp>
      <p:sp>
        <p:nvSpPr>
          <p:cNvPr id="36" name="Next word 3" descr="Next word ▶"/>
          <p:cNvSpPr/>
          <p:nvPr/>
        </p:nvSpPr>
        <p:spPr>
          <a:xfrm>
            <a:off x="8509000" y="1778000"/>
            <a:ext cx="2413000" cy="698500"/>
          </a:xfrm>
          <a:prstGeom prst="roundRect">
            <a:avLst>
              <a:gd name="adj" fmla="val 30000"/>
            </a:avLst>
          </a:prstGeom>
          <a:solidFill>
            <a:srgbClr val="8A6CF0"/>
          </a:solidFill>
          <a:ln w="508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400" b="1" lang="en-US">
                <a:solidFill>
                  <a:srgbClr val="FFFFFF"/>
                </a:solidFill>
                <a:latin typeface="Arial"/>
                <a:cs typeface="Arial"/>
              </a:rPr>
              <a:t>Next word ▶</a:t>
            </a:r>
          </a:p>
        </p:txBody>
      </p:sp>
      <p:sp>
        <p:nvSpPr>
          <p:cNvPr id="37" name="Next word 4" descr="Next word ▶"/>
          <p:cNvSpPr/>
          <p:nvPr/>
        </p:nvSpPr>
        <p:spPr>
          <a:xfrm>
            <a:off x="8509000" y="1778000"/>
            <a:ext cx="2413000" cy="698500"/>
          </a:xfrm>
          <a:prstGeom prst="roundRect">
            <a:avLst>
              <a:gd name="adj" fmla="val 30000"/>
            </a:avLst>
          </a:prstGeom>
          <a:solidFill>
            <a:srgbClr val="8A6CF0"/>
          </a:solidFill>
          <a:ln w="508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400" b="1" lang="en-US">
                <a:solidFill>
                  <a:srgbClr val="FFFFFF"/>
                </a:solidFill>
                <a:latin typeface="Arial"/>
                <a:cs typeface="Arial"/>
              </a:rPr>
              <a:t>Next word ▶</a:t>
            </a:r>
          </a:p>
        </p:txBody>
      </p:sp>
      <p:sp>
        <p:nvSpPr>
          <p:cNvPr id="38" name="Next word 5" descr="Next word ▶"/>
          <p:cNvSpPr/>
          <p:nvPr/>
        </p:nvSpPr>
        <p:spPr>
          <a:xfrm>
            <a:off x="8509000" y="1778000"/>
            <a:ext cx="2413000" cy="698500"/>
          </a:xfrm>
          <a:prstGeom prst="roundRect">
            <a:avLst>
              <a:gd name="adj" fmla="val 30000"/>
            </a:avLst>
          </a:prstGeom>
          <a:solidFill>
            <a:srgbClr val="8A6CF0"/>
          </a:solidFill>
          <a:ln w="508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400" b="1" lang="en-US">
                <a:solidFill>
                  <a:srgbClr val="FFFFFF"/>
                </a:solidFill>
                <a:latin typeface="Arial"/>
                <a:cs typeface="Arial"/>
              </a:rPr>
              <a:t>Next word ▶</a:t>
            </a:r>
          </a:p>
        </p:txBody>
      </p:sp>
      <p:sp>
        <p:nvSpPr>
          <p:cNvPr id="39" name="Next word 6" descr="Next word ▶"/>
          <p:cNvSpPr/>
          <p:nvPr/>
        </p:nvSpPr>
        <p:spPr>
          <a:xfrm>
            <a:off x="8509000" y="1778000"/>
            <a:ext cx="2413000" cy="698500"/>
          </a:xfrm>
          <a:prstGeom prst="roundRect">
            <a:avLst>
              <a:gd name="adj" fmla="val 30000"/>
            </a:avLst>
          </a:prstGeom>
          <a:solidFill>
            <a:srgbClr val="8A6CF0"/>
          </a:solidFill>
          <a:ln w="508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400" b="1" lang="en-US">
                <a:solidFill>
                  <a:srgbClr val="FFFFFF"/>
                </a:solidFill>
                <a:latin typeface="Arial"/>
                <a:cs typeface="Arial"/>
              </a:rPr>
              <a:t>Next word ▶</a:t>
            </a:r>
          </a:p>
        </p:txBody>
      </p:sp>
      <p:sp>
        <p:nvSpPr>
          <p:cNvPr id="40" name="Next word 7" descr="Next word ▶"/>
          <p:cNvSpPr/>
          <p:nvPr/>
        </p:nvSpPr>
        <p:spPr>
          <a:xfrm>
            <a:off x="8509000" y="1778000"/>
            <a:ext cx="2413000" cy="698500"/>
          </a:xfrm>
          <a:prstGeom prst="roundRect">
            <a:avLst>
              <a:gd name="adj" fmla="val 30000"/>
            </a:avLst>
          </a:prstGeom>
          <a:solidFill>
            <a:srgbClr val="8A6CF0"/>
          </a:solidFill>
          <a:ln w="508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400" b="1" lang="en-US">
                <a:solidFill>
                  <a:srgbClr val="FFFFFF"/>
                </a:solidFill>
                <a:latin typeface="Arial"/>
                <a:cs typeface="Arial"/>
              </a:rPr>
              <a:t>Next word ▶</a:t>
            </a:r>
          </a:p>
        </p:txBody>
      </p:sp>
      <p:sp>
        <p:nvSpPr>
          <p:cNvPr id="41" name="Next word 8" descr="Next word ▶"/>
          <p:cNvSpPr/>
          <p:nvPr/>
        </p:nvSpPr>
        <p:spPr>
          <a:xfrm>
            <a:off x="8509000" y="1778000"/>
            <a:ext cx="2413000" cy="698500"/>
          </a:xfrm>
          <a:prstGeom prst="roundRect">
            <a:avLst>
              <a:gd name="adj" fmla="val 30000"/>
            </a:avLst>
          </a:prstGeom>
          <a:solidFill>
            <a:srgbClr val="8A6CF0"/>
          </a:solidFill>
          <a:ln w="508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400" b="1" lang="en-US">
                <a:solidFill>
                  <a:srgbClr val="FFFFFF"/>
                </a:solidFill>
                <a:latin typeface="Arial"/>
                <a:cs typeface="Arial"/>
              </a:rPr>
              <a:t>Next word ▶</a:t>
            </a:r>
          </a:p>
        </p:txBody>
      </p:sp>
      <p:sp>
        <p:nvSpPr>
          <p:cNvPr id="42" name="Next word 9" descr="Next word ▶"/>
          <p:cNvSpPr/>
          <p:nvPr/>
        </p:nvSpPr>
        <p:spPr>
          <a:xfrm>
            <a:off x="8509000" y="1778000"/>
            <a:ext cx="2413000" cy="698500"/>
          </a:xfrm>
          <a:prstGeom prst="roundRect">
            <a:avLst>
              <a:gd name="adj" fmla="val 30000"/>
            </a:avLst>
          </a:prstGeom>
          <a:solidFill>
            <a:srgbClr val="8A6CF0"/>
          </a:solidFill>
          <a:ln w="508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400" b="1" lang="en-US">
                <a:solidFill>
                  <a:srgbClr val="FFFFFF"/>
                </a:solidFill>
                <a:latin typeface="Arial"/>
                <a:cs typeface="Arial"/>
              </a:rPr>
              <a:t>Next word ▶</a:t>
            </a:r>
          </a:p>
        </p:txBody>
      </p:sp>
      <p:pic>
        <p:nvPicPr>
          <p:cNvPr id="43" name="Red car 1" descr="Red car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3810000"/>
            <a:ext cx="1460500" cy="800100"/>
          </a:xfrm>
          <a:prstGeom prst="rect">
            <a:avLst/>
          </a:prstGeom>
        </p:spPr>
      </p:pic>
      <p:pic>
        <p:nvPicPr>
          <p:cNvPr id="44" name="Red car 2" descr="Red car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8000" y="3810000"/>
            <a:ext cx="1460500" cy="800100"/>
          </a:xfrm>
          <a:prstGeom prst="rect">
            <a:avLst/>
          </a:prstGeom>
        </p:spPr>
      </p:pic>
      <p:pic>
        <p:nvPicPr>
          <p:cNvPr id="45" name="Red car 3" descr="Red car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0" y="3810000"/>
            <a:ext cx="1460500" cy="800100"/>
          </a:xfrm>
          <a:prstGeom prst="rect">
            <a:avLst/>
          </a:prstGeom>
        </p:spPr>
      </p:pic>
      <p:pic>
        <p:nvPicPr>
          <p:cNvPr id="46" name="Red car 4" descr="Red car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8000" y="3810000"/>
            <a:ext cx="1460500" cy="800100"/>
          </a:xfrm>
          <a:prstGeom prst="rect">
            <a:avLst/>
          </a:prstGeom>
        </p:spPr>
      </p:pic>
      <p:pic>
        <p:nvPicPr>
          <p:cNvPr id="47" name="Red car 5" descr="Red car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8000" y="3810000"/>
            <a:ext cx="1460500" cy="800100"/>
          </a:xfrm>
          <a:prstGeom prst="rect">
            <a:avLst/>
          </a:prstGeom>
        </p:spPr>
      </p:pic>
      <p:pic>
        <p:nvPicPr>
          <p:cNvPr id="48" name="Red car 6" descr="Red car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3810000"/>
            <a:ext cx="1460500" cy="800100"/>
          </a:xfrm>
          <a:prstGeom prst="rect">
            <a:avLst/>
          </a:prstGeom>
        </p:spPr>
      </p:pic>
      <p:pic>
        <p:nvPicPr>
          <p:cNvPr id="49" name="Red car 7" descr="Red car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8000" y="3810000"/>
            <a:ext cx="1460500" cy="800100"/>
          </a:xfrm>
          <a:prstGeom prst="rect">
            <a:avLst/>
          </a:prstGeom>
        </p:spPr>
      </p:pic>
      <p:pic>
        <p:nvPicPr>
          <p:cNvPr id="50" name="Red car 8" descr="Red car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98000" y="3810000"/>
            <a:ext cx="1460500" cy="800100"/>
          </a:xfrm>
          <a:prstGeom prst="rect">
            <a:avLst/>
          </a:prstGeom>
        </p:spPr>
      </p:pic>
      <p:sp>
        <p:nvSpPr>
          <p:cNvPr id="51" name="Red wins" descr="Red team wins!"/>
          <p:cNvSpPr/>
          <p:nvPr/>
        </p:nvSpPr>
        <p:spPr>
          <a:xfrm>
            <a:off x="3556000" y="1905000"/>
            <a:ext cx="5080000" cy="1397000"/>
          </a:xfrm>
          <a:prstGeom prst="roundRect">
            <a:avLst>
              <a:gd name="adj" fmla="val 30000"/>
            </a:avLst>
          </a:prstGeom>
          <a:solidFill>
            <a:srgbClr val="E5536F"/>
          </a:solidFill>
          <a:ln w="762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Red team wins!</a:t>
            </a:r>
          </a:p>
        </p:txBody>
      </p:sp>
      <p:sp>
        <p:nvSpPr>
          <p:cNvPr id="52" name="Red point 1" descr="Red ✓"/>
          <p:cNvSpPr/>
          <p:nvPr/>
        </p:nvSpPr>
        <p:spPr>
          <a:xfrm>
            <a:off x="381000" y="11430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E5536F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Red ✓</a:t>
            </a:r>
          </a:p>
        </p:txBody>
      </p:sp>
      <p:sp>
        <p:nvSpPr>
          <p:cNvPr id="53" name="Red point 2" descr="Red ✓"/>
          <p:cNvSpPr/>
          <p:nvPr/>
        </p:nvSpPr>
        <p:spPr>
          <a:xfrm>
            <a:off x="381000" y="11430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E5536F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Red ✓</a:t>
            </a:r>
          </a:p>
        </p:txBody>
      </p:sp>
      <p:sp>
        <p:nvSpPr>
          <p:cNvPr id="54" name="Red point 3" descr="Red ✓"/>
          <p:cNvSpPr/>
          <p:nvPr/>
        </p:nvSpPr>
        <p:spPr>
          <a:xfrm>
            <a:off x="381000" y="11430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E5536F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Red ✓</a:t>
            </a:r>
          </a:p>
        </p:txBody>
      </p:sp>
      <p:sp>
        <p:nvSpPr>
          <p:cNvPr id="55" name="Red point 4" descr="Red ✓"/>
          <p:cNvSpPr/>
          <p:nvPr/>
        </p:nvSpPr>
        <p:spPr>
          <a:xfrm>
            <a:off x="381000" y="11430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E5536F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Red ✓</a:t>
            </a:r>
          </a:p>
        </p:txBody>
      </p:sp>
      <p:sp>
        <p:nvSpPr>
          <p:cNvPr id="56" name="Red point 5" descr="Red ✓"/>
          <p:cNvSpPr/>
          <p:nvPr/>
        </p:nvSpPr>
        <p:spPr>
          <a:xfrm>
            <a:off x="381000" y="11430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E5536F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Red ✓</a:t>
            </a:r>
          </a:p>
        </p:txBody>
      </p:sp>
      <p:sp>
        <p:nvSpPr>
          <p:cNvPr id="57" name="Red point 6" descr="Red ✓"/>
          <p:cNvSpPr/>
          <p:nvPr/>
        </p:nvSpPr>
        <p:spPr>
          <a:xfrm>
            <a:off x="381000" y="11430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E5536F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Red ✓</a:t>
            </a:r>
          </a:p>
        </p:txBody>
      </p:sp>
      <p:sp>
        <p:nvSpPr>
          <p:cNvPr id="58" name="Red point 7" descr="Red ✓"/>
          <p:cNvSpPr/>
          <p:nvPr/>
        </p:nvSpPr>
        <p:spPr>
          <a:xfrm>
            <a:off x="381000" y="11430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E5536F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Red ✓</a:t>
            </a:r>
          </a:p>
        </p:txBody>
      </p:sp>
      <p:pic>
        <p:nvPicPr>
          <p:cNvPr id="59" name="Blue car 1" descr="Blue car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000" y="5334000"/>
            <a:ext cx="1460500" cy="800100"/>
          </a:xfrm>
          <a:prstGeom prst="rect">
            <a:avLst/>
          </a:prstGeom>
        </p:spPr>
      </p:pic>
      <p:pic>
        <p:nvPicPr>
          <p:cNvPr id="60" name="Blue car 2" descr="Blue car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78000" y="5334000"/>
            <a:ext cx="1460500" cy="800100"/>
          </a:xfrm>
          <a:prstGeom prst="rect">
            <a:avLst/>
          </a:prstGeom>
        </p:spPr>
      </p:pic>
      <p:pic>
        <p:nvPicPr>
          <p:cNvPr id="61" name="Blue car 3" descr="Blue car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0" y="5334000"/>
            <a:ext cx="1460500" cy="800100"/>
          </a:xfrm>
          <a:prstGeom prst="rect">
            <a:avLst/>
          </a:prstGeom>
        </p:spPr>
      </p:pic>
      <p:pic>
        <p:nvPicPr>
          <p:cNvPr id="62" name="Blue car 4" descr="Blue car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8000" y="5334000"/>
            <a:ext cx="1460500" cy="800100"/>
          </a:xfrm>
          <a:prstGeom prst="rect">
            <a:avLst/>
          </a:prstGeom>
        </p:spPr>
      </p:pic>
      <p:pic>
        <p:nvPicPr>
          <p:cNvPr id="63" name="Blue car 5" descr="Blue car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88000" y="5334000"/>
            <a:ext cx="1460500" cy="800100"/>
          </a:xfrm>
          <a:prstGeom prst="rect">
            <a:avLst/>
          </a:prstGeom>
        </p:spPr>
      </p:pic>
      <p:pic>
        <p:nvPicPr>
          <p:cNvPr id="64" name="Blue car 6" descr="Blue car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5334000"/>
            <a:ext cx="1460500" cy="800100"/>
          </a:xfrm>
          <a:prstGeom prst="rect">
            <a:avLst/>
          </a:prstGeom>
        </p:spPr>
      </p:pic>
      <p:pic>
        <p:nvPicPr>
          <p:cNvPr id="65" name="Blue car 7" descr="Blue car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5334000"/>
            <a:ext cx="1460500" cy="800100"/>
          </a:xfrm>
          <a:prstGeom prst="rect">
            <a:avLst/>
          </a:prstGeom>
        </p:spPr>
      </p:pic>
      <p:pic>
        <p:nvPicPr>
          <p:cNvPr id="66" name="Blue car 8" descr="Blue car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8000" y="5334000"/>
            <a:ext cx="1460500" cy="800100"/>
          </a:xfrm>
          <a:prstGeom prst="rect">
            <a:avLst/>
          </a:prstGeom>
        </p:spPr>
      </p:pic>
      <p:sp>
        <p:nvSpPr>
          <p:cNvPr id="67" name="Blue wins" descr="Blue team wins!"/>
          <p:cNvSpPr/>
          <p:nvPr/>
        </p:nvSpPr>
        <p:spPr>
          <a:xfrm>
            <a:off x="3556000" y="1905000"/>
            <a:ext cx="5080000" cy="1397000"/>
          </a:xfrm>
          <a:prstGeom prst="roundRect">
            <a:avLst>
              <a:gd name="adj" fmla="val 30000"/>
            </a:avLst>
          </a:prstGeom>
          <a:solidFill>
            <a:srgbClr val="3FA7C9"/>
          </a:solidFill>
          <a:ln w="762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Blue team wins!</a:t>
            </a:r>
          </a:p>
        </p:txBody>
      </p:sp>
      <p:sp>
        <p:nvSpPr>
          <p:cNvPr id="68" name="Blue point 1" descr="Blue ✓"/>
          <p:cNvSpPr/>
          <p:nvPr/>
        </p:nvSpPr>
        <p:spPr>
          <a:xfrm>
            <a:off x="381000" y="20955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3FA7C9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Blue ✓</a:t>
            </a:r>
          </a:p>
        </p:txBody>
      </p:sp>
      <p:sp>
        <p:nvSpPr>
          <p:cNvPr id="69" name="Blue point 2" descr="Blue ✓"/>
          <p:cNvSpPr/>
          <p:nvPr/>
        </p:nvSpPr>
        <p:spPr>
          <a:xfrm>
            <a:off x="381000" y="20955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3FA7C9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Blue ✓</a:t>
            </a:r>
          </a:p>
        </p:txBody>
      </p:sp>
      <p:sp>
        <p:nvSpPr>
          <p:cNvPr id="70" name="Blue point 3" descr="Blue ✓"/>
          <p:cNvSpPr/>
          <p:nvPr/>
        </p:nvSpPr>
        <p:spPr>
          <a:xfrm>
            <a:off x="381000" y="20955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3FA7C9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Blue ✓</a:t>
            </a:r>
          </a:p>
        </p:txBody>
      </p:sp>
      <p:sp>
        <p:nvSpPr>
          <p:cNvPr id="71" name="Blue point 4" descr="Blue ✓"/>
          <p:cNvSpPr/>
          <p:nvPr/>
        </p:nvSpPr>
        <p:spPr>
          <a:xfrm>
            <a:off x="381000" y="20955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3FA7C9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Blue ✓</a:t>
            </a:r>
          </a:p>
        </p:txBody>
      </p:sp>
      <p:sp>
        <p:nvSpPr>
          <p:cNvPr id="72" name="Blue point 5" descr="Blue ✓"/>
          <p:cNvSpPr/>
          <p:nvPr/>
        </p:nvSpPr>
        <p:spPr>
          <a:xfrm>
            <a:off x="381000" y="20955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3FA7C9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Blue ✓</a:t>
            </a:r>
          </a:p>
        </p:txBody>
      </p:sp>
      <p:sp>
        <p:nvSpPr>
          <p:cNvPr id="73" name="Blue point 6" descr="Blue ✓"/>
          <p:cNvSpPr/>
          <p:nvPr/>
        </p:nvSpPr>
        <p:spPr>
          <a:xfrm>
            <a:off x="381000" y="20955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3FA7C9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Blue ✓</a:t>
            </a:r>
          </a:p>
        </p:txBody>
      </p:sp>
      <p:sp>
        <p:nvSpPr>
          <p:cNvPr id="74" name="Blue point 7" descr="Blue ✓"/>
          <p:cNvSpPr/>
          <p:nvPr/>
        </p:nvSpPr>
        <p:spPr>
          <a:xfrm>
            <a:off x="381000" y="20955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3FA7C9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Blue ✓</a:t>
            </a:r>
          </a:p>
        </p:txBody>
      </p:sp>
      <p:sp>
        <p:nvSpPr>
          <p:cNvPr id="75" name="Next button">
            <a:hlinkClick action="ppaction://hlinksldjump" r:id="rId5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6" name="Next arrow">
            <a:hlinkClick action="ppaction://hlinksldjump" r:id="rId5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77" name="sound anchor" descr="sound anchor (invisible)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3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0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5" restart="whenNotActive" fill="hold" evtFilter="cancelBubble" nodeType="interactiveSeq">
                <p:stCondLst>
                  <p:cond evt="onClick" delay="0">
                    <p:tgtEl>
                      <p:spTgt spid="3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6" fill="hold">
                      <p:stCondLst>
                        <p:cond delay="0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1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2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7" restart="whenNotActive" fill="hold" evtFilter="cancelBubble" nodeType="interactiveSeq">
                <p:stCondLst>
                  <p:cond evt="onClick" delay="0">
                    <p:tgtEl>
                      <p:spTgt spid="3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8" fill="hold">
                      <p:stCondLst>
                        <p:cond delay="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3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4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9" restart="whenNotActive" fill="hold" evtFilter="cancelBubble" nodeType="interactiveSeq">
                <p:stCondLst>
                  <p:cond evt="onClick" delay="0">
                    <p:tgtEl>
                      <p:spTgt spid="3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0" fill="hold">
                      <p:stCondLst>
                        <p:cond delay="0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4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6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1" restart="whenNotActive" fill="hold" evtFilter="cancelBubble" nodeType="interactiveSeq">
                <p:stCondLst>
                  <p:cond evt="onClick" delay="0">
                    <p:tgtEl>
                      <p:spTgt spid="3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2" fill="hold">
                      <p:stCondLst>
                        <p:cond delay="0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5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8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73" restart="whenNotActive" fill="hold" evtFilter="cancelBubble" nodeType="interactiveSeq">
                <p:stCondLst>
                  <p:cond evt="onClick" delay="0">
                    <p:tgtEl>
                      <p:spTgt spid="3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4" fill="hold">
                      <p:stCondLst>
                        <p:cond delay="0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6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70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85" restart="whenNotActive" fill="hold" evtFilter="cancelBubble" nodeType="interactiveSeq">
                <p:stCondLst>
                  <p:cond evt="onClick" delay="0">
                    <p:tgtEl>
                      <p:spTgt spid="4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6" fill="hold">
                      <p:stCondLst>
                        <p:cond delay="0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7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2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97" restart="whenNotActive" fill="hold" evtFilter="cancelBubble" nodeType="interactiveSeq">
                <p:stCondLst>
                  <p:cond evt="onClick" delay="0">
                    <p:tgtEl>
                      <p:spTgt spid="4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8" fill="hold">
                      <p:stCondLst>
                        <p:cond delay="0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9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94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107" restart="whenNotActive" fill="hold" evtFilter="cancelBubble" nodeType="interactiveSeq">
                <p:stCondLst>
                  <p:cond evt="onClick" delay="0">
                    <p:tgtEl>
                      <p:spTgt spid="4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8" fill="hold">
                      <p:stCondLst>
                        <p:cond delay="0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1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06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119" restart="whenNotActive" fill="hold" evtFilter="cancelBubble" nodeType="interactiveSeq">
                <p:stCondLst>
                  <p:cond evt="onClick" delay="0">
                    <p:tgtEl>
                      <p:spTgt spid="5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20" fill="hold">
                      <p:stCondLst>
                        <p:cond delay="0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1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1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vroom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6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131" restart="whenNotActive" fill="hold" evtFilter="cancelBubble" nodeType="interactiveSeq">
                <p:stCondLst>
                  <p:cond evt="onClick" delay="0">
                    <p:tgtEl>
                      <p:spTgt spid="5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2" fill="hold">
                      <p:stCondLst>
                        <p:cond delay="0"/>
                      </p:stCondLst>
                      <p:childTnLst>
                        <p:par>
                          <p:cTn id="133" fill="hold">
                            <p:stCondLst>
                              <p:cond delay="0"/>
                            </p:stCondLst>
                            <p:childTnLst>
                              <p:par>
                                <p:cTn id="12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12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vroom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28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143" restart="whenNotActive" fill="hold" evtFilter="cancelBubble" nodeType="interactiveSeq">
                <p:stCondLst>
                  <p:cond evt="onClick" delay="0">
                    <p:tgtEl>
                      <p:spTgt spid="5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4" fill="hold">
                      <p:stCondLst>
                        <p:cond delay="0"/>
                      </p:stCondLst>
                      <p:childTnLst>
                        <p:par>
                          <p:cTn id="145" fill="hold">
                            <p:stCondLst>
                              <p:cond delay="0"/>
                            </p:stCondLst>
                            <p:childTnLst>
                              <p:par>
                                <p:cTn id="13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13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vroom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0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155" restart="whenNotActive" fill="hold" evtFilter="cancelBubble" nodeType="interactiveSeq">
                <p:stCondLst>
                  <p:cond evt="onClick" delay="0">
                    <p:tgtEl>
                      <p:spTgt spid="5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56" fill="hold">
                      <p:stCondLst>
                        <p:cond delay="0"/>
                      </p:stCondLst>
                      <p:childTnLst>
                        <p:par>
                          <p:cTn id="157" fill="hold">
                            <p:stCondLst>
                              <p:cond delay="0"/>
                            </p:stCondLst>
                            <p:childTnLst>
                              <p:par>
                                <p:cTn id="14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14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vroom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52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167" restart="whenNotActive" fill="hold" evtFilter="cancelBubble" nodeType="interactiveSeq">
                <p:stCondLst>
                  <p:cond evt="onClick" delay="0">
                    <p:tgtEl>
                      <p:spTgt spid="5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68" fill="hold">
                      <p:stCondLst>
                        <p:cond delay="0"/>
                      </p:stCondLst>
                      <p:childTnLst>
                        <p:par>
                          <p:cTn id="169" fill="hold">
                            <p:stCondLst>
                              <p:cond delay="0"/>
                            </p:stCondLst>
                            <p:childTnLst>
                              <p:par>
                                <p:cTn id="15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16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vroom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64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179" restart="whenNotActive" fill="hold" evtFilter="cancelBubble" nodeType="interactiveSeq">
                <p:stCondLst>
                  <p:cond evt="onClick" delay="0">
                    <p:tgtEl>
                      <p:spTgt spid="5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80" fill="hold">
                      <p:stCondLst>
                        <p:cond delay="0"/>
                      </p:stCondLst>
                      <p:childTnLst>
                        <p:par>
                          <p:cTn id="181" fill="hold">
                            <p:stCondLst>
                              <p:cond delay="0"/>
                            </p:stCondLst>
                            <p:childTnLst>
                              <p:par>
                                <p:cTn id="17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17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vroom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6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197" restart="whenNotActive" fill="hold" evtFilter="cancelBubble" nodeType="interactiveSeq">
                <p:stCondLst>
                  <p:cond evt="onClick" delay="0">
                    <p:tgtEl>
                      <p:spTgt spid="5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98" fill="hold">
                      <p:stCondLst>
                        <p:cond delay="0"/>
                      </p:stCondLst>
                      <p:childTnLst>
                        <p:par>
                          <p:cTn id="199" fill="hold">
                            <p:stCondLst>
                              <p:cond delay="0"/>
                            </p:stCondLst>
                            <p:childTnLst>
                              <p:par>
                                <p:cTn id="18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18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vroom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88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3" presetID="53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0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1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2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6" presetID="1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19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cheer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09" restart="whenNotActive" fill="hold" evtFilter="cancelBubble" nodeType="interactiveSeq">
                <p:stCondLst>
                  <p:cond evt="onClick" delay="0">
                    <p:tgtEl>
                      <p:spTgt spid="6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10" fill="hold">
                      <p:stCondLst>
                        <p:cond delay="0"/>
                      </p:stCondLst>
                      <p:childTnLst>
                        <p:par>
                          <p:cTn id="211" fill="hold">
                            <p:stCondLst>
                              <p:cond delay="0"/>
                            </p:stCondLst>
                            <p:childTnLst>
                              <p:par>
                                <p:cTn id="20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2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vroom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06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21" restart="whenNotActive" fill="hold" evtFilter="cancelBubble" nodeType="interactiveSeq">
                <p:stCondLst>
                  <p:cond evt="onClick" delay="0">
                    <p:tgtEl>
                      <p:spTgt spid="6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22" fill="hold">
                      <p:stCondLst>
                        <p:cond delay="0"/>
                      </p:stCondLst>
                      <p:childTnLst>
                        <p:par>
                          <p:cTn id="223" fill="hold">
                            <p:stCondLst>
                              <p:cond delay="0"/>
                            </p:stCondLst>
                            <p:childTnLst>
                              <p:par>
                                <p:cTn id="21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21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vroom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18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33" restart="whenNotActive" fill="hold" evtFilter="cancelBubble" nodeType="interactiveSeq">
                <p:stCondLst>
                  <p:cond evt="onClick" delay="0">
                    <p:tgtEl>
                      <p:spTgt spid="7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34" fill="hold">
                      <p:stCondLst>
                        <p:cond delay="0"/>
                      </p:stCondLst>
                      <p:childTnLst>
                        <p:par>
                          <p:cTn id="235" fill="hold">
                            <p:stCondLst>
                              <p:cond delay="0"/>
                            </p:stCondLst>
                            <p:childTnLst>
                              <p:par>
                                <p:cTn id="22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22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vroom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30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45" restart="whenNotActive" fill="hold" evtFilter="cancelBubble" nodeType="interactiveSeq">
                <p:stCondLst>
                  <p:cond evt="onClick" delay="0">
                    <p:tgtEl>
                      <p:spTgt spid="7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46" fill="hold">
                      <p:stCondLst>
                        <p:cond delay="0"/>
                      </p:stCondLst>
                      <p:childTnLst>
                        <p:par>
                          <p:cTn id="247" fill="hold">
                            <p:stCondLst>
                              <p:cond delay="0"/>
                            </p:stCondLst>
                            <p:childTnLst>
                              <p:par>
                                <p:cTn id="23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23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vroom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42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57" restart="whenNotActive" fill="hold" evtFilter="cancelBubble" nodeType="interactiveSeq">
                <p:stCondLst>
                  <p:cond evt="onClick" delay="0">
                    <p:tgtEl>
                      <p:spTgt spid="7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58" fill="hold">
                      <p:stCondLst>
                        <p:cond delay="0"/>
                      </p:stCondLst>
                      <p:childTnLst>
                        <p:par>
                          <p:cTn id="259" fill="hold">
                            <p:stCondLst>
                              <p:cond delay="0"/>
                            </p:stCondLst>
                            <p:childTnLst>
                              <p:par>
                                <p:cTn id="24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25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vroom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54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69" restart="whenNotActive" fill="hold" evtFilter="cancelBubble" nodeType="interactiveSeq">
                <p:stCondLst>
                  <p:cond evt="onClick" delay="0">
                    <p:tgtEl>
                      <p:spTgt spid="7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70" fill="hold">
                      <p:stCondLst>
                        <p:cond delay="0"/>
                      </p:stCondLst>
                      <p:childTnLst>
                        <p:par>
                          <p:cTn id="271" fill="hold">
                            <p:stCondLst>
                              <p:cond delay="0"/>
                            </p:stCondLst>
                            <p:childTnLst>
                              <p:par>
                                <p:cTn id="26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26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vroom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66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87" restart="whenNotActive" fill="hold" evtFilter="cancelBubble" nodeType="interactiveSeq">
                <p:stCondLst>
                  <p:cond evt="onClick" delay="0">
                    <p:tgtEl>
                      <p:spTgt spid="7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88" fill="hold">
                      <p:stCondLst>
                        <p:cond delay="0"/>
                      </p:stCondLst>
                      <p:childTnLst>
                        <p:par>
                          <p:cTn id="289" fill="hold">
                            <p:stCondLst>
                              <p:cond delay="0"/>
                            </p:stCondLst>
                            <p:childTnLst>
                              <p:par>
                                <p:cTn id="27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27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vroom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78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3" presetID="53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0" dur="5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1" dur="5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2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6" presetID="1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28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cheer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 “shu”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Pop  “shu”</a:t>
            </a:r>
          </a:p>
        </p:txBody>
      </p:sp>
      <p:sp>
        <p:nvSpPr>
          <p:cNvPr id="5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9" name="Balloon 1 ظ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0" name="Balloon picture 1" descr="Balloon 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1905000"/>
            <a:ext cx="1651000" cy="2857500"/>
          </a:xfrm>
          <a:prstGeom prst="rect">
            <a:avLst/>
          </a:prstGeom>
        </p:spPr>
      </p:pic>
      <p:sp>
        <p:nvSpPr>
          <p:cNvPr id="11" name="Balloon letter 1" descr="ظُ"/>
          <p:cNvSpPr/>
          <p:nvPr/>
        </p:nvSpPr>
        <p:spPr>
          <a:xfrm>
            <a:off x="95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ظُ</a:t>
            </a:r>
          </a:p>
        </p:txBody>
      </p:sp>
      <p:grpSp>
        <p:nvGrpSpPr>
          <p:cNvPr id="12" name="Balloon 2 م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3" name="Balloon picture 2" descr="Balloon 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0" y="2286000"/>
            <a:ext cx="1651000" cy="2857500"/>
          </a:xfrm>
          <a:prstGeom prst="rect">
            <a:avLst/>
          </a:prstGeom>
        </p:spPr>
      </p:pic>
      <p:sp>
        <p:nvSpPr>
          <p:cNvPr id="14" name="Balloon letter 2" descr="مُ"/>
          <p:cNvSpPr/>
          <p:nvPr/>
        </p:nvSpPr>
        <p:spPr>
          <a:xfrm>
            <a:off x="3175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مُ</a:t>
            </a:r>
          </a:p>
        </p:txBody>
      </p:sp>
      <p:grpSp>
        <p:nvGrpSpPr>
          <p:cNvPr id="15" name="Balloon 3 ش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6" name="Balloon picture 3" descr="Balloon 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0500" y="1905000"/>
            <a:ext cx="1651000" cy="2857500"/>
          </a:xfrm>
          <a:prstGeom prst="rect">
            <a:avLst/>
          </a:prstGeom>
        </p:spPr>
      </p:pic>
      <p:sp>
        <p:nvSpPr>
          <p:cNvPr id="17" name="Balloon letter 3" descr="شُ"/>
          <p:cNvSpPr/>
          <p:nvPr/>
        </p:nvSpPr>
        <p:spPr>
          <a:xfrm>
            <a:off x="5397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شُ</a:t>
            </a:r>
          </a:p>
        </p:txBody>
      </p:sp>
      <p:grpSp>
        <p:nvGrpSpPr>
          <p:cNvPr id="18" name="Balloon 4 ش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Balloon picture 4" descr="Balloon 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3000" y="2286000"/>
            <a:ext cx="1651000" cy="2857500"/>
          </a:xfrm>
          <a:prstGeom prst="rect">
            <a:avLst/>
          </a:prstGeom>
        </p:spPr>
      </p:pic>
      <p:sp>
        <p:nvSpPr>
          <p:cNvPr id="20" name="Balloon letter 4" descr="شُ"/>
          <p:cNvSpPr/>
          <p:nvPr/>
        </p:nvSpPr>
        <p:spPr>
          <a:xfrm>
            <a:off x="7620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شُ</a:t>
            </a:r>
          </a:p>
        </p:txBody>
      </p:sp>
      <p:grpSp>
        <p:nvGrpSpPr>
          <p:cNvPr id="21" name="Balloon 5 س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22" name="Balloon picture 5" descr="Balloon 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15500" y="1905000"/>
            <a:ext cx="1651000" cy="2857500"/>
          </a:xfrm>
          <a:prstGeom prst="rect">
            <a:avLst/>
          </a:prstGeom>
        </p:spPr>
      </p:pic>
      <p:sp>
        <p:nvSpPr>
          <p:cNvPr id="23" name="Balloon letter 5" descr="سُ"/>
          <p:cNvSpPr/>
          <p:nvPr/>
        </p:nvSpPr>
        <p:spPr>
          <a:xfrm>
            <a:off x="984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سُ</a:t>
            </a:r>
          </a:p>
        </p:txBody>
      </p:sp>
      <p:sp>
        <p:nvSpPr>
          <p:cNvPr id="24" name="Next button">
            <a:hlinkClick action="ppaction://hlinksldjump" r:id="rId5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Next arrow">
            <a:hlinkClick action="ppaction://hlinksldjump" r:id="rId5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4" dur="15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6" dur="167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8" dur="184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0" dur="201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2" dur="2180" fill="hold" repeatCount="indefinite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9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16" dur="90" fill="hold" repeatCount="3000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1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5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6" fill="hold">
                      <p:stCondLst>
                        <p:cond delay="0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22" dur="90" fill="hold" repeatCount="3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2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9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0" fill="hold">
                      <p:stCondLst>
                        <p:cond delay="0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8" dur="150" fill="hold"/>
                                        <p:tgtEl>
                                          <p:spTgt spid="15"/>
                                        </p:tgtEl>
                                      </p:cBhvr>
                                      <p:by x="125000" y="125000"/>
                                    </p:animScale>
                                    <p:audio>
                                      <p:cMediaNode vol="90000">
                                        <p:cTn id="2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3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2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3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4" fill="hold">
                      <p:stCondLst>
                        <p:cond delay="0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2" dur="150" fill="hold"/>
                                        <p:tgtEl>
                                          <p:spTgt spid="18"/>
                                        </p:tgtEl>
                                      </p:cBhvr>
                                      <p:by x="125000" y="125000"/>
                                    </p:animScale>
                                    <p:audio>
                                      <p:cMediaNode vol="90000">
                                        <p:cTn id="4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7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" dur="2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9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9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0" fill="hold">
                      <p:stCondLst>
                        <p:cond delay="0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6" dur="90" fill="hold" repeatCount="3000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921000" y="190500"/>
            <a:ext cx="635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Feed me  “shu”!"/>
          <p:cNvSpPr/>
          <p:nvPr/>
        </p:nvSpPr>
        <p:spPr>
          <a:xfrm>
            <a:off x="3048000" y="190500"/>
            <a:ext cx="6096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Feed me  “shu”!</a:t>
            </a:r>
          </a:p>
        </p:txBody>
      </p:sp>
      <p:pic>
        <p:nvPicPr>
          <p:cNvPr id="5" name="Monster (hungry)" descr="Monster (hungry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pic>
        <p:nvPicPr>
          <p:cNvPr id="6" name="Monster (chewing)" descr="Monster (chewing)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pic>
        <p:nvPicPr>
          <p:cNvPr id="7" name="Monster (no thanks)" descr="Monster (no thanks)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sp>
        <p:nvSpPr>
          <p:cNvPr id="8" name="Yummy" descr="Yummy!"/>
          <p:cNvSpPr/>
          <p:nvPr/>
        </p:nvSpPr>
        <p:spPr>
          <a:xfrm>
            <a:off x="3556000" y="1460500"/>
            <a:ext cx="2413000" cy="1270000"/>
          </a:xfrm>
          <a:prstGeom prst="cloudCallout">
            <a:avLst/>
          </a:prstGeom>
          <a:solidFill>
            <a:srgbClr val="FFFFFF"/>
          </a:solidFill>
          <a:ln w="381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3200" b="1" lang="en-US">
                <a:solidFill>
                  <a:srgbClr val="E5536F"/>
                </a:solidFill>
                <a:latin typeface="Arial"/>
                <a:cs typeface="Arial"/>
              </a:rPr>
              <a:t>Yummy!</a:t>
            </a:r>
          </a:p>
        </p:txBody>
      </p:sp>
      <p:grpSp>
        <p:nvGrpSpPr>
          <p:cNvPr id="9" name="Food 1 خ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0" name="Food picture 1" descr="Food picture 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0" y="1778000"/>
            <a:ext cx="1905000" cy="1905000"/>
          </a:xfrm>
          <a:prstGeom prst="rect">
            <a:avLst/>
          </a:prstGeom>
        </p:spPr>
      </p:pic>
      <p:sp>
        <p:nvSpPr>
          <p:cNvPr id="11" name="Food letter 1" descr="خُ"/>
          <p:cNvSpPr/>
          <p:nvPr/>
        </p:nvSpPr>
        <p:spPr>
          <a:xfrm>
            <a:off x="742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خُ</a:t>
            </a:r>
          </a:p>
        </p:txBody>
      </p:sp>
      <p:grpSp>
        <p:nvGrpSpPr>
          <p:cNvPr id="12" name="Food 2 د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3" name="Food picture 2" descr="Food picture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25000" y="1778000"/>
            <a:ext cx="1905000" cy="1905000"/>
          </a:xfrm>
          <a:prstGeom prst="rect">
            <a:avLst/>
          </a:prstGeom>
        </p:spPr>
      </p:pic>
      <p:sp>
        <p:nvSpPr>
          <p:cNvPr id="14" name="Food letter 2" descr="دُ"/>
          <p:cNvSpPr/>
          <p:nvPr/>
        </p:nvSpPr>
        <p:spPr>
          <a:xfrm>
            <a:off x="996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دُ</a:t>
            </a:r>
          </a:p>
        </p:txBody>
      </p:sp>
      <p:grpSp>
        <p:nvGrpSpPr>
          <p:cNvPr id="15" name="Food 3 ش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6" name="Food picture 3" descr="Food picture 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85000" y="4064000"/>
            <a:ext cx="1905000" cy="1905000"/>
          </a:xfrm>
          <a:prstGeom prst="rect">
            <a:avLst/>
          </a:prstGeom>
        </p:spPr>
      </p:pic>
      <p:sp>
        <p:nvSpPr>
          <p:cNvPr id="17" name="Food letter 3" descr="شُ"/>
          <p:cNvSpPr/>
          <p:nvPr/>
        </p:nvSpPr>
        <p:spPr>
          <a:xfrm>
            <a:off x="742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شُ</a:t>
            </a:r>
          </a:p>
        </p:txBody>
      </p:sp>
      <p:grpSp>
        <p:nvGrpSpPr>
          <p:cNvPr id="18" name="Food 4 ص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Food picture 4" descr="Food picture 4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25000" y="4064000"/>
            <a:ext cx="1905000" cy="1905000"/>
          </a:xfrm>
          <a:prstGeom prst="rect">
            <a:avLst/>
          </a:prstGeom>
        </p:spPr>
      </p:pic>
      <p:sp>
        <p:nvSpPr>
          <p:cNvPr id="20" name="Food letter 4" descr="صُ"/>
          <p:cNvSpPr/>
          <p:nvPr/>
        </p:nvSpPr>
        <p:spPr>
          <a:xfrm>
            <a:off x="996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صُ</a:t>
            </a:r>
          </a:p>
        </p:txBody>
      </p:sp>
      <p:sp>
        <p:nvSpPr>
          <p:cNvPr id="21" name="Next button">
            <a:hlinkClick action="ppaction://hlinksldjump" r:id="rId9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Next arrow">
            <a:hlinkClick action="ppaction://hlinksldjump" r:id="rId9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sound anchor" descr="sound anchor (invisible)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15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6" fill="hold">
                      <p:stCondLst>
                        <p:cond delay="0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4" dur="90" fill="hold" repeatCount="3000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0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9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0" fill="hold">
                      <p:stCondLst>
                        <p:cond delay="0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18" dur="90" fill="hold" repeatCount="3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1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0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2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3" fill="hold">
                      <p:stCondLst>
                        <p:cond delay="0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4323 -0.1204 E" pathEditMode="relative" ptsTypes="AA">
                                      <p:cBhvr>
                                        <p:cTn id="32" dur="7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5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4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munc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7" presetID="53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4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" presetClass="exit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6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7" fill="hold">
                      <p:stCondLst>
                        <p:cond delay="0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5" dur="90" fill="hold" repeatCount="3000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0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Build the word:  “jumi'a”  then tap GO!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000" b="1" lang="en-US">
                <a:solidFill>
                  <a:srgbClr val="2E2640"/>
                </a:solidFill>
                <a:latin typeface="Arial"/>
                <a:cs typeface="Arial"/>
              </a:rPr>
              <a:t>Build the word:  “jumi'a”  then tap GO!</a:t>
            </a:r>
          </a:p>
        </p:txBody>
      </p:sp>
      <p:pic>
        <p:nvPicPr>
          <p:cNvPr id="5" name="Engine" descr="Engi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3937000"/>
            <a:ext cx="2667000" cy="1911350"/>
          </a:xfrm>
          <a:prstGeom prst="rect">
            <a:avLst/>
          </a:prstGeom>
        </p:spPr>
      </p:pic>
      <p:pic>
        <p:nvPicPr>
          <p:cNvPr id="6" name="Wagon 1" descr="Wagon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5000" y="4381500"/>
            <a:ext cx="1778000" cy="1543050"/>
          </a:xfrm>
          <a:prstGeom prst="rect">
            <a:avLst/>
          </a:prstGeom>
        </p:spPr>
      </p:pic>
      <p:pic>
        <p:nvPicPr>
          <p:cNvPr id="7" name="Wagon 2" descr="Wagon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6500" y="4381500"/>
            <a:ext cx="1778000" cy="1543050"/>
          </a:xfrm>
          <a:prstGeom prst="rect">
            <a:avLst/>
          </a:prstGeom>
        </p:spPr>
      </p:pic>
      <p:pic>
        <p:nvPicPr>
          <p:cNvPr id="8" name="Wagon 3" descr="Wagon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4381500"/>
            <a:ext cx="1778000" cy="1543050"/>
          </a:xfrm>
          <a:prstGeom prst="rect">
            <a:avLst/>
          </a:prstGeom>
        </p:spPr>
      </p:pic>
      <p:sp>
        <p:nvSpPr>
          <p:cNvPr id="9" name="Wagon letter 1" descr="جُ"/>
          <p:cNvSpPr/>
          <p:nvPr/>
        </p:nvSpPr>
        <p:spPr>
          <a:xfrm>
            <a:off x="70993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جُ</a:t>
            </a:r>
          </a:p>
        </p:txBody>
      </p:sp>
      <p:sp>
        <p:nvSpPr>
          <p:cNvPr id="10" name="Wagon letter 2" descr="مِ"/>
          <p:cNvSpPr/>
          <p:nvPr/>
        </p:nvSpPr>
        <p:spPr>
          <a:xfrm>
            <a:off x="52578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مِ</a:t>
            </a:r>
          </a:p>
        </p:txBody>
      </p:sp>
      <p:sp>
        <p:nvSpPr>
          <p:cNvPr id="11" name="Wagon letter 3" descr="عَ"/>
          <p:cNvSpPr/>
          <p:nvPr/>
        </p:nvSpPr>
        <p:spPr>
          <a:xfrm>
            <a:off x="34163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عَ</a:t>
            </a:r>
          </a:p>
        </p:txBody>
      </p:sp>
      <p:sp>
        <p:nvSpPr>
          <p:cNvPr id="12" name="Card عَ" descr="عَ"/>
          <p:cNvSpPr/>
          <p:nvPr/>
        </p:nvSpPr>
        <p:spPr>
          <a:xfrm>
            <a:off x="3302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عَ</a:t>
            </a:r>
          </a:p>
        </p:txBody>
      </p:sp>
      <p:sp>
        <p:nvSpPr>
          <p:cNvPr id="13" name="Card جُ" descr="جُ"/>
          <p:cNvSpPr/>
          <p:nvPr/>
        </p:nvSpPr>
        <p:spPr>
          <a:xfrm>
            <a:off x="4953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جُ</a:t>
            </a:r>
          </a:p>
        </p:txBody>
      </p:sp>
      <p:sp>
        <p:nvSpPr>
          <p:cNvPr id="14" name="Card مِ" descr="مِ"/>
          <p:cNvSpPr/>
          <p:nvPr/>
        </p:nvSpPr>
        <p:spPr>
          <a:xfrm>
            <a:off x="6604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مِ</a:t>
            </a:r>
          </a:p>
        </p:txBody>
      </p:sp>
      <p:sp>
        <p:nvSpPr>
          <p:cNvPr id="15" name="GO button" descr="GO!"/>
          <p:cNvSpPr/>
          <p:nvPr/>
        </p:nvSpPr>
        <p:spPr>
          <a:xfrm>
            <a:off x="9271000" y="1905000"/>
            <a:ext cx="1460500" cy="889000"/>
          </a:xfrm>
          <a:prstGeom prst="roundRect">
            <a:avLst>
              <a:gd name="adj" fmla="val 30000"/>
            </a:avLst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800" b="1" lang="en-US">
                <a:solidFill>
                  <a:srgbClr val="FFFFFF"/>
                </a:solidFill>
                <a:latin typeface="Arial"/>
                <a:cs typeface="Arial"/>
              </a:rPr>
              <a:t>GO!</a:t>
            </a:r>
          </a:p>
        </p:txBody>
      </p:sp>
      <p:sp>
        <p:nvSpPr>
          <p:cNvPr id="16" name="Word" descr="جُمِعَ"/>
          <p:cNvSpPr/>
          <p:nvPr/>
        </p:nvSpPr>
        <p:spPr>
          <a:xfrm>
            <a:off x="2921000" y="2984500"/>
            <a:ext cx="6350000" cy="1905000"/>
          </a:xfrm>
          <a:prstGeom prst="roundRect">
            <a:avLst>
              <a:gd name="adj" fmla="val 20000"/>
            </a:avLst>
          </a:prstGeom>
          <a:solidFill>
            <a:srgbClr val="FFFFFF">
              <a:alpha val="94000"/>
            </a:srgbClr>
          </a:solidFill>
          <a:ln w="762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9600" b="1" lang="ar-SA">
                <a:solidFill>
                  <a:srgbClr val="2E2640"/>
                </a:solidFill>
                <a:latin typeface="Arial"/>
                <a:cs typeface="Arial"/>
              </a:rPr>
              <a:t>جُمِعَ</a:t>
            </a:r>
          </a:p>
        </p:txBody>
      </p:sp>
      <p:sp>
        <p:nvSpPr>
          <p:cNvPr id="17" name="Next button">
            <a:hlinkClick action="ppaction://hlinksldjump" r:id="rId5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Next arrow">
            <a:hlinkClick action="ppaction://hlinksldjump" r:id="rId5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9" name="sound anchor" descr="sound anchor (invisible)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" dur="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audio>
                                      <p:cMediaNode vol="90000">
                                        <p:cTn id="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2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" dur="3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3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5" restart="whenNotActive" fill="hold" evtFilter="cancelBubble" nodeType="interactiveSeq">
                <p:stCondLst>
                  <p:cond evt="onClick" delay="0">
                    <p:tgtEl>
                      <p:spTgt spid="1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6" fill="hold">
                      <p:stCondLst>
                        <p:cond delay="0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audio>
                                      <p:cMediaNode vol="90000">
                                        <p:cTn id="1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4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3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3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7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8" fill="hold">
                      <p:stCondLst>
                        <p:cond delay="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" dur="2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audio>
                                      <p:cMediaNode vol="90000">
                                        <p:cTn id="3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6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" dur="3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3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5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6" fill="hold">
                      <p:stCondLst>
                        <p:cond delay="0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4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whistle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4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43" dur="2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6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45" dur="2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8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47" dur="2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0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49" dur="2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2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51" dur="2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4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53" dur="2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6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55" dur="2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1" presetID="53" presetClass="entr" presetSubtype="0" fill="hold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" presetClass="entr" presetSubtype="0" fill="hold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6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cheer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 “ṣu”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Catch  “ṣu”</a:t>
            </a:r>
          </a:p>
        </p:txBody>
      </p:sp>
      <p:sp>
        <p:nvSpPr>
          <p:cNvPr id="5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9" name="Fish 1 ك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0" name="Fish picture 1" descr="Fish 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651000"/>
            <a:ext cx="2286000" cy="1416050"/>
          </a:xfrm>
          <a:prstGeom prst="rect">
            <a:avLst/>
          </a:prstGeom>
        </p:spPr>
      </p:pic>
      <p:sp>
        <p:nvSpPr>
          <p:cNvPr id="11" name="Fish letter 1" descr="كُ"/>
          <p:cNvSpPr/>
          <p:nvPr/>
        </p:nvSpPr>
        <p:spPr>
          <a:xfrm>
            <a:off x="1682750" y="1885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كُ</a:t>
            </a:r>
          </a:p>
        </p:txBody>
      </p:sp>
      <p:grpSp>
        <p:nvGrpSpPr>
          <p:cNvPr id="12" name="Fish 2 ص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3" name="Fish picture 2" descr="Fish 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500" y="1905000"/>
            <a:ext cx="2286000" cy="1416050"/>
          </a:xfrm>
          <a:prstGeom prst="rect">
            <a:avLst/>
          </a:prstGeom>
        </p:spPr>
      </p:pic>
      <p:sp>
        <p:nvSpPr>
          <p:cNvPr id="14" name="Fish letter 2" descr="صُ"/>
          <p:cNvSpPr/>
          <p:nvPr/>
        </p:nvSpPr>
        <p:spPr>
          <a:xfrm>
            <a:off x="7207250" y="2139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صُ</a:t>
            </a:r>
          </a:p>
        </p:txBody>
      </p:sp>
      <p:grpSp>
        <p:nvGrpSpPr>
          <p:cNvPr id="15" name="Fish 3 ف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6" name="Fish picture 3" descr="Fish pictur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56000" y="3302000"/>
            <a:ext cx="2286000" cy="1416050"/>
          </a:xfrm>
          <a:prstGeom prst="rect">
            <a:avLst/>
          </a:prstGeom>
        </p:spPr>
      </p:pic>
      <p:sp>
        <p:nvSpPr>
          <p:cNvPr id="17" name="Fish letter 3" descr="فُ"/>
          <p:cNvSpPr/>
          <p:nvPr/>
        </p:nvSpPr>
        <p:spPr>
          <a:xfrm>
            <a:off x="4095750" y="3536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فُ</a:t>
            </a:r>
          </a:p>
        </p:txBody>
      </p:sp>
      <p:grpSp>
        <p:nvGrpSpPr>
          <p:cNvPr id="18" name="Fish 4 ع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Fish picture 4" descr="Fish picture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72500" y="3810000"/>
            <a:ext cx="2286000" cy="1416050"/>
          </a:xfrm>
          <a:prstGeom prst="rect">
            <a:avLst/>
          </a:prstGeom>
        </p:spPr>
      </p:pic>
      <p:sp>
        <p:nvSpPr>
          <p:cNvPr id="20" name="Fish letter 4" descr="عُ"/>
          <p:cNvSpPr/>
          <p:nvPr/>
        </p:nvSpPr>
        <p:spPr>
          <a:xfrm>
            <a:off x="9112250" y="4044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عُ</a:t>
            </a:r>
          </a:p>
        </p:txBody>
      </p:sp>
      <p:grpSp>
        <p:nvGrpSpPr>
          <p:cNvPr id="21" name="Fish 5 ص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22" name="Fish picture 5" descr="Fish 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7500" y="4826000"/>
            <a:ext cx="2286000" cy="1416050"/>
          </a:xfrm>
          <a:prstGeom prst="rect">
            <a:avLst/>
          </a:prstGeom>
        </p:spPr>
      </p:pic>
      <p:sp>
        <p:nvSpPr>
          <p:cNvPr id="23" name="Fish letter 5" descr="صُ"/>
          <p:cNvSpPr/>
          <p:nvPr/>
        </p:nvSpPr>
        <p:spPr>
          <a:xfrm>
            <a:off x="2127250" y="5060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صُ</a:t>
            </a:r>
          </a:p>
        </p:txBody>
      </p:sp>
      <p:sp>
        <p:nvSpPr>
          <p:cNvPr id="24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4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6" dur="29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8" dur="320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0" dur="350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2" dur="3800" fill="hold" repeatCount="indefinite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9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16" dur="90" fill="hold" repeatCount="3000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1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2" dur="150" fill="hold"/>
                                        <p:tgtEl>
                                          <p:spTgt spid="12"/>
                                        </p:tgtEl>
                                      </p:cBhvr>
                                      <p:by x="120000" y="120000"/>
                                    </p:animScale>
                                    <p:audio>
                                      <p:cMediaNode vol="90000">
                                        <p:cTn id="2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spla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7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9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0" fill="hold">
                      <p:stCondLst>
                        <p:cond delay="0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36" dur="90" fill="hold" repeatCount="3000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5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6" fill="hold">
                      <p:stCondLst>
                        <p:cond delay="0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42" dur="90" fill="hold" repeatCount="3000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4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9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0" fill="hold">
                      <p:stCondLst>
                        <p:cond delay="0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8" dur="150" fill="hold"/>
                                        <p:tgtEl>
                                          <p:spTgt spid="21"/>
                                        </p:tgtEl>
                                      </p:cBhvr>
                                      <p:by x="120000" y="120000"/>
                                    </p:animScale>
                                    <p:audio>
                                      <p:cMediaNode vol="90000">
                                        <p:cTn id="4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spla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3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 “ṣu”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Tap every  “ṣu”</a:t>
            </a:r>
          </a:p>
        </p:txBody>
      </p:sp>
      <p:sp>
        <p:nvSpPr>
          <p:cNvPr id="5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Star place 3"/>
          <p:cNvSpPr/>
          <p:nvPr/>
        </p:nvSpPr>
        <p:spPr>
          <a:xfrm>
            <a:off x="12954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Star 3"/>
          <p:cNvSpPr/>
          <p:nvPr/>
        </p:nvSpPr>
        <p:spPr>
          <a:xfrm>
            <a:off x="12954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ile 1 صُ" descr="صُ"/>
          <p:cNvSpPr/>
          <p:nvPr/>
        </p:nvSpPr>
        <p:spPr>
          <a:xfrm>
            <a:off x="2635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صُ</a:t>
            </a:r>
          </a:p>
        </p:txBody>
      </p:sp>
      <p:sp>
        <p:nvSpPr>
          <p:cNvPr id="13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ile 2 صُ" descr="صُ"/>
          <p:cNvSpPr/>
          <p:nvPr/>
        </p:nvSpPr>
        <p:spPr>
          <a:xfrm>
            <a:off x="5429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صُ</a:t>
            </a:r>
          </a:p>
        </p:txBody>
      </p:sp>
      <p:sp>
        <p:nvSpPr>
          <p:cNvPr id="15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ile 3 طُ" descr="طُ"/>
          <p:cNvSpPr/>
          <p:nvPr/>
        </p:nvSpPr>
        <p:spPr>
          <a:xfrm>
            <a:off x="8223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طُ</a:t>
            </a:r>
          </a:p>
        </p:txBody>
      </p:sp>
      <p:sp>
        <p:nvSpPr>
          <p:cNvPr id="17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ile 4 صُ" descr="صُ"/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صُ</a:t>
            </a:r>
          </a:p>
        </p:txBody>
      </p:sp>
      <p:sp>
        <p:nvSpPr>
          <p:cNvPr id="19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ile 5 قُ" descr="قُ"/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قُ</a:t>
            </a:r>
          </a:p>
        </p:txBody>
      </p:sp>
      <p:sp>
        <p:nvSpPr>
          <p:cNvPr id="21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ile 6 ثُ" descr="ثُ"/>
          <p:cNvSpPr/>
          <p:nvPr/>
        </p:nvSpPr>
        <p:spPr>
          <a:xfrm>
            <a:off x="8223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ثُ</a:t>
            </a:r>
          </a:p>
        </p:txBody>
      </p:sp>
      <p:sp>
        <p:nvSpPr>
          <p:cNvPr id="23" name="Next button">
            <a:hlinkClick action="ppaction://hlinksldjump" r:id="rId3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Next arrow">
            <a:hlinkClick action="ppaction://hlinksldjump" r:id="rId3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4" dur="85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23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6" dur="97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46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8" dur="109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69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0" dur="121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92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2" dur="1330" fill="hold" repeatCount="indefinite" autoRev="1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11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4" dur="1450" fill="hold" repeatCount="indefinite" autoRev="1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9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0" fill="hold">
                      <p:stCondLst>
                        <p:cond delay="0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8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1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bon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3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2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53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3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4" fill="hold">
                      <p:stCondLst>
                        <p:cond delay="0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32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bon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7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" dur="2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53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9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9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0" fill="hold">
                      <p:stCondLst>
                        <p:cond delay="0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46" dur="90" fill="hold" repeatCount="3000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4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3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4" fill="hold">
                      <p:stCondLst>
                        <p:cond delay="0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52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bon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7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" dur="2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" presetID="53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9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0" fill="hold">
                      <p:stCondLst>
                        <p:cond delay="0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66" dur="90" fill="hold" repeatCount="3000" autoRev="1"/>
                                        <p:tgtEl>
                                          <p:spTgt spid="2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6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75" restart="whenNotActive" fill="hold" evtFilter="cancelBubble" nodeType="interactiveSeq">
                <p:stCondLst>
                  <p:cond evt="onClick" delay="0">
                    <p:tgtEl>
                      <p:spTgt spid="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6" fill="hold">
                      <p:stCondLst>
                        <p:cond delay="0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72" dur="90" fill="hold" repeatCount="3000" autoRev="1"/>
                                        <p:tgtEl>
                                          <p:spTgt spid="2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7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Open a gift and read it!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300" b="1" lang="en-US">
                <a:solidFill>
                  <a:srgbClr val="2E2640"/>
                </a:solidFill>
                <a:latin typeface="Arial"/>
                <a:cs typeface="Arial"/>
              </a:rPr>
              <a:t>Open a gift and read it!</a:t>
            </a:r>
          </a:p>
        </p:txBody>
      </p:sp>
      <p:sp>
        <p:nvSpPr>
          <p:cNvPr id="5" name="Card 1 شُ" descr="شُ"/>
          <p:cNvSpPr/>
          <p:nvPr/>
        </p:nvSpPr>
        <p:spPr>
          <a:xfrm>
            <a:off x="1047750" y="2063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شُ</a:t>
            </a:r>
          </a:p>
        </p:txBody>
      </p:sp>
      <p:grpSp>
        <p:nvGrpSpPr>
          <p:cNvPr id="6" name="Gift 1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7" name="Gift box 1" descr="Gift box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00" y="2317750"/>
            <a:ext cx="2286000" cy="1333500"/>
          </a:xfrm>
          <a:prstGeom prst="rect">
            <a:avLst/>
          </a:prstGeom>
        </p:spPr>
      </p:pic>
      <p:pic>
        <p:nvPicPr>
          <p:cNvPr id="8" name="Gift lid 1" descr="Gift lid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" y="1682750"/>
            <a:ext cx="2476500" cy="1238250"/>
          </a:xfrm>
          <a:prstGeom prst="rect">
            <a:avLst/>
          </a:prstGeom>
        </p:spPr>
      </p:pic>
      <p:sp>
        <p:nvSpPr>
          <p:cNvPr id="9" name="Card 2 شُطُ" descr="شُطُ"/>
          <p:cNvSpPr/>
          <p:nvPr/>
        </p:nvSpPr>
        <p:spPr>
          <a:xfrm>
            <a:off x="3714750" y="2063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شُطُ</a:t>
            </a:r>
          </a:p>
        </p:txBody>
      </p:sp>
      <p:grpSp>
        <p:nvGrpSpPr>
          <p:cNvPr id="10" name="Gift 2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1" name="Gift box 2" descr="Gift box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9500" y="2317750"/>
            <a:ext cx="2286000" cy="1333500"/>
          </a:xfrm>
          <a:prstGeom prst="rect">
            <a:avLst/>
          </a:prstGeom>
        </p:spPr>
      </p:pic>
      <p:pic>
        <p:nvPicPr>
          <p:cNvPr id="12" name="Gift lid 2" descr="Gift lid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24250" y="1682750"/>
            <a:ext cx="2476500" cy="1238250"/>
          </a:xfrm>
          <a:prstGeom prst="rect">
            <a:avLst/>
          </a:prstGeom>
        </p:spPr>
      </p:pic>
      <p:sp>
        <p:nvSpPr>
          <p:cNvPr id="13" name="Card 3 صُقُ" descr="صُقُ"/>
          <p:cNvSpPr/>
          <p:nvPr/>
        </p:nvSpPr>
        <p:spPr>
          <a:xfrm>
            <a:off x="6381750" y="2063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صُقُ</a:t>
            </a:r>
          </a:p>
        </p:txBody>
      </p:sp>
      <p:grpSp>
        <p:nvGrpSpPr>
          <p:cNvPr id="14" name="Gift 3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5" name="Gift box 3" descr="Gift box 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86500" y="2317750"/>
            <a:ext cx="2286000" cy="1333500"/>
          </a:xfrm>
          <a:prstGeom prst="rect">
            <a:avLst/>
          </a:prstGeom>
        </p:spPr>
      </p:pic>
      <p:pic>
        <p:nvPicPr>
          <p:cNvPr id="16" name="Gift lid 3" descr="Gift lid 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1250" y="1682750"/>
            <a:ext cx="2476500" cy="1238250"/>
          </a:xfrm>
          <a:prstGeom prst="rect">
            <a:avLst/>
          </a:prstGeom>
        </p:spPr>
      </p:pic>
      <p:sp>
        <p:nvSpPr>
          <p:cNvPr id="17" name="Card 4 سُ" descr="سُ"/>
          <p:cNvSpPr/>
          <p:nvPr/>
        </p:nvSpPr>
        <p:spPr>
          <a:xfrm>
            <a:off x="9048750" y="2063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سُ</a:t>
            </a:r>
          </a:p>
        </p:txBody>
      </p:sp>
      <p:grpSp>
        <p:nvGrpSpPr>
          <p:cNvPr id="18" name="Gift 4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Gift box 4" descr="Gift box 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53500" y="2317750"/>
            <a:ext cx="2286000" cy="1333500"/>
          </a:xfrm>
          <a:prstGeom prst="rect">
            <a:avLst/>
          </a:prstGeom>
        </p:spPr>
      </p:pic>
      <p:pic>
        <p:nvPicPr>
          <p:cNvPr id="20" name="Gift lid 4" descr="Gift lid 4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58250" y="1682750"/>
            <a:ext cx="2476500" cy="1238250"/>
          </a:xfrm>
          <a:prstGeom prst="rect">
            <a:avLst/>
          </a:prstGeom>
        </p:spPr>
      </p:pic>
      <p:sp>
        <p:nvSpPr>
          <p:cNvPr id="21" name="Card 5 صُ" descr="صُ"/>
          <p:cNvSpPr/>
          <p:nvPr/>
        </p:nvSpPr>
        <p:spPr>
          <a:xfrm>
            <a:off x="1047750" y="4476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صُ</a:t>
            </a:r>
          </a:p>
        </p:txBody>
      </p:sp>
      <p:grpSp>
        <p:nvGrpSpPr>
          <p:cNvPr id="22" name="Gift 5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23" name="Gift box 5" descr="Gift box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00" y="4730750"/>
            <a:ext cx="2286000" cy="1333500"/>
          </a:xfrm>
          <a:prstGeom prst="rect">
            <a:avLst/>
          </a:prstGeom>
        </p:spPr>
      </p:pic>
      <p:pic>
        <p:nvPicPr>
          <p:cNvPr id="24" name="Gift lid 5" descr="Gift lid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" y="4095750"/>
            <a:ext cx="2476500" cy="1238250"/>
          </a:xfrm>
          <a:prstGeom prst="rect">
            <a:avLst/>
          </a:prstGeom>
        </p:spPr>
      </p:pic>
      <p:sp>
        <p:nvSpPr>
          <p:cNvPr id="25" name="Card 6 سُطُ" descr="سُطُ"/>
          <p:cNvSpPr/>
          <p:nvPr/>
        </p:nvSpPr>
        <p:spPr>
          <a:xfrm>
            <a:off x="3714750" y="4476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سُطُ</a:t>
            </a:r>
          </a:p>
        </p:txBody>
      </p:sp>
      <p:grpSp>
        <p:nvGrpSpPr>
          <p:cNvPr id="26" name="Gift 6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27" name="Gift box 6" descr="Gift box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9500" y="4730750"/>
            <a:ext cx="2286000" cy="1333500"/>
          </a:xfrm>
          <a:prstGeom prst="rect">
            <a:avLst/>
          </a:prstGeom>
        </p:spPr>
      </p:pic>
      <p:pic>
        <p:nvPicPr>
          <p:cNvPr id="28" name="Gift lid 6" descr="Gift lid 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24250" y="4095750"/>
            <a:ext cx="2476500" cy="1238250"/>
          </a:xfrm>
          <a:prstGeom prst="rect">
            <a:avLst/>
          </a:prstGeom>
        </p:spPr>
      </p:pic>
      <p:sp>
        <p:nvSpPr>
          <p:cNvPr id="29" name="Card 7 زُ" descr="زُ"/>
          <p:cNvSpPr/>
          <p:nvPr/>
        </p:nvSpPr>
        <p:spPr>
          <a:xfrm>
            <a:off x="6381750" y="4476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زُ</a:t>
            </a:r>
          </a:p>
        </p:txBody>
      </p:sp>
      <p:grpSp>
        <p:nvGrpSpPr>
          <p:cNvPr id="30" name="Gift 7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31" name="Gift box 7" descr="Gift box 7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86500" y="4730750"/>
            <a:ext cx="2286000" cy="1333500"/>
          </a:xfrm>
          <a:prstGeom prst="rect">
            <a:avLst/>
          </a:prstGeom>
        </p:spPr>
      </p:pic>
      <p:pic>
        <p:nvPicPr>
          <p:cNvPr id="32" name="Gift lid 7" descr="Gift lid 7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1250" y="4095750"/>
            <a:ext cx="2476500" cy="1238250"/>
          </a:xfrm>
          <a:prstGeom prst="rect">
            <a:avLst/>
          </a:prstGeom>
        </p:spPr>
      </p:pic>
      <p:sp>
        <p:nvSpPr>
          <p:cNvPr id="33" name="Card 8 زُيُ" descr="زُيُ"/>
          <p:cNvSpPr/>
          <p:nvPr/>
        </p:nvSpPr>
        <p:spPr>
          <a:xfrm>
            <a:off x="9048750" y="4476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زُيُ</a:t>
            </a:r>
          </a:p>
        </p:txBody>
      </p:sp>
      <p:grpSp>
        <p:nvGrpSpPr>
          <p:cNvPr id="34" name="Gift 8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35" name="Gift box 8" descr="Gift box 8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53500" y="4730750"/>
            <a:ext cx="2286000" cy="1333500"/>
          </a:xfrm>
          <a:prstGeom prst="rect">
            <a:avLst/>
          </a:prstGeom>
        </p:spPr>
      </p:pic>
      <p:pic>
        <p:nvPicPr>
          <p:cNvPr id="36" name="Gift lid 8" descr="Gift lid 8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58250" y="4095750"/>
            <a:ext cx="2476500" cy="1238250"/>
          </a:xfrm>
          <a:prstGeom prst="rect">
            <a:avLst/>
          </a:prstGeom>
        </p:spPr>
      </p:pic>
      <p:sp>
        <p:nvSpPr>
          <p:cNvPr id="37" name="Next button">
            <a:hlinkClick action="ppaction://hlinksldjump" r:id="rId11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Next arrow">
            <a:hlinkClick action="ppaction://hlinksldjump" r:id="rId11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10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1" fill="hold">
                      <p:stCondLst>
                        <p:cond delay="0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4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9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19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13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1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8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8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9" fill="hold">
                      <p:stCondLst>
                        <p:cond delay="0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22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2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7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7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8" fill="hold">
                      <p:stCondLst>
                        <p:cond delay="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31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3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6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6" restart="whenNotActive" fill="hold" evtFilter="cancelBubble" nodeType="interactiveSeq">
                <p:stCondLst>
                  <p:cond evt="onClick" delay="0">
                    <p:tgtEl>
                      <p:spTgt spid="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7" fill="hold">
                      <p:stCondLst>
                        <p:cond delay="0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40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4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5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5" restart="whenNotActive" fill="hold" evtFilter="cancelBubble" nodeType="interactiveSeq">
                <p:stCondLst>
                  <p:cond evt="onClick" delay="0">
                    <p:tgtEl>
                      <p:spTgt spid="2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6" fill="hold">
                      <p:stCondLst>
                        <p:cond delay="0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49" dur="4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5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4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4" restart="whenNotActive" fill="hold" evtFilter="cancelBubble" nodeType="interactiveSeq">
                <p:stCondLst>
                  <p:cond evt="onClick" delay="0">
                    <p:tgtEl>
                      <p:spTgt spid="3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5" fill="hold">
                      <p:stCondLst>
                        <p:cond delay="0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58" dur="4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5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63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73" restart="whenNotActive" fill="hold" evtFilter="cancelBubble" nodeType="interactiveSeq">
                <p:stCondLst>
                  <p:cond evt="onClick" delay="0">
                    <p:tgtEl>
                      <p:spTgt spid="3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4" fill="hold">
                      <p:stCondLst>
                        <p:cond delay="0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67" dur="4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6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72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0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 “ḍu”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Pop  “ḍu”</a:t>
            </a:r>
          </a:p>
        </p:txBody>
      </p:sp>
      <p:sp>
        <p:nvSpPr>
          <p:cNvPr id="5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9" name="Balloon 1 ض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0" name="Balloon picture 1" descr="Balloon 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1905000"/>
            <a:ext cx="1651000" cy="2857500"/>
          </a:xfrm>
          <a:prstGeom prst="rect">
            <a:avLst/>
          </a:prstGeom>
        </p:spPr>
      </p:pic>
      <p:sp>
        <p:nvSpPr>
          <p:cNvPr id="11" name="Balloon letter 1" descr="ضُ"/>
          <p:cNvSpPr/>
          <p:nvPr/>
        </p:nvSpPr>
        <p:spPr>
          <a:xfrm>
            <a:off x="95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ضُ</a:t>
            </a:r>
          </a:p>
        </p:txBody>
      </p:sp>
      <p:grpSp>
        <p:nvGrpSpPr>
          <p:cNvPr id="12" name="Balloon 2 ض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3" name="Balloon picture 2" descr="Balloon 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0" y="2286000"/>
            <a:ext cx="1651000" cy="2857500"/>
          </a:xfrm>
          <a:prstGeom prst="rect">
            <a:avLst/>
          </a:prstGeom>
        </p:spPr>
      </p:pic>
      <p:sp>
        <p:nvSpPr>
          <p:cNvPr id="14" name="Balloon letter 2" descr="ضُ"/>
          <p:cNvSpPr/>
          <p:nvPr/>
        </p:nvSpPr>
        <p:spPr>
          <a:xfrm>
            <a:off x="3175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ضُ</a:t>
            </a:r>
          </a:p>
        </p:txBody>
      </p:sp>
      <p:grpSp>
        <p:nvGrpSpPr>
          <p:cNvPr id="15" name="Balloon 3 ظ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6" name="Balloon picture 3" descr="Balloon pictur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70500" y="1905000"/>
            <a:ext cx="1651000" cy="2857500"/>
          </a:xfrm>
          <a:prstGeom prst="rect">
            <a:avLst/>
          </a:prstGeom>
        </p:spPr>
      </p:pic>
      <p:sp>
        <p:nvSpPr>
          <p:cNvPr id="17" name="Balloon letter 3" descr="ظُ"/>
          <p:cNvSpPr/>
          <p:nvPr/>
        </p:nvSpPr>
        <p:spPr>
          <a:xfrm>
            <a:off x="5397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ظُ</a:t>
            </a:r>
          </a:p>
        </p:txBody>
      </p:sp>
      <p:grpSp>
        <p:nvGrpSpPr>
          <p:cNvPr id="18" name="Balloon 4 ر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Balloon picture 4" descr="Balloon 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3000" y="2286000"/>
            <a:ext cx="1651000" cy="2857500"/>
          </a:xfrm>
          <a:prstGeom prst="rect">
            <a:avLst/>
          </a:prstGeom>
        </p:spPr>
      </p:pic>
      <p:sp>
        <p:nvSpPr>
          <p:cNvPr id="20" name="Balloon letter 4" descr="رُ"/>
          <p:cNvSpPr/>
          <p:nvPr/>
        </p:nvSpPr>
        <p:spPr>
          <a:xfrm>
            <a:off x="7620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رُ</a:t>
            </a:r>
          </a:p>
        </p:txBody>
      </p:sp>
      <p:grpSp>
        <p:nvGrpSpPr>
          <p:cNvPr id="21" name="Balloon 5 ه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22" name="Balloon picture 5" descr="Balloon 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15500" y="1905000"/>
            <a:ext cx="1651000" cy="2857500"/>
          </a:xfrm>
          <a:prstGeom prst="rect">
            <a:avLst/>
          </a:prstGeom>
        </p:spPr>
      </p:pic>
      <p:sp>
        <p:nvSpPr>
          <p:cNvPr id="23" name="Balloon letter 5" descr="هُ"/>
          <p:cNvSpPr/>
          <p:nvPr/>
        </p:nvSpPr>
        <p:spPr>
          <a:xfrm>
            <a:off x="984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هُ</a:t>
            </a:r>
          </a:p>
        </p:txBody>
      </p:sp>
      <p:sp>
        <p:nvSpPr>
          <p:cNvPr id="24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4" dur="15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6" dur="167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8" dur="184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0" dur="201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2" dur="2180" fill="hold" repeatCount="indefinite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7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8" fill="hold">
                      <p:stCondLst>
                        <p:cond delay="0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6" dur="150" fill="hold"/>
                                        <p:tgtEl>
                                          <p:spTgt spid="9"/>
                                        </p:tgtEl>
                                      </p:cBhvr>
                                      <p:by x="125000" y="125000"/>
                                    </p:animScale>
                                    <p:audio>
                                      <p:cMediaNode vol="90000">
                                        <p:cTn id="1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1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2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1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2" fill="hold">
                      <p:stCondLst>
                        <p:cond delay="0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0" dur="150" fill="hold"/>
                                        <p:tgtEl>
                                          <p:spTgt spid="12"/>
                                        </p:tgtEl>
                                      </p:cBhvr>
                                      <p:by x="125000" y="125000"/>
                                    </p:animScale>
                                    <p:audio>
                                      <p:cMediaNode vol="90000">
                                        <p:cTn id="3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5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" dur="2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7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8" fill="hold">
                      <p:stCondLst>
                        <p:cond delay="0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44" dur="90" fill="hold" repeatCount="3000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4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3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4" fill="hold">
                      <p:stCondLst>
                        <p:cond delay="0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0" dur="90" fill="hold" repeatCount="3000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9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0" fill="hold">
                      <p:stCondLst>
                        <p:cond delay="0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6" dur="90" fill="hold" repeatCount="3000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921000" y="190500"/>
            <a:ext cx="635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Feed me  “ḍu”!"/>
          <p:cNvSpPr/>
          <p:nvPr/>
        </p:nvSpPr>
        <p:spPr>
          <a:xfrm>
            <a:off x="3048000" y="190500"/>
            <a:ext cx="6096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Feed me  “ḍu”!</a:t>
            </a:r>
          </a:p>
        </p:txBody>
      </p:sp>
      <p:pic>
        <p:nvPicPr>
          <p:cNvPr id="5" name="Monster (hungry)" descr="Monster (hungry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pic>
        <p:nvPicPr>
          <p:cNvPr id="6" name="Monster (chewing)" descr="Monster (chewing)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pic>
        <p:nvPicPr>
          <p:cNvPr id="7" name="Monster (no thanks)" descr="Monster (no thanks)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sp>
        <p:nvSpPr>
          <p:cNvPr id="8" name="Yummy" descr="Yummy!"/>
          <p:cNvSpPr/>
          <p:nvPr/>
        </p:nvSpPr>
        <p:spPr>
          <a:xfrm>
            <a:off x="3556000" y="1460500"/>
            <a:ext cx="2413000" cy="1270000"/>
          </a:xfrm>
          <a:prstGeom prst="cloudCallout">
            <a:avLst/>
          </a:prstGeom>
          <a:solidFill>
            <a:srgbClr val="FFFFFF"/>
          </a:solidFill>
          <a:ln w="381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3200" b="1" lang="en-US">
                <a:solidFill>
                  <a:srgbClr val="E5536F"/>
                </a:solidFill>
                <a:latin typeface="Arial"/>
                <a:cs typeface="Arial"/>
              </a:rPr>
              <a:t>Yummy!</a:t>
            </a:r>
          </a:p>
        </p:txBody>
      </p:sp>
      <p:grpSp>
        <p:nvGrpSpPr>
          <p:cNvPr id="9" name="Food 1 ص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0" name="Food picture 1" descr="Food picture 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0" y="1778000"/>
            <a:ext cx="1905000" cy="1905000"/>
          </a:xfrm>
          <a:prstGeom prst="rect">
            <a:avLst/>
          </a:prstGeom>
        </p:spPr>
      </p:pic>
      <p:sp>
        <p:nvSpPr>
          <p:cNvPr id="11" name="Food letter 1" descr="صُ"/>
          <p:cNvSpPr/>
          <p:nvPr/>
        </p:nvSpPr>
        <p:spPr>
          <a:xfrm>
            <a:off x="742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صُ</a:t>
            </a:r>
          </a:p>
        </p:txBody>
      </p:sp>
      <p:grpSp>
        <p:nvGrpSpPr>
          <p:cNvPr id="12" name="Food 2 ض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3" name="Food picture 2" descr="Food picture 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25000" y="1778000"/>
            <a:ext cx="1905000" cy="1905000"/>
          </a:xfrm>
          <a:prstGeom prst="rect">
            <a:avLst/>
          </a:prstGeom>
        </p:spPr>
      </p:pic>
      <p:sp>
        <p:nvSpPr>
          <p:cNvPr id="14" name="Food letter 2" descr="ضُ"/>
          <p:cNvSpPr/>
          <p:nvPr/>
        </p:nvSpPr>
        <p:spPr>
          <a:xfrm>
            <a:off x="996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ضُ</a:t>
            </a:r>
          </a:p>
        </p:txBody>
      </p:sp>
      <p:grpSp>
        <p:nvGrpSpPr>
          <p:cNvPr id="15" name="Food 3 ت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6" name="Food picture 3" descr="Food picture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0" y="4064000"/>
            <a:ext cx="1905000" cy="1905000"/>
          </a:xfrm>
          <a:prstGeom prst="rect">
            <a:avLst/>
          </a:prstGeom>
        </p:spPr>
      </p:pic>
      <p:sp>
        <p:nvSpPr>
          <p:cNvPr id="17" name="Food letter 3" descr="تُ"/>
          <p:cNvSpPr/>
          <p:nvPr/>
        </p:nvSpPr>
        <p:spPr>
          <a:xfrm>
            <a:off x="742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تُ</a:t>
            </a:r>
          </a:p>
        </p:txBody>
      </p:sp>
      <p:grpSp>
        <p:nvGrpSpPr>
          <p:cNvPr id="18" name="Food 4 م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Food picture 4" descr="Food picture 4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25000" y="4064000"/>
            <a:ext cx="1905000" cy="1905000"/>
          </a:xfrm>
          <a:prstGeom prst="rect">
            <a:avLst/>
          </a:prstGeom>
        </p:spPr>
      </p:pic>
      <p:sp>
        <p:nvSpPr>
          <p:cNvPr id="20" name="Food letter 4" descr="مُ"/>
          <p:cNvSpPr/>
          <p:nvPr/>
        </p:nvSpPr>
        <p:spPr>
          <a:xfrm>
            <a:off x="996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مُ</a:t>
            </a:r>
          </a:p>
        </p:txBody>
      </p:sp>
      <p:sp>
        <p:nvSpPr>
          <p:cNvPr id="21" name="Next button">
            <a:hlinkClick action="ppaction://hlinksldjump" r:id="rId9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Next arrow">
            <a:hlinkClick action="ppaction://hlinksldjump" r:id="rId9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sound anchor" descr="sound anchor (invisible)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15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6" fill="hold">
                      <p:stCondLst>
                        <p:cond delay="0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4" dur="90" fill="hold" repeatCount="3000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0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8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" fill="hold">
                      <p:stCondLst>
                        <p:cond delay="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6406 0.2130 E" pathEditMode="relative" ptsTypes="AA">
                                      <p:cBhvr>
                                        <p:cTn id="18" dur="7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2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munc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3" presetID="53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0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3" fill="hold">
                      <p:stCondLst>
                        <p:cond delay="0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41" dur="90" fill="hold" repeatCount="3000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4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0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6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7" fill="hold">
                      <p:stCondLst>
                        <p:cond delay="0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5" dur="90" fill="hold" repeatCount="3000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0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 “ṭu”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Catch  “ṭu”</a:t>
            </a:r>
          </a:p>
        </p:txBody>
      </p:sp>
      <p:sp>
        <p:nvSpPr>
          <p:cNvPr id="5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9" name="Fish 1 ط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0" name="Fish picture 1" descr="Fish 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651000"/>
            <a:ext cx="2286000" cy="1416050"/>
          </a:xfrm>
          <a:prstGeom prst="rect">
            <a:avLst/>
          </a:prstGeom>
        </p:spPr>
      </p:pic>
      <p:sp>
        <p:nvSpPr>
          <p:cNvPr id="11" name="Fish letter 1" descr="طُ"/>
          <p:cNvSpPr/>
          <p:nvPr/>
        </p:nvSpPr>
        <p:spPr>
          <a:xfrm>
            <a:off x="1682750" y="1885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طُ</a:t>
            </a:r>
          </a:p>
        </p:txBody>
      </p:sp>
      <p:grpSp>
        <p:nvGrpSpPr>
          <p:cNvPr id="12" name="Fish 2 و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3" name="Fish picture 2" descr="Fish 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7500" y="1905000"/>
            <a:ext cx="2286000" cy="1416050"/>
          </a:xfrm>
          <a:prstGeom prst="rect">
            <a:avLst/>
          </a:prstGeom>
        </p:spPr>
      </p:pic>
      <p:sp>
        <p:nvSpPr>
          <p:cNvPr id="14" name="Fish letter 2" descr="وُ"/>
          <p:cNvSpPr/>
          <p:nvPr/>
        </p:nvSpPr>
        <p:spPr>
          <a:xfrm>
            <a:off x="7207250" y="2139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وُ</a:t>
            </a:r>
          </a:p>
        </p:txBody>
      </p:sp>
      <p:grpSp>
        <p:nvGrpSpPr>
          <p:cNvPr id="15" name="Fish 3 ط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6" name="Fish picture 3" descr="Fish 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56000" y="3302000"/>
            <a:ext cx="2286000" cy="1416050"/>
          </a:xfrm>
          <a:prstGeom prst="rect">
            <a:avLst/>
          </a:prstGeom>
        </p:spPr>
      </p:pic>
      <p:sp>
        <p:nvSpPr>
          <p:cNvPr id="17" name="Fish letter 3" descr="طُ"/>
          <p:cNvSpPr/>
          <p:nvPr/>
        </p:nvSpPr>
        <p:spPr>
          <a:xfrm>
            <a:off x="4095750" y="3536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طُ</a:t>
            </a:r>
          </a:p>
        </p:txBody>
      </p:sp>
      <p:grpSp>
        <p:nvGrpSpPr>
          <p:cNvPr id="18" name="Fish 4 ل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Fish picture 4" descr="Fish 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0" y="3810000"/>
            <a:ext cx="2286000" cy="1416050"/>
          </a:xfrm>
          <a:prstGeom prst="rect">
            <a:avLst/>
          </a:prstGeom>
        </p:spPr>
      </p:pic>
      <p:sp>
        <p:nvSpPr>
          <p:cNvPr id="20" name="Fish letter 4" descr="لُ"/>
          <p:cNvSpPr/>
          <p:nvPr/>
        </p:nvSpPr>
        <p:spPr>
          <a:xfrm>
            <a:off x="9112250" y="4044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لُ</a:t>
            </a:r>
          </a:p>
        </p:txBody>
      </p:sp>
      <p:grpSp>
        <p:nvGrpSpPr>
          <p:cNvPr id="21" name="Fish 5 ظ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22" name="Fish picture 5" descr="Fish 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7500" y="4826000"/>
            <a:ext cx="2286000" cy="1416050"/>
          </a:xfrm>
          <a:prstGeom prst="rect">
            <a:avLst/>
          </a:prstGeom>
        </p:spPr>
      </p:pic>
      <p:sp>
        <p:nvSpPr>
          <p:cNvPr id="23" name="Fish letter 5" descr="ظُ"/>
          <p:cNvSpPr/>
          <p:nvPr/>
        </p:nvSpPr>
        <p:spPr>
          <a:xfrm>
            <a:off x="2127250" y="5060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ظُ</a:t>
            </a:r>
          </a:p>
        </p:txBody>
      </p:sp>
      <p:sp>
        <p:nvSpPr>
          <p:cNvPr id="24" name="Next button">
            <a:hlinkClick action="ppaction://hlinksldjump" r:id="rId5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Next arrow">
            <a:hlinkClick action="ppaction://hlinksldjump" r:id="rId5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4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6" dur="29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8" dur="320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0" dur="350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2" dur="3800" fill="hold" repeatCount="indefinite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7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8" fill="hold">
                      <p:stCondLst>
                        <p:cond delay="0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6" dur="150" fill="hold"/>
                                        <p:tgtEl>
                                          <p:spTgt spid="9"/>
                                        </p:tgtEl>
                                      </p:cBhvr>
                                      <p:by x="120000" y="120000"/>
                                    </p:animScale>
                                    <p:audio>
                                      <p:cMediaNode vol="90000">
                                        <p:cTn id="1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spla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1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30" dur="90" fill="hold" repeatCount="3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7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8" fill="hold">
                      <p:stCondLst>
                        <p:cond delay="0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6" dur="150" fill="hold"/>
                                        <p:tgtEl>
                                          <p:spTgt spid="15"/>
                                        </p:tgtEl>
                                      </p:cBhvr>
                                      <p:by x="120000" y="120000"/>
                                    </p:animScale>
                                    <p:audio>
                                      <p:cMediaNode vol="90000">
                                        <p:cTn id="3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spla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1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3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4" fill="hold">
                      <p:stCondLst>
                        <p:cond delay="0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0" dur="90" fill="hold" repeatCount="3000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9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0" fill="hold">
                      <p:stCondLst>
                        <p:cond delay="0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6" dur="90" fill="hold" repeatCount="3000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 “ṭu”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Tap every  “ṭu”</a:t>
            </a:r>
          </a:p>
        </p:txBody>
      </p:sp>
      <p:sp>
        <p:nvSpPr>
          <p:cNvPr id="5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Star place 3"/>
          <p:cNvSpPr/>
          <p:nvPr/>
        </p:nvSpPr>
        <p:spPr>
          <a:xfrm>
            <a:off x="12954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Star 3"/>
          <p:cNvSpPr/>
          <p:nvPr/>
        </p:nvSpPr>
        <p:spPr>
          <a:xfrm>
            <a:off x="12954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ile 1 عُ" descr="عُ"/>
          <p:cNvSpPr/>
          <p:nvPr/>
        </p:nvSpPr>
        <p:spPr>
          <a:xfrm>
            <a:off x="2635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عُ</a:t>
            </a:r>
          </a:p>
        </p:txBody>
      </p:sp>
      <p:sp>
        <p:nvSpPr>
          <p:cNvPr id="13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ile 2 طُ" descr="طُ"/>
          <p:cNvSpPr/>
          <p:nvPr/>
        </p:nvSpPr>
        <p:spPr>
          <a:xfrm>
            <a:off x="5429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طُ</a:t>
            </a:r>
          </a:p>
        </p:txBody>
      </p:sp>
      <p:sp>
        <p:nvSpPr>
          <p:cNvPr id="15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ile 3 طُ" descr="طُ"/>
          <p:cNvSpPr/>
          <p:nvPr/>
        </p:nvSpPr>
        <p:spPr>
          <a:xfrm>
            <a:off x="8223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طُ</a:t>
            </a:r>
          </a:p>
        </p:txBody>
      </p:sp>
      <p:sp>
        <p:nvSpPr>
          <p:cNvPr id="17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ile 4 طُ" descr="طُ"/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طُ</a:t>
            </a:r>
          </a:p>
        </p:txBody>
      </p:sp>
      <p:sp>
        <p:nvSpPr>
          <p:cNvPr id="19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ile 5 سُ" descr="سُ"/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سُ</a:t>
            </a:r>
          </a:p>
        </p:txBody>
      </p:sp>
      <p:sp>
        <p:nvSpPr>
          <p:cNvPr id="21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ile 6 دُ" descr="دُ"/>
          <p:cNvSpPr/>
          <p:nvPr/>
        </p:nvSpPr>
        <p:spPr>
          <a:xfrm>
            <a:off x="8223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دُ</a:t>
            </a:r>
          </a:p>
        </p:txBody>
      </p:sp>
      <p:sp>
        <p:nvSpPr>
          <p:cNvPr id="23" name="Next button">
            <a:hlinkClick action="ppaction://hlinksldjump" r:id="rId3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Next arrow">
            <a:hlinkClick action="ppaction://hlinksldjump" r:id="rId3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4" dur="85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23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6" dur="97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46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8" dur="109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69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0" dur="121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92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2" dur="1330" fill="hold" repeatCount="indefinite" autoRev="1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11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4" dur="1450" fill="hold" repeatCount="indefinite" autoRev="1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1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2" fill="hold">
                      <p:stCondLst>
                        <p:cond delay="0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18" dur="90" fill="hold" repeatCount="3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1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5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6" fill="hold">
                      <p:stCondLst>
                        <p:cond delay="0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24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2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on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9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2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53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9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0" fill="hold">
                      <p:stCondLst>
                        <p:cond delay="0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38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on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3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2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53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5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3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4" fill="hold">
                      <p:stCondLst>
                        <p:cond delay="0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52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on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7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" dur="2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" presetID="53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9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0" fill="hold">
                      <p:stCondLst>
                        <p:cond delay="0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66" dur="90" fill="hold" repeatCount="3000" autoRev="1"/>
                                        <p:tgtEl>
                                          <p:spTgt spid="2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6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75" restart="whenNotActive" fill="hold" evtFilter="cancelBubble" nodeType="interactiveSeq">
                <p:stCondLst>
                  <p:cond evt="onClick" delay="0">
                    <p:tgtEl>
                      <p:spTgt spid="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6" fill="hold">
                      <p:stCondLst>
                        <p:cond delay="0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72" dur="90" fill="hold" repeatCount="3000" autoRev="1"/>
                                        <p:tgtEl>
                                          <p:spTgt spid="2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7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Build the word:  “su'ila”  then tap GO!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000" b="1" lang="en-US">
                <a:solidFill>
                  <a:srgbClr val="2E2640"/>
                </a:solidFill>
                <a:latin typeface="Arial"/>
                <a:cs typeface="Arial"/>
              </a:rPr>
              <a:t>Build the word:  “su'ila”  then tap GO!</a:t>
            </a:r>
          </a:p>
        </p:txBody>
      </p:sp>
      <p:pic>
        <p:nvPicPr>
          <p:cNvPr id="5" name="Engine" descr="Engi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3937000"/>
            <a:ext cx="2667000" cy="1911350"/>
          </a:xfrm>
          <a:prstGeom prst="rect">
            <a:avLst/>
          </a:prstGeom>
        </p:spPr>
      </p:pic>
      <p:pic>
        <p:nvPicPr>
          <p:cNvPr id="6" name="Wagon 1" descr="Wagon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5000" y="4381500"/>
            <a:ext cx="1778000" cy="1543050"/>
          </a:xfrm>
          <a:prstGeom prst="rect">
            <a:avLst/>
          </a:prstGeom>
        </p:spPr>
      </p:pic>
      <p:pic>
        <p:nvPicPr>
          <p:cNvPr id="7" name="Wagon 2" descr="Wagon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6500" y="4381500"/>
            <a:ext cx="1778000" cy="1543050"/>
          </a:xfrm>
          <a:prstGeom prst="rect">
            <a:avLst/>
          </a:prstGeom>
        </p:spPr>
      </p:pic>
      <p:pic>
        <p:nvPicPr>
          <p:cNvPr id="8" name="Wagon 3" descr="Wagon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4381500"/>
            <a:ext cx="1778000" cy="1543050"/>
          </a:xfrm>
          <a:prstGeom prst="rect">
            <a:avLst/>
          </a:prstGeom>
        </p:spPr>
      </p:pic>
      <p:sp>
        <p:nvSpPr>
          <p:cNvPr id="9" name="Wagon letter 1" descr="سُ"/>
          <p:cNvSpPr/>
          <p:nvPr/>
        </p:nvSpPr>
        <p:spPr>
          <a:xfrm>
            <a:off x="70993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سُ</a:t>
            </a:r>
          </a:p>
        </p:txBody>
      </p:sp>
      <p:sp>
        <p:nvSpPr>
          <p:cNvPr id="10" name="Wagon letter 2" descr="ئِ"/>
          <p:cNvSpPr/>
          <p:nvPr/>
        </p:nvSpPr>
        <p:spPr>
          <a:xfrm>
            <a:off x="52578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ئِ</a:t>
            </a:r>
          </a:p>
        </p:txBody>
      </p:sp>
      <p:sp>
        <p:nvSpPr>
          <p:cNvPr id="11" name="Wagon letter 3" descr="لَ"/>
          <p:cNvSpPr/>
          <p:nvPr/>
        </p:nvSpPr>
        <p:spPr>
          <a:xfrm>
            <a:off x="34163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لَ</a:t>
            </a:r>
          </a:p>
        </p:txBody>
      </p:sp>
      <p:sp>
        <p:nvSpPr>
          <p:cNvPr id="12" name="Card سُ" descr="سُ"/>
          <p:cNvSpPr/>
          <p:nvPr/>
        </p:nvSpPr>
        <p:spPr>
          <a:xfrm>
            <a:off x="3302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سُ</a:t>
            </a:r>
          </a:p>
        </p:txBody>
      </p:sp>
      <p:sp>
        <p:nvSpPr>
          <p:cNvPr id="13" name="Card ئِ" descr="ئِ"/>
          <p:cNvSpPr/>
          <p:nvPr/>
        </p:nvSpPr>
        <p:spPr>
          <a:xfrm>
            <a:off x="4953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ئِ</a:t>
            </a:r>
          </a:p>
        </p:txBody>
      </p:sp>
      <p:sp>
        <p:nvSpPr>
          <p:cNvPr id="14" name="Card لَ" descr="لَ"/>
          <p:cNvSpPr/>
          <p:nvPr/>
        </p:nvSpPr>
        <p:spPr>
          <a:xfrm>
            <a:off x="6604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لَ</a:t>
            </a:r>
          </a:p>
        </p:txBody>
      </p:sp>
      <p:sp>
        <p:nvSpPr>
          <p:cNvPr id="15" name="GO button" descr="GO!"/>
          <p:cNvSpPr/>
          <p:nvPr/>
        </p:nvSpPr>
        <p:spPr>
          <a:xfrm>
            <a:off x="9271000" y="1905000"/>
            <a:ext cx="1460500" cy="889000"/>
          </a:xfrm>
          <a:prstGeom prst="roundRect">
            <a:avLst>
              <a:gd name="adj" fmla="val 30000"/>
            </a:avLst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800" b="1" lang="en-US">
                <a:solidFill>
                  <a:srgbClr val="FFFFFF"/>
                </a:solidFill>
                <a:latin typeface="Arial"/>
                <a:cs typeface="Arial"/>
              </a:rPr>
              <a:t>GO!</a:t>
            </a:r>
          </a:p>
        </p:txBody>
      </p:sp>
      <p:sp>
        <p:nvSpPr>
          <p:cNvPr id="16" name="Word" descr="سُئِلَ"/>
          <p:cNvSpPr/>
          <p:nvPr/>
        </p:nvSpPr>
        <p:spPr>
          <a:xfrm>
            <a:off x="2921000" y="2984500"/>
            <a:ext cx="6350000" cy="1905000"/>
          </a:xfrm>
          <a:prstGeom prst="roundRect">
            <a:avLst>
              <a:gd name="adj" fmla="val 20000"/>
            </a:avLst>
          </a:prstGeom>
          <a:solidFill>
            <a:srgbClr val="FFFFFF">
              <a:alpha val="94000"/>
            </a:srgbClr>
          </a:solidFill>
          <a:ln w="762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9600" b="1" lang="ar-SA">
                <a:solidFill>
                  <a:srgbClr val="2E2640"/>
                </a:solidFill>
                <a:latin typeface="Arial"/>
                <a:cs typeface="Arial"/>
              </a:rPr>
              <a:t>سُئِلَ</a:t>
            </a:r>
          </a:p>
        </p:txBody>
      </p:sp>
      <p:sp>
        <p:nvSpPr>
          <p:cNvPr id="17" name="Next button">
            <a:hlinkClick action="ppaction://hlinksldjump" r:id="rId5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Next arrow">
            <a:hlinkClick action="ppaction://hlinksldjump" r:id="rId5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9" name="sound anchor" descr="sound anchor (invisible)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" dur="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audio>
                                      <p:cMediaNode vol="90000">
                                        <p:cTn id="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2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" dur="3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3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5" restart="whenNotActive" fill="hold" evtFilter="cancelBubble" nodeType="interactiveSeq">
                <p:stCondLst>
                  <p:cond evt="onClick" delay="0">
                    <p:tgtEl>
                      <p:spTgt spid="1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6" fill="hold">
                      <p:stCondLst>
                        <p:cond delay="0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audio>
                                      <p:cMediaNode vol="90000">
                                        <p:cTn id="1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4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3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3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7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8" fill="hold">
                      <p:stCondLst>
                        <p:cond delay="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" dur="2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audio>
                                      <p:cMediaNode vol="90000">
                                        <p:cTn id="3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6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" dur="3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3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5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6" fill="hold">
                      <p:stCondLst>
                        <p:cond delay="0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4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whistle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4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43" dur="2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6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45" dur="2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8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47" dur="2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0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49" dur="2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2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51" dur="2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4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53" dur="2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6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55" dur="2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1" presetID="53" presetClass="entr" presetSubtype="0" fill="hold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" presetClass="entr" presetSubtype="0" fill="hold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6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cheer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 “ẓu”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Pop  “ẓu”</a:t>
            </a:r>
          </a:p>
        </p:txBody>
      </p:sp>
      <p:sp>
        <p:nvSpPr>
          <p:cNvPr id="5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9" name="Balloon 1 ظ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0" name="Balloon picture 1" descr="Balloon 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1905000"/>
            <a:ext cx="1651000" cy="2857500"/>
          </a:xfrm>
          <a:prstGeom prst="rect">
            <a:avLst/>
          </a:prstGeom>
        </p:spPr>
      </p:pic>
      <p:sp>
        <p:nvSpPr>
          <p:cNvPr id="11" name="Balloon letter 1" descr="ظُ"/>
          <p:cNvSpPr/>
          <p:nvPr/>
        </p:nvSpPr>
        <p:spPr>
          <a:xfrm>
            <a:off x="95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ظُ</a:t>
            </a:r>
          </a:p>
        </p:txBody>
      </p:sp>
      <p:grpSp>
        <p:nvGrpSpPr>
          <p:cNvPr id="12" name="Balloon 2 ظ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3" name="Balloon picture 2" descr="Balloon 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0" y="2286000"/>
            <a:ext cx="1651000" cy="2857500"/>
          </a:xfrm>
          <a:prstGeom prst="rect">
            <a:avLst/>
          </a:prstGeom>
        </p:spPr>
      </p:pic>
      <p:sp>
        <p:nvSpPr>
          <p:cNvPr id="14" name="Balloon letter 2" descr="ظُ"/>
          <p:cNvSpPr/>
          <p:nvPr/>
        </p:nvSpPr>
        <p:spPr>
          <a:xfrm>
            <a:off x="3175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ظُ</a:t>
            </a:r>
          </a:p>
        </p:txBody>
      </p:sp>
      <p:grpSp>
        <p:nvGrpSpPr>
          <p:cNvPr id="15" name="Balloon 3 ي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6" name="Balloon picture 3" descr="Balloon 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0500" y="1905000"/>
            <a:ext cx="1651000" cy="2857500"/>
          </a:xfrm>
          <a:prstGeom prst="rect">
            <a:avLst/>
          </a:prstGeom>
        </p:spPr>
      </p:pic>
      <p:sp>
        <p:nvSpPr>
          <p:cNvPr id="17" name="Balloon letter 3" descr="يُ"/>
          <p:cNvSpPr/>
          <p:nvPr/>
        </p:nvSpPr>
        <p:spPr>
          <a:xfrm>
            <a:off x="5397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يُ</a:t>
            </a:r>
          </a:p>
        </p:txBody>
      </p:sp>
      <p:grpSp>
        <p:nvGrpSpPr>
          <p:cNvPr id="18" name="Balloon 4 ش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Balloon picture 4" descr="Balloon picture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3000" y="2286000"/>
            <a:ext cx="1651000" cy="2857500"/>
          </a:xfrm>
          <a:prstGeom prst="rect">
            <a:avLst/>
          </a:prstGeom>
        </p:spPr>
      </p:pic>
      <p:sp>
        <p:nvSpPr>
          <p:cNvPr id="20" name="Balloon letter 4" descr="شُ"/>
          <p:cNvSpPr/>
          <p:nvPr/>
        </p:nvSpPr>
        <p:spPr>
          <a:xfrm>
            <a:off x="7620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شُ</a:t>
            </a:r>
          </a:p>
        </p:txBody>
      </p:sp>
      <p:grpSp>
        <p:nvGrpSpPr>
          <p:cNvPr id="21" name="Balloon 5 ض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22" name="Balloon picture 5" descr="Balloon 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15500" y="1905000"/>
            <a:ext cx="1651000" cy="2857500"/>
          </a:xfrm>
          <a:prstGeom prst="rect">
            <a:avLst/>
          </a:prstGeom>
        </p:spPr>
      </p:pic>
      <p:sp>
        <p:nvSpPr>
          <p:cNvPr id="23" name="Balloon letter 5" descr="ضُ"/>
          <p:cNvSpPr/>
          <p:nvPr/>
        </p:nvSpPr>
        <p:spPr>
          <a:xfrm>
            <a:off x="984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ضُ</a:t>
            </a:r>
          </a:p>
        </p:txBody>
      </p:sp>
      <p:sp>
        <p:nvSpPr>
          <p:cNvPr id="24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4" dur="15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6" dur="167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8" dur="184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0" dur="201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2" dur="2180" fill="hold" repeatCount="indefinite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7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8" fill="hold">
                      <p:stCondLst>
                        <p:cond delay="0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6" dur="150" fill="hold"/>
                                        <p:tgtEl>
                                          <p:spTgt spid="9"/>
                                        </p:tgtEl>
                                      </p:cBhvr>
                                      <p:by x="125000" y="125000"/>
                                    </p:animScale>
                                    <p:audio>
                                      <p:cMediaNode vol="90000">
                                        <p:cTn id="1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1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2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1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2" fill="hold">
                      <p:stCondLst>
                        <p:cond delay="0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0" dur="150" fill="hold"/>
                                        <p:tgtEl>
                                          <p:spTgt spid="12"/>
                                        </p:tgtEl>
                                      </p:cBhvr>
                                      <p:by x="125000" y="125000"/>
                                    </p:animScale>
                                    <p:audio>
                                      <p:cMediaNode vol="90000">
                                        <p:cTn id="3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5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" dur="2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7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8" fill="hold">
                      <p:stCondLst>
                        <p:cond delay="0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44" dur="90" fill="hold" repeatCount="3000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4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3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4" fill="hold">
                      <p:stCondLst>
                        <p:cond delay="0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0" dur="90" fill="hold" repeatCount="3000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9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0" fill="hold">
                      <p:stCondLst>
                        <p:cond delay="0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6" dur="90" fill="hold" repeatCount="3000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921000" y="190500"/>
            <a:ext cx="635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Feed me  “ẓu”!"/>
          <p:cNvSpPr/>
          <p:nvPr/>
        </p:nvSpPr>
        <p:spPr>
          <a:xfrm>
            <a:off x="3048000" y="190500"/>
            <a:ext cx="6096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Feed me  “ẓu”!</a:t>
            </a:r>
          </a:p>
        </p:txBody>
      </p:sp>
      <p:pic>
        <p:nvPicPr>
          <p:cNvPr id="5" name="Monster (hungry)" descr="Monster (hungry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pic>
        <p:nvPicPr>
          <p:cNvPr id="6" name="Monster (chewing)" descr="Monster (chewing)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pic>
        <p:nvPicPr>
          <p:cNvPr id="7" name="Monster (no thanks)" descr="Monster (no thanks)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sp>
        <p:nvSpPr>
          <p:cNvPr id="8" name="Yummy" descr="Yummy!"/>
          <p:cNvSpPr/>
          <p:nvPr/>
        </p:nvSpPr>
        <p:spPr>
          <a:xfrm>
            <a:off x="3556000" y="1460500"/>
            <a:ext cx="2413000" cy="1270000"/>
          </a:xfrm>
          <a:prstGeom prst="cloudCallout">
            <a:avLst/>
          </a:prstGeom>
          <a:solidFill>
            <a:srgbClr val="FFFFFF"/>
          </a:solidFill>
          <a:ln w="381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3200" b="1" lang="en-US">
                <a:solidFill>
                  <a:srgbClr val="E5536F"/>
                </a:solidFill>
                <a:latin typeface="Arial"/>
                <a:cs typeface="Arial"/>
              </a:rPr>
              <a:t>Yummy!</a:t>
            </a:r>
          </a:p>
        </p:txBody>
      </p:sp>
      <p:grpSp>
        <p:nvGrpSpPr>
          <p:cNvPr id="9" name="Food 1 ظ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0" name="Food picture 1" descr="Food picture 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0" y="1778000"/>
            <a:ext cx="1905000" cy="1905000"/>
          </a:xfrm>
          <a:prstGeom prst="rect">
            <a:avLst/>
          </a:prstGeom>
        </p:spPr>
      </p:pic>
      <p:sp>
        <p:nvSpPr>
          <p:cNvPr id="11" name="Food letter 1" descr="ظُ"/>
          <p:cNvSpPr/>
          <p:nvPr/>
        </p:nvSpPr>
        <p:spPr>
          <a:xfrm>
            <a:off x="742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ظُ</a:t>
            </a:r>
          </a:p>
        </p:txBody>
      </p:sp>
      <p:grpSp>
        <p:nvGrpSpPr>
          <p:cNvPr id="12" name="Food 2 ش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3" name="Food picture 2" descr="Food picture 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25000" y="1778000"/>
            <a:ext cx="1905000" cy="1905000"/>
          </a:xfrm>
          <a:prstGeom prst="rect">
            <a:avLst/>
          </a:prstGeom>
        </p:spPr>
      </p:pic>
      <p:sp>
        <p:nvSpPr>
          <p:cNvPr id="14" name="Food letter 2" descr="شُ"/>
          <p:cNvSpPr/>
          <p:nvPr/>
        </p:nvSpPr>
        <p:spPr>
          <a:xfrm>
            <a:off x="996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شُ</a:t>
            </a:r>
          </a:p>
        </p:txBody>
      </p:sp>
      <p:grpSp>
        <p:nvGrpSpPr>
          <p:cNvPr id="15" name="Food 3 ق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6" name="Food picture 3" descr="Food picture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0" y="4064000"/>
            <a:ext cx="1905000" cy="1905000"/>
          </a:xfrm>
          <a:prstGeom prst="rect">
            <a:avLst/>
          </a:prstGeom>
        </p:spPr>
      </p:pic>
      <p:sp>
        <p:nvSpPr>
          <p:cNvPr id="17" name="Food letter 3" descr="قُ"/>
          <p:cNvSpPr/>
          <p:nvPr/>
        </p:nvSpPr>
        <p:spPr>
          <a:xfrm>
            <a:off x="742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قُ</a:t>
            </a:r>
          </a:p>
        </p:txBody>
      </p:sp>
      <p:grpSp>
        <p:nvGrpSpPr>
          <p:cNvPr id="18" name="Food 4 ب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Food picture 4" descr="Food picture 4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25000" y="4064000"/>
            <a:ext cx="1905000" cy="1905000"/>
          </a:xfrm>
          <a:prstGeom prst="rect">
            <a:avLst/>
          </a:prstGeom>
        </p:spPr>
      </p:pic>
      <p:sp>
        <p:nvSpPr>
          <p:cNvPr id="20" name="Food letter 4" descr="بُ"/>
          <p:cNvSpPr/>
          <p:nvPr/>
        </p:nvSpPr>
        <p:spPr>
          <a:xfrm>
            <a:off x="996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بُ</a:t>
            </a:r>
          </a:p>
        </p:txBody>
      </p:sp>
      <p:sp>
        <p:nvSpPr>
          <p:cNvPr id="21" name="Next button">
            <a:hlinkClick action="ppaction://hlinksldjump" r:id="rId9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Next arrow">
            <a:hlinkClick action="ppaction://hlinksldjump" r:id="rId9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sound anchor" descr="sound anchor (invisible)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4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5" fill="hold">
                      <p:stCondLst>
                        <p:cond delay="0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4323 0.2130 E" pathEditMode="relative" ptsTypes="AA">
                                      <p:cBhvr>
                                        <p:cTn id="4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1" name="munc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9" presetID="53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" presetClass="exit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8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" fill="hold">
                      <p:stCondLst>
                        <p:cond delay="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27" dur="90" fill="hold" repeatCount="3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2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3" fill="hold">
                      <p:stCondLst>
                        <p:cond delay="0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41" dur="90" fill="hold" repeatCount="3000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4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6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7" fill="hold">
                      <p:stCondLst>
                        <p:cond delay="0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5" dur="90" fill="hold" repeatCount="3000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 “'u”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Catch  “'u”</a:t>
            </a:r>
          </a:p>
        </p:txBody>
      </p:sp>
      <p:sp>
        <p:nvSpPr>
          <p:cNvPr id="5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9" name="Fish 1 ع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0" name="Fish picture 1" descr="Fish 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651000"/>
            <a:ext cx="2286000" cy="1416050"/>
          </a:xfrm>
          <a:prstGeom prst="rect">
            <a:avLst/>
          </a:prstGeom>
        </p:spPr>
      </p:pic>
      <p:sp>
        <p:nvSpPr>
          <p:cNvPr id="11" name="Fish letter 1" descr="عُ"/>
          <p:cNvSpPr/>
          <p:nvPr/>
        </p:nvSpPr>
        <p:spPr>
          <a:xfrm>
            <a:off x="1682750" y="1885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عُ</a:t>
            </a:r>
          </a:p>
        </p:txBody>
      </p:sp>
      <p:grpSp>
        <p:nvGrpSpPr>
          <p:cNvPr id="12" name="Fish 2 ت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3" name="Fish picture 2" descr="Fish 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7500" y="1905000"/>
            <a:ext cx="2286000" cy="1416050"/>
          </a:xfrm>
          <a:prstGeom prst="rect">
            <a:avLst/>
          </a:prstGeom>
        </p:spPr>
      </p:pic>
      <p:sp>
        <p:nvSpPr>
          <p:cNvPr id="14" name="Fish letter 2" descr="تُ"/>
          <p:cNvSpPr/>
          <p:nvPr/>
        </p:nvSpPr>
        <p:spPr>
          <a:xfrm>
            <a:off x="7207250" y="2139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تُ</a:t>
            </a:r>
          </a:p>
        </p:txBody>
      </p:sp>
      <p:grpSp>
        <p:nvGrpSpPr>
          <p:cNvPr id="15" name="Fish 3 ج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6" name="Fish picture 3" descr="Fish 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6000" y="3302000"/>
            <a:ext cx="2286000" cy="1416050"/>
          </a:xfrm>
          <a:prstGeom prst="rect">
            <a:avLst/>
          </a:prstGeom>
        </p:spPr>
      </p:pic>
      <p:sp>
        <p:nvSpPr>
          <p:cNvPr id="17" name="Fish letter 3" descr="جُ"/>
          <p:cNvSpPr/>
          <p:nvPr/>
        </p:nvSpPr>
        <p:spPr>
          <a:xfrm>
            <a:off x="4095750" y="3536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جُ</a:t>
            </a:r>
          </a:p>
        </p:txBody>
      </p:sp>
      <p:grpSp>
        <p:nvGrpSpPr>
          <p:cNvPr id="18" name="Fish 4 ع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Fish picture 4" descr="Fish 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0" y="3810000"/>
            <a:ext cx="2286000" cy="1416050"/>
          </a:xfrm>
          <a:prstGeom prst="rect">
            <a:avLst/>
          </a:prstGeom>
        </p:spPr>
      </p:pic>
      <p:sp>
        <p:nvSpPr>
          <p:cNvPr id="20" name="Fish letter 4" descr="عُ"/>
          <p:cNvSpPr/>
          <p:nvPr/>
        </p:nvSpPr>
        <p:spPr>
          <a:xfrm>
            <a:off x="9112250" y="4044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عُ</a:t>
            </a:r>
          </a:p>
        </p:txBody>
      </p:sp>
      <p:grpSp>
        <p:nvGrpSpPr>
          <p:cNvPr id="21" name="Fish 5 ش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22" name="Fish picture 5" descr="Fish 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7500" y="4826000"/>
            <a:ext cx="2286000" cy="1416050"/>
          </a:xfrm>
          <a:prstGeom prst="rect">
            <a:avLst/>
          </a:prstGeom>
        </p:spPr>
      </p:pic>
      <p:sp>
        <p:nvSpPr>
          <p:cNvPr id="23" name="Fish letter 5" descr="شُ"/>
          <p:cNvSpPr/>
          <p:nvPr/>
        </p:nvSpPr>
        <p:spPr>
          <a:xfrm>
            <a:off x="2127250" y="5060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شُ</a:t>
            </a:r>
          </a:p>
        </p:txBody>
      </p:sp>
      <p:sp>
        <p:nvSpPr>
          <p:cNvPr id="24" name="Next button">
            <a:hlinkClick action="ppaction://hlinksldjump" r:id="rId5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Next arrow">
            <a:hlinkClick action="ppaction://hlinksldjump" r:id="rId5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4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6" dur="29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8" dur="320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0" dur="350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2" dur="3800" fill="hold" repeatCount="indefinite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7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8" fill="hold">
                      <p:stCondLst>
                        <p:cond delay="0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6" dur="150" fill="hold"/>
                                        <p:tgtEl>
                                          <p:spTgt spid="9"/>
                                        </p:tgtEl>
                                      </p:cBhvr>
                                      <p:by x="120000" y="120000"/>
                                    </p:animScale>
                                    <p:audio>
                                      <p:cMediaNode vol="90000">
                                        <p:cTn id="1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spla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1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30" dur="90" fill="hold" repeatCount="3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9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0" fill="hold">
                      <p:stCondLst>
                        <p:cond delay="0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36" dur="90" fill="hold" repeatCount="3000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3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4" fill="hold">
                      <p:stCondLst>
                        <p:cond delay="0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2" dur="150" fill="hold"/>
                                        <p:tgtEl>
                                          <p:spTgt spid="18"/>
                                        </p:tgtEl>
                                      </p:cBhvr>
                                      <p:by x="120000" y="120000"/>
                                    </p:animScale>
                                    <p:audio>
                                      <p:cMediaNode vol="90000">
                                        <p:cTn id="4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spla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7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9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9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0" fill="hold">
                      <p:stCondLst>
                        <p:cond delay="0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6" dur="90" fill="hold" repeatCount="3000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 “'u”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Tap every  “'u”</a:t>
            </a:r>
          </a:p>
        </p:txBody>
      </p:sp>
      <p:sp>
        <p:nvSpPr>
          <p:cNvPr id="5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Star place 3"/>
          <p:cNvSpPr/>
          <p:nvPr/>
        </p:nvSpPr>
        <p:spPr>
          <a:xfrm>
            <a:off x="12954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Star 3"/>
          <p:cNvSpPr/>
          <p:nvPr/>
        </p:nvSpPr>
        <p:spPr>
          <a:xfrm>
            <a:off x="12954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ile 1 يُ" descr="يُ"/>
          <p:cNvSpPr/>
          <p:nvPr/>
        </p:nvSpPr>
        <p:spPr>
          <a:xfrm>
            <a:off x="2635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يُ</a:t>
            </a:r>
          </a:p>
        </p:txBody>
      </p:sp>
      <p:sp>
        <p:nvSpPr>
          <p:cNvPr id="13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ile 2 عُ" descr="عُ"/>
          <p:cNvSpPr/>
          <p:nvPr/>
        </p:nvSpPr>
        <p:spPr>
          <a:xfrm>
            <a:off x="5429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عُ</a:t>
            </a:r>
          </a:p>
        </p:txBody>
      </p:sp>
      <p:sp>
        <p:nvSpPr>
          <p:cNvPr id="15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ile 3 عُ" descr="عُ"/>
          <p:cNvSpPr/>
          <p:nvPr/>
        </p:nvSpPr>
        <p:spPr>
          <a:xfrm>
            <a:off x="8223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عُ</a:t>
            </a:r>
          </a:p>
        </p:txBody>
      </p:sp>
      <p:sp>
        <p:nvSpPr>
          <p:cNvPr id="17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ile 4 عُ" descr="عُ"/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عُ</a:t>
            </a:r>
          </a:p>
        </p:txBody>
      </p:sp>
      <p:sp>
        <p:nvSpPr>
          <p:cNvPr id="19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ile 5 شُ" descr="شُ"/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شُ</a:t>
            </a:r>
          </a:p>
        </p:txBody>
      </p:sp>
      <p:sp>
        <p:nvSpPr>
          <p:cNvPr id="21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ile 6 ضُ" descr="ضُ"/>
          <p:cNvSpPr/>
          <p:nvPr/>
        </p:nvSpPr>
        <p:spPr>
          <a:xfrm>
            <a:off x="8223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ضُ</a:t>
            </a:r>
          </a:p>
        </p:txBody>
      </p:sp>
      <p:sp>
        <p:nvSpPr>
          <p:cNvPr id="23" name="Next button">
            <a:hlinkClick action="ppaction://hlinksldjump" r:id="rId3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Next arrow">
            <a:hlinkClick action="ppaction://hlinksldjump" r:id="rId3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4" dur="85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23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6" dur="97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46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8" dur="109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69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0" dur="121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92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2" dur="1330" fill="hold" repeatCount="indefinite" autoRev="1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11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4" dur="1450" fill="hold" repeatCount="indefinite" autoRev="1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1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2" fill="hold">
                      <p:stCondLst>
                        <p:cond delay="0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18" dur="90" fill="hold" repeatCount="3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1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5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6" fill="hold">
                      <p:stCondLst>
                        <p:cond delay="0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24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2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on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9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2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53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9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0" fill="hold">
                      <p:stCondLst>
                        <p:cond delay="0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38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on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3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2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53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5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3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4" fill="hold">
                      <p:stCondLst>
                        <p:cond delay="0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52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on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7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" dur="2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" presetID="53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9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0" fill="hold">
                      <p:stCondLst>
                        <p:cond delay="0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66" dur="90" fill="hold" repeatCount="3000" autoRev="1"/>
                                        <p:tgtEl>
                                          <p:spTgt spid="2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6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75" restart="whenNotActive" fill="hold" evtFilter="cancelBubble" nodeType="interactiveSeq">
                <p:stCondLst>
                  <p:cond evt="onClick" delay="0">
                    <p:tgtEl>
                      <p:spTgt spid="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6" fill="hold">
                      <p:stCondLst>
                        <p:cond delay="0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72" dur="90" fill="hold" repeatCount="3000" autoRev="1"/>
                                        <p:tgtEl>
                                          <p:spTgt spid="2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7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Open a gift and read it!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300" b="1" lang="en-US">
                <a:solidFill>
                  <a:srgbClr val="2E2640"/>
                </a:solidFill>
                <a:latin typeface="Arial"/>
                <a:cs typeface="Arial"/>
              </a:rPr>
              <a:t>Open a gift and read it!</a:t>
            </a:r>
          </a:p>
        </p:txBody>
      </p:sp>
      <p:sp>
        <p:nvSpPr>
          <p:cNvPr id="5" name="Card 1 عُ" descr="عُ"/>
          <p:cNvSpPr/>
          <p:nvPr/>
        </p:nvSpPr>
        <p:spPr>
          <a:xfrm>
            <a:off x="1047750" y="2063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عُ</a:t>
            </a:r>
          </a:p>
        </p:txBody>
      </p:sp>
      <p:grpSp>
        <p:nvGrpSpPr>
          <p:cNvPr id="6" name="Gift 1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7" name="Gift box 1" descr="Gift box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00" y="2317750"/>
            <a:ext cx="2286000" cy="1333500"/>
          </a:xfrm>
          <a:prstGeom prst="rect">
            <a:avLst/>
          </a:prstGeom>
        </p:spPr>
      </p:pic>
      <p:pic>
        <p:nvPicPr>
          <p:cNvPr id="8" name="Gift lid 1" descr="Gift lid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" y="1682750"/>
            <a:ext cx="2476500" cy="1238250"/>
          </a:xfrm>
          <a:prstGeom prst="rect">
            <a:avLst/>
          </a:prstGeom>
        </p:spPr>
      </p:pic>
      <p:sp>
        <p:nvSpPr>
          <p:cNvPr id="9" name="Card 2 ضُ" descr="ضُ"/>
          <p:cNvSpPr/>
          <p:nvPr/>
        </p:nvSpPr>
        <p:spPr>
          <a:xfrm>
            <a:off x="3714750" y="2063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ضُ</a:t>
            </a:r>
          </a:p>
        </p:txBody>
      </p:sp>
      <p:grpSp>
        <p:nvGrpSpPr>
          <p:cNvPr id="10" name="Gift 2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1" name="Gift box 2" descr="Gift box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9500" y="2317750"/>
            <a:ext cx="2286000" cy="1333500"/>
          </a:xfrm>
          <a:prstGeom prst="rect">
            <a:avLst/>
          </a:prstGeom>
        </p:spPr>
      </p:pic>
      <p:pic>
        <p:nvPicPr>
          <p:cNvPr id="12" name="Gift lid 2" descr="Gift lid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24250" y="1682750"/>
            <a:ext cx="2476500" cy="1238250"/>
          </a:xfrm>
          <a:prstGeom prst="rect">
            <a:avLst/>
          </a:prstGeom>
        </p:spPr>
      </p:pic>
      <p:sp>
        <p:nvSpPr>
          <p:cNvPr id="13" name="Card 3 طُ" descr="طُ"/>
          <p:cNvSpPr/>
          <p:nvPr/>
        </p:nvSpPr>
        <p:spPr>
          <a:xfrm>
            <a:off x="6381750" y="2063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طُ</a:t>
            </a:r>
          </a:p>
        </p:txBody>
      </p:sp>
      <p:grpSp>
        <p:nvGrpSpPr>
          <p:cNvPr id="14" name="Gift 3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5" name="Gift box 3" descr="Gift box 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86500" y="2317750"/>
            <a:ext cx="2286000" cy="1333500"/>
          </a:xfrm>
          <a:prstGeom prst="rect">
            <a:avLst/>
          </a:prstGeom>
        </p:spPr>
      </p:pic>
      <p:pic>
        <p:nvPicPr>
          <p:cNvPr id="16" name="Gift lid 3" descr="Gift lid 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1250" y="1682750"/>
            <a:ext cx="2476500" cy="1238250"/>
          </a:xfrm>
          <a:prstGeom prst="rect">
            <a:avLst/>
          </a:prstGeom>
        </p:spPr>
      </p:pic>
      <p:sp>
        <p:nvSpPr>
          <p:cNvPr id="17" name="Card 4 ظُ" descr="ظُ"/>
          <p:cNvSpPr/>
          <p:nvPr/>
        </p:nvSpPr>
        <p:spPr>
          <a:xfrm>
            <a:off x="9048750" y="2063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ظُ</a:t>
            </a:r>
          </a:p>
        </p:txBody>
      </p:sp>
      <p:grpSp>
        <p:nvGrpSpPr>
          <p:cNvPr id="18" name="Gift 4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Gift box 4" descr="Gift box 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53500" y="2317750"/>
            <a:ext cx="2286000" cy="1333500"/>
          </a:xfrm>
          <a:prstGeom prst="rect">
            <a:avLst/>
          </a:prstGeom>
        </p:spPr>
      </p:pic>
      <p:pic>
        <p:nvPicPr>
          <p:cNvPr id="20" name="Gift lid 4" descr="Gift lid 4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58250" y="1682750"/>
            <a:ext cx="2476500" cy="1238250"/>
          </a:xfrm>
          <a:prstGeom prst="rect">
            <a:avLst/>
          </a:prstGeom>
        </p:spPr>
      </p:pic>
      <p:sp>
        <p:nvSpPr>
          <p:cNvPr id="21" name="Card 5 ظُقُ" descr="ظُقُ"/>
          <p:cNvSpPr/>
          <p:nvPr/>
        </p:nvSpPr>
        <p:spPr>
          <a:xfrm>
            <a:off x="1047750" y="4476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ظُقُ</a:t>
            </a:r>
          </a:p>
        </p:txBody>
      </p:sp>
      <p:grpSp>
        <p:nvGrpSpPr>
          <p:cNvPr id="22" name="Gift 5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23" name="Gift box 5" descr="Gift box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00" y="4730750"/>
            <a:ext cx="2286000" cy="1333500"/>
          </a:xfrm>
          <a:prstGeom prst="rect">
            <a:avLst/>
          </a:prstGeom>
        </p:spPr>
      </p:pic>
      <p:pic>
        <p:nvPicPr>
          <p:cNvPr id="24" name="Gift lid 5" descr="Gift lid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" y="4095750"/>
            <a:ext cx="2476500" cy="1238250"/>
          </a:xfrm>
          <a:prstGeom prst="rect">
            <a:avLst/>
          </a:prstGeom>
        </p:spPr>
      </p:pic>
      <p:sp>
        <p:nvSpPr>
          <p:cNvPr id="25" name="Card 6 طُفُ" descr="طُفُ"/>
          <p:cNvSpPr/>
          <p:nvPr/>
        </p:nvSpPr>
        <p:spPr>
          <a:xfrm>
            <a:off x="3714750" y="4476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طُفُ</a:t>
            </a:r>
          </a:p>
        </p:txBody>
      </p:sp>
      <p:grpSp>
        <p:nvGrpSpPr>
          <p:cNvPr id="26" name="Gift 6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27" name="Gift box 6" descr="Gift box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9500" y="4730750"/>
            <a:ext cx="2286000" cy="1333500"/>
          </a:xfrm>
          <a:prstGeom prst="rect">
            <a:avLst/>
          </a:prstGeom>
        </p:spPr>
      </p:pic>
      <p:pic>
        <p:nvPicPr>
          <p:cNvPr id="28" name="Gift lid 6" descr="Gift lid 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24250" y="4095750"/>
            <a:ext cx="2476500" cy="1238250"/>
          </a:xfrm>
          <a:prstGeom prst="rect">
            <a:avLst/>
          </a:prstGeom>
        </p:spPr>
      </p:pic>
      <p:sp>
        <p:nvSpPr>
          <p:cNvPr id="29" name="Card 7 ضُذُ" descr="ضُذُ"/>
          <p:cNvSpPr/>
          <p:nvPr/>
        </p:nvSpPr>
        <p:spPr>
          <a:xfrm>
            <a:off x="6381750" y="4476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ضُذُ</a:t>
            </a:r>
          </a:p>
        </p:txBody>
      </p:sp>
      <p:grpSp>
        <p:nvGrpSpPr>
          <p:cNvPr id="30" name="Gift 7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31" name="Gift box 7" descr="Gift box 7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86500" y="4730750"/>
            <a:ext cx="2286000" cy="1333500"/>
          </a:xfrm>
          <a:prstGeom prst="rect">
            <a:avLst/>
          </a:prstGeom>
        </p:spPr>
      </p:pic>
      <p:pic>
        <p:nvPicPr>
          <p:cNvPr id="32" name="Gift lid 7" descr="Gift lid 7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1250" y="4095750"/>
            <a:ext cx="2476500" cy="1238250"/>
          </a:xfrm>
          <a:prstGeom prst="rect">
            <a:avLst/>
          </a:prstGeom>
        </p:spPr>
      </p:pic>
      <p:sp>
        <p:nvSpPr>
          <p:cNvPr id="33" name="Card 8 عُظُ" descr="عُظُ"/>
          <p:cNvSpPr/>
          <p:nvPr/>
        </p:nvSpPr>
        <p:spPr>
          <a:xfrm>
            <a:off x="9048750" y="4476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عُظُ</a:t>
            </a:r>
          </a:p>
        </p:txBody>
      </p:sp>
      <p:grpSp>
        <p:nvGrpSpPr>
          <p:cNvPr id="34" name="Gift 8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35" name="Gift box 8" descr="Gift box 8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53500" y="4730750"/>
            <a:ext cx="2286000" cy="1333500"/>
          </a:xfrm>
          <a:prstGeom prst="rect">
            <a:avLst/>
          </a:prstGeom>
        </p:spPr>
      </p:pic>
      <p:pic>
        <p:nvPicPr>
          <p:cNvPr id="36" name="Gift lid 8" descr="Gift lid 8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58250" y="4095750"/>
            <a:ext cx="2476500" cy="1238250"/>
          </a:xfrm>
          <a:prstGeom prst="rect">
            <a:avLst/>
          </a:prstGeom>
        </p:spPr>
      </p:pic>
      <p:sp>
        <p:nvSpPr>
          <p:cNvPr id="37" name="Next button">
            <a:hlinkClick action="ppaction://hlinksldjump" r:id="rId11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Next arrow">
            <a:hlinkClick action="ppaction://hlinksldjump" r:id="rId11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10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1" fill="hold">
                      <p:stCondLst>
                        <p:cond delay="0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4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9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19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13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1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8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8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9" fill="hold">
                      <p:stCondLst>
                        <p:cond delay="0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22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2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7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7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8" fill="hold">
                      <p:stCondLst>
                        <p:cond delay="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31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3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6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6" restart="whenNotActive" fill="hold" evtFilter="cancelBubble" nodeType="interactiveSeq">
                <p:stCondLst>
                  <p:cond evt="onClick" delay="0">
                    <p:tgtEl>
                      <p:spTgt spid="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7" fill="hold">
                      <p:stCondLst>
                        <p:cond delay="0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40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4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5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5" restart="whenNotActive" fill="hold" evtFilter="cancelBubble" nodeType="interactiveSeq">
                <p:stCondLst>
                  <p:cond evt="onClick" delay="0">
                    <p:tgtEl>
                      <p:spTgt spid="2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6" fill="hold">
                      <p:stCondLst>
                        <p:cond delay="0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49" dur="4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5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4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4" restart="whenNotActive" fill="hold" evtFilter="cancelBubble" nodeType="interactiveSeq">
                <p:stCondLst>
                  <p:cond evt="onClick" delay="0">
                    <p:tgtEl>
                      <p:spTgt spid="3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5" fill="hold">
                      <p:stCondLst>
                        <p:cond delay="0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58" dur="4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5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63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73" restart="whenNotActive" fill="hold" evtFilter="cancelBubble" nodeType="interactiveSeq">
                <p:stCondLst>
                  <p:cond evt="onClick" delay="0">
                    <p:tgtEl>
                      <p:spTgt spid="3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4" fill="hold">
                      <p:stCondLst>
                        <p:cond delay="0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67" dur="4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6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72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0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 “ghu”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Pop  “ghu”</a:t>
            </a:r>
          </a:p>
        </p:txBody>
      </p:sp>
      <p:sp>
        <p:nvSpPr>
          <p:cNvPr id="5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9" name="Balloon 1 م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0" name="Balloon picture 1" descr="Balloon 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1905000"/>
            <a:ext cx="1651000" cy="2857500"/>
          </a:xfrm>
          <a:prstGeom prst="rect">
            <a:avLst/>
          </a:prstGeom>
        </p:spPr>
      </p:pic>
      <p:sp>
        <p:nvSpPr>
          <p:cNvPr id="11" name="Balloon letter 1" descr="مُ"/>
          <p:cNvSpPr/>
          <p:nvPr/>
        </p:nvSpPr>
        <p:spPr>
          <a:xfrm>
            <a:off x="95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مُ</a:t>
            </a:r>
          </a:p>
        </p:txBody>
      </p:sp>
      <p:grpSp>
        <p:nvGrpSpPr>
          <p:cNvPr id="12" name="Balloon 2 غ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3" name="Balloon picture 2" descr="Balloon 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0" y="2286000"/>
            <a:ext cx="1651000" cy="2857500"/>
          </a:xfrm>
          <a:prstGeom prst="rect">
            <a:avLst/>
          </a:prstGeom>
        </p:spPr>
      </p:pic>
      <p:sp>
        <p:nvSpPr>
          <p:cNvPr id="14" name="Balloon letter 2" descr="غُ"/>
          <p:cNvSpPr/>
          <p:nvPr/>
        </p:nvSpPr>
        <p:spPr>
          <a:xfrm>
            <a:off x="3175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غُ</a:t>
            </a:r>
          </a:p>
        </p:txBody>
      </p:sp>
      <p:grpSp>
        <p:nvGrpSpPr>
          <p:cNvPr id="15" name="Balloon 3 ف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6" name="Balloon picture 3" descr="Balloon pictur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70500" y="1905000"/>
            <a:ext cx="1651000" cy="2857500"/>
          </a:xfrm>
          <a:prstGeom prst="rect">
            <a:avLst/>
          </a:prstGeom>
        </p:spPr>
      </p:pic>
      <p:sp>
        <p:nvSpPr>
          <p:cNvPr id="17" name="Balloon letter 3" descr="فُ"/>
          <p:cNvSpPr/>
          <p:nvPr/>
        </p:nvSpPr>
        <p:spPr>
          <a:xfrm>
            <a:off x="5397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فُ</a:t>
            </a:r>
          </a:p>
        </p:txBody>
      </p:sp>
      <p:grpSp>
        <p:nvGrpSpPr>
          <p:cNvPr id="18" name="Balloon 4 ظ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Balloon picture 4" descr="Balloon 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3000" y="2286000"/>
            <a:ext cx="1651000" cy="2857500"/>
          </a:xfrm>
          <a:prstGeom prst="rect">
            <a:avLst/>
          </a:prstGeom>
        </p:spPr>
      </p:pic>
      <p:sp>
        <p:nvSpPr>
          <p:cNvPr id="20" name="Balloon letter 4" descr="ظُ"/>
          <p:cNvSpPr/>
          <p:nvPr/>
        </p:nvSpPr>
        <p:spPr>
          <a:xfrm>
            <a:off x="7620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ظُ</a:t>
            </a:r>
          </a:p>
        </p:txBody>
      </p:sp>
      <p:grpSp>
        <p:nvGrpSpPr>
          <p:cNvPr id="21" name="Balloon 5 غ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22" name="Balloon picture 5" descr="Balloon 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15500" y="1905000"/>
            <a:ext cx="1651000" cy="2857500"/>
          </a:xfrm>
          <a:prstGeom prst="rect">
            <a:avLst/>
          </a:prstGeom>
        </p:spPr>
      </p:pic>
      <p:sp>
        <p:nvSpPr>
          <p:cNvPr id="23" name="Balloon letter 5" descr="غُ"/>
          <p:cNvSpPr/>
          <p:nvPr/>
        </p:nvSpPr>
        <p:spPr>
          <a:xfrm>
            <a:off x="984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غُ</a:t>
            </a:r>
          </a:p>
        </p:txBody>
      </p:sp>
      <p:sp>
        <p:nvSpPr>
          <p:cNvPr id="24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4" dur="15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6" dur="167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8" dur="184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0" dur="201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2" dur="2180" fill="hold" repeatCount="indefinite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9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16" dur="90" fill="hold" repeatCount="3000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1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2" dur="150" fill="hold"/>
                                        <p:tgtEl>
                                          <p:spTgt spid="12"/>
                                        </p:tgtEl>
                                      </p:cBhvr>
                                      <p:by x="125000" y="125000"/>
                                    </p:animScale>
                                    <p:audio>
                                      <p:cMediaNode vol="90000">
                                        <p:cTn id="2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7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" dur="2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9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0" fill="hold">
                      <p:stCondLst>
                        <p:cond delay="0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36" dur="90" fill="hold" repeatCount="3000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5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6" fill="hold">
                      <p:stCondLst>
                        <p:cond delay="0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42" dur="90" fill="hold" repeatCount="3000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4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9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0" fill="hold">
                      <p:stCondLst>
                        <p:cond delay="0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8" dur="150" fill="hold"/>
                                        <p:tgtEl>
                                          <p:spTgt spid="21"/>
                                        </p:tgtEl>
                                      </p:cBhvr>
                                      <p:by x="125000" y="125000"/>
                                    </p:animScale>
                                    <p:audio>
                                      <p:cMediaNode vol="90000">
                                        <p:cTn id="4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3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" dur="2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921000" y="190500"/>
            <a:ext cx="635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Feed me  “ghu”!"/>
          <p:cNvSpPr/>
          <p:nvPr/>
        </p:nvSpPr>
        <p:spPr>
          <a:xfrm>
            <a:off x="3048000" y="190500"/>
            <a:ext cx="6096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Feed me  “ghu”!</a:t>
            </a:r>
          </a:p>
        </p:txBody>
      </p:sp>
      <p:pic>
        <p:nvPicPr>
          <p:cNvPr id="5" name="Monster (hungry)" descr="Monster (hungry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pic>
        <p:nvPicPr>
          <p:cNvPr id="6" name="Monster (chewing)" descr="Monster (chewing)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pic>
        <p:nvPicPr>
          <p:cNvPr id="7" name="Monster (no thanks)" descr="Monster (no thanks)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sp>
        <p:nvSpPr>
          <p:cNvPr id="8" name="Yummy" descr="Yummy!"/>
          <p:cNvSpPr/>
          <p:nvPr/>
        </p:nvSpPr>
        <p:spPr>
          <a:xfrm>
            <a:off x="3556000" y="1460500"/>
            <a:ext cx="2413000" cy="1270000"/>
          </a:xfrm>
          <a:prstGeom prst="cloudCallout">
            <a:avLst/>
          </a:prstGeom>
          <a:solidFill>
            <a:srgbClr val="FFFFFF"/>
          </a:solidFill>
          <a:ln w="381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3200" b="1" lang="en-US">
                <a:solidFill>
                  <a:srgbClr val="E5536F"/>
                </a:solidFill>
                <a:latin typeface="Arial"/>
                <a:cs typeface="Arial"/>
              </a:rPr>
              <a:t>Yummy!</a:t>
            </a:r>
          </a:p>
        </p:txBody>
      </p:sp>
      <p:grpSp>
        <p:nvGrpSpPr>
          <p:cNvPr id="9" name="Food 1 غ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0" name="Food picture 1" descr="Food picture 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0" y="1778000"/>
            <a:ext cx="1905000" cy="1905000"/>
          </a:xfrm>
          <a:prstGeom prst="rect">
            <a:avLst/>
          </a:prstGeom>
        </p:spPr>
      </p:pic>
      <p:sp>
        <p:nvSpPr>
          <p:cNvPr id="11" name="Food letter 1" descr="غُ"/>
          <p:cNvSpPr/>
          <p:nvPr/>
        </p:nvSpPr>
        <p:spPr>
          <a:xfrm>
            <a:off x="742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غُ</a:t>
            </a:r>
          </a:p>
        </p:txBody>
      </p:sp>
      <p:grpSp>
        <p:nvGrpSpPr>
          <p:cNvPr id="12" name="Food 2 ص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3" name="Food picture 2" descr="Food picture 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25000" y="1778000"/>
            <a:ext cx="1905000" cy="1905000"/>
          </a:xfrm>
          <a:prstGeom prst="rect">
            <a:avLst/>
          </a:prstGeom>
        </p:spPr>
      </p:pic>
      <p:sp>
        <p:nvSpPr>
          <p:cNvPr id="14" name="Food letter 2" descr="صُ"/>
          <p:cNvSpPr/>
          <p:nvPr/>
        </p:nvSpPr>
        <p:spPr>
          <a:xfrm>
            <a:off x="996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صُ</a:t>
            </a:r>
          </a:p>
        </p:txBody>
      </p:sp>
      <p:grpSp>
        <p:nvGrpSpPr>
          <p:cNvPr id="15" name="Food 3 ب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6" name="Food picture 3" descr="Food picture 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85000" y="4064000"/>
            <a:ext cx="1905000" cy="1905000"/>
          </a:xfrm>
          <a:prstGeom prst="rect">
            <a:avLst/>
          </a:prstGeom>
        </p:spPr>
      </p:pic>
      <p:sp>
        <p:nvSpPr>
          <p:cNvPr id="17" name="Food letter 3" descr="بُ"/>
          <p:cNvSpPr/>
          <p:nvPr/>
        </p:nvSpPr>
        <p:spPr>
          <a:xfrm>
            <a:off x="742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بُ</a:t>
            </a:r>
          </a:p>
        </p:txBody>
      </p:sp>
      <p:grpSp>
        <p:nvGrpSpPr>
          <p:cNvPr id="18" name="Food 4 ه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Food picture 4" descr="Food picture 4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25000" y="4064000"/>
            <a:ext cx="1905000" cy="1905000"/>
          </a:xfrm>
          <a:prstGeom prst="rect">
            <a:avLst/>
          </a:prstGeom>
        </p:spPr>
      </p:pic>
      <p:sp>
        <p:nvSpPr>
          <p:cNvPr id="20" name="Food letter 4" descr="هُ"/>
          <p:cNvSpPr/>
          <p:nvPr/>
        </p:nvSpPr>
        <p:spPr>
          <a:xfrm>
            <a:off x="996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هُ</a:t>
            </a:r>
          </a:p>
        </p:txBody>
      </p:sp>
      <p:sp>
        <p:nvSpPr>
          <p:cNvPr id="21" name="Next button">
            <a:hlinkClick action="ppaction://hlinksldjump" r:id="rId9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Next arrow">
            <a:hlinkClick action="ppaction://hlinksldjump" r:id="rId9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sound anchor" descr="sound anchor (invisible)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4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5" fill="hold">
                      <p:stCondLst>
                        <p:cond delay="0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4323 0.2130 E" pathEditMode="relative" ptsTypes="AA">
                                      <p:cBhvr>
                                        <p:cTn id="4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1" name="munc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9" presetID="53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" presetClass="exit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8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" fill="hold">
                      <p:stCondLst>
                        <p:cond delay="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27" dur="90" fill="hold" repeatCount="3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2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3" fill="hold">
                      <p:stCondLst>
                        <p:cond delay="0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41" dur="90" fill="hold" repeatCount="3000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4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6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7" fill="hold">
                      <p:stCondLst>
                        <p:cond delay="0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5" dur="90" fill="hold" repeatCount="3000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Build the word:  “khuliqa”  then tap GO!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1900" b="1" lang="en-US">
                <a:solidFill>
                  <a:srgbClr val="2E2640"/>
                </a:solidFill>
                <a:latin typeface="Arial"/>
                <a:cs typeface="Arial"/>
              </a:rPr>
              <a:t>Build the word:  “khuliqa”  then tap GO!</a:t>
            </a:r>
          </a:p>
        </p:txBody>
      </p:sp>
      <p:pic>
        <p:nvPicPr>
          <p:cNvPr id="5" name="Engine" descr="Engi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3937000"/>
            <a:ext cx="2667000" cy="1911350"/>
          </a:xfrm>
          <a:prstGeom prst="rect">
            <a:avLst/>
          </a:prstGeom>
        </p:spPr>
      </p:pic>
      <p:pic>
        <p:nvPicPr>
          <p:cNvPr id="6" name="Wagon 1" descr="Wagon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5000" y="4381500"/>
            <a:ext cx="1778000" cy="1543050"/>
          </a:xfrm>
          <a:prstGeom prst="rect">
            <a:avLst/>
          </a:prstGeom>
        </p:spPr>
      </p:pic>
      <p:pic>
        <p:nvPicPr>
          <p:cNvPr id="7" name="Wagon 2" descr="Wagon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6500" y="4381500"/>
            <a:ext cx="1778000" cy="1543050"/>
          </a:xfrm>
          <a:prstGeom prst="rect">
            <a:avLst/>
          </a:prstGeom>
        </p:spPr>
      </p:pic>
      <p:pic>
        <p:nvPicPr>
          <p:cNvPr id="8" name="Wagon 3" descr="Wagon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4381500"/>
            <a:ext cx="1778000" cy="1543050"/>
          </a:xfrm>
          <a:prstGeom prst="rect">
            <a:avLst/>
          </a:prstGeom>
        </p:spPr>
      </p:pic>
      <p:sp>
        <p:nvSpPr>
          <p:cNvPr id="9" name="Wagon letter 1" descr="خُ"/>
          <p:cNvSpPr/>
          <p:nvPr/>
        </p:nvSpPr>
        <p:spPr>
          <a:xfrm>
            <a:off x="70993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خُ</a:t>
            </a:r>
          </a:p>
        </p:txBody>
      </p:sp>
      <p:sp>
        <p:nvSpPr>
          <p:cNvPr id="10" name="Wagon letter 2" descr="لِ"/>
          <p:cNvSpPr/>
          <p:nvPr/>
        </p:nvSpPr>
        <p:spPr>
          <a:xfrm>
            <a:off x="52578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لِ</a:t>
            </a:r>
          </a:p>
        </p:txBody>
      </p:sp>
      <p:sp>
        <p:nvSpPr>
          <p:cNvPr id="11" name="Wagon letter 3" descr="قَ"/>
          <p:cNvSpPr/>
          <p:nvPr/>
        </p:nvSpPr>
        <p:spPr>
          <a:xfrm>
            <a:off x="34163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قَ</a:t>
            </a:r>
          </a:p>
        </p:txBody>
      </p:sp>
      <p:sp>
        <p:nvSpPr>
          <p:cNvPr id="12" name="Card قَ" descr="قَ"/>
          <p:cNvSpPr/>
          <p:nvPr/>
        </p:nvSpPr>
        <p:spPr>
          <a:xfrm>
            <a:off x="3302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قَ</a:t>
            </a:r>
          </a:p>
        </p:txBody>
      </p:sp>
      <p:sp>
        <p:nvSpPr>
          <p:cNvPr id="13" name="Card لِ" descr="لِ"/>
          <p:cNvSpPr/>
          <p:nvPr/>
        </p:nvSpPr>
        <p:spPr>
          <a:xfrm>
            <a:off x="4953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لِ</a:t>
            </a:r>
          </a:p>
        </p:txBody>
      </p:sp>
      <p:sp>
        <p:nvSpPr>
          <p:cNvPr id="14" name="Card خُ" descr="خُ"/>
          <p:cNvSpPr/>
          <p:nvPr/>
        </p:nvSpPr>
        <p:spPr>
          <a:xfrm>
            <a:off x="6604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خُ</a:t>
            </a:r>
          </a:p>
        </p:txBody>
      </p:sp>
      <p:sp>
        <p:nvSpPr>
          <p:cNvPr id="15" name="GO button" descr="GO!"/>
          <p:cNvSpPr/>
          <p:nvPr/>
        </p:nvSpPr>
        <p:spPr>
          <a:xfrm>
            <a:off x="9271000" y="1905000"/>
            <a:ext cx="1460500" cy="889000"/>
          </a:xfrm>
          <a:prstGeom prst="roundRect">
            <a:avLst>
              <a:gd name="adj" fmla="val 30000"/>
            </a:avLst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800" b="1" lang="en-US">
                <a:solidFill>
                  <a:srgbClr val="FFFFFF"/>
                </a:solidFill>
                <a:latin typeface="Arial"/>
                <a:cs typeface="Arial"/>
              </a:rPr>
              <a:t>GO!</a:t>
            </a:r>
          </a:p>
        </p:txBody>
      </p:sp>
      <p:sp>
        <p:nvSpPr>
          <p:cNvPr id="16" name="Word" descr="خُلِقَ"/>
          <p:cNvSpPr/>
          <p:nvPr/>
        </p:nvSpPr>
        <p:spPr>
          <a:xfrm>
            <a:off x="2921000" y="2984500"/>
            <a:ext cx="6350000" cy="1905000"/>
          </a:xfrm>
          <a:prstGeom prst="roundRect">
            <a:avLst>
              <a:gd name="adj" fmla="val 20000"/>
            </a:avLst>
          </a:prstGeom>
          <a:solidFill>
            <a:srgbClr val="FFFFFF">
              <a:alpha val="94000"/>
            </a:srgbClr>
          </a:solidFill>
          <a:ln w="762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9600" b="1" lang="ar-SA">
                <a:solidFill>
                  <a:srgbClr val="2E2640"/>
                </a:solidFill>
                <a:latin typeface="Arial"/>
                <a:cs typeface="Arial"/>
              </a:rPr>
              <a:t>خُلِقَ</a:t>
            </a:r>
          </a:p>
        </p:txBody>
      </p:sp>
      <p:sp>
        <p:nvSpPr>
          <p:cNvPr id="17" name="Next button">
            <a:hlinkClick action="ppaction://hlinksldjump" r:id="rId5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Next arrow">
            <a:hlinkClick action="ppaction://hlinksldjump" r:id="rId5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9" name="sound anchor" descr="sound anchor (invisible)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" dur="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audio>
                                      <p:cMediaNode vol="90000">
                                        <p:cTn id="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2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" dur="3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3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5" restart="whenNotActive" fill="hold" evtFilter="cancelBubble" nodeType="interactiveSeq">
                <p:stCondLst>
                  <p:cond evt="onClick" delay="0">
                    <p:tgtEl>
                      <p:spTgt spid="1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6" fill="hold">
                      <p:stCondLst>
                        <p:cond delay="0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audio>
                                      <p:cMediaNode vol="90000">
                                        <p:cTn id="1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4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3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3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7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8" fill="hold">
                      <p:stCondLst>
                        <p:cond delay="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" dur="2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audio>
                                      <p:cMediaNode vol="90000">
                                        <p:cTn id="3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6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" dur="3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3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5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6" fill="hold">
                      <p:stCondLst>
                        <p:cond delay="0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4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whistle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4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43" dur="2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6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45" dur="2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8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47" dur="2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0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49" dur="2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2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51" dur="2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4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53" dur="2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6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55" dur="2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1" presetID="53" presetClass="entr" presetSubtype="0" fill="hold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" presetClass="entr" presetSubtype="0" fill="hold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6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cheer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 “fu”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Catch  “fu”</a:t>
            </a:r>
          </a:p>
        </p:txBody>
      </p:sp>
      <p:sp>
        <p:nvSpPr>
          <p:cNvPr id="5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9" name="Fish 1 ض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0" name="Fish picture 1" descr="Fish 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651000"/>
            <a:ext cx="2286000" cy="1416050"/>
          </a:xfrm>
          <a:prstGeom prst="rect">
            <a:avLst/>
          </a:prstGeom>
        </p:spPr>
      </p:pic>
      <p:sp>
        <p:nvSpPr>
          <p:cNvPr id="11" name="Fish letter 1" descr="ضُ"/>
          <p:cNvSpPr/>
          <p:nvPr/>
        </p:nvSpPr>
        <p:spPr>
          <a:xfrm>
            <a:off x="1682750" y="1885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ضُ</a:t>
            </a:r>
          </a:p>
        </p:txBody>
      </p:sp>
      <p:grpSp>
        <p:nvGrpSpPr>
          <p:cNvPr id="12" name="Fish 2 ي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3" name="Fish picture 2" descr="Fish 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500" y="1905000"/>
            <a:ext cx="2286000" cy="1416050"/>
          </a:xfrm>
          <a:prstGeom prst="rect">
            <a:avLst/>
          </a:prstGeom>
        </p:spPr>
      </p:pic>
      <p:sp>
        <p:nvSpPr>
          <p:cNvPr id="14" name="Fish letter 2" descr="يُ"/>
          <p:cNvSpPr/>
          <p:nvPr/>
        </p:nvSpPr>
        <p:spPr>
          <a:xfrm>
            <a:off x="7207250" y="2139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يُ</a:t>
            </a:r>
          </a:p>
        </p:txBody>
      </p:sp>
      <p:grpSp>
        <p:nvGrpSpPr>
          <p:cNvPr id="15" name="Fish 3 ع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6" name="Fish picture 3" descr="Fish pictur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56000" y="3302000"/>
            <a:ext cx="2286000" cy="1416050"/>
          </a:xfrm>
          <a:prstGeom prst="rect">
            <a:avLst/>
          </a:prstGeom>
        </p:spPr>
      </p:pic>
      <p:sp>
        <p:nvSpPr>
          <p:cNvPr id="17" name="Fish letter 3" descr="عُ"/>
          <p:cNvSpPr/>
          <p:nvPr/>
        </p:nvSpPr>
        <p:spPr>
          <a:xfrm>
            <a:off x="4095750" y="3536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عُ</a:t>
            </a:r>
          </a:p>
        </p:txBody>
      </p:sp>
      <p:grpSp>
        <p:nvGrpSpPr>
          <p:cNvPr id="18" name="Fish 4 ف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Fish picture 4" descr="Fish picture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72500" y="3810000"/>
            <a:ext cx="2286000" cy="1416050"/>
          </a:xfrm>
          <a:prstGeom prst="rect">
            <a:avLst/>
          </a:prstGeom>
        </p:spPr>
      </p:pic>
      <p:sp>
        <p:nvSpPr>
          <p:cNvPr id="20" name="Fish letter 4" descr="فُ"/>
          <p:cNvSpPr/>
          <p:nvPr/>
        </p:nvSpPr>
        <p:spPr>
          <a:xfrm>
            <a:off x="9112250" y="4044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فُ</a:t>
            </a:r>
          </a:p>
        </p:txBody>
      </p:sp>
      <p:grpSp>
        <p:nvGrpSpPr>
          <p:cNvPr id="21" name="Fish 5 ف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22" name="Fish picture 5" descr="Fish 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7500" y="4826000"/>
            <a:ext cx="2286000" cy="1416050"/>
          </a:xfrm>
          <a:prstGeom prst="rect">
            <a:avLst/>
          </a:prstGeom>
        </p:spPr>
      </p:pic>
      <p:sp>
        <p:nvSpPr>
          <p:cNvPr id="23" name="Fish letter 5" descr="فُ"/>
          <p:cNvSpPr/>
          <p:nvPr/>
        </p:nvSpPr>
        <p:spPr>
          <a:xfrm>
            <a:off x="2127250" y="5060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فُ</a:t>
            </a:r>
          </a:p>
        </p:txBody>
      </p:sp>
      <p:sp>
        <p:nvSpPr>
          <p:cNvPr id="24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4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6" dur="29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8" dur="320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0" dur="350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2" dur="3800" fill="hold" repeatCount="indefinite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9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16" dur="90" fill="hold" repeatCount="3000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1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5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6" fill="hold">
                      <p:stCondLst>
                        <p:cond delay="0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22" dur="90" fill="hold" repeatCount="3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2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1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2" fill="hold">
                      <p:stCondLst>
                        <p:cond delay="0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28" dur="90" fill="hold" repeatCount="3000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2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5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6" fill="hold">
                      <p:stCondLst>
                        <p:cond delay="0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4" dur="150" fill="hold"/>
                                        <p:tgtEl>
                                          <p:spTgt spid="18"/>
                                        </p:tgtEl>
                                      </p:cBhvr>
                                      <p:by x="120000" y="120000"/>
                                    </p:animScale>
                                    <p:audio>
                                      <p:cMediaNode vol="90000">
                                        <p:cTn id="3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spla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9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9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0" fill="hold">
                      <p:stCondLst>
                        <p:cond delay="0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8" dur="150" fill="hold"/>
                                        <p:tgtEl>
                                          <p:spTgt spid="21"/>
                                        </p:tgtEl>
                                      </p:cBhvr>
                                      <p:by x="120000" y="120000"/>
                                    </p:animScale>
                                    <p:audio>
                                      <p:cMediaNode vol="90000">
                                        <p:cTn id="4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spla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3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 “fu”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Tap every  “fu”</a:t>
            </a:r>
          </a:p>
        </p:txBody>
      </p:sp>
      <p:sp>
        <p:nvSpPr>
          <p:cNvPr id="5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Star place 3"/>
          <p:cNvSpPr/>
          <p:nvPr/>
        </p:nvSpPr>
        <p:spPr>
          <a:xfrm>
            <a:off x="12954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Star 3"/>
          <p:cNvSpPr/>
          <p:nvPr/>
        </p:nvSpPr>
        <p:spPr>
          <a:xfrm>
            <a:off x="12954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ile 1 حُ" descr="حُ"/>
          <p:cNvSpPr/>
          <p:nvPr/>
        </p:nvSpPr>
        <p:spPr>
          <a:xfrm>
            <a:off x="2635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حُ</a:t>
            </a:r>
          </a:p>
        </p:txBody>
      </p:sp>
      <p:sp>
        <p:nvSpPr>
          <p:cNvPr id="13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ile 2 ضُ" descr="ضُ"/>
          <p:cNvSpPr/>
          <p:nvPr/>
        </p:nvSpPr>
        <p:spPr>
          <a:xfrm>
            <a:off x="5429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ضُ</a:t>
            </a:r>
          </a:p>
        </p:txBody>
      </p:sp>
      <p:sp>
        <p:nvSpPr>
          <p:cNvPr id="15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ile 3 طُ" descr="طُ"/>
          <p:cNvSpPr/>
          <p:nvPr/>
        </p:nvSpPr>
        <p:spPr>
          <a:xfrm>
            <a:off x="8223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طُ</a:t>
            </a:r>
          </a:p>
        </p:txBody>
      </p:sp>
      <p:sp>
        <p:nvSpPr>
          <p:cNvPr id="17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ile 4 فُ" descr="فُ"/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فُ</a:t>
            </a:r>
          </a:p>
        </p:txBody>
      </p:sp>
      <p:sp>
        <p:nvSpPr>
          <p:cNvPr id="19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ile 5 فُ" descr="فُ"/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فُ</a:t>
            </a:r>
          </a:p>
        </p:txBody>
      </p:sp>
      <p:sp>
        <p:nvSpPr>
          <p:cNvPr id="21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ile 6 فُ" descr="فُ"/>
          <p:cNvSpPr/>
          <p:nvPr/>
        </p:nvSpPr>
        <p:spPr>
          <a:xfrm>
            <a:off x="8223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فُ</a:t>
            </a:r>
          </a:p>
        </p:txBody>
      </p:sp>
      <p:sp>
        <p:nvSpPr>
          <p:cNvPr id="23" name="Next button">
            <a:hlinkClick action="ppaction://hlinksldjump" r:id="rId3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Next arrow">
            <a:hlinkClick action="ppaction://hlinksldjump" r:id="rId3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4" dur="85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23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6" dur="97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46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8" dur="109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69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0" dur="121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92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2" dur="1330" fill="hold" repeatCount="indefinite" autoRev="1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11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4" dur="1450" fill="hold" repeatCount="indefinite" autoRev="1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1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2" fill="hold">
                      <p:stCondLst>
                        <p:cond delay="0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18" dur="90" fill="hold" repeatCount="3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1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7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8" fill="hold">
                      <p:stCondLst>
                        <p:cond delay="0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24" dur="90" fill="hold" repeatCount="3000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2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30" dur="90" fill="hold" repeatCount="3000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7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8" fill="hold">
                      <p:stCondLst>
                        <p:cond delay="0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36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on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1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" dur="2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53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1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2" fill="hold">
                      <p:stCondLst>
                        <p:cond delay="0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50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on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5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2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53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75" restart="whenNotActive" fill="hold" evtFilter="cancelBubble" nodeType="interactiveSeq">
                <p:stCondLst>
                  <p:cond evt="onClick" delay="0">
                    <p:tgtEl>
                      <p:spTgt spid="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6" fill="hold">
                      <p:stCondLst>
                        <p:cond delay="0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4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6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on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69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" dur="2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53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1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 “qu”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Pop  “qu”</a:t>
            </a:r>
          </a:p>
        </p:txBody>
      </p:sp>
      <p:sp>
        <p:nvSpPr>
          <p:cNvPr id="5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9" name="Balloon 1 ي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0" name="Balloon picture 1" descr="Balloon 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1905000"/>
            <a:ext cx="1651000" cy="2857500"/>
          </a:xfrm>
          <a:prstGeom prst="rect">
            <a:avLst/>
          </a:prstGeom>
        </p:spPr>
      </p:pic>
      <p:sp>
        <p:nvSpPr>
          <p:cNvPr id="11" name="Balloon letter 1" descr="يُ"/>
          <p:cNvSpPr/>
          <p:nvPr/>
        </p:nvSpPr>
        <p:spPr>
          <a:xfrm>
            <a:off x="95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يُ</a:t>
            </a:r>
          </a:p>
        </p:txBody>
      </p:sp>
      <p:grpSp>
        <p:nvGrpSpPr>
          <p:cNvPr id="12" name="Balloon 2 ه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3" name="Balloon picture 2" descr="Balloon 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0" y="2286000"/>
            <a:ext cx="1651000" cy="2857500"/>
          </a:xfrm>
          <a:prstGeom prst="rect">
            <a:avLst/>
          </a:prstGeom>
        </p:spPr>
      </p:pic>
      <p:sp>
        <p:nvSpPr>
          <p:cNvPr id="14" name="Balloon letter 2" descr="هُ"/>
          <p:cNvSpPr/>
          <p:nvPr/>
        </p:nvSpPr>
        <p:spPr>
          <a:xfrm>
            <a:off x="3175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هُ</a:t>
            </a:r>
          </a:p>
        </p:txBody>
      </p:sp>
      <p:grpSp>
        <p:nvGrpSpPr>
          <p:cNvPr id="15" name="Balloon 3 ق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6" name="Balloon picture 3" descr="Balloon 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0500" y="1905000"/>
            <a:ext cx="1651000" cy="2857500"/>
          </a:xfrm>
          <a:prstGeom prst="rect">
            <a:avLst/>
          </a:prstGeom>
        </p:spPr>
      </p:pic>
      <p:sp>
        <p:nvSpPr>
          <p:cNvPr id="17" name="Balloon letter 3" descr="قُ"/>
          <p:cNvSpPr/>
          <p:nvPr/>
        </p:nvSpPr>
        <p:spPr>
          <a:xfrm>
            <a:off x="5397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قُ</a:t>
            </a:r>
          </a:p>
        </p:txBody>
      </p:sp>
      <p:grpSp>
        <p:nvGrpSpPr>
          <p:cNvPr id="18" name="Balloon 4 ق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Balloon picture 4" descr="Balloon picture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3000" y="2286000"/>
            <a:ext cx="1651000" cy="2857500"/>
          </a:xfrm>
          <a:prstGeom prst="rect">
            <a:avLst/>
          </a:prstGeom>
        </p:spPr>
      </p:pic>
      <p:sp>
        <p:nvSpPr>
          <p:cNvPr id="20" name="Balloon letter 4" descr="قُ"/>
          <p:cNvSpPr/>
          <p:nvPr/>
        </p:nvSpPr>
        <p:spPr>
          <a:xfrm>
            <a:off x="7620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قُ</a:t>
            </a:r>
          </a:p>
        </p:txBody>
      </p:sp>
      <p:grpSp>
        <p:nvGrpSpPr>
          <p:cNvPr id="21" name="Balloon 5 ز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22" name="Balloon picture 5" descr="Balloon 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15500" y="1905000"/>
            <a:ext cx="1651000" cy="2857500"/>
          </a:xfrm>
          <a:prstGeom prst="rect">
            <a:avLst/>
          </a:prstGeom>
        </p:spPr>
      </p:pic>
      <p:sp>
        <p:nvSpPr>
          <p:cNvPr id="23" name="Balloon letter 5" descr="زُ"/>
          <p:cNvSpPr/>
          <p:nvPr/>
        </p:nvSpPr>
        <p:spPr>
          <a:xfrm>
            <a:off x="984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زُ</a:t>
            </a:r>
          </a:p>
        </p:txBody>
      </p:sp>
      <p:sp>
        <p:nvSpPr>
          <p:cNvPr id="24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4" dur="15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6" dur="167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8" dur="184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0" dur="201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2" dur="2180" fill="hold" repeatCount="indefinite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9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16" dur="90" fill="hold" repeatCount="3000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1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5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6" fill="hold">
                      <p:stCondLst>
                        <p:cond delay="0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22" dur="90" fill="hold" repeatCount="3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2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9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0" fill="hold">
                      <p:stCondLst>
                        <p:cond delay="0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8" dur="150" fill="hold"/>
                                        <p:tgtEl>
                                          <p:spTgt spid="15"/>
                                        </p:tgtEl>
                                      </p:cBhvr>
                                      <p:by x="125000" y="125000"/>
                                    </p:animScale>
                                    <p:audio>
                                      <p:cMediaNode vol="90000">
                                        <p:cTn id="2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3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2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3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4" fill="hold">
                      <p:stCondLst>
                        <p:cond delay="0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2" dur="150" fill="hold"/>
                                        <p:tgtEl>
                                          <p:spTgt spid="18"/>
                                        </p:tgtEl>
                                      </p:cBhvr>
                                      <p:by x="125000" y="125000"/>
                                    </p:animScale>
                                    <p:audio>
                                      <p:cMediaNode vol="90000">
                                        <p:cTn id="4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7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" dur="2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9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9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0" fill="hold">
                      <p:stCondLst>
                        <p:cond delay="0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6" dur="90" fill="hold" repeatCount="3000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921000" y="190500"/>
            <a:ext cx="635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Feed me  “qu”!"/>
          <p:cNvSpPr/>
          <p:nvPr/>
        </p:nvSpPr>
        <p:spPr>
          <a:xfrm>
            <a:off x="3048000" y="190500"/>
            <a:ext cx="6096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Feed me  “qu”!</a:t>
            </a:r>
          </a:p>
        </p:txBody>
      </p:sp>
      <p:pic>
        <p:nvPicPr>
          <p:cNvPr id="5" name="Monster (hungry)" descr="Monster (hungry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pic>
        <p:nvPicPr>
          <p:cNvPr id="6" name="Monster (chewing)" descr="Monster (chewing)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pic>
        <p:nvPicPr>
          <p:cNvPr id="7" name="Monster (no thanks)" descr="Monster (no thanks)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sp>
        <p:nvSpPr>
          <p:cNvPr id="8" name="Yummy" descr="Yummy!"/>
          <p:cNvSpPr/>
          <p:nvPr/>
        </p:nvSpPr>
        <p:spPr>
          <a:xfrm>
            <a:off x="3556000" y="1460500"/>
            <a:ext cx="2413000" cy="1270000"/>
          </a:xfrm>
          <a:prstGeom prst="cloudCallout">
            <a:avLst/>
          </a:prstGeom>
          <a:solidFill>
            <a:srgbClr val="FFFFFF"/>
          </a:solidFill>
          <a:ln w="381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3200" b="1" lang="en-US">
                <a:solidFill>
                  <a:srgbClr val="E5536F"/>
                </a:solidFill>
                <a:latin typeface="Arial"/>
                <a:cs typeface="Arial"/>
              </a:rPr>
              <a:t>Yummy!</a:t>
            </a:r>
          </a:p>
        </p:txBody>
      </p:sp>
      <p:grpSp>
        <p:nvGrpSpPr>
          <p:cNvPr id="9" name="Food 1 ث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0" name="Food picture 1" descr="Food picture 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0" y="1778000"/>
            <a:ext cx="1905000" cy="1905000"/>
          </a:xfrm>
          <a:prstGeom prst="rect">
            <a:avLst/>
          </a:prstGeom>
        </p:spPr>
      </p:pic>
      <p:sp>
        <p:nvSpPr>
          <p:cNvPr id="11" name="Food letter 1" descr="ثُ"/>
          <p:cNvSpPr/>
          <p:nvPr/>
        </p:nvSpPr>
        <p:spPr>
          <a:xfrm>
            <a:off x="742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ثُ</a:t>
            </a:r>
          </a:p>
        </p:txBody>
      </p:sp>
      <p:grpSp>
        <p:nvGrpSpPr>
          <p:cNvPr id="12" name="Food 2 ج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3" name="Food picture 2" descr="Food picture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25000" y="1778000"/>
            <a:ext cx="1905000" cy="1905000"/>
          </a:xfrm>
          <a:prstGeom prst="rect">
            <a:avLst/>
          </a:prstGeom>
        </p:spPr>
      </p:pic>
      <p:sp>
        <p:nvSpPr>
          <p:cNvPr id="14" name="Food letter 2" descr="جُ"/>
          <p:cNvSpPr/>
          <p:nvPr/>
        </p:nvSpPr>
        <p:spPr>
          <a:xfrm>
            <a:off x="996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جُ</a:t>
            </a:r>
          </a:p>
        </p:txBody>
      </p:sp>
      <p:grpSp>
        <p:nvGrpSpPr>
          <p:cNvPr id="15" name="Food 3 ع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6" name="Food picture 3" descr="Food picture 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85000" y="4064000"/>
            <a:ext cx="1905000" cy="1905000"/>
          </a:xfrm>
          <a:prstGeom prst="rect">
            <a:avLst/>
          </a:prstGeom>
        </p:spPr>
      </p:pic>
      <p:sp>
        <p:nvSpPr>
          <p:cNvPr id="17" name="Food letter 3" descr="عُ"/>
          <p:cNvSpPr/>
          <p:nvPr/>
        </p:nvSpPr>
        <p:spPr>
          <a:xfrm>
            <a:off x="742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عُ</a:t>
            </a:r>
          </a:p>
        </p:txBody>
      </p:sp>
      <p:grpSp>
        <p:nvGrpSpPr>
          <p:cNvPr id="18" name="Food 4 ق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Food picture 4" descr="Food picture 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25000" y="4064000"/>
            <a:ext cx="1905000" cy="1905000"/>
          </a:xfrm>
          <a:prstGeom prst="rect">
            <a:avLst/>
          </a:prstGeom>
        </p:spPr>
      </p:pic>
      <p:sp>
        <p:nvSpPr>
          <p:cNvPr id="20" name="Food letter 4" descr="قُ"/>
          <p:cNvSpPr/>
          <p:nvPr/>
        </p:nvSpPr>
        <p:spPr>
          <a:xfrm>
            <a:off x="996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قُ</a:t>
            </a:r>
          </a:p>
        </p:txBody>
      </p:sp>
      <p:sp>
        <p:nvSpPr>
          <p:cNvPr id="21" name="Next button">
            <a:hlinkClick action="ppaction://hlinksldjump" r:id="rId8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Next arrow">
            <a:hlinkClick action="ppaction://hlinksldjump" r:id="rId8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sound anchor" descr="sound anchor (invisible)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15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6" fill="hold">
                      <p:stCondLst>
                        <p:cond delay="0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4" dur="90" fill="hold" repeatCount="3000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9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0" fill="hold">
                      <p:stCondLst>
                        <p:cond delay="0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18" dur="90" fill="hold" repeatCount="3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1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2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3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4" fill="hold">
                      <p:stCondLst>
                        <p:cond delay="0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32" dur="90" fill="hold" repeatCount="3000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6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6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7" fill="hold">
                      <p:stCondLst>
                        <p:cond delay="0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6406 -0.1204 E" pathEditMode="relative" ptsTypes="AA">
                                      <p:cBhvr>
                                        <p:cTn id="46" dur="7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9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" presetID="1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5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1" name="munc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61" presetID="53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" presetClass="exit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 “ku”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Catch  “ku”</a:t>
            </a:r>
          </a:p>
        </p:txBody>
      </p:sp>
      <p:sp>
        <p:nvSpPr>
          <p:cNvPr id="5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9" name="Fish 1 ك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0" name="Fish picture 1" descr="Fish 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651000"/>
            <a:ext cx="2286000" cy="1416050"/>
          </a:xfrm>
          <a:prstGeom prst="rect">
            <a:avLst/>
          </a:prstGeom>
        </p:spPr>
      </p:pic>
      <p:sp>
        <p:nvSpPr>
          <p:cNvPr id="11" name="Fish letter 1" descr="كُ"/>
          <p:cNvSpPr/>
          <p:nvPr/>
        </p:nvSpPr>
        <p:spPr>
          <a:xfrm>
            <a:off x="1682750" y="1885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كُ</a:t>
            </a:r>
          </a:p>
        </p:txBody>
      </p:sp>
      <p:grpSp>
        <p:nvGrpSpPr>
          <p:cNvPr id="12" name="Fish 2 ز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3" name="Fish picture 2" descr="Fish 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500" y="1905000"/>
            <a:ext cx="2286000" cy="1416050"/>
          </a:xfrm>
          <a:prstGeom prst="rect">
            <a:avLst/>
          </a:prstGeom>
        </p:spPr>
      </p:pic>
      <p:sp>
        <p:nvSpPr>
          <p:cNvPr id="14" name="Fish letter 2" descr="زُ"/>
          <p:cNvSpPr/>
          <p:nvPr/>
        </p:nvSpPr>
        <p:spPr>
          <a:xfrm>
            <a:off x="7207250" y="2139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زُ</a:t>
            </a:r>
          </a:p>
        </p:txBody>
      </p:sp>
      <p:grpSp>
        <p:nvGrpSpPr>
          <p:cNvPr id="15" name="Fish 3 ك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6" name="Fish picture 3" descr="Fish pictur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56000" y="3302000"/>
            <a:ext cx="2286000" cy="1416050"/>
          </a:xfrm>
          <a:prstGeom prst="rect">
            <a:avLst/>
          </a:prstGeom>
        </p:spPr>
      </p:pic>
      <p:sp>
        <p:nvSpPr>
          <p:cNvPr id="17" name="Fish letter 3" descr="كُ"/>
          <p:cNvSpPr/>
          <p:nvPr/>
        </p:nvSpPr>
        <p:spPr>
          <a:xfrm>
            <a:off x="4095750" y="3536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كُ</a:t>
            </a:r>
          </a:p>
        </p:txBody>
      </p:sp>
      <p:grpSp>
        <p:nvGrpSpPr>
          <p:cNvPr id="18" name="Fish 4 ل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Fish picture 4" descr="Fish picture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2500" y="3810000"/>
            <a:ext cx="2286000" cy="1416050"/>
          </a:xfrm>
          <a:prstGeom prst="rect">
            <a:avLst/>
          </a:prstGeom>
        </p:spPr>
      </p:pic>
      <p:sp>
        <p:nvSpPr>
          <p:cNvPr id="20" name="Fish letter 4" descr="لُ"/>
          <p:cNvSpPr/>
          <p:nvPr/>
        </p:nvSpPr>
        <p:spPr>
          <a:xfrm>
            <a:off x="9112250" y="4044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لُ</a:t>
            </a:r>
          </a:p>
        </p:txBody>
      </p:sp>
      <p:grpSp>
        <p:nvGrpSpPr>
          <p:cNvPr id="21" name="Fish 5 ب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22" name="Fish picture 5" descr="Fish 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7500" y="4826000"/>
            <a:ext cx="2286000" cy="1416050"/>
          </a:xfrm>
          <a:prstGeom prst="rect">
            <a:avLst/>
          </a:prstGeom>
        </p:spPr>
      </p:pic>
      <p:sp>
        <p:nvSpPr>
          <p:cNvPr id="23" name="Fish letter 5" descr="بُ"/>
          <p:cNvSpPr/>
          <p:nvPr/>
        </p:nvSpPr>
        <p:spPr>
          <a:xfrm>
            <a:off x="2127250" y="5060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بُ</a:t>
            </a:r>
          </a:p>
        </p:txBody>
      </p:sp>
      <p:sp>
        <p:nvSpPr>
          <p:cNvPr id="24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4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6" dur="29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8" dur="320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0" dur="350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2" dur="3800" fill="hold" repeatCount="indefinite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7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8" fill="hold">
                      <p:stCondLst>
                        <p:cond delay="0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6" dur="150" fill="hold"/>
                                        <p:tgtEl>
                                          <p:spTgt spid="9"/>
                                        </p:tgtEl>
                                      </p:cBhvr>
                                      <p:by x="120000" y="120000"/>
                                    </p:animScale>
                                    <p:audio>
                                      <p:cMediaNode vol="90000">
                                        <p:cTn id="1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spla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1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30" dur="90" fill="hold" repeatCount="3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7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8" fill="hold">
                      <p:stCondLst>
                        <p:cond delay="0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6" dur="150" fill="hold"/>
                                        <p:tgtEl>
                                          <p:spTgt spid="15"/>
                                        </p:tgtEl>
                                      </p:cBhvr>
                                      <p:by x="120000" y="120000"/>
                                    </p:animScale>
                                    <p:audio>
                                      <p:cMediaNode vol="90000">
                                        <p:cTn id="3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spla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1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3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4" fill="hold">
                      <p:stCondLst>
                        <p:cond delay="0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0" dur="90" fill="hold" repeatCount="3000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9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0" fill="hold">
                      <p:stCondLst>
                        <p:cond delay="0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6" dur="90" fill="hold" repeatCount="3000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 “ku”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Tap every  “ku”</a:t>
            </a:r>
          </a:p>
        </p:txBody>
      </p:sp>
      <p:sp>
        <p:nvSpPr>
          <p:cNvPr id="5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Star place 3"/>
          <p:cNvSpPr/>
          <p:nvPr/>
        </p:nvSpPr>
        <p:spPr>
          <a:xfrm>
            <a:off x="12954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Star 3"/>
          <p:cNvSpPr/>
          <p:nvPr/>
        </p:nvSpPr>
        <p:spPr>
          <a:xfrm>
            <a:off x="12954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ile 1 غُ" descr="غُ"/>
          <p:cNvSpPr/>
          <p:nvPr/>
        </p:nvSpPr>
        <p:spPr>
          <a:xfrm>
            <a:off x="2635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غُ</a:t>
            </a:r>
          </a:p>
        </p:txBody>
      </p:sp>
      <p:sp>
        <p:nvSpPr>
          <p:cNvPr id="13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ile 2 كُ" descr="كُ"/>
          <p:cNvSpPr/>
          <p:nvPr/>
        </p:nvSpPr>
        <p:spPr>
          <a:xfrm>
            <a:off x="5429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كُ</a:t>
            </a:r>
          </a:p>
        </p:txBody>
      </p:sp>
      <p:sp>
        <p:nvSpPr>
          <p:cNvPr id="15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ile 3 كُ" descr="كُ"/>
          <p:cNvSpPr/>
          <p:nvPr/>
        </p:nvSpPr>
        <p:spPr>
          <a:xfrm>
            <a:off x="8223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كُ</a:t>
            </a:r>
          </a:p>
        </p:txBody>
      </p:sp>
      <p:sp>
        <p:nvSpPr>
          <p:cNvPr id="17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ile 4 شُ" descr="شُ"/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شُ</a:t>
            </a:r>
          </a:p>
        </p:txBody>
      </p:sp>
      <p:sp>
        <p:nvSpPr>
          <p:cNvPr id="19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ile 5 كُ" descr="كُ"/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كُ</a:t>
            </a:r>
          </a:p>
        </p:txBody>
      </p:sp>
      <p:sp>
        <p:nvSpPr>
          <p:cNvPr id="21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ile 6 حُ" descr="حُ"/>
          <p:cNvSpPr/>
          <p:nvPr/>
        </p:nvSpPr>
        <p:spPr>
          <a:xfrm>
            <a:off x="8223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حُ</a:t>
            </a:r>
          </a:p>
        </p:txBody>
      </p:sp>
      <p:sp>
        <p:nvSpPr>
          <p:cNvPr id="23" name="Next button">
            <a:hlinkClick action="ppaction://hlinksldjump" r:id="rId3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Next arrow">
            <a:hlinkClick action="ppaction://hlinksldjump" r:id="rId3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4" dur="85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23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6" dur="97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46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8" dur="109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69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0" dur="121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92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2" dur="1330" fill="hold" repeatCount="indefinite" autoRev="1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11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4" dur="1450" fill="hold" repeatCount="indefinite" autoRev="1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1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2" fill="hold">
                      <p:stCondLst>
                        <p:cond delay="0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18" dur="90" fill="hold" repeatCount="3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1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5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6" fill="hold">
                      <p:stCondLst>
                        <p:cond delay="0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24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2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on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9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2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53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9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0" fill="hold">
                      <p:stCondLst>
                        <p:cond delay="0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38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on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3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2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53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5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5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6" fill="hold">
                      <p:stCondLst>
                        <p:cond delay="0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2" dur="90" fill="hold" repeatCount="3000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9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0" fill="hold">
                      <p:stCondLst>
                        <p:cond delay="0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58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on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63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" dur="2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" presetID="53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75" restart="whenNotActive" fill="hold" evtFilter="cancelBubble" nodeType="interactiveSeq">
                <p:stCondLst>
                  <p:cond evt="onClick" delay="0">
                    <p:tgtEl>
                      <p:spTgt spid="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6" fill="hold">
                      <p:stCondLst>
                        <p:cond delay="0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72" dur="90" fill="hold" repeatCount="3000" autoRev="1"/>
                                        <p:tgtEl>
                                          <p:spTgt spid="2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7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Open a gift and read it!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300" b="1" lang="en-US">
                <a:solidFill>
                  <a:srgbClr val="2E2640"/>
                </a:solidFill>
                <a:latin typeface="Arial"/>
                <a:cs typeface="Arial"/>
              </a:rPr>
              <a:t>Open a gift and read it!</a:t>
            </a:r>
          </a:p>
        </p:txBody>
      </p:sp>
      <p:sp>
        <p:nvSpPr>
          <p:cNvPr id="5" name="Card 1 كُضُ" descr="كُضُ"/>
          <p:cNvSpPr/>
          <p:nvPr/>
        </p:nvSpPr>
        <p:spPr>
          <a:xfrm>
            <a:off x="1047750" y="2063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كُضُ</a:t>
            </a:r>
          </a:p>
        </p:txBody>
      </p:sp>
      <p:grpSp>
        <p:nvGrpSpPr>
          <p:cNvPr id="6" name="Gift 1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7" name="Gift box 1" descr="Gift box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00" y="2317750"/>
            <a:ext cx="2286000" cy="1333500"/>
          </a:xfrm>
          <a:prstGeom prst="rect">
            <a:avLst/>
          </a:prstGeom>
        </p:spPr>
      </p:pic>
      <p:pic>
        <p:nvPicPr>
          <p:cNvPr id="8" name="Gift lid 1" descr="Gift lid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" y="1682750"/>
            <a:ext cx="2476500" cy="1238250"/>
          </a:xfrm>
          <a:prstGeom prst="rect">
            <a:avLst/>
          </a:prstGeom>
        </p:spPr>
      </p:pic>
      <p:sp>
        <p:nvSpPr>
          <p:cNvPr id="9" name="Card 2 فُمُ" descr="فُمُ"/>
          <p:cNvSpPr/>
          <p:nvPr/>
        </p:nvSpPr>
        <p:spPr>
          <a:xfrm>
            <a:off x="3714750" y="2063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فُمُ</a:t>
            </a:r>
          </a:p>
        </p:txBody>
      </p:sp>
      <p:grpSp>
        <p:nvGrpSpPr>
          <p:cNvPr id="10" name="Gift 2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1" name="Gift box 2" descr="Gift box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9500" y="2317750"/>
            <a:ext cx="2286000" cy="1333500"/>
          </a:xfrm>
          <a:prstGeom prst="rect">
            <a:avLst/>
          </a:prstGeom>
        </p:spPr>
      </p:pic>
      <p:pic>
        <p:nvPicPr>
          <p:cNvPr id="12" name="Gift lid 2" descr="Gift lid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24250" y="1682750"/>
            <a:ext cx="2476500" cy="1238250"/>
          </a:xfrm>
          <a:prstGeom prst="rect">
            <a:avLst/>
          </a:prstGeom>
        </p:spPr>
      </p:pic>
      <p:sp>
        <p:nvSpPr>
          <p:cNvPr id="13" name="Card 3 غُ" descr="غُ"/>
          <p:cNvSpPr/>
          <p:nvPr/>
        </p:nvSpPr>
        <p:spPr>
          <a:xfrm>
            <a:off x="6381750" y="2063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غُ</a:t>
            </a:r>
          </a:p>
        </p:txBody>
      </p:sp>
      <p:grpSp>
        <p:nvGrpSpPr>
          <p:cNvPr id="14" name="Gift 3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5" name="Gift box 3" descr="Gift box 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86500" y="2317750"/>
            <a:ext cx="2286000" cy="1333500"/>
          </a:xfrm>
          <a:prstGeom prst="rect">
            <a:avLst/>
          </a:prstGeom>
        </p:spPr>
      </p:pic>
      <p:pic>
        <p:nvPicPr>
          <p:cNvPr id="16" name="Gift lid 3" descr="Gift lid 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1250" y="1682750"/>
            <a:ext cx="2476500" cy="1238250"/>
          </a:xfrm>
          <a:prstGeom prst="rect">
            <a:avLst/>
          </a:prstGeom>
        </p:spPr>
      </p:pic>
      <p:sp>
        <p:nvSpPr>
          <p:cNvPr id="17" name="Card 4 قُ" descr="قُ"/>
          <p:cNvSpPr/>
          <p:nvPr/>
        </p:nvSpPr>
        <p:spPr>
          <a:xfrm>
            <a:off x="9048750" y="2063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قُ</a:t>
            </a:r>
          </a:p>
        </p:txBody>
      </p:sp>
      <p:grpSp>
        <p:nvGrpSpPr>
          <p:cNvPr id="18" name="Gift 4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Gift box 4" descr="Gift box 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53500" y="2317750"/>
            <a:ext cx="2286000" cy="1333500"/>
          </a:xfrm>
          <a:prstGeom prst="rect">
            <a:avLst/>
          </a:prstGeom>
        </p:spPr>
      </p:pic>
      <p:pic>
        <p:nvPicPr>
          <p:cNvPr id="20" name="Gift lid 4" descr="Gift lid 4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58250" y="1682750"/>
            <a:ext cx="2476500" cy="1238250"/>
          </a:xfrm>
          <a:prstGeom prst="rect">
            <a:avLst/>
          </a:prstGeom>
        </p:spPr>
      </p:pic>
      <p:sp>
        <p:nvSpPr>
          <p:cNvPr id="21" name="Card 5 كُ" descr="كُ"/>
          <p:cNvSpPr/>
          <p:nvPr/>
        </p:nvSpPr>
        <p:spPr>
          <a:xfrm>
            <a:off x="1047750" y="4476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كُ</a:t>
            </a:r>
          </a:p>
        </p:txBody>
      </p:sp>
      <p:grpSp>
        <p:nvGrpSpPr>
          <p:cNvPr id="22" name="Gift 5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23" name="Gift box 5" descr="Gift box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00" y="4730750"/>
            <a:ext cx="2286000" cy="1333500"/>
          </a:xfrm>
          <a:prstGeom prst="rect">
            <a:avLst/>
          </a:prstGeom>
        </p:spPr>
      </p:pic>
      <p:pic>
        <p:nvPicPr>
          <p:cNvPr id="24" name="Gift lid 5" descr="Gift lid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" y="4095750"/>
            <a:ext cx="2476500" cy="1238250"/>
          </a:xfrm>
          <a:prstGeom prst="rect">
            <a:avLst/>
          </a:prstGeom>
        </p:spPr>
      </p:pic>
      <p:sp>
        <p:nvSpPr>
          <p:cNvPr id="25" name="Card 6 قُمُ" descr="قُمُ"/>
          <p:cNvSpPr/>
          <p:nvPr/>
        </p:nvSpPr>
        <p:spPr>
          <a:xfrm>
            <a:off x="3714750" y="4476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قُمُ</a:t>
            </a:r>
          </a:p>
        </p:txBody>
      </p:sp>
      <p:grpSp>
        <p:nvGrpSpPr>
          <p:cNvPr id="26" name="Gift 6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27" name="Gift box 6" descr="Gift box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9500" y="4730750"/>
            <a:ext cx="2286000" cy="1333500"/>
          </a:xfrm>
          <a:prstGeom prst="rect">
            <a:avLst/>
          </a:prstGeom>
        </p:spPr>
      </p:pic>
      <p:pic>
        <p:nvPicPr>
          <p:cNvPr id="28" name="Gift lid 6" descr="Gift lid 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24250" y="4095750"/>
            <a:ext cx="2476500" cy="1238250"/>
          </a:xfrm>
          <a:prstGeom prst="rect">
            <a:avLst/>
          </a:prstGeom>
        </p:spPr>
      </p:pic>
      <p:sp>
        <p:nvSpPr>
          <p:cNvPr id="29" name="Card 7 غُهُ" descr="غُهُ"/>
          <p:cNvSpPr/>
          <p:nvPr/>
        </p:nvSpPr>
        <p:spPr>
          <a:xfrm>
            <a:off x="6381750" y="4476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غُهُ</a:t>
            </a:r>
          </a:p>
        </p:txBody>
      </p:sp>
      <p:grpSp>
        <p:nvGrpSpPr>
          <p:cNvPr id="30" name="Gift 7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31" name="Gift box 7" descr="Gift box 7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86500" y="4730750"/>
            <a:ext cx="2286000" cy="1333500"/>
          </a:xfrm>
          <a:prstGeom prst="rect">
            <a:avLst/>
          </a:prstGeom>
        </p:spPr>
      </p:pic>
      <p:pic>
        <p:nvPicPr>
          <p:cNvPr id="32" name="Gift lid 7" descr="Gift lid 7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1250" y="4095750"/>
            <a:ext cx="2476500" cy="1238250"/>
          </a:xfrm>
          <a:prstGeom prst="rect">
            <a:avLst/>
          </a:prstGeom>
        </p:spPr>
      </p:pic>
      <p:sp>
        <p:nvSpPr>
          <p:cNvPr id="33" name="Card 8 فُ" descr="فُ"/>
          <p:cNvSpPr/>
          <p:nvPr/>
        </p:nvSpPr>
        <p:spPr>
          <a:xfrm>
            <a:off x="9048750" y="4476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فُ</a:t>
            </a:r>
          </a:p>
        </p:txBody>
      </p:sp>
      <p:grpSp>
        <p:nvGrpSpPr>
          <p:cNvPr id="34" name="Gift 8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35" name="Gift box 8" descr="Gift box 8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53500" y="4730750"/>
            <a:ext cx="2286000" cy="1333500"/>
          </a:xfrm>
          <a:prstGeom prst="rect">
            <a:avLst/>
          </a:prstGeom>
        </p:spPr>
      </p:pic>
      <p:pic>
        <p:nvPicPr>
          <p:cNvPr id="36" name="Gift lid 8" descr="Gift lid 8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58250" y="4095750"/>
            <a:ext cx="2476500" cy="1238250"/>
          </a:xfrm>
          <a:prstGeom prst="rect">
            <a:avLst/>
          </a:prstGeom>
        </p:spPr>
      </p:pic>
      <p:sp>
        <p:nvSpPr>
          <p:cNvPr id="37" name="Next button">
            <a:hlinkClick action="ppaction://hlinksldjump" r:id="rId11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Next arrow">
            <a:hlinkClick action="ppaction://hlinksldjump" r:id="rId11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10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1" fill="hold">
                      <p:stCondLst>
                        <p:cond delay="0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4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9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19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13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1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8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8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9" fill="hold">
                      <p:stCondLst>
                        <p:cond delay="0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22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2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7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7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8" fill="hold">
                      <p:stCondLst>
                        <p:cond delay="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31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3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6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6" restart="whenNotActive" fill="hold" evtFilter="cancelBubble" nodeType="interactiveSeq">
                <p:stCondLst>
                  <p:cond evt="onClick" delay="0">
                    <p:tgtEl>
                      <p:spTgt spid="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7" fill="hold">
                      <p:stCondLst>
                        <p:cond delay="0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40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4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5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5" restart="whenNotActive" fill="hold" evtFilter="cancelBubble" nodeType="interactiveSeq">
                <p:stCondLst>
                  <p:cond evt="onClick" delay="0">
                    <p:tgtEl>
                      <p:spTgt spid="2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6" fill="hold">
                      <p:stCondLst>
                        <p:cond delay="0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49" dur="4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5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4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4" restart="whenNotActive" fill="hold" evtFilter="cancelBubble" nodeType="interactiveSeq">
                <p:stCondLst>
                  <p:cond evt="onClick" delay="0">
                    <p:tgtEl>
                      <p:spTgt spid="3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5" fill="hold">
                      <p:stCondLst>
                        <p:cond delay="0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58" dur="4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5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63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73" restart="whenNotActive" fill="hold" evtFilter="cancelBubble" nodeType="interactiveSeq">
                <p:stCondLst>
                  <p:cond evt="onClick" delay="0">
                    <p:tgtEl>
                      <p:spTgt spid="3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4" fill="hold">
                      <p:stCondLst>
                        <p:cond delay="0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67" dur="4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6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72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0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Build the word:  “ḥasuna”  then tap GO!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000" b="1" lang="en-US">
                <a:solidFill>
                  <a:srgbClr val="2E2640"/>
                </a:solidFill>
                <a:latin typeface="Arial"/>
                <a:cs typeface="Arial"/>
              </a:rPr>
              <a:t>Build the word:  “ḥasuna”  then tap GO!</a:t>
            </a:r>
          </a:p>
        </p:txBody>
      </p:sp>
      <p:pic>
        <p:nvPicPr>
          <p:cNvPr id="5" name="Engine" descr="Engi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3937000"/>
            <a:ext cx="2667000" cy="1911350"/>
          </a:xfrm>
          <a:prstGeom prst="rect">
            <a:avLst/>
          </a:prstGeom>
        </p:spPr>
      </p:pic>
      <p:pic>
        <p:nvPicPr>
          <p:cNvPr id="6" name="Wagon 1" descr="Wagon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5000" y="4381500"/>
            <a:ext cx="1778000" cy="1543050"/>
          </a:xfrm>
          <a:prstGeom prst="rect">
            <a:avLst/>
          </a:prstGeom>
        </p:spPr>
      </p:pic>
      <p:pic>
        <p:nvPicPr>
          <p:cNvPr id="7" name="Wagon 2" descr="Wagon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6500" y="4381500"/>
            <a:ext cx="1778000" cy="1543050"/>
          </a:xfrm>
          <a:prstGeom prst="rect">
            <a:avLst/>
          </a:prstGeom>
        </p:spPr>
      </p:pic>
      <p:pic>
        <p:nvPicPr>
          <p:cNvPr id="8" name="Wagon 3" descr="Wagon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4381500"/>
            <a:ext cx="1778000" cy="1543050"/>
          </a:xfrm>
          <a:prstGeom prst="rect">
            <a:avLst/>
          </a:prstGeom>
        </p:spPr>
      </p:pic>
      <p:sp>
        <p:nvSpPr>
          <p:cNvPr id="9" name="Wagon letter 1" descr="حَ"/>
          <p:cNvSpPr/>
          <p:nvPr/>
        </p:nvSpPr>
        <p:spPr>
          <a:xfrm>
            <a:off x="70993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حَ</a:t>
            </a:r>
          </a:p>
        </p:txBody>
      </p:sp>
      <p:sp>
        <p:nvSpPr>
          <p:cNvPr id="10" name="Wagon letter 2" descr="سُ"/>
          <p:cNvSpPr/>
          <p:nvPr/>
        </p:nvSpPr>
        <p:spPr>
          <a:xfrm>
            <a:off x="52578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سُ</a:t>
            </a:r>
          </a:p>
        </p:txBody>
      </p:sp>
      <p:sp>
        <p:nvSpPr>
          <p:cNvPr id="11" name="Wagon letter 3" descr="نَ"/>
          <p:cNvSpPr/>
          <p:nvPr/>
        </p:nvSpPr>
        <p:spPr>
          <a:xfrm>
            <a:off x="34163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نَ</a:t>
            </a:r>
          </a:p>
        </p:txBody>
      </p:sp>
      <p:sp>
        <p:nvSpPr>
          <p:cNvPr id="12" name="Card نَ" descr="نَ"/>
          <p:cNvSpPr/>
          <p:nvPr/>
        </p:nvSpPr>
        <p:spPr>
          <a:xfrm>
            <a:off x="3302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نَ</a:t>
            </a:r>
          </a:p>
        </p:txBody>
      </p:sp>
      <p:sp>
        <p:nvSpPr>
          <p:cNvPr id="13" name="Card سُ" descr="سُ"/>
          <p:cNvSpPr/>
          <p:nvPr/>
        </p:nvSpPr>
        <p:spPr>
          <a:xfrm>
            <a:off x="4953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سُ</a:t>
            </a:r>
          </a:p>
        </p:txBody>
      </p:sp>
      <p:sp>
        <p:nvSpPr>
          <p:cNvPr id="14" name="Card حَ" descr="حَ"/>
          <p:cNvSpPr/>
          <p:nvPr/>
        </p:nvSpPr>
        <p:spPr>
          <a:xfrm>
            <a:off x="6604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حَ</a:t>
            </a:r>
          </a:p>
        </p:txBody>
      </p:sp>
      <p:sp>
        <p:nvSpPr>
          <p:cNvPr id="15" name="GO button" descr="GO!"/>
          <p:cNvSpPr/>
          <p:nvPr/>
        </p:nvSpPr>
        <p:spPr>
          <a:xfrm>
            <a:off x="9271000" y="1905000"/>
            <a:ext cx="1460500" cy="889000"/>
          </a:xfrm>
          <a:prstGeom prst="roundRect">
            <a:avLst>
              <a:gd name="adj" fmla="val 30000"/>
            </a:avLst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800" b="1" lang="en-US">
                <a:solidFill>
                  <a:srgbClr val="FFFFFF"/>
                </a:solidFill>
                <a:latin typeface="Arial"/>
                <a:cs typeface="Arial"/>
              </a:rPr>
              <a:t>GO!</a:t>
            </a:r>
          </a:p>
        </p:txBody>
      </p:sp>
      <p:sp>
        <p:nvSpPr>
          <p:cNvPr id="16" name="Word" descr="حَسُنَ"/>
          <p:cNvSpPr/>
          <p:nvPr/>
        </p:nvSpPr>
        <p:spPr>
          <a:xfrm>
            <a:off x="2921000" y="2984500"/>
            <a:ext cx="6350000" cy="1905000"/>
          </a:xfrm>
          <a:prstGeom prst="roundRect">
            <a:avLst>
              <a:gd name="adj" fmla="val 20000"/>
            </a:avLst>
          </a:prstGeom>
          <a:solidFill>
            <a:srgbClr val="FFFFFF">
              <a:alpha val="94000"/>
            </a:srgbClr>
          </a:solidFill>
          <a:ln w="762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9600" b="1" lang="ar-SA">
                <a:solidFill>
                  <a:srgbClr val="2E2640"/>
                </a:solidFill>
                <a:latin typeface="Arial"/>
                <a:cs typeface="Arial"/>
              </a:rPr>
              <a:t>حَسُنَ</a:t>
            </a:r>
          </a:p>
        </p:txBody>
      </p:sp>
      <p:sp>
        <p:nvSpPr>
          <p:cNvPr id="17" name="Next button">
            <a:hlinkClick action="ppaction://hlinksldjump" r:id="rId5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Next arrow">
            <a:hlinkClick action="ppaction://hlinksldjump" r:id="rId5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9" name="sound anchor" descr="sound anchor (invisible)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" dur="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audio>
                                      <p:cMediaNode vol="90000">
                                        <p:cTn id="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2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" dur="3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3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5" restart="whenNotActive" fill="hold" evtFilter="cancelBubble" nodeType="interactiveSeq">
                <p:stCondLst>
                  <p:cond evt="onClick" delay="0">
                    <p:tgtEl>
                      <p:spTgt spid="1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6" fill="hold">
                      <p:stCondLst>
                        <p:cond delay="0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audio>
                                      <p:cMediaNode vol="90000">
                                        <p:cTn id="1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4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3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3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7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8" fill="hold">
                      <p:stCondLst>
                        <p:cond delay="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" dur="2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audio>
                                      <p:cMediaNode vol="90000">
                                        <p:cTn id="3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6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" dur="3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3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5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6" fill="hold">
                      <p:stCondLst>
                        <p:cond delay="0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4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whistle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4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43" dur="2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6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45" dur="2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8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47" dur="2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0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49" dur="2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2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51" dur="2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4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53" dur="2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6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55" dur="2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1" presetID="53" presetClass="entr" presetSubtype="0" fill="hold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" presetClass="entr" presetSubtype="0" fill="hold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6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cheer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 “lu”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Pop  “lu”</a:t>
            </a:r>
          </a:p>
        </p:txBody>
      </p:sp>
      <p:sp>
        <p:nvSpPr>
          <p:cNvPr id="5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9" name="Balloon 1 أ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0" name="Balloon picture 1" descr="Balloon 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1905000"/>
            <a:ext cx="1651000" cy="2857500"/>
          </a:xfrm>
          <a:prstGeom prst="rect">
            <a:avLst/>
          </a:prstGeom>
        </p:spPr>
      </p:pic>
      <p:sp>
        <p:nvSpPr>
          <p:cNvPr id="11" name="Balloon letter 1" descr="أُ"/>
          <p:cNvSpPr/>
          <p:nvPr/>
        </p:nvSpPr>
        <p:spPr>
          <a:xfrm>
            <a:off x="95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أُ</a:t>
            </a:r>
          </a:p>
        </p:txBody>
      </p:sp>
      <p:grpSp>
        <p:nvGrpSpPr>
          <p:cNvPr id="12" name="Balloon 2 ح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3" name="Balloon picture 2" descr="Balloon 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0" y="2286000"/>
            <a:ext cx="1651000" cy="2857500"/>
          </a:xfrm>
          <a:prstGeom prst="rect">
            <a:avLst/>
          </a:prstGeom>
        </p:spPr>
      </p:pic>
      <p:sp>
        <p:nvSpPr>
          <p:cNvPr id="14" name="Balloon letter 2" descr="حُ"/>
          <p:cNvSpPr/>
          <p:nvPr/>
        </p:nvSpPr>
        <p:spPr>
          <a:xfrm>
            <a:off x="3175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حُ</a:t>
            </a:r>
          </a:p>
        </p:txBody>
      </p:sp>
      <p:grpSp>
        <p:nvGrpSpPr>
          <p:cNvPr id="15" name="Balloon 3 ق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6" name="Balloon picture 3" descr="Balloon pictur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70500" y="1905000"/>
            <a:ext cx="1651000" cy="2857500"/>
          </a:xfrm>
          <a:prstGeom prst="rect">
            <a:avLst/>
          </a:prstGeom>
        </p:spPr>
      </p:pic>
      <p:sp>
        <p:nvSpPr>
          <p:cNvPr id="17" name="Balloon letter 3" descr="قُ"/>
          <p:cNvSpPr/>
          <p:nvPr/>
        </p:nvSpPr>
        <p:spPr>
          <a:xfrm>
            <a:off x="5397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قُ</a:t>
            </a:r>
          </a:p>
        </p:txBody>
      </p:sp>
      <p:grpSp>
        <p:nvGrpSpPr>
          <p:cNvPr id="18" name="Balloon 4 ل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Balloon picture 4" descr="Balloon picture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3000" y="2286000"/>
            <a:ext cx="1651000" cy="2857500"/>
          </a:xfrm>
          <a:prstGeom prst="rect">
            <a:avLst/>
          </a:prstGeom>
        </p:spPr>
      </p:pic>
      <p:sp>
        <p:nvSpPr>
          <p:cNvPr id="20" name="Balloon letter 4" descr="لُ"/>
          <p:cNvSpPr/>
          <p:nvPr/>
        </p:nvSpPr>
        <p:spPr>
          <a:xfrm>
            <a:off x="7620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لُ</a:t>
            </a:r>
          </a:p>
        </p:txBody>
      </p:sp>
      <p:grpSp>
        <p:nvGrpSpPr>
          <p:cNvPr id="21" name="Balloon 5 ل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22" name="Balloon picture 5" descr="Balloon picture 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15500" y="1905000"/>
            <a:ext cx="1651000" cy="2857500"/>
          </a:xfrm>
          <a:prstGeom prst="rect">
            <a:avLst/>
          </a:prstGeom>
        </p:spPr>
      </p:pic>
      <p:sp>
        <p:nvSpPr>
          <p:cNvPr id="23" name="Balloon letter 5" descr="لُ"/>
          <p:cNvSpPr/>
          <p:nvPr/>
        </p:nvSpPr>
        <p:spPr>
          <a:xfrm>
            <a:off x="984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لُ</a:t>
            </a:r>
          </a:p>
        </p:txBody>
      </p:sp>
      <p:sp>
        <p:nvSpPr>
          <p:cNvPr id="24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4" dur="15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6" dur="167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8" dur="184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0" dur="201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2" dur="2180" fill="hold" repeatCount="indefinite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9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16" dur="90" fill="hold" repeatCount="3000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1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5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6" fill="hold">
                      <p:stCondLst>
                        <p:cond delay="0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22" dur="90" fill="hold" repeatCount="3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2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1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2" fill="hold">
                      <p:stCondLst>
                        <p:cond delay="0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28" dur="90" fill="hold" repeatCount="3000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2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5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6" fill="hold">
                      <p:stCondLst>
                        <p:cond delay="0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4" dur="150" fill="hold"/>
                                        <p:tgtEl>
                                          <p:spTgt spid="18"/>
                                        </p:tgtEl>
                                      </p:cBhvr>
                                      <p:by x="125000" y="125000"/>
                                    </p:animScale>
                                    <p:audio>
                                      <p:cMediaNode vol="90000">
                                        <p:cTn id="3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9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" dur="2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9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0" fill="hold">
                      <p:stCondLst>
                        <p:cond delay="0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8" dur="150" fill="hold"/>
                                        <p:tgtEl>
                                          <p:spTgt spid="21"/>
                                        </p:tgtEl>
                                      </p:cBhvr>
                                      <p:by x="125000" y="125000"/>
                                    </p:animScale>
                                    <p:audio>
                                      <p:cMediaNode vol="90000">
                                        <p:cTn id="4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3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" dur="2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921000" y="190500"/>
            <a:ext cx="635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Feed me  “lu”!"/>
          <p:cNvSpPr/>
          <p:nvPr/>
        </p:nvSpPr>
        <p:spPr>
          <a:xfrm>
            <a:off x="3048000" y="190500"/>
            <a:ext cx="6096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Feed me  “lu”!</a:t>
            </a:r>
          </a:p>
        </p:txBody>
      </p:sp>
      <p:pic>
        <p:nvPicPr>
          <p:cNvPr id="5" name="Monster (hungry)" descr="Monster (hungry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pic>
        <p:nvPicPr>
          <p:cNvPr id="6" name="Monster (chewing)" descr="Monster (chewing)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pic>
        <p:nvPicPr>
          <p:cNvPr id="7" name="Monster (no thanks)" descr="Monster (no thanks)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sp>
        <p:nvSpPr>
          <p:cNvPr id="8" name="Yummy" descr="Yummy!"/>
          <p:cNvSpPr/>
          <p:nvPr/>
        </p:nvSpPr>
        <p:spPr>
          <a:xfrm>
            <a:off x="3556000" y="1460500"/>
            <a:ext cx="2413000" cy="1270000"/>
          </a:xfrm>
          <a:prstGeom prst="cloudCallout">
            <a:avLst/>
          </a:prstGeom>
          <a:solidFill>
            <a:srgbClr val="FFFFFF"/>
          </a:solidFill>
          <a:ln w="381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3200" b="1" lang="en-US">
                <a:solidFill>
                  <a:srgbClr val="E5536F"/>
                </a:solidFill>
                <a:latin typeface="Arial"/>
                <a:cs typeface="Arial"/>
              </a:rPr>
              <a:t>Yummy!</a:t>
            </a:r>
          </a:p>
        </p:txBody>
      </p:sp>
      <p:grpSp>
        <p:nvGrpSpPr>
          <p:cNvPr id="9" name="Food 1 ل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0" name="Food picture 1" descr="Food picture 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0" y="1778000"/>
            <a:ext cx="1905000" cy="1905000"/>
          </a:xfrm>
          <a:prstGeom prst="rect">
            <a:avLst/>
          </a:prstGeom>
        </p:spPr>
      </p:pic>
      <p:sp>
        <p:nvSpPr>
          <p:cNvPr id="11" name="Food letter 1" descr="لُ"/>
          <p:cNvSpPr/>
          <p:nvPr/>
        </p:nvSpPr>
        <p:spPr>
          <a:xfrm>
            <a:off x="742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لُ</a:t>
            </a:r>
          </a:p>
        </p:txBody>
      </p:sp>
      <p:grpSp>
        <p:nvGrpSpPr>
          <p:cNvPr id="12" name="Food 2 ه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3" name="Food picture 2" descr="Food picture 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25000" y="1778000"/>
            <a:ext cx="1905000" cy="1905000"/>
          </a:xfrm>
          <a:prstGeom prst="rect">
            <a:avLst/>
          </a:prstGeom>
        </p:spPr>
      </p:pic>
      <p:sp>
        <p:nvSpPr>
          <p:cNvPr id="14" name="Food letter 2" descr="هُ"/>
          <p:cNvSpPr/>
          <p:nvPr/>
        </p:nvSpPr>
        <p:spPr>
          <a:xfrm>
            <a:off x="996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هُ</a:t>
            </a:r>
          </a:p>
        </p:txBody>
      </p:sp>
      <p:grpSp>
        <p:nvGrpSpPr>
          <p:cNvPr id="15" name="Food 3 و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6" name="Food picture 3" descr="Food picture 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85000" y="4064000"/>
            <a:ext cx="1905000" cy="1905000"/>
          </a:xfrm>
          <a:prstGeom prst="rect">
            <a:avLst/>
          </a:prstGeom>
        </p:spPr>
      </p:pic>
      <p:sp>
        <p:nvSpPr>
          <p:cNvPr id="17" name="Food letter 3" descr="وُ"/>
          <p:cNvSpPr/>
          <p:nvPr/>
        </p:nvSpPr>
        <p:spPr>
          <a:xfrm>
            <a:off x="742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وُ</a:t>
            </a:r>
          </a:p>
        </p:txBody>
      </p:sp>
      <p:grpSp>
        <p:nvGrpSpPr>
          <p:cNvPr id="18" name="Food 4 أ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Food picture 4" descr="Food picture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25000" y="4064000"/>
            <a:ext cx="1905000" cy="1905000"/>
          </a:xfrm>
          <a:prstGeom prst="rect">
            <a:avLst/>
          </a:prstGeom>
        </p:spPr>
      </p:pic>
      <p:sp>
        <p:nvSpPr>
          <p:cNvPr id="20" name="Food letter 4" descr="أُ"/>
          <p:cNvSpPr/>
          <p:nvPr/>
        </p:nvSpPr>
        <p:spPr>
          <a:xfrm>
            <a:off x="996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أُ</a:t>
            </a:r>
          </a:p>
        </p:txBody>
      </p:sp>
      <p:sp>
        <p:nvSpPr>
          <p:cNvPr id="21" name="Next button">
            <a:hlinkClick action="ppaction://hlinksldjump" r:id="rId9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Next arrow">
            <a:hlinkClick action="ppaction://hlinksldjump" r:id="rId9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sound anchor" descr="sound anchor (invisible)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4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5" fill="hold">
                      <p:stCondLst>
                        <p:cond delay="0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4323 0.2130 E" pathEditMode="relative" ptsTypes="AA">
                                      <p:cBhvr>
                                        <p:cTn id="4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1" name="munc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9" presetID="53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" presetClass="exit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8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" fill="hold">
                      <p:stCondLst>
                        <p:cond delay="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27" dur="90" fill="hold" repeatCount="3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2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3" fill="hold">
                      <p:stCondLst>
                        <p:cond delay="0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41" dur="90" fill="hold" repeatCount="3000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4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6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7" fill="hold">
                      <p:stCondLst>
                        <p:cond delay="0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5" dur="90" fill="hold" repeatCount="3000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 “mu”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Catch  “mu”</a:t>
            </a:r>
          </a:p>
        </p:txBody>
      </p:sp>
      <p:sp>
        <p:nvSpPr>
          <p:cNvPr id="5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9" name="Fish 1 ض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0" name="Fish picture 1" descr="Fish 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651000"/>
            <a:ext cx="2286000" cy="1416050"/>
          </a:xfrm>
          <a:prstGeom prst="rect">
            <a:avLst/>
          </a:prstGeom>
        </p:spPr>
      </p:pic>
      <p:sp>
        <p:nvSpPr>
          <p:cNvPr id="11" name="Fish letter 1" descr="ضُ"/>
          <p:cNvSpPr/>
          <p:nvPr/>
        </p:nvSpPr>
        <p:spPr>
          <a:xfrm>
            <a:off x="1682750" y="1885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ضُ</a:t>
            </a:r>
          </a:p>
        </p:txBody>
      </p:sp>
      <p:grpSp>
        <p:nvGrpSpPr>
          <p:cNvPr id="12" name="Fish 2 م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3" name="Fish picture 2" descr="Fish 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500" y="1905000"/>
            <a:ext cx="2286000" cy="1416050"/>
          </a:xfrm>
          <a:prstGeom prst="rect">
            <a:avLst/>
          </a:prstGeom>
        </p:spPr>
      </p:pic>
      <p:sp>
        <p:nvSpPr>
          <p:cNvPr id="14" name="Fish letter 2" descr="مُ"/>
          <p:cNvSpPr/>
          <p:nvPr/>
        </p:nvSpPr>
        <p:spPr>
          <a:xfrm>
            <a:off x="7207250" y="2139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مُ</a:t>
            </a:r>
          </a:p>
        </p:txBody>
      </p:sp>
      <p:grpSp>
        <p:nvGrpSpPr>
          <p:cNvPr id="15" name="Fish 3 ج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6" name="Fish picture 3" descr="Fish pictur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56000" y="3302000"/>
            <a:ext cx="2286000" cy="1416050"/>
          </a:xfrm>
          <a:prstGeom prst="rect">
            <a:avLst/>
          </a:prstGeom>
        </p:spPr>
      </p:pic>
      <p:sp>
        <p:nvSpPr>
          <p:cNvPr id="17" name="Fish letter 3" descr="جُ"/>
          <p:cNvSpPr/>
          <p:nvPr/>
        </p:nvSpPr>
        <p:spPr>
          <a:xfrm>
            <a:off x="4095750" y="3536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جُ</a:t>
            </a:r>
          </a:p>
        </p:txBody>
      </p:sp>
      <p:grpSp>
        <p:nvGrpSpPr>
          <p:cNvPr id="18" name="Fish 4 م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Fish picture 4" descr="Fish 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0" y="3810000"/>
            <a:ext cx="2286000" cy="1416050"/>
          </a:xfrm>
          <a:prstGeom prst="rect">
            <a:avLst/>
          </a:prstGeom>
        </p:spPr>
      </p:pic>
      <p:sp>
        <p:nvSpPr>
          <p:cNvPr id="20" name="Fish letter 4" descr="مُ"/>
          <p:cNvSpPr/>
          <p:nvPr/>
        </p:nvSpPr>
        <p:spPr>
          <a:xfrm>
            <a:off x="9112250" y="4044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مُ</a:t>
            </a:r>
          </a:p>
        </p:txBody>
      </p:sp>
      <p:grpSp>
        <p:nvGrpSpPr>
          <p:cNvPr id="21" name="Fish 5 ت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22" name="Fish picture 5" descr="Fish picture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87500" y="4826000"/>
            <a:ext cx="2286000" cy="1416050"/>
          </a:xfrm>
          <a:prstGeom prst="rect">
            <a:avLst/>
          </a:prstGeom>
        </p:spPr>
      </p:pic>
      <p:sp>
        <p:nvSpPr>
          <p:cNvPr id="23" name="Fish letter 5" descr="تُ"/>
          <p:cNvSpPr/>
          <p:nvPr/>
        </p:nvSpPr>
        <p:spPr>
          <a:xfrm>
            <a:off x="2127250" y="5060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تُ</a:t>
            </a:r>
          </a:p>
        </p:txBody>
      </p:sp>
      <p:sp>
        <p:nvSpPr>
          <p:cNvPr id="24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4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6" dur="29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8" dur="320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0" dur="350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2" dur="3800" fill="hold" repeatCount="indefinite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9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16" dur="90" fill="hold" repeatCount="3000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1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2" dur="150" fill="hold"/>
                                        <p:tgtEl>
                                          <p:spTgt spid="12"/>
                                        </p:tgtEl>
                                      </p:cBhvr>
                                      <p:by x="120000" y="120000"/>
                                    </p:animScale>
                                    <p:audio>
                                      <p:cMediaNode vol="90000">
                                        <p:cTn id="2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spla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7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9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0" fill="hold">
                      <p:stCondLst>
                        <p:cond delay="0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36" dur="90" fill="hold" repeatCount="3000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3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4" fill="hold">
                      <p:stCondLst>
                        <p:cond delay="0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2" dur="150" fill="hold"/>
                                        <p:tgtEl>
                                          <p:spTgt spid="18"/>
                                        </p:tgtEl>
                                      </p:cBhvr>
                                      <p:by x="120000" y="120000"/>
                                    </p:animScale>
                                    <p:audio>
                                      <p:cMediaNode vol="90000">
                                        <p:cTn id="4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spla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7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9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9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0" fill="hold">
                      <p:stCondLst>
                        <p:cond delay="0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6" dur="90" fill="hold" repeatCount="3000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 “mu”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Tap every  “mu”</a:t>
            </a:r>
          </a:p>
        </p:txBody>
      </p:sp>
      <p:sp>
        <p:nvSpPr>
          <p:cNvPr id="5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Star place 3"/>
          <p:cNvSpPr/>
          <p:nvPr/>
        </p:nvSpPr>
        <p:spPr>
          <a:xfrm>
            <a:off x="12954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Star 3"/>
          <p:cNvSpPr/>
          <p:nvPr/>
        </p:nvSpPr>
        <p:spPr>
          <a:xfrm>
            <a:off x="12954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ile 1 ثُ" descr="ثُ"/>
          <p:cNvSpPr/>
          <p:nvPr/>
        </p:nvSpPr>
        <p:spPr>
          <a:xfrm>
            <a:off x="2635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ثُ</a:t>
            </a:r>
          </a:p>
        </p:txBody>
      </p:sp>
      <p:sp>
        <p:nvSpPr>
          <p:cNvPr id="13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ile 2 مُ" descr="مُ"/>
          <p:cNvSpPr/>
          <p:nvPr/>
        </p:nvSpPr>
        <p:spPr>
          <a:xfrm>
            <a:off x="5429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مُ</a:t>
            </a:r>
          </a:p>
        </p:txBody>
      </p:sp>
      <p:sp>
        <p:nvSpPr>
          <p:cNvPr id="15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ile 3 مُ" descr="مُ"/>
          <p:cNvSpPr/>
          <p:nvPr/>
        </p:nvSpPr>
        <p:spPr>
          <a:xfrm>
            <a:off x="8223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مُ</a:t>
            </a:r>
          </a:p>
        </p:txBody>
      </p:sp>
      <p:sp>
        <p:nvSpPr>
          <p:cNvPr id="17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ile 4 صُ" descr="صُ"/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صُ</a:t>
            </a:r>
          </a:p>
        </p:txBody>
      </p:sp>
      <p:sp>
        <p:nvSpPr>
          <p:cNvPr id="19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ile 5 غُ" descr="غُ"/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غُ</a:t>
            </a:r>
          </a:p>
        </p:txBody>
      </p:sp>
      <p:sp>
        <p:nvSpPr>
          <p:cNvPr id="21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ile 6 مُ" descr="مُ"/>
          <p:cNvSpPr/>
          <p:nvPr/>
        </p:nvSpPr>
        <p:spPr>
          <a:xfrm>
            <a:off x="8223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مُ</a:t>
            </a:r>
          </a:p>
        </p:txBody>
      </p:sp>
      <p:sp>
        <p:nvSpPr>
          <p:cNvPr id="23" name="Next button">
            <a:hlinkClick action="ppaction://hlinksldjump" r:id="rId3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Next arrow">
            <a:hlinkClick action="ppaction://hlinksldjump" r:id="rId3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4" dur="85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23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6" dur="97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46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8" dur="109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69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0" dur="121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92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2" dur="1330" fill="hold" repeatCount="indefinite" autoRev="1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11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4" dur="1450" fill="hold" repeatCount="indefinite" autoRev="1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1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2" fill="hold">
                      <p:stCondLst>
                        <p:cond delay="0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18" dur="90" fill="hold" repeatCount="3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1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5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6" fill="hold">
                      <p:stCondLst>
                        <p:cond delay="0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24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2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on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9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2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53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9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0" fill="hold">
                      <p:stCondLst>
                        <p:cond delay="0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38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on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3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2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53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5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5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6" fill="hold">
                      <p:stCondLst>
                        <p:cond delay="0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2" dur="90" fill="hold" repeatCount="3000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1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2" fill="hold">
                      <p:stCondLst>
                        <p:cond delay="0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8" dur="90" fill="hold" repeatCount="3000" autoRev="1"/>
                                        <p:tgtEl>
                                          <p:spTgt spid="2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75" restart="whenNotActive" fill="hold" evtFilter="cancelBubble" nodeType="interactiveSeq">
                <p:stCondLst>
                  <p:cond evt="onClick" delay="0">
                    <p:tgtEl>
                      <p:spTgt spid="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6" fill="hold">
                      <p:stCondLst>
                        <p:cond delay="0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4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6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on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69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" dur="2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53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1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 “hu”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Pop  “hu”</a:t>
            </a:r>
          </a:p>
        </p:txBody>
      </p:sp>
      <p:sp>
        <p:nvSpPr>
          <p:cNvPr id="5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9" name="Balloon 1 ه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0" name="Balloon picture 1" descr="Balloon 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1905000"/>
            <a:ext cx="1651000" cy="2857500"/>
          </a:xfrm>
          <a:prstGeom prst="rect">
            <a:avLst/>
          </a:prstGeom>
        </p:spPr>
      </p:pic>
      <p:sp>
        <p:nvSpPr>
          <p:cNvPr id="11" name="Balloon letter 1" descr="هُ"/>
          <p:cNvSpPr/>
          <p:nvPr/>
        </p:nvSpPr>
        <p:spPr>
          <a:xfrm>
            <a:off x="95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هُ</a:t>
            </a:r>
          </a:p>
        </p:txBody>
      </p:sp>
      <p:grpSp>
        <p:nvGrpSpPr>
          <p:cNvPr id="12" name="Balloon 2 و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3" name="Balloon picture 2" descr="Balloon 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0" y="2286000"/>
            <a:ext cx="1651000" cy="2857500"/>
          </a:xfrm>
          <a:prstGeom prst="rect">
            <a:avLst/>
          </a:prstGeom>
        </p:spPr>
      </p:pic>
      <p:sp>
        <p:nvSpPr>
          <p:cNvPr id="14" name="Balloon letter 2" descr="وُ"/>
          <p:cNvSpPr/>
          <p:nvPr/>
        </p:nvSpPr>
        <p:spPr>
          <a:xfrm>
            <a:off x="3175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وُ</a:t>
            </a:r>
          </a:p>
        </p:txBody>
      </p:sp>
      <p:grpSp>
        <p:nvGrpSpPr>
          <p:cNvPr id="15" name="Balloon 3 ث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6" name="Balloon picture 3" descr="Balloon 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0500" y="1905000"/>
            <a:ext cx="1651000" cy="2857500"/>
          </a:xfrm>
          <a:prstGeom prst="rect">
            <a:avLst/>
          </a:prstGeom>
        </p:spPr>
      </p:pic>
      <p:sp>
        <p:nvSpPr>
          <p:cNvPr id="17" name="Balloon letter 3" descr="ثُ"/>
          <p:cNvSpPr/>
          <p:nvPr/>
        </p:nvSpPr>
        <p:spPr>
          <a:xfrm>
            <a:off x="5397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ثُ</a:t>
            </a:r>
          </a:p>
        </p:txBody>
      </p:sp>
      <p:grpSp>
        <p:nvGrpSpPr>
          <p:cNvPr id="18" name="Balloon 4 ب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Balloon picture 4" descr="Balloon picture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3000" y="2286000"/>
            <a:ext cx="1651000" cy="2857500"/>
          </a:xfrm>
          <a:prstGeom prst="rect">
            <a:avLst/>
          </a:prstGeom>
        </p:spPr>
      </p:pic>
      <p:sp>
        <p:nvSpPr>
          <p:cNvPr id="20" name="Balloon letter 4" descr="بُ"/>
          <p:cNvSpPr/>
          <p:nvPr/>
        </p:nvSpPr>
        <p:spPr>
          <a:xfrm>
            <a:off x="7620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بُ</a:t>
            </a:r>
          </a:p>
        </p:txBody>
      </p:sp>
      <p:grpSp>
        <p:nvGrpSpPr>
          <p:cNvPr id="21" name="Balloon 5 ه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22" name="Balloon picture 5" descr="Balloon picture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15500" y="1905000"/>
            <a:ext cx="1651000" cy="2857500"/>
          </a:xfrm>
          <a:prstGeom prst="rect">
            <a:avLst/>
          </a:prstGeom>
        </p:spPr>
      </p:pic>
      <p:sp>
        <p:nvSpPr>
          <p:cNvPr id="23" name="Balloon letter 5" descr="هُ"/>
          <p:cNvSpPr/>
          <p:nvPr/>
        </p:nvSpPr>
        <p:spPr>
          <a:xfrm>
            <a:off x="984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هُ</a:t>
            </a:r>
          </a:p>
        </p:txBody>
      </p:sp>
      <p:sp>
        <p:nvSpPr>
          <p:cNvPr id="24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4" dur="15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6" dur="167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8" dur="184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0" dur="201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2" dur="2180" fill="hold" repeatCount="indefinite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7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8" fill="hold">
                      <p:stCondLst>
                        <p:cond delay="0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6" dur="150" fill="hold"/>
                                        <p:tgtEl>
                                          <p:spTgt spid="9"/>
                                        </p:tgtEl>
                                      </p:cBhvr>
                                      <p:by x="125000" y="125000"/>
                                    </p:animScale>
                                    <p:audio>
                                      <p:cMediaNode vol="90000">
                                        <p:cTn id="1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1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2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30" dur="90" fill="hold" repeatCount="3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9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0" fill="hold">
                      <p:stCondLst>
                        <p:cond delay="0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36" dur="90" fill="hold" repeatCount="3000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5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6" fill="hold">
                      <p:stCondLst>
                        <p:cond delay="0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42" dur="90" fill="hold" repeatCount="3000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4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9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0" fill="hold">
                      <p:stCondLst>
                        <p:cond delay="0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8" dur="150" fill="hold"/>
                                        <p:tgtEl>
                                          <p:spTgt spid="21"/>
                                        </p:tgtEl>
                                      </p:cBhvr>
                                      <p:by x="125000" y="125000"/>
                                    </p:animScale>
                                    <p:audio>
                                      <p:cMediaNode vol="90000">
                                        <p:cTn id="4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3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" dur="2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921000" y="190500"/>
            <a:ext cx="635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Feed me  “hu”!"/>
          <p:cNvSpPr/>
          <p:nvPr/>
        </p:nvSpPr>
        <p:spPr>
          <a:xfrm>
            <a:off x="3048000" y="190500"/>
            <a:ext cx="6096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Feed me  “hu”!</a:t>
            </a:r>
          </a:p>
        </p:txBody>
      </p:sp>
      <p:pic>
        <p:nvPicPr>
          <p:cNvPr id="5" name="Monster (hungry)" descr="Monster (hungry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pic>
        <p:nvPicPr>
          <p:cNvPr id="6" name="Monster (chewing)" descr="Monster (chewing)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pic>
        <p:nvPicPr>
          <p:cNvPr id="7" name="Monster (no thanks)" descr="Monster (no thanks)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sp>
        <p:nvSpPr>
          <p:cNvPr id="8" name="Yummy" descr="Yummy!"/>
          <p:cNvSpPr/>
          <p:nvPr/>
        </p:nvSpPr>
        <p:spPr>
          <a:xfrm>
            <a:off x="3556000" y="1460500"/>
            <a:ext cx="2413000" cy="1270000"/>
          </a:xfrm>
          <a:prstGeom prst="cloudCallout">
            <a:avLst/>
          </a:prstGeom>
          <a:solidFill>
            <a:srgbClr val="FFFFFF"/>
          </a:solidFill>
          <a:ln w="381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3200" b="1" lang="en-US">
                <a:solidFill>
                  <a:srgbClr val="E5536F"/>
                </a:solidFill>
                <a:latin typeface="Arial"/>
                <a:cs typeface="Arial"/>
              </a:rPr>
              <a:t>Yummy!</a:t>
            </a:r>
          </a:p>
        </p:txBody>
      </p:sp>
      <p:grpSp>
        <p:nvGrpSpPr>
          <p:cNvPr id="9" name="Food 1 ه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0" name="Food picture 1" descr="Food picture 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0" y="1778000"/>
            <a:ext cx="1905000" cy="1905000"/>
          </a:xfrm>
          <a:prstGeom prst="rect">
            <a:avLst/>
          </a:prstGeom>
        </p:spPr>
      </p:pic>
      <p:sp>
        <p:nvSpPr>
          <p:cNvPr id="11" name="Food letter 1" descr="هُ"/>
          <p:cNvSpPr/>
          <p:nvPr/>
        </p:nvSpPr>
        <p:spPr>
          <a:xfrm>
            <a:off x="742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هُ</a:t>
            </a:r>
          </a:p>
        </p:txBody>
      </p:sp>
      <p:grpSp>
        <p:nvGrpSpPr>
          <p:cNvPr id="12" name="Food 2 س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3" name="Food picture 2" descr="Food picture 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25000" y="1778000"/>
            <a:ext cx="1905000" cy="1905000"/>
          </a:xfrm>
          <a:prstGeom prst="rect">
            <a:avLst/>
          </a:prstGeom>
        </p:spPr>
      </p:pic>
      <p:sp>
        <p:nvSpPr>
          <p:cNvPr id="14" name="Food letter 2" descr="سُ"/>
          <p:cNvSpPr/>
          <p:nvPr/>
        </p:nvSpPr>
        <p:spPr>
          <a:xfrm>
            <a:off x="996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سُ</a:t>
            </a:r>
          </a:p>
        </p:txBody>
      </p:sp>
      <p:grpSp>
        <p:nvGrpSpPr>
          <p:cNvPr id="15" name="Food 3 ج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6" name="Food picture 3" descr="Food picture 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85000" y="4064000"/>
            <a:ext cx="1905000" cy="1905000"/>
          </a:xfrm>
          <a:prstGeom prst="rect">
            <a:avLst/>
          </a:prstGeom>
        </p:spPr>
      </p:pic>
      <p:sp>
        <p:nvSpPr>
          <p:cNvPr id="17" name="Food letter 3" descr="جُ"/>
          <p:cNvSpPr/>
          <p:nvPr/>
        </p:nvSpPr>
        <p:spPr>
          <a:xfrm>
            <a:off x="742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جُ</a:t>
            </a:r>
          </a:p>
        </p:txBody>
      </p:sp>
      <p:grpSp>
        <p:nvGrpSpPr>
          <p:cNvPr id="18" name="Food 4 ر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Food picture 4" descr="Food picture 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25000" y="4064000"/>
            <a:ext cx="1905000" cy="1905000"/>
          </a:xfrm>
          <a:prstGeom prst="rect">
            <a:avLst/>
          </a:prstGeom>
        </p:spPr>
      </p:pic>
      <p:sp>
        <p:nvSpPr>
          <p:cNvPr id="20" name="Food letter 4" descr="رُ"/>
          <p:cNvSpPr/>
          <p:nvPr/>
        </p:nvSpPr>
        <p:spPr>
          <a:xfrm>
            <a:off x="996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رُ</a:t>
            </a:r>
          </a:p>
        </p:txBody>
      </p:sp>
      <p:sp>
        <p:nvSpPr>
          <p:cNvPr id="21" name="Next button">
            <a:hlinkClick action="ppaction://hlinksldjump" r:id="rId9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Next arrow">
            <a:hlinkClick action="ppaction://hlinksldjump" r:id="rId9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sound anchor" descr="sound anchor (invisible)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4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5" fill="hold">
                      <p:stCondLst>
                        <p:cond delay="0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4323 0.2130 E" pathEditMode="relative" ptsTypes="AA">
                                      <p:cBhvr>
                                        <p:cTn id="4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1" name="munc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9" presetID="53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" presetClass="exit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8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" fill="hold">
                      <p:stCondLst>
                        <p:cond delay="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27" dur="90" fill="hold" repeatCount="3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2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3" fill="hold">
                      <p:stCondLst>
                        <p:cond delay="0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41" dur="90" fill="hold" repeatCount="3000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4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6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7" fill="hold">
                      <p:stCondLst>
                        <p:cond delay="0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5" dur="90" fill="hold" repeatCount="3000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Build the word:  “naẓufa”  then tap GO!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000" b="1" lang="en-US">
                <a:solidFill>
                  <a:srgbClr val="2E2640"/>
                </a:solidFill>
                <a:latin typeface="Arial"/>
                <a:cs typeface="Arial"/>
              </a:rPr>
              <a:t>Build the word:  “naẓufa”  then tap GO!</a:t>
            </a:r>
          </a:p>
        </p:txBody>
      </p:sp>
      <p:pic>
        <p:nvPicPr>
          <p:cNvPr id="5" name="Engine" descr="Engi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3937000"/>
            <a:ext cx="2667000" cy="1911350"/>
          </a:xfrm>
          <a:prstGeom prst="rect">
            <a:avLst/>
          </a:prstGeom>
        </p:spPr>
      </p:pic>
      <p:pic>
        <p:nvPicPr>
          <p:cNvPr id="6" name="Wagon 1" descr="Wagon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5000" y="4381500"/>
            <a:ext cx="1778000" cy="1543050"/>
          </a:xfrm>
          <a:prstGeom prst="rect">
            <a:avLst/>
          </a:prstGeom>
        </p:spPr>
      </p:pic>
      <p:pic>
        <p:nvPicPr>
          <p:cNvPr id="7" name="Wagon 2" descr="Wagon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6500" y="4381500"/>
            <a:ext cx="1778000" cy="1543050"/>
          </a:xfrm>
          <a:prstGeom prst="rect">
            <a:avLst/>
          </a:prstGeom>
        </p:spPr>
      </p:pic>
      <p:pic>
        <p:nvPicPr>
          <p:cNvPr id="8" name="Wagon 3" descr="Wagon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4381500"/>
            <a:ext cx="1778000" cy="1543050"/>
          </a:xfrm>
          <a:prstGeom prst="rect">
            <a:avLst/>
          </a:prstGeom>
        </p:spPr>
      </p:pic>
      <p:sp>
        <p:nvSpPr>
          <p:cNvPr id="9" name="Wagon letter 1" descr="نَ"/>
          <p:cNvSpPr/>
          <p:nvPr/>
        </p:nvSpPr>
        <p:spPr>
          <a:xfrm>
            <a:off x="70993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نَ</a:t>
            </a:r>
          </a:p>
        </p:txBody>
      </p:sp>
      <p:sp>
        <p:nvSpPr>
          <p:cNvPr id="10" name="Wagon letter 2" descr="ظُ"/>
          <p:cNvSpPr/>
          <p:nvPr/>
        </p:nvSpPr>
        <p:spPr>
          <a:xfrm>
            <a:off x="52578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ظُ</a:t>
            </a:r>
          </a:p>
        </p:txBody>
      </p:sp>
      <p:sp>
        <p:nvSpPr>
          <p:cNvPr id="11" name="Wagon letter 3" descr="فَ"/>
          <p:cNvSpPr/>
          <p:nvPr/>
        </p:nvSpPr>
        <p:spPr>
          <a:xfrm>
            <a:off x="34163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فَ</a:t>
            </a:r>
          </a:p>
        </p:txBody>
      </p:sp>
      <p:sp>
        <p:nvSpPr>
          <p:cNvPr id="12" name="Card نَ" descr="نَ"/>
          <p:cNvSpPr/>
          <p:nvPr/>
        </p:nvSpPr>
        <p:spPr>
          <a:xfrm>
            <a:off x="3302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نَ</a:t>
            </a:r>
          </a:p>
        </p:txBody>
      </p:sp>
      <p:sp>
        <p:nvSpPr>
          <p:cNvPr id="13" name="Card ظُ" descr="ظُ"/>
          <p:cNvSpPr/>
          <p:nvPr/>
        </p:nvSpPr>
        <p:spPr>
          <a:xfrm>
            <a:off x="4953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ظُ</a:t>
            </a:r>
          </a:p>
        </p:txBody>
      </p:sp>
      <p:sp>
        <p:nvSpPr>
          <p:cNvPr id="14" name="Card فَ" descr="فَ"/>
          <p:cNvSpPr/>
          <p:nvPr/>
        </p:nvSpPr>
        <p:spPr>
          <a:xfrm>
            <a:off x="6604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فَ</a:t>
            </a:r>
          </a:p>
        </p:txBody>
      </p:sp>
      <p:sp>
        <p:nvSpPr>
          <p:cNvPr id="15" name="GO button" descr="GO!"/>
          <p:cNvSpPr/>
          <p:nvPr/>
        </p:nvSpPr>
        <p:spPr>
          <a:xfrm>
            <a:off x="9271000" y="1905000"/>
            <a:ext cx="1460500" cy="889000"/>
          </a:xfrm>
          <a:prstGeom prst="roundRect">
            <a:avLst>
              <a:gd name="adj" fmla="val 30000"/>
            </a:avLst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800" b="1" lang="en-US">
                <a:solidFill>
                  <a:srgbClr val="FFFFFF"/>
                </a:solidFill>
                <a:latin typeface="Arial"/>
                <a:cs typeface="Arial"/>
              </a:rPr>
              <a:t>GO!</a:t>
            </a:r>
          </a:p>
        </p:txBody>
      </p:sp>
      <p:sp>
        <p:nvSpPr>
          <p:cNvPr id="16" name="Word" descr="نَظُفَ"/>
          <p:cNvSpPr/>
          <p:nvPr/>
        </p:nvSpPr>
        <p:spPr>
          <a:xfrm>
            <a:off x="2921000" y="2984500"/>
            <a:ext cx="6350000" cy="1905000"/>
          </a:xfrm>
          <a:prstGeom prst="roundRect">
            <a:avLst>
              <a:gd name="adj" fmla="val 20000"/>
            </a:avLst>
          </a:prstGeom>
          <a:solidFill>
            <a:srgbClr val="FFFFFF">
              <a:alpha val="94000"/>
            </a:srgbClr>
          </a:solidFill>
          <a:ln w="762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9600" b="1" lang="ar-SA">
                <a:solidFill>
                  <a:srgbClr val="2E2640"/>
                </a:solidFill>
                <a:latin typeface="Arial"/>
                <a:cs typeface="Arial"/>
              </a:rPr>
              <a:t>نَظُفَ</a:t>
            </a:r>
          </a:p>
        </p:txBody>
      </p:sp>
      <p:sp>
        <p:nvSpPr>
          <p:cNvPr id="17" name="Next button">
            <a:hlinkClick action="ppaction://hlinksldjump" r:id="rId5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Next arrow">
            <a:hlinkClick action="ppaction://hlinksldjump" r:id="rId5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9" name="sound anchor" descr="sound anchor (invisible)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" dur="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audio>
                                      <p:cMediaNode vol="90000">
                                        <p:cTn id="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2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" dur="3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3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5" restart="whenNotActive" fill="hold" evtFilter="cancelBubble" nodeType="interactiveSeq">
                <p:stCondLst>
                  <p:cond evt="onClick" delay="0">
                    <p:tgtEl>
                      <p:spTgt spid="1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6" fill="hold">
                      <p:stCondLst>
                        <p:cond delay="0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audio>
                                      <p:cMediaNode vol="90000">
                                        <p:cTn id="1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4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3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3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7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8" fill="hold">
                      <p:stCondLst>
                        <p:cond delay="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" dur="2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audio>
                                      <p:cMediaNode vol="90000">
                                        <p:cTn id="3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6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" dur="3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3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5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6" fill="hold">
                      <p:stCondLst>
                        <p:cond delay="0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4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whistle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4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43" dur="2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6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45" dur="2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8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47" dur="2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0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49" dur="2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2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51" dur="2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4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53" dur="2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6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55" dur="2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1" presetID="53" presetClass="entr" presetSubtype="0" fill="hold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" presetClass="entr" presetSubtype="0" fill="hold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6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cheer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 “wu”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Catch  “wu”</a:t>
            </a:r>
          </a:p>
        </p:txBody>
      </p:sp>
      <p:sp>
        <p:nvSpPr>
          <p:cNvPr id="5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9" name="Fish 1 و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0" name="Fish picture 1" descr="Fish 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651000"/>
            <a:ext cx="2286000" cy="1416050"/>
          </a:xfrm>
          <a:prstGeom prst="rect">
            <a:avLst/>
          </a:prstGeom>
        </p:spPr>
      </p:pic>
      <p:sp>
        <p:nvSpPr>
          <p:cNvPr id="11" name="Fish letter 1" descr="وُ"/>
          <p:cNvSpPr/>
          <p:nvPr/>
        </p:nvSpPr>
        <p:spPr>
          <a:xfrm>
            <a:off x="1682750" y="1885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وُ</a:t>
            </a:r>
          </a:p>
        </p:txBody>
      </p:sp>
      <p:grpSp>
        <p:nvGrpSpPr>
          <p:cNvPr id="12" name="Fish 2 ر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3" name="Fish picture 2" descr="Fish 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7500" y="1905000"/>
            <a:ext cx="2286000" cy="1416050"/>
          </a:xfrm>
          <a:prstGeom prst="rect">
            <a:avLst/>
          </a:prstGeom>
        </p:spPr>
      </p:pic>
      <p:sp>
        <p:nvSpPr>
          <p:cNvPr id="14" name="Fish letter 2" descr="رُ"/>
          <p:cNvSpPr/>
          <p:nvPr/>
        </p:nvSpPr>
        <p:spPr>
          <a:xfrm>
            <a:off x="7207250" y="2139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رُ</a:t>
            </a:r>
          </a:p>
        </p:txBody>
      </p:sp>
      <p:grpSp>
        <p:nvGrpSpPr>
          <p:cNvPr id="15" name="Fish 3 غ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6" name="Fish picture 3" descr="Fish 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56000" y="3302000"/>
            <a:ext cx="2286000" cy="1416050"/>
          </a:xfrm>
          <a:prstGeom prst="rect">
            <a:avLst/>
          </a:prstGeom>
        </p:spPr>
      </p:pic>
      <p:sp>
        <p:nvSpPr>
          <p:cNvPr id="17" name="Fish letter 3" descr="غُ"/>
          <p:cNvSpPr/>
          <p:nvPr/>
        </p:nvSpPr>
        <p:spPr>
          <a:xfrm>
            <a:off x="4095750" y="3536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غُ</a:t>
            </a:r>
          </a:p>
        </p:txBody>
      </p:sp>
      <p:grpSp>
        <p:nvGrpSpPr>
          <p:cNvPr id="18" name="Fish 4 و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Fish picture 4" descr="Fish picture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2500" y="3810000"/>
            <a:ext cx="2286000" cy="1416050"/>
          </a:xfrm>
          <a:prstGeom prst="rect">
            <a:avLst/>
          </a:prstGeom>
        </p:spPr>
      </p:pic>
      <p:sp>
        <p:nvSpPr>
          <p:cNvPr id="20" name="Fish letter 4" descr="وُ"/>
          <p:cNvSpPr/>
          <p:nvPr/>
        </p:nvSpPr>
        <p:spPr>
          <a:xfrm>
            <a:off x="9112250" y="4044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وُ</a:t>
            </a:r>
          </a:p>
        </p:txBody>
      </p:sp>
      <p:grpSp>
        <p:nvGrpSpPr>
          <p:cNvPr id="21" name="Fish 5 أ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22" name="Fish picture 5" descr="Fish picture 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87500" y="4826000"/>
            <a:ext cx="2286000" cy="1416050"/>
          </a:xfrm>
          <a:prstGeom prst="rect">
            <a:avLst/>
          </a:prstGeom>
        </p:spPr>
      </p:pic>
      <p:sp>
        <p:nvSpPr>
          <p:cNvPr id="23" name="Fish letter 5" descr="أُ"/>
          <p:cNvSpPr/>
          <p:nvPr/>
        </p:nvSpPr>
        <p:spPr>
          <a:xfrm>
            <a:off x="2127250" y="5060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أُ</a:t>
            </a:r>
          </a:p>
        </p:txBody>
      </p:sp>
      <p:sp>
        <p:nvSpPr>
          <p:cNvPr id="24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4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6" dur="29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8" dur="320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0" dur="350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2" dur="3800" fill="hold" repeatCount="indefinite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7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8" fill="hold">
                      <p:stCondLst>
                        <p:cond delay="0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6" dur="150" fill="hold"/>
                                        <p:tgtEl>
                                          <p:spTgt spid="9"/>
                                        </p:tgtEl>
                                      </p:cBhvr>
                                      <p:by x="120000" y="120000"/>
                                    </p:animScale>
                                    <p:audio>
                                      <p:cMediaNode vol="90000">
                                        <p:cTn id="1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spla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1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30" dur="90" fill="hold" repeatCount="3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9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0" fill="hold">
                      <p:stCondLst>
                        <p:cond delay="0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36" dur="90" fill="hold" repeatCount="3000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3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4" fill="hold">
                      <p:stCondLst>
                        <p:cond delay="0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2" dur="150" fill="hold"/>
                                        <p:tgtEl>
                                          <p:spTgt spid="18"/>
                                        </p:tgtEl>
                                      </p:cBhvr>
                                      <p:by x="120000" y="120000"/>
                                    </p:animScale>
                                    <p:audio>
                                      <p:cMediaNode vol="90000">
                                        <p:cTn id="4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spla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7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9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9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0" fill="hold">
                      <p:stCondLst>
                        <p:cond delay="0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6" dur="90" fill="hold" repeatCount="3000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 “wu”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Tap every  “wu”</a:t>
            </a:r>
          </a:p>
        </p:txBody>
      </p:sp>
      <p:sp>
        <p:nvSpPr>
          <p:cNvPr id="5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Star place 3"/>
          <p:cNvSpPr/>
          <p:nvPr/>
        </p:nvSpPr>
        <p:spPr>
          <a:xfrm>
            <a:off x="12954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Star 3"/>
          <p:cNvSpPr/>
          <p:nvPr/>
        </p:nvSpPr>
        <p:spPr>
          <a:xfrm>
            <a:off x="12954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ile 1 وُ" descr="وُ"/>
          <p:cNvSpPr/>
          <p:nvPr/>
        </p:nvSpPr>
        <p:spPr>
          <a:xfrm>
            <a:off x="2635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وُ</a:t>
            </a:r>
          </a:p>
        </p:txBody>
      </p:sp>
      <p:sp>
        <p:nvSpPr>
          <p:cNvPr id="13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ile 2 وُ" descr="وُ"/>
          <p:cNvSpPr/>
          <p:nvPr/>
        </p:nvSpPr>
        <p:spPr>
          <a:xfrm>
            <a:off x="5429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وُ</a:t>
            </a:r>
          </a:p>
        </p:txBody>
      </p:sp>
      <p:sp>
        <p:nvSpPr>
          <p:cNvPr id="15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ile 3 وُ" descr="وُ"/>
          <p:cNvSpPr/>
          <p:nvPr/>
        </p:nvSpPr>
        <p:spPr>
          <a:xfrm>
            <a:off x="8223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وُ</a:t>
            </a:r>
          </a:p>
        </p:txBody>
      </p:sp>
      <p:sp>
        <p:nvSpPr>
          <p:cNvPr id="17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ile 4 ذُ" descr="ذُ"/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ذُ</a:t>
            </a:r>
          </a:p>
        </p:txBody>
      </p:sp>
      <p:sp>
        <p:nvSpPr>
          <p:cNvPr id="19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ile 5 نُ" descr="نُ"/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نُ</a:t>
            </a:r>
          </a:p>
        </p:txBody>
      </p:sp>
      <p:sp>
        <p:nvSpPr>
          <p:cNvPr id="21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ile 6 غُ" descr="غُ"/>
          <p:cNvSpPr/>
          <p:nvPr/>
        </p:nvSpPr>
        <p:spPr>
          <a:xfrm>
            <a:off x="8223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غُ</a:t>
            </a:r>
          </a:p>
        </p:txBody>
      </p:sp>
      <p:sp>
        <p:nvSpPr>
          <p:cNvPr id="23" name="Next button">
            <a:hlinkClick action="ppaction://hlinksldjump" r:id="rId3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Next arrow">
            <a:hlinkClick action="ppaction://hlinksldjump" r:id="rId3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4" dur="85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23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6" dur="97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46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8" dur="109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69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0" dur="121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92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2" dur="1330" fill="hold" repeatCount="indefinite" autoRev="1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11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4" dur="1450" fill="hold" repeatCount="indefinite" autoRev="1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9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0" fill="hold">
                      <p:stCondLst>
                        <p:cond delay="0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8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1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bon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3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2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53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3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4" fill="hold">
                      <p:stCondLst>
                        <p:cond delay="0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32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bon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7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" dur="2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53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9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7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8" fill="hold">
                      <p:stCondLst>
                        <p:cond delay="0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46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4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bon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1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" dur="2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" presetID="53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3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3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4" fill="hold">
                      <p:stCondLst>
                        <p:cond delay="0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60" dur="90" fill="hold" repeatCount="3000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6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9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0" fill="hold">
                      <p:stCondLst>
                        <p:cond delay="0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66" dur="90" fill="hold" repeatCount="3000" autoRev="1"/>
                                        <p:tgtEl>
                                          <p:spTgt spid="2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6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75" restart="whenNotActive" fill="hold" evtFilter="cancelBubble" nodeType="interactiveSeq">
                <p:stCondLst>
                  <p:cond evt="onClick" delay="0">
                    <p:tgtEl>
                      <p:spTgt spid="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6" fill="hold">
                      <p:stCondLst>
                        <p:cond delay="0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72" dur="90" fill="hold" repeatCount="3000" autoRev="1"/>
                                        <p:tgtEl>
                                          <p:spTgt spid="2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7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Open a gift and read it!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300" b="1" lang="en-US">
                <a:solidFill>
                  <a:srgbClr val="2E2640"/>
                </a:solidFill>
                <a:latin typeface="Arial"/>
                <a:cs typeface="Arial"/>
              </a:rPr>
              <a:t>Open a gift and read it!</a:t>
            </a:r>
          </a:p>
        </p:txBody>
      </p:sp>
      <p:sp>
        <p:nvSpPr>
          <p:cNvPr id="5" name="Card 1 مُ" descr="مُ"/>
          <p:cNvSpPr/>
          <p:nvPr/>
        </p:nvSpPr>
        <p:spPr>
          <a:xfrm>
            <a:off x="1047750" y="2063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مُ</a:t>
            </a:r>
          </a:p>
        </p:txBody>
      </p:sp>
      <p:grpSp>
        <p:nvGrpSpPr>
          <p:cNvPr id="6" name="Gift 1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7" name="Gift box 1" descr="Gift box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00" y="2317750"/>
            <a:ext cx="2286000" cy="1333500"/>
          </a:xfrm>
          <a:prstGeom prst="rect">
            <a:avLst/>
          </a:prstGeom>
        </p:spPr>
      </p:pic>
      <p:pic>
        <p:nvPicPr>
          <p:cNvPr id="8" name="Gift lid 1" descr="Gift lid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" y="1682750"/>
            <a:ext cx="2476500" cy="1238250"/>
          </a:xfrm>
          <a:prstGeom prst="rect">
            <a:avLst/>
          </a:prstGeom>
        </p:spPr>
      </p:pic>
      <p:sp>
        <p:nvSpPr>
          <p:cNvPr id="9" name="Card 2 لُ" descr="لُ"/>
          <p:cNvSpPr/>
          <p:nvPr/>
        </p:nvSpPr>
        <p:spPr>
          <a:xfrm>
            <a:off x="3714750" y="2063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لُ</a:t>
            </a:r>
          </a:p>
        </p:txBody>
      </p:sp>
      <p:grpSp>
        <p:nvGrpSpPr>
          <p:cNvPr id="10" name="Gift 2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1" name="Gift box 2" descr="Gift box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9500" y="2317750"/>
            <a:ext cx="2286000" cy="1333500"/>
          </a:xfrm>
          <a:prstGeom prst="rect">
            <a:avLst/>
          </a:prstGeom>
        </p:spPr>
      </p:pic>
      <p:pic>
        <p:nvPicPr>
          <p:cNvPr id="12" name="Gift lid 2" descr="Gift lid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24250" y="1682750"/>
            <a:ext cx="2476500" cy="1238250"/>
          </a:xfrm>
          <a:prstGeom prst="rect">
            <a:avLst/>
          </a:prstGeom>
        </p:spPr>
      </p:pic>
      <p:sp>
        <p:nvSpPr>
          <p:cNvPr id="13" name="Card 3 وُ" descr="وُ"/>
          <p:cNvSpPr/>
          <p:nvPr/>
        </p:nvSpPr>
        <p:spPr>
          <a:xfrm>
            <a:off x="6381750" y="2063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وُ</a:t>
            </a:r>
          </a:p>
        </p:txBody>
      </p:sp>
      <p:grpSp>
        <p:nvGrpSpPr>
          <p:cNvPr id="14" name="Gift 3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5" name="Gift box 3" descr="Gift box 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86500" y="2317750"/>
            <a:ext cx="2286000" cy="1333500"/>
          </a:xfrm>
          <a:prstGeom prst="rect">
            <a:avLst/>
          </a:prstGeom>
        </p:spPr>
      </p:pic>
      <p:pic>
        <p:nvPicPr>
          <p:cNvPr id="16" name="Gift lid 3" descr="Gift lid 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1250" y="1682750"/>
            <a:ext cx="2476500" cy="1238250"/>
          </a:xfrm>
          <a:prstGeom prst="rect">
            <a:avLst/>
          </a:prstGeom>
        </p:spPr>
      </p:pic>
      <p:sp>
        <p:nvSpPr>
          <p:cNvPr id="17" name="Card 4 هُيُ" descr="هُيُ"/>
          <p:cNvSpPr/>
          <p:nvPr/>
        </p:nvSpPr>
        <p:spPr>
          <a:xfrm>
            <a:off x="9048750" y="2063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هُيُ</a:t>
            </a:r>
          </a:p>
        </p:txBody>
      </p:sp>
      <p:grpSp>
        <p:nvGrpSpPr>
          <p:cNvPr id="18" name="Gift 4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Gift box 4" descr="Gift box 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53500" y="2317750"/>
            <a:ext cx="2286000" cy="1333500"/>
          </a:xfrm>
          <a:prstGeom prst="rect">
            <a:avLst/>
          </a:prstGeom>
        </p:spPr>
      </p:pic>
      <p:pic>
        <p:nvPicPr>
          <p:cNvPr id="20" name="Gift lid 4" descr="Gift lid 4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58250" y="1682750"/>
            <a:ext cx="2476500" cy="1238250"/>
          </a:xfrm>
          <a:prstGeom prst="rect">
            <a:avLst/>
          </a:prstGeom>
        </p:spPr>
      </p:pic>
      <p:sp>
        <p:nvSpPr>
          <p:cNvPr id="21" name="Card 5 وُخُ" descr="وُخُ"/>
          <p:cNvSpPr/>
          <p:nvPr/>
        </p:nvSpPr>
        <p:spPr>
          <a:xfrm>
            <a:off x="1047750" y="4476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وُخُ</a:t>
            </a:r>
          </a:p>
        </p:txBody>
      </p:sp>
      <p:grpSp>
        <p:nvGrpSpPr>
          <p:cNvPr id="22" name="Gift 5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23" name="Gift box 5" descr="Gift box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00" y="4730750"/>
            <a:ext cx="2286000" cy="1333500"/>
          </a:xfrm>
          <a:prstGeom prst="rect">
            <a:avLst/>
          </a:prstGeom>
        </p:spPr>
      </p:pic>
      <p:pic>
        <p:nvPicPr>
          <p:cNvPr id="24" name="Gift lid 5" descr="Gift lid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" y="4095750"/>
            <a:ext cx="2476500" cy="1238250"/>
          </a:xfrm>
          <a:prstGeom prst="rect">
            <a:avLst/>
          </a:prstGeom>
        </p:spPr>
      </p:pic>
      <p:sp>
        <p:nvSpPr>
          <p:cNvPr id="25" name="Card 6 لُهُ" descr="لُهُ"/>
          <p:cNvSpPr/>
          <p:nvPr/>
        </p:nvSpPr>
        <p:spPr>
          <a:xfrm>
            <a:off x="3714750" y="4476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لُهُ</a:t>
            </a:r>
          </a:p>
        </p:txBody>
      </p:sp>
      <p:grpSp>
        <p:nvGrpSpPr>
          <p:cNvPr id="26" name="Gift 6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27" name="Gift box 6" descr="Gift box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9500" y="4730750"/>
            <a:ext cx="2286000" cy="1333500"/>
          </a:xfrm>
          <a:prstGeom prst="rect">
            <a:avLst/>
          </a:prstGeom>
        </p:spPr>
      </p:pic>
      <p:pic>
        <p:nvPicPr>
          <p:cNvPr id="28" name="Gift lid 6" descr="Gift lid 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24250" y="4095750"/>
            <a:ext cx="2476500" cy="1238250"/>
          </a:xfrm>
          <a:prstGeom prst="rect">
            <a:avLst/>
          </a:prstGeom>
        </p:spPr>
      </p:pic>
      <p:sp>
        <p:nvSpPr>
          <p:cNvPr id="29" name="Card 7 هُ" descr="هُ"/>
          <p:cNvSpPr/>
          <p:nvPr/>
        </p:nvSpPr>
        <p:spPr>
          <a:xfrm>
            <a:off x="6381750" y="4476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هُ</a:t>
            </a:r>
          </a:p>
        </p:txBody>
      </p:sp>
      <p:grpSp>
        <p:nvGrpSpPr>
          <p:cNvPr id="30" name="Gift 7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31" name="Gift box 7" descr="Gift box 7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86500" y="4730750"/>
            <a:ext cx="2286000" cy="1333500"/>
          </a:xfrm>
          <a:prstGeom prst="rect">
            <a:avLst/>
          </a:prstGeom>
        </p:spPr>
      </p:pic>
      <p:pic>
        <p:nvPicPr>
          <p:cNvPr id="32" name="Gift lid 7" descr="Gift lid 7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1250" y="4095750"/>
            <a:ext cx="2476500" cy="1238250"/>
          </a:xfrm>
          <a:prstGeom prst="rect">
            <a:avLst/>
          </a:prstGeom>
        </p:spPr>
      </p:pic>
      <p:sp>
        <p:nvSpPr>
          <p:cNvPr id="33" name="Card 8 مُنُ" descr="مُنُ"/>
          <p:cNvSpPr/>
          <p:nvPr/>
        </p:nvSpPr>
        <p:spPr>
          <a:xfrm>
            <a:off x="9048750" y="4476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مُنُ</a:t>
            </a:r>
          </a:p>
        </p:txBody>
      </p:sp>
      <p:grpSp>
        <p:nvGrpSpPr>
          <p:cNvPr id="34" name="Gift 8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35" name="Gift box 8" descr="Gift box 8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53500" y="4730750"/>
            <a:ext cx="2286000" cy="1333500"/>
          </a:xfrm>
          <a:prstGeom prst="rect">
            <a:avLst/>
          </a:prstGeom>
        </p:spPr>
      </p:pic>
      <p:pic>
        <p:nvPicPr>
          <p:cNvPr id="36" name="Gift lid 8" descr="Gift lid 8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58250" y="4095750"/>
            <a:ext cx="2476500" cy="1238250"/>
          </a:xfrm>
          <a:prstGeom prst="rect">
            <a:avLst/>
          </a:prstGeom>
        </p:spPr>
      </p:pic>
      <p:sp>
        <p:nvSpPr>
          <p:cNvPr id="37" name="Next button">
            <a:hlinkClick action="ppaction://hlinksldjump" r:id="rId11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Next arrow">
            <a:hlinkClick action="ppaction://hlinksldjump" r:id="rId11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10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1" fill="hold">
                      <p:stCondLst>
                        <p:cond delay="0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4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9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19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13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1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8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8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9" fill="hold">
                      <p:stCondLst>
                        <p:cond delay="0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22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2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7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7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8" fill="hold">
                      <p:stCondLst>
                        <p:cond delay="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31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3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6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6" restart="whenNotActive" fill="hold" evtFilter="cancelBubble" nodeType="interactiveSeq">
                <p:stCondLst>
                  <p:cond evt="onClick" delay="0">
                    <p:tgtEl>
                      <p:spTgt spid="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7" fill="hold">
                      <p:stCondLst>
                        <p:cond delay="0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40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4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5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5" restart="whenNotActive" fill="hold" evtFilter="cancelBubble" nodeType="interactiveSeq">
                <p:stCondLst>
                  <p:cond evt="onClick" delay="0">
                    <p:tgtEl>
                      <p:spTgt spid="2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6" fill="hold">
                      <p:stCondLst>
                        <p:cond delay="0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49" dur="4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5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4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4" restart="whenNotActive" fill="hold" evtFilter="cancelBubble" nodeType="interactiveSeq">
                <p:stCondLst>
                  <p:cond evt="onClick" delay="0">
                    <p:tgtEl>
                      <p:spTgt spid="3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5" fill="hold">
                      <p:stCondLst>
                        <p:cond delay="0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58" dur="4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5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63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73" restart="whenNotActive" fill="hold" evtFilter="cancelBubble" nodeType="interactiveSeq">
                <p:stCondLst>
                  <p:cond evt="onClick" delay="0">
                    <p:tgtEl>
                      <p:spTgt spid="3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4" fill="hold">
                      <p:stCondLst>
                        <p:cond delay="0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67" dur="4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6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72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0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1968500" y="127000"/>
            <a:ext cx="8255000" cy="635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eam Race!  Read the word, then tap your team."/>
          <p:cNvSpPr/>
          <p:nvPr/>
        </p:nvSpPr>
        <p:spPr>
          <a:xfrm>
            <a:off x="2095500" y="127000"/>
            <a:ext cx="8001000" cy="635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000" b="1" lang="en-US">
                <a:solidFill>
                  <a:srgbClr val="2E2640"/>
                </a:solidFill>
                <a:latin typeface="Arial"/>
                <a:cs typeface="Arial"/>
              </a:rPr>
              <a:t>Team Race!  Read the word, then tap your team.</a:t>
            </a:r>
          </a:p>
        </p:txBody>
      </p:sp>
      <p:sp>
        <p:nvSpPr>
          <p:cNvPr id="5" name="Red lane"/>
          <p:cNvSpPr/>
          <p:nvPr/>
        </p:nvSpPr>
        <p:spPr>
          <a:xfrm>
            <a:off x="254000" y="3556000"/>
            <a:ext cx="11303000" cy="1270000"/>
          </a:xfrm>
          <a:prstGeom prst="roundRect">
            <a:avLst>
              <a:gd name="adj" fmla="val 20000"/>
            </a:avLst>
          </a:prstGeom>
          <a:solidFill>
            <a:srgbClr val="FFE3E8"/>
          </a:solidFill>
          <a:ln w="38100">
            <a:solidFill>
              <a:srgbClr val="D9D2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Blue lane"/>
          <p:cNvSpPr/>
          <p:nvPr/>
        </p:nvSpPr>
        <p:spPr>
          <a:xfrm>
            <a:off x="254000" y="5080000"/>
            <a:ext cx="11303000" cy="1270000"/>
          </a:xfrm>
          <a:prstGeom prst="roundRect">
            <a:avLst>
              <a:gd name="adj" fmla="val 20000"/>
            </a:avLst>
          </a:prstGeom>
          <a:solidFill>
            <a:srgbClr val="E0F4FF"/>
          </a:solidFill>
          <a:ln w="38100">
            <a:solidFill>
              <a:srgbClr val="D9D2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inish"/>
          <p:cNvSpPr/>
          <p:nvPr/>
        </p:nvSpPr>
        <p:spPr>
          <a:xfrm>
            <a:off x="10731500" y="35560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inish"/>
          <p:cNvSpPr/>
          <p:nvPr/>
        </p:nvSpPr>
        <p:spPr>
          <a:xfrm>
            <a:off x="10922000" y="35560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inish"/>
          <p:cNvSpPr/>
          <p:nvPr/>
        </p:nvSpPr>
        <p:spPr>
          <a:xfrm>
            <a:off x="10731500" y="39052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Finish"/>
          <p:cNvSpPr/>
          <p:nvPr/>
        </p:nvSpPr>
        <p:spPr>
          <a:xfrm>
            <a:off x="10922000" y="39052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Finish"/>
          <p:cNvSpPr/>
          <p:nvPr/>
        </p:nvSpPr>
        <p:spPr>
          <a:xfrm>
            <a:off x="10731500" y="42545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Finish"/>
          <p:cNvSpPr/>
          <p:nvPr/>
        </p:nvSpPr>
        <p:spPr>
          <a:xfrm>
            <a:off x="10922000" y="42545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Finish"/>
          <p:cNvSpPr/>
          <p:nvPr/>
        </p:nvSpPr>
        <p:spPr>
          <a:xfrm>
            <a:off x="10731500" y="46037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Finish"/>
          <p:cNvSpPr/>
          <p:nvPr/>
        </p:nvSpPr>
        <p:spPr>
          <a:xfrm>
            <a:off x="10922000" y="46037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Finish"/>
          <p:cNvSpPr/>
          <p:nvPr/>
        </p:nvSpPr>
        <p:spPr>
          <a:xfrm>
            <a:off x="10731500" y="49530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Finish"/>
          <p:cNvSpPr/>
          <p:nvPr/>
        </p:nvSpPr>
        <p:spPr>
          <a:xfrm>
            <a:off x="10922000" y="49530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Finish"/>
          <p:cNvSpPr/>
          <p:nvPr/>
        </p:nvSpPr>
        <p:spPr>
          <a:xfrm>
            <a:off x="10731500" y="53022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Finish"/>
          <p:cNvSpPr/>
          <p:nvPr/>
        </p:nvSpPr>
        <p:spPr>
          <a:xfrm>
            <a:off x="10922000" y="53022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Finish"/>
          <p:cNvSpPr/>
          <p:nvPr/>
        </p:nvSpPr>
        <p:spPr>
          <a:xfrm>
            <a:off x="10731500" y="56515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Finish"/>
          <p:cNvSpPr/>
          <p:nvPr/>
        </p:nvSpPr>
        <p:spPr>
          <a:xfrm>
            <a:off x="10922000" y="56515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Finish"/>
          <p:cNvSpPr/>
          <p:nvPr/>
        </p:nvSpPr>
        <p:spPr>
          <a:xfrm>
            <a:off x="10731500" y="60007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Finish"/>
          <p:cNvSpPr/>
          <p:nvPr/>
        </p:nvSpPr>
        <p:spPr>
          <a:xfrm>
            <a:off x="10922000" y="60007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Word card"/>
          <p:cNvSpPr/>
          <p:nvPr/>
        </p:nvSpPr>
        <p:spPr>
          <a:xfrm>
            <a:off x="3873500" y="952500"/>
            <a:ext cx="4445000" cy="228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76200">
            <a:solidFill>
              <a:srgbClr val="B8A1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Word 1" descr="سَهُلَ"/>
          <p:cNvSpPr/>
          <p:nvPr/>
        </p:nvSpPr>
        <p:spPr>
          <a:xfrm>
            <a:off x="4064000" y="1079500"/>
            <a:ext cx="4064000" cy="203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11000" b="1" lang="ar-SA">
                <a:solidFill>
                  <a:srgbClr val="2E2640"/>
                </a:solidFill>
                <a:latin typeface="Arial"/>
                <a:cs typeface="Arial"/>
              </a:rPr>
              <a:t>سَهُلَ</a:t>
            </a:r>
          </a:p>
        </p:txBody>
      </p:sp>
      <p:sp>
        <p:nvSpPr>
          <p:cNvPr id="25" name="Word 2" descr="جُمِعَ"/>
          <p:cNvSpPr/>
          <p:nvPr/>
        </p:nvSpPr>
        <p:spPr>
          <a:xfrm>
            <a:off x="4064000" y="1079500"/>
            <a:ext cx="4064000" cy="203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11000" b="1" lang="ar-SA">
                <a:solidFill>
                  <a:srgbClr val="2E2640"/>
                </a:solidFill>
                <a:latin typeface="Arial"/>
                <a:cs typeface="Arial"/>
              </a:rPr>
              <a:t>جُمِعَ</a:t>
            </a:r>
          </a:p>
        </p:txBody>
      </p:sp>
      <p:sp>
        <p:nvSpPr>
          <p:cNvPr id="26" name="Word 3" descr="سُئِلَ"/>
          <p:cNvSpPr/>
          <p:nvPr/>
        </p:nvSpPr>
        <p:spPr>
          <a:xfrm>
            <a:off x="4064000" y="1079500"/>
            <a:ext cx="4064000" cy="203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11000" b="1" lang="ar-SA">
                <a:solidFill>
                  <a:srgbClr val="2E2640"/>
                </a:solidFill>
                <a:latin typeface="Arial"/>
                <a:cs typeface="Arial"/>
              </a:rPr>
              <a:t>سُئِلَ</a:t>
            </a:r>
          </a:p>
        </p:txBody>
      </p:sp>
      <p:sp>
        <p:nvSpPr>
          <p:cNvPr id="27" name="Word 4" descr="خُلِقَ"/>
          <p:cNvSpPr/>
          <p:nvPr/>
        </p:nvSpPr>
        <p:spPr>
          <a:xfrm>
            <a:off x="4064000" y="1079500"/>
            <a:ext cx="4064000" cy="203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11000" b="1" lang="ar-SA">
                <a:solidFill>
                  <a:srgbClr val="2E2640"/>
                </a:solidFill>
                <a:latin typeface="Arial"/>
                <a:cs typeface="Arial"/>
              </a:rPr>
              <a:t>خُلِقَ</a:t>
            </a:r>
          </a:p>
        </p:txBody>
      </p:sp>
      <p:sp>
        <p:nvSpPr>
          <p:cNvPr id="28" name="Word 5" descr="حَسُنَ"/>
          <p:cNvSpPr/>
          <p:nvPr/>
        </p:nvSpPr>
        <p:spPr>
          <a:xfrm>
            <a:off x="4064000" y="1079500"/>
            <a:ext cx="4064000" cy="203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11000" b="1" lang="ar-SA">
                <a:solidFill>
                  <a:srgbClr val="2E2640"/>
                </a:solidFill>
                <a:latin typeface="Arial"/>
                <a:cs typeface="Arial"/>
              </a:rPr>
              <a:t>حَسُنَ</a:t>
            </a:r>
          </a:p>
        </p:txBody>
      </p:sp>
      <p:sp>
        <p:nvSpPr>
          <p:cNvPr id="29" name="Word 6" descr="نَظُفَ"/>
          <p:cNvSpPr/>
          <p:nvPr/>
        </p:nvSpPr>
        <p:spPr>
          <a:xfrm>
            <a:off x="4064000" y="1079500"/>
            <a:ext cx="4064000" cy="203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11000" b="1" lang="ar-SA">
                <a:solidFill>
                  <a:srgbClr val="2E2640"/>
                </a:solidFill>
                <a:latin typeface="Arial"/>
                <a:cs typeface="Arial"/>
              </a:rPr>
              <a:t>نَظُفَ</a:t>
            </a:r>
          </a:p>
        </p:txBody>
      </p:sp>
      <p:sp>
        <p:nvSpPr>
          <p:cNvPr id="30" name="Word 7" descr="حُمِلَ"/>
          <p:cNvSpPr/>
          <p:nvPr/>
        </p:nvSpPr>
        <p:spPr>
          <a:xfrm>
            <a:off x="4064000" y="1079500"/>
            <a:ext cx="4064000" cy="203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11000" b="1" lang="ar-SA">
                <a:solidFill>
                  <a:srgbClr val="2E2640"/>
                </a:solidFill>
                <a:latin typeface="Arial"/>
                <a:cs typeface="Arial"/>
              </a:rPr>
              <a:t>حُمِلَ</a:t>
            </a:r>
          </a:p>
        </p:txBody>
      </p:sp>
      <p:sp>
        <p:nvSpPr>
          <p:cNvPr id="31" name="Word 8" descr="رُزِقَ"/>
          <p:cNvSpPr/>
          <p:nvPr/>
        </p:nvSpPr>
        <p:spPr>
          <a:xfrm>
            <a:off x="4064000" y="1079500"/>
            <a:ext cx="4064000" cy="203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11000" b="1" lang="ar-SA">
                <a:solidFill>
                  <a:srgbClr val="2E2640"/>
                </a:solidFill>
                <a:latin typeface="Arial"/>
                <a:cs typeface="Arial"/>
              </a:rPr>
              <a:t>رُزِقَ</a:t>
            </a:r>
          </a:p>
        </p:txBody>
      </p:sp>
      <p:sp>
        <p:nvSpPr>
          <p:cNvPr id="32" name="Word 9" descr="نُصِرَ"/>
          <p:cNvSpPr/>
          <p:nvPr/>
        </p:nvSpPr>
        <p:spPr>
          <a:xfrm>
            <a:off x="4064000" y="1079500"/>
            <a:ext cx="4064000" cy="203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11000" b="1" lang="ar-SA">
                <a:solidFill>
                  <a:srgbClr val="2E2640"/>
                </a:solidFill>
                <a:latin typeface="Arial"/>
                <a:cs typeface="Arial"/>
              </a:rPr>
              <a:t>نُصِرَ</a:t>
            </a:r>
          </a:p>
        </p:txBody>
      </p:sp>
      <p:sp>
        <p:nvSpPr>
          <p:cNvPr id="33" name="Word 10" descr="بَعُدَ"/>
          <p:cNvSpPr/>
          <p:nvPr/>
        </p:nvSpPr>
        <p:spPr>
          <a:xfrm>
            <a:off x="4064000" y="1079500"/>
            <a:ext cx="4064000" cy="203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11000" b="1" lang="ar-SA">
                <a:solidFill>
                  <a:srgbClr val="2E2640"/>
                </a:solidFill>
                <a:latin typeface="Arial"/>
                <a:cs typeface="Arial"/>
              </a:rPr>
              <a:t>بَعُدَ</a:t>
            </a:r>
          </a:p>
        </p:txBody>
      </p:sp>
      <p:sp>
        <p:nvSpPr>
          <p:cNvPr id="34" name="Next word 1" descr="Next word ▶"/>
          <p:cNvSpPr/>
          <p:nvPr/>
        </p:nvSpPr>
        <p:spPr>
          <a:xfrm>
            <a:off x="8509000" y="1778000"/>
            <a:ext cx="2413000" cy="698500"/>
          </a:xfrm>
          <a:prstGeom prst="roundRect">
            <a:avLst>
              <a:gd name="adj" fmla="val 30000"/>
            </a:avLst>
          </a:prstGeom>
          <a:solidFill>
            <a:srgbClr val="8A6CF0"/>
          </a:solidFill>
          <a:ln w="508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400" b="1" lang="en-US">
                <a:solidFill>
                  <a:srgbClr val="FFFFFF"/>
                </a:solidFill>
                <a:latin typeface="Arial"/>
                <a:cs typeface="Arial"/>
              </a:rPr>
              <a:t>Next word ▶</a:t>
            </a:r>
          </a:p>
        </p:txBody>
      </p:sp>
      <p:sp>
        <p:nvSpPr>
          <p:cNvPr id="35" name="Next word 2" descr="Next word ▶"/>
          <p:cNvSpPr/>
          <p:nvPr/>
        </p:nvSpPr>
        <p:spPr>
          <a:xfrm>
            <a:off x="8509000" y="1778000"/>
            <a:ext cx="2413000" cy="698500"/>
          </a:xfrm>
          <a:prstGeom prst="roundRect">
            <a:avLst>
              <a:gd name="adj" fmla="val 30000"/>
            </a:avLst>
          </a:prstGeom>
          <a:solidFill>
            <a:srgbClr val="8A6CF0"/>
          </a:solidFill>
          <a:ln w="508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400" b="1" lang="en-US">
                <a:solidFill>
                  <a:srgbClr val="FFFFFF"/>
                </a:solidFill>
                <a:latin typeface="Arial"/>
                <a:cs typeface="Arial"/>
              </a:rPr>
              <a:t>Next word ▶</a:t>
            </a:r>
          </a:p>
        </p:txBody>
      </p:sp>
      <p:sp>
        <p:nvSpPr>
          <p:cNvPr id="36" name="Next word 3" descr="Next word ▶"/>
          <p:cNvSpPr/>
          <p:nvPr/>
        </p:nvSpPr>
        <p:spPr>
          <a:xfrm>
            <a:off x="8509000" y="1778000"/>
            <a:ext cx="2413000" cy="698500"/>
          </a:xfrm>
          <a:prstGeom prst="roundRect">
            <a:avLst>
              <a:gd name="adj" fmla="val 30000"/>
            </a:avLst>
          </a:prstGeom>
          <a:solidFill>
            <a:srgbClr val="8A6CF0"/>
          </a:solidFill>
          <a:ln w="508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400" b="1" lang="en-US">
                <a:solidFill>
                  <a:srgbClr val="FFFFFF"/>
                </a:solidFill>
                <a:latin typeface="Arial"/>
                <a:cs typeface="Arial"/>
              </a:rPr>
              <a:t>Next word ▶</a:t>
            </a:r>
          </a:p>
        </p:txBody>
      </p:sp>
      <p:sp>
        <p:nvSpPr>
          <p:cNvPr id="37" name="Next word 4" descr="Next word ▶"/>
          <p:cNvSpPr/>
          <p:nvPr/>
        </p:nvSpPr>
        <p:spPr>
          <a:xfrm>
            <a:off x="8509000" y="1778000"/>
            <a:ext cx="2413000" cy="698500"/>
          </a:xfrm>
          <a:prstGeom prst="roundRect">
            <a:avLst>
              <a:gd name="adj" fmla="val 30000"/>
            </a:avLst>
          </a:prstGeom>
          <a:solidFill>
            <a:srgbClr val="8A6CF0"/>
          </a:solidFill>
          <a:ln w="508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400" b="1" lang="en-US">
                <a:solidFill>
                  <a:srgbClr val="FFFFFF"/>
                </a:solidFill>
                <a:latin typeface="Arial"/>
                <a:cs typeface="Arial"/>
              </a:rPr>
              <a:t>Next word ▶</a:t>
            </a:r>
          </a:p>
        </p:txBody>
      </p:sp>
      <p:sp>
        <p:nvSpPr>
          <p:cNvPr id="38" name="Next word 5" descr="Next word ▶"/>
          <p:cNvSpPr/>
          <p:nvPr/>
        </p:nvSpPr>
        <p:spPr>
          <a:xfrm>
            <a:off x="8509000" y="1778000"/>
            <a:ext cx="2413000" cy="698500"/>
          </a:xfrm>
          <a:prstGeom prst="roundRect">
            <a:avLst>
              <a:gd name="adj" fmla="val 30000"/>
            </a:avLst>
          </a:prstGeom>
          <a:solidFill>
            <a:srgbClr val="8A6CF0"/>
          </a:solidFill>
          <a:ln w="508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400" b="1" lang="en-US">
                <a:solidFill>
                  <a:srgbClr val="FFFFFF"/>
                </a:solidFill>
                <a:latin typeface="Arial"/>
                <a:cs typeface="Arial"/>
              </a:rPr>
              <a:t>Next word ▶</a:t>
            </a:r>
          </a:p>
        </p:txBody>
      </p:sp>
      <p:sp>
        <p:nvSpPr>
          <p:cNvPr id="39" name="Next word 6" descr="Next word ▶"/>
          <p:cNvSpPr/>
          <p:nvPr/>
        </p:nvSpPr>
        <p:spPr>
          <a:xfrm>
            <a:off x="8509000" y="1778000"/>
            <a:ext cx="2413000" cy="698500"/>
          </a:xfrm>
          <a:prstGeom prst="roundRect">
            <a:avLst>
              <a:gd name="adj" fmla="val 30000"/>
            </a:avLst>
          </a:prstGeom>
          <a:solidFill>
            <a:srgbClr val="8A6CF0"/>
          </a:solidFill>
          <a:ln w="508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400" b="1" lang="en-US">
                <a:solidFill>
                  <a:srgbClr val="FFFFFF"/>
                </a:solidFill>
                <a:latin typeface="Arial"/>
                <a:cs typeface="Arial"/>
              </a:rPr>
              <a:t>Next word ▶</a:t>
            </a:r>
          </a:p>
        </p:txBody>
      </p:sp>
      <p:sp>
        <p:nvSpPr>
          <p:cNvPr id="40" name="Next word 7" descr="Next word ▶"/>
          <p:cNvSpPr/>
          <p:nvPr/>
        </p:nvSpPr>
        <p:spPr>
          <a:xfrm>
            <a:off x="8509000" y="1778000"/>
            <a:ext cx="2413000" cy="698500"/>
          </a:xfrm>
          <a:prstGeom prst="roundRect">
            <a:avLst>
              <a:gd name="adj" fmla="val 30000"/>
            </a:avLst>
          </a:prstGeom>
          <a:solidFill>
            <a:srgbClr val="8A6CF0"/>
          </a:solidFill>
          <a:ln w="508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400" b="1" lang="en-US">
                <a:solidFill>
                  <a:srgbClr val="FFFFFF"/>
                </a:solidFill>
                <a:latin typeface="Arial"/>
                <a:cs typeface="Arial"/>
              </a:rPr>
              <a:t>Next word ▶</a:t>
            </a:r>
          </a:p>
        </p:txBody>
      </p:sp>
      <p:sp>
        <p:nvSpPr>
          <p:cNvPr id="41" name="Next word 8" descr="Next word ▶"/>
          <p:cNvSpPr/>
          <p:nvPr/>
        </p:nvSpPr>
        <p:spPr>
          <a:xfrm>
            <a:off x="8509000" y="1778000"/>
            <a:ext cx="2413000" cy="698500"/>
          </a:xfrm>
          <a:prstGeom prst="roundRect">
            <a:avLst>
              <a:gd name="adj" fmla="val 30000"/>
            </a:avLst>
          </a:prstGeom>
          <a:solidFill>
            <a:srgbClr val="8A6CF0"/>
          </a:solidFill>
          <a:ln w="508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400" b="1" lang="en-US">
                <a:solidFill>
                  <a:srgbClr val="FFFFFF"/>
                </a:solidFill>
                <a:latin typeface="Arial"/>
                <a:cs typeface="Arial"/>
              </a:rPr>
              <a:t>Next word ▶</a:t>
            </a:r>
          </a:p>
        </p:txBody>
      </p:sp>
      <p:sp>
        <p:nvSpPr>
          <p:cNvPr id="42" name="Next word 9" descr="Next word ▶"/>
          <p:cNvSpPr/>
          <p:nvPr/>
        </p:nvSpPr>
        <p:spPr>
          <a:xfrm>
            <a:off x="8509000" y="1778000"/>
            <a:ext cx="2413000" cy="698500"/>
          </a:xfrm>
          <a:prstGeom prst="roundRect">
            <a:avLst>
              <a:gd name="adj" fmla="val 30000"/>
            </a:avLst>
          </a:prstGeom>
          <a:solidFill>
            <a:srgbClr val="8A6CF0"/>
          </a:solidFill>
          <a:ln w="508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400" b="1" lang="en-US">
                <a:solidFill>
                  <a:srgbClr val="FFFFFF"/>
                </a:solidFill>
                <a:latin typeface="Arial"/>
                <a:cs typeface="Arial"/>
              </a:rPr>
              <a:t>Next word ▶</a:t>
            </a:r>
          </a:p>
        </p:txBody>
      </p:sp>
      <p:pic>
        <p:nvPicPr>
          <p:cNvPr id="43" name="Red car 1" descr="Red car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3810000"/>
            <a:ext cx="1460500" cy="800100"/>
          </a:xfrm>
          <a:prstGeom prst="rect">
            <a:avLst/>
          </a:prstGeom>
        </p:spPr>
      </p:pic>
      <p:pic>
        <p:nvPicPr>
          <p:cNvPr id="44" name="Red car 2" descr="Red car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8000" y="3810000"/>
            <a:ext cx="1460500" cy="800100"/>
          </a:xfrm>
          <a:prstGeom prst="rect">
            <a:avLst/>
          </a:prstGeom>
        </p:spPr>
      </p:pic>
      <p:pic>
        <p:nvPicPr>
          <p:cNvPr id="45" name="Red car 3" descr="Red car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0" y="3810000"/>
            <a:ext cx="1460500" cy="800100"/>
          </a:xfrm>
          <a:prstGeom prst="rect">
            <a:avLst/>
          </a:prstGeom>
        </p:spPr>
      </p:pic>
      <p:pic>
        <p:nvPicPr>
          <p:cNvPr id="46" name="Red car 4" descr="Red car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8000" y="3810000"/>
            <a:ext cx="1460500" cy="800100"/>
          </a:xfrm>
          <a:prstGeom prst="rect">
            <a:avLst/>
          </a:prstGeom>
        </p:spPr>
      </p:pic>
      <p:pic>
        <p:nvPicPr>
          <p:cNvPr id="47" name="Red car 5" descr="Red car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8000" y="3810000"/>
            <a:ext cx="1460500" cy="800100"/>
          </a:xfrm>
          <a:prstGeom prst="rect">
            <a:avLst/>
          </a:prstGeom>
        </p:spPr>
      </p:pic>
      <p:pic>
        <p:nvPicPr>
          <p:cNvPr id="48" name="Red car 6" descr="Red car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3810000"/>
            <a:ext cx="1460500" cy="800100"/>
          </a:xfrm>
          <a:prstGeom prst="rect">
            <a:avLst/>
          </a:prstGeom>
        </p:spPr>
      </p:pic>
      <p:pic>
        <p:nvPicPr>
          <p:cNvPr id="49" name="Red car 7" descr="Red car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8000" y="3810000"/>
            <a:ext cx="1460500" cy="800100"/>
          </a:xfrm>
          <a:prstGeom prst="rect">
            <a:avLst/>
          </a:prstGeom>
        </p:spPr>
      </p:pic>
      <p:pic>
        <p:nvPicPr>
          <p:cNvPr id="50" name="Red car 8" descr="Red car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98000" y="3810000"/>
            <a:ext cx="1460500" cy="800100"/>
          </a:xfrm>
          <a:prstGeom prst="rect">
            <a:avLst/>
          </a:prstGeom>
        </p:spPr>
      </p:pic>
      <p:sp>
        <p:nvSpPr>
          <p:cNvPr id="51" name="Red wins" descr="Red team wins!"/>
          <p:cNvSpPr/>
          <p:nvPr/>
        </p:nvSpPr>
        <p:spPr>
          <a:xfrm>
            <a:off x="3556000" y="1905000"/>
            <a:ext cx="5080000" cy="1397000"/>
          </a:xfrm>
          <a:prstGeom prst="roundRect">
            <a:avLst>
              <a:gd name="adj" fmla="val 30000"/>
            </a:avLst>
          </a:prstGeom>
          <a:solidFill>
            <a:srgbClr val="E5536F"/>
          </a:solidFill>
          <a:ln w="762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Red team wins!</a:t>
            </a:r>
          </a:p>
        </p:txBody>
      </p:sp>
      <p:sp>
        <p:nvSpPr>
          <p:cNvPr id="52" name="Red point 1" descr="Red ✓"/>
          <p:cNvSpPr/>
          <p:nvPr/>
        </p:nvSpPr>
        <p:spPr>
          <a:xfrm>
            <a:off x="381000" y="11430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E5536F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Red ✓</a:t>
            </a:r>
          </a:p>
        </p:txBody>
      </p:sp>
      <p:sp>
        <p:nvSpPr>
          <p:cNvPr id="53" name="Red point 2" descr="Red ✓"/>
          <p:cNvSpPr/>
          <p:nvPr/>
        </p:nvSpPr>
        <p:spPr>
          <a:xfrm>
            <a:off x="381000" y="11430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E5536F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Red ✓</a:t>
            </a:r>
          </a:p>
        </p:txBody>
      </p:sp>
      <p:sp>
        <p:nvSpPr>
          <p:cNvPr id="54" name="Red point 3" descr="Red ✓"/>
          <p:cNvSpPr/>
          <p:nvPr/>
        </p:nvSpPr>
        <p:spPr>
          <a:xfrm>
            <a:off x="381000" y="11430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E5536F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Red ✓</a:t>
            </a:r>
          </a:p>
        </p:txBody>
      </p:sp>
      <p:sp>
        <p:nvSpPr>
          <p:cNvPr id="55" name="Red point 4" descr="Red ✓"/>
          <p:cNvSpPr/>
          <p:nvPr/>
        </p:nvSpPr>
        <p:spPr>
          <a:xfrm>
            <a:off x="381000" y="11430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E5536F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Red ✓</a:t>
            </a:r>
          </a:p>
        </p:txBody>
      </p:sp>
      <p:sp>
        <p:nvSpPr>
          <p:cNvPr id="56" name="Red point 5" descr="Red ✓"/>
          <p:cNvSpPr/>
          <p:nvPr/>
        </p:nvSpPr>
        <p:spPr>
          <a:xfrm>
            <a:off x="381000" y="11430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E5536F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Red ✓</a:t>
            </a:r>
          </a:p>
        </p:txBody>
      </p:sp>
      <p:sp>
        <p:nvSpPr>
          <p:cNvPr id="57" name="Red point 6" descr="Red ✓"/>
          <p:cNvSpPr/>
          <p:nvPr/>
        </p:nvSpPr>
        <p:spPr>
          <a:xfrm>
            <a:off x="381000" y="11430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E5536F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Red ✓</a:t>
            </a:r>
          </a:p>
        </p:txBody>
      </p:sp>
      <p:sp>
        <p:nvSpPr>
          <p:cNvPr id="58" name="Red point 7" descr="Red ✓"/>
          <p:cNvSpPr/>
          <p:nvPr/>
        </p:nvSpPr>
        <p:spPr>
          <a:xfrm>
            <a:off x="381000" y="11430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E5536F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Red ✓</a:t>
            </a:r>
          </a:p>
        </p:txBody>
      </p:sp>
      <p:pic>
        <p:nvPicPr>
          <p:cNvPr id="59" name="Blue car 1" descr="Blue car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000" y="5334000"/>
            <a:ext cx="1460500" cy="800100"/>
          </a:xfrm>
          <a:prstGeom prst="rect">
            <a:avLst/>
          </a:prstGeom>
        </p:spPr>
      </p:pic>
      <p:pic>
        <p:nvPicPr>
          <p:cNvPr id="60" name="Blue car 2" descr="Blue car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78000" y="5334000"/>
            <a:ext cx="1460500" cy="800100"/>
          </a:xfrm>
          <a:prstGeom prst="rect">
            <a:avLst/>
          </a:prstGeom>
        </p:spPr>
      </p:pic>
      <p:pic>
        <p:nvPicPr>
          <p:cNvPr id="61" name="Blue car 3" descr="Blue car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0" y="5334000"/>
            <a:ext cx="1460500" cy="800100"/>
          </a:xfrm>
          <a:prstGeom prst="rect">
            <a:avLst/>
          </a:prstGeom>
        </p:spPr>
      </p:pic>
      <p:pic>
        <p:nvPicPr>
          <p:cNvPr id="62" name="Blue car 4" descr="Blue car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8000" y="5334000"/>
            <a:ext cx="1460500" cy="800100"/>
          </a:xfrm>
          <a:prstGeom prst="rect">
            <a:avLst/>
          </a:prstGeom>
        </p:spPr>
      </p:pic>
      <p:pic>
        <p:nvPicPr>
          <p:cNvPr id="63" name="Blue car 5" descr="Blue car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88000" y="5334000"/>
            <a:ext cx="1460500" cy="800100"/>
          </a:xfrm>
          <a:prstGeom prst="rect">
            <a:avLst/>
          </a:prstGeom>
        </p:spPr>
      </p:pic>
      <p:pic>
        <p:nvPicPr>
          <p:cNvPr id="64" name="Blue car 6" descr="Blue car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5334000"/>
            <a:ext cx="1460500" cy="800100"/>
          </a:xfrm>
          <a:prstGeom prst="rect">
            <a:avLst/>
          </a:prstGeom>
        </p:spPr>
      </p:pic>
      <p:pic>
        <p:nvPicPr>
          <p:cNvPr id="65" name="Blue car 7" descr="Blue car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5334000"/>
            <a:ext cx="1460500" cy="800100"/>
          </a:xfrm>
          <a:prstGeom prst="rect">
            <a:avLst/>
          </a:prstGeom>
        </p:spPr>
      </p:pic>
      <p:pic>
        <p:nvPicPr>
          <p:cNvPr id="66" name="Blue car 8" descr="Blue car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8000" y="5334000"/>
            <a:ext cx="1460500" cy="800100"/>
          </a:xfrm>
          <a:prstGeom prst="rect">
            <a:avLst/>
          </a:prstGeom>
        </p:spPr>
      </p:pic>
      <p:sp>
        <p:nvSpPr>
          <p:cNvPr id="67" name="Blue wins" descr="Blue team wins!"/>
          <p:cNvSpPr/>
          <p:nvPr/>
        </p:nvSpPr>
        <p:spPr>
          <a:xfrm>
            <a:off x="3556000" y="1905000"/>
            <a:ext cx="5080000" cy="1397000"/>
          </a:xfrm>
          <a:prstGeom prst="roundRect">
            <a:avLst>
              <a:gd name="adj" fmla="val 30000"/>
            </a:avLst>
          </a:prstGeom>
          <a:solidFill>
            <a:srgbClr val="3FA7C9"/>
          </a:solidFill>
          <a:ln w="762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Blue team wins!</a:t>
            </a:r>
          </a:p>
        </p:txBody>
      </p:sp>
      <p:sp>
        <p:nvSpPr>
          <p:cNvPr id="68" name="Blue point 1" descr="Blue ✓"/>
          <p:cNvSpPr/>
          <p:nvPr/>
        </p:nvSpPr>
        <p:spPr>
          <a:xfrm>
            <a:off x="381000" y="20955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3FA7C9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Blue ✓</a:t>
            </a:r>
          </a:p>
        </p:txBody>
      </p:sp>
      <p:sp>
        <p:nvSpPr>
          <p:cNvPr id="69" name="Blue point 2" descr="Blue ✓"/>
          <p:cNvSpPr/>
          <p:nvPr/>
        </p:nvSpPr>
        <p:spPr>
          <a:xfrm>
            <a:off x="381000" y="20955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3FA7C9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Blue ✓</a:t>
            </a:r>
          </a:p>
        </p:txBody>
      </p:sp>
      <p:sp>
        <p:nvSpPr>
          <p:cNvPr id="70" name="Blue point 3" descr="Blue ✓"/>
          <p:cNvSpPr/>
          <p:nvPr/>
        </p:nvSpPr>
        <p:spPr>
          <a:xfrm>
            <a:off x="381000" y="20955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3FA7C9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Blue ✓</a:t>
            </a:r>
          </a:p>
        </p:txBody>
      </p:sp>
      <p:sp>
        <p:nvSpPr>
          <p:cNvPr id="71" name="Blue point 4" descr="Blue ✓"/>
          <p:cNvSpPr/>
          <p:nvPr/>
        </p:nvSpPr>
        <p:spPr>
          <a:xfrm>
            <a:off x="381000" y="20955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3FA7C9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Blue ✓</a:t>
            </a:r>
          </a:p>
        </p:txBody>
      </p:sp>
      <p:sp>
        <p:nvSpPr>
          <p:cNvPr id="72" name="Blue point 5" descr="Blue ✓"/>
          <p:cNvSpPr/>
          <p:nvPr/>
        </p:nvSpPr>
        <p:spPr>
          <a:xfrm>
            <a:off x="381000" y="20955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3FA7C9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Blue ✓</a:t>
            </a:r>
          </a:p>
        </p:txBody>
      </p:sp>
      <p:sp>
        <p:nvSpPr>
          <p:cNvPr id="73" name="Blue point 6" descr="Blue ✓"/>
          <p:cNvSpPr/>
          <p:nvPr/>
        </p:nvSpPr>
        <p:spPr>
          <a:xfrm>
            <a:off x="381000" y="20955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3FA7C9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Blue ✓</a:t>
            </a:r>
          </a:p>
        </p:txBody>
      </p:sp>
      <p:sp>
        <p:nvSpPr>
          <p:cNvPr id="74" name="Blue point 7" descr="Blue ✓"/>
          <p:cNvSpPr/>
          <p:nvPr/>
        </p:nvSpPr>
        <p:spPr>
          <a:xfrm>
            <a:off x="381000" y="20955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3FA7C9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Blue ✓</a:t>
            </a:r>
          </a:p>
        </p:txBody>
      </p:sp>
      <p:sp>
        <p:nvSpPr>
          <p:cNvPr id="75" name="Next button">
            <a:hlinkClick action="ppaction://hlinksldjump" r:id="rId5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6" name="Next arrow">
            <a:hlinkClick action="ppaction://hlinksldjump" r:id="rId5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77" name="sound anchor" descr="sound anchor (invisible)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3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0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5" restart="whenNotActive" fill="hold" evtFilter="cancelBubble" nodeType="interactiveSeq">
                <p:stCondLst>
                  <p:cond evt="onClick" delay="0">
                    <p:tgtEl>
                      <p:spTgt spid="3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6" fill="hold">
                      <p:stCondLst>
                        <p:cond delay="0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1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2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7" restart="whenNotActive" fill="hold" evtFilter="cancelBubble" nodeType="interactiveSeq">
                <p:stCondLst>
                  <p:cond evt="onClick" delay="0">
                    <p:tgtEl>
                      <p:spTgt spid="3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8" fill="hold">
                      <p:stCondLst>
                        <p:cond delay="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3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4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9" restart="whenNotActive" fill="hold" evtFilter="cancelBubble" nodeType="interactiveSeq">
                <p:stCondLst>
                  <p:cond evt="onClick" delay="0">
                    <p:tgtEl>
                      <p:spTgt spid="3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0" fill="hold">
                      <p:stCondLst>
                        <p:cond delay="0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4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6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1" restart="whenNotActive" fill="hold" evtFilter="cancelBubble" nodeType="interactiveSeq">
                <p:stCondLst>
                  <p:cond evt="onClick" delay="0">
                    <p:tgtEl>
                      <p:spTgt spid="3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2" fill="hold">
                      <p:stCondLst>
                        <p:cond delay="0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5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8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73" restart="whenNotActive" fill="hold" evtFilter="cancelBubble" nodeType="interactiveSeq">
                <p:stCondLst>
                  <p:cond evt="onClick" delay="0">
                    <p:tgtEl>
                      <p:spTgt spid="3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4" fill="hold">
                      <p:stCondLst>
                        <p:cond delay="0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6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70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85" restart="whenNotActive" fill="hold" evtFilter="cancelBubble" nodeType="interactiveSeq">
                <p:stCondLst>
                  <p:cond evt="onClick" delay="0">
                    <p:tgtEl>
                      <p:spTgt spid="4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6" fill="hold">
                      <p:stCondLst>
                        <p:cond delay="0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7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2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97" restart="whenNotActive" fill="hold" evtFilter="cancelBubble" nodeType="interactiveSeq">
                <p:stCondLst>
                  <p:cond evt="onClick" delay="0">
                    <p:tgtEl>
                      <p:spTgt spid="4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8" fill="hold">
                      <p:stCondLst>
                        <p:cond delay="0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9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94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107" restart="whenNotActive" fill="hold" evtFilter="cancelBubble" nodeType="interactiveSeq">
                <p:stCondLst>
                  <p:cond evt="onClick" delay="0">
                    <p:tgtEl>
                      <p:spTgt spid="4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8" fill="hold">
                      <p:stCondLst>
                        <p:cond delay="0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1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06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119" restart="whenNotActive" fill="hold" evtFilter="cancelBubble" nodeType="interactiveSeq">
                <p:stCondLst>
                  <p:cond evt="onClick" delay="0">
                    <p:tgtEl>
                      <p:spTgt spid="5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20" fill="hold">
                      <p:stCondLst>
                        <p:cond delay="0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1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1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vroom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6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131" restart="whenNotActive" fill="hold" evtFilter="cancelBubble" nodeType="interactiveSeq">
                <p:stCondLst>
                  <p:cond evt="onClick" delay="0">
                    <p:tgtEl>
                      <p:spTgt spid="5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2" fill="hold">
                      <p:stCondLst>
                        <p:cond delay="0"/>
                      </p:stCondLst>
                      <p:childTnLst>
                        <p:par>
                          <p:cTn id="133" fill="hold">
                            <p:stCondLst>
                              <p:cond delay="0"/>
                            </p:stCondLst>
                            <p:childTnLst>
                              <p:par>
                                <p:cTn id="12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12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vroom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28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143" restart="whenNotActive" fill="hold" evtFilter="cancelBubble" nodeType="interactiveSeq">
                <p:stCondLst>
                  <p:cond evt="onClick" delay="0">
                    <p:tgtEl>
                      <p:spTgt spid="5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4" fill="hold">
                      <p:stCondLst>
                        <p:cond delay="0"/>
                      </p:stCondLst>
                      <p:childTnLst>
                        <p:par>
                          <p:cTn id="145" fill="hold">
                            <p:stCondLst>
                              <p:cond delay="0"/>
                            </p:stCondLst>
                            <p:childTnLst>
                              <p:par>
                                <p:cTn id="13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13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vroom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0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155" restart="whenNotActive" fill="hold" evtFilter="cancelBubble" nodeType="interactiveSeq">
                <p:stCondLst>
                  <p:cond evt="onClick" delay="0">
                    <p:tgtEl>
                      <p:spTgt spid="5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56" fill="hold">
                      <p:stCondLst>
                        <p:cond delay="0"/>
                      </p:stCondLst>
                      <p:childTnLst>
                        <p:par>
                          <p:cTn id="157" fill="hold">
                            <p:stCondLst>
                              <p:cond delay="0"/>
                            </p:stCondLst>
                            <p:childTnLst>
                              <p:par>
                                <p:cTn id="14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14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vroom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52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167" restart="whenNotActive" fill="hold" evtFilter="cancelBubble" nodeType="interactiveSeq">
                <p:stCondLst>
                  <p:cond evt="onClick" delay="0">
                    <p:tgtEl>
                      <p:spTgt spid="5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68" fill="hold">
                      <p:stCondLst>
                        <p:cond delay="0"/>
                      </p:stCondLst>
                      <p:childTnLst>
                        <p:par>
                          <p:cTn id="169" fill="hold">
                            <p:stCondLst>
                              <p:cond delay="0"/>
                            </p:stCondLst>
                            <p:childTnLst>
                              <p:par>
                                <p:cTn id="15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16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vroom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64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179" restart="whenNotActive" fill="hold" evtFilter="cancelBubble" nodeType="interactiveSeq">
                <p:stCondLst>
                  <p:cond evt="onClick" delay="0">
                    <p:tgtEl>
                      <p:spTgt spid="5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80" fill="hold">
                      <p:stCondLst>
                        <p:cond delay="0"/>
                      </p:stCondLst>
                      <p:childTnLst>
                        <p:par>
                          <p:cTn id="181" fill="hold">
                            <p:stCondLst>
                              <p:cond delay="0"/>
                            </p:stCondLst>
                            <p:childTnLst>
                              <p:par>
                                <p:cTn id="17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17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vroom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6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197" restart="whenNotActive" fill="hold" evtFilter="cancelBubble" nodeType="interactiveSeq">
                <p:stCondLst>
                  <p:cond evt="onClick" delay="0">
                    <p:tgtEl>
                      <p:spTgt spid="5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98" fill="hold">
                      <p:stCondLst>
                        <p:cond delay="0"/>
                      </p:stCondLst>
                      <p:childTnLst>
                        <p:par>
                          <p:cTn id="199" fill="hold">
                            <p:stCondLst>
                              <p:cond delay="0"/>
                            </p:stCondLst>
                            <p:childTnLst>
                              <p:par>
                                <p:cTn id="18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18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vroom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88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3" presetID="53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0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1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2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6" presetID="1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19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cheer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09" restart="whenNotActive" fill="hold" evtFilter="cancelBubble" nodeType="interactiveSeq">
                <p:stCondLst>
                  <p:cond evt="onClick" delay="0">
                    <p:tgtEl>
                      <p:spTgt spid="6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10" fill="hold">
                      <p:stCondLst>
                        <p:cond delay="0"/>
                      </p:stCondLst>
                      <p:childTnLst>
                        <p:par>
                          <p:cTn id="211" fill="hold">
                            <p:stCondLst>
                              <p:cond delay="0"/>
                            </p:stCondLst>
                            <p:childTnLst>
                              <p:par>
                                <p:cTn id="20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2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vroom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06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21" restart="whenNotActive" fill="hold" evtFilter="cancelBubble" nodeType="interactiveSeq">
                <p:stCondLst>
                  <p:cond evt="onClick" delay="0">
                    <p:tgtEl>
                      <p:spTgt spid="6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22" fill="hold">
                      <p:stCondLst>
                        <p:cond delay="0"/>
                      </p:stCondLst>
                      <p:childTnLst>
                        <p:par>
                          <p:cTn id="223" fill="hold">
                            <p:stCondLst>
                              <p:cond delay="0"/>
                            </p:stCondLst>
                            <p:childTnLst>
                              <p:par>
                                <p:cTn id="21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21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vroom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18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33" restart="whenNotActive" fill="hold" evtFilter="cancelBubble" nodeType="interactiveSeq">
                <p:stCondLst>
                  <p:cond evt="onClick" delay="0">
                    <p:tgtEl>
                      <p:spTgt spid="7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34" fill="hold">
                      <p:stCondLst>
                        <p:cond delay="0"/>
                      </p:stCondLst>
                      <p:childTnLst>
                        <p:par>
                          <p:cTn id="235" fill="hold">
                            <p:stCondLst>
                              <p:cond delay="0"/>
                            </p:stCondLst>
                            <p:childTnLst>
                              <p:par>
                                <p:cTn id="22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22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vroom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30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45" restart="whenNotActive" fill="hold" evtFilter="cancelBubble" nodeType="interactiveSeq">
                <p:stCondLst>
                  <p:cond evt="onClick" delay="0">
                    <p:tgtEl>
                      <p:spTgt spid="7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46" fill="hold">
                      <p:stCondLst>
                        <p:cond delay="0"/>
                      </p:stCondLst>
                      <p:childTnLst>
                        <p:par>
                          <p:cTn id="247" fill="hold">
                            <p:stCondLst>
                              <p:cond delay="0"/>
                            </p:stCondLst>
                            <p:childTnLst>
                              <p:par>
                                <p:cTn id="23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23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vroom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42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57" restart="whenNotActive" fill="hold" evtFilter="cancelBubble" nodeType="interactiveSeq">
                <p:stCondLst>
                  <p:cond evt="onClick" delay="0">
                    <p:tgtEl>
                      <p:spTgt spid="7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58" fill="hold">
                      <p:stCondLst>
                        <p:cond delay="0"/>
                      </p:stCondLst>
                      <p:childTnLst>
                        <p:par>
                          <p:cTn id="259" fill="hold">
                            <p:stCondLst>
                              <p:cond delay="0"/>
                            </p:stCondLst>
                            <p:childTnLst>
                              <p:par>
                                <p:cTn id="24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25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vroom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54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69" restart="whenNotActive" fill="hold" evtFilter="cancelBubble" nodeType="interactiveSeq">
                <p:stCondLst>
                  <p:cond evt="onClick" delay="0">
                    <p:tgtEl>
                      <p:spTgt spid="7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70" fill="hold">
                      <p:stCondLst>
                        <p:cond delay="0"/>
                      </p:stCondLst>
                      <p:childTnLst>
                        <p:par>
                          <p:cTn id="271" fill="hold">
                            <p:stCondLst>
                              <p:cond delay="0"/>
                            </p:stCondLst>
                            <p:childTnLst>
                              <p:par>
                                <p:cTn id="26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26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vroom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66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87" restart="whenNotActive" fill="hold" evtFilter="cancelBubble" nodeType="interactiveSeq">
                <p:stCondLst>
                  <p:cond evt="onClick" delay="0">
                    <p:tgtEl>
                      <p:spTgt spid="7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88" fill="hold">
                      <p:stCondLst>
                        <p:cond delay="0"/>
                      </p:stCondLst>
                      <p:childTnLst>
                        <p:par>
                          <p:cTn id="289" fill="hold">
                            <p:stCondLst>
                              <p:cond delay="0"/>
                            </p:stCondLst>
                            <p:childTnLst>
                              <p:par>
                                <p:cTn id="27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27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vroom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78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3" presetID="53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0" dur="5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1" dur="5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2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6" presetID="1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28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cheer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Card"/>
          <p:cNvSpPr/>
          <p:nvPr/>
        </p:nvSpPr>
        <p:spPr>
          <a:xfrm>
            <a:off x="2921000" y="1270000"/>
            <a:ext cx="6350000" cy="3175000"/>
          </a:xfrm>
          <a:prstGeom prst="roundRect">
            <a:avLst>
              <a:gd name="adj" fmla="val 10000"/>
            </a:avLst>
          </a:prstGeom>
          <a:solidFill>
            <a:srgbClr val="FFFFFF">
              <a:alpha val="85000"/>
            </a:srgbClr>
          </a:solidFill>
          <a:ln w="508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Well done" descr="Well done!"/>
          <p:cNvSpPr/>
          <p:nvPr/>
        </p:nvSpPr>
        <p:spPr>
          <a:xfrm>
            <a:off x="3175000" y="1587500"/>
            <a:ext cx="5842000" cy="1016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6900" b="1" lang="en-US">
                <a:solidFill>
                  <a:srgbClr val="8A6CF0"/>
                </a:solidFill>
                <a:latin typeface="Arial"/>
                <a:cs typeface="Arial"/>
              </a:rPr>
              <a:t>Well done!</a:t>
            </a:r>
          </a:p>
        </p:txBody>
      </p:sp>
      <p:sp>
        <p:nvSpPr>
          <p:cNvPr id="5" name="Star 1"/>
          <p:cNvSpPr/>
          <p:nvPr/>
        </p:nvSpPr>
        <p:spPr>
          <a:xfrm>
            <a:off x="3556000" y="2857500"/>
            <a:ext cx="825500" cy="825500"/>
          </a:xfrm>
          <a:prstGeom prst="star5">
            <a:avLst/>
          </a:prstGeom>
          <a:solidFill>
            <a:srgbClr val="FFD43B"/>
          </a:solidFill>
          <a:ln w="381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2"/>
          <p:cNvSpPr/>
          <p:nvPr/>
        </p:nvSpPr>
        <p:spPr>
          <a:xfrm>
            <a:off x="4635500" y="2857500"/>
            <a:ext cx="825500" cy="825500"/>
          </a:xfrm>
          <a:prstGeom prst="star5">
            <a:avLst/>
          </a:prstGeom>
          <a:solidFill>
            <a:srgbClr val="FFD43B"/>
          </a:solidFill>
          <a:ln w="381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3"/>
          <p:cNvSpPr/>
          <p:nvPr/>
        </p:nvSpPr>
        <p:spPr>
          <a:xfrm>
            <a:off x="5715000" y="2857500"/>
            <a:ext cx="825500" cy="825500"/>
          </a:xfrm>
          <a:prstGeom prst="star5">
            <a:avLst/>
          </a:prstGeom>
          <a:solidFill>
            <a:srgbClr val="FFD43B"/>
          </a:solidFill>
          <a:ln w="381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4"/>
          <p:cNvSpPr/>
          <p:nvPr/>
        </p:nvSpPr>
        <p:spPr>
          <a:xfrm>
            <a:off x="6794500" y="2857500"/>
            <a:ext cx="825500" cy="825500"/>
          </a:xfrm>
          <a:prstGeom prst="star5">
            <a:avLst/>
          </a:prstGeom>
          <a:solidFill>
            <a:srgbClr val="FFD43B"/>
          </a:solidFill>
          <a:ln w="381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Star 5"/>
          <p:cNvSpPr/>
          <p:nvPr/>
        </p:nvSpPr>
        <p:spPr>
          <a:xfrm>
            <a:off x="7874000" y="2857500"/>
            <a:ext cx="825500" cy="825500"/>
          </a:xfrm>
          <a:prstGeom prst="star5">
            <a:avLst/>
          </a:prstGeom>
          <a:solidFill>
            <a:srgbClr val="FFD43B"/>
          </a:solidFill>
          <a:ln w="381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Play again" descr="↺  Play again">
            <a:hlinkClick action="ppaction://hlinksldjump" r:id="rId3"/>
          </p:cNvPr>
          <p:cNvSpPr/>
          <p:nvPr/>
        </p:nvSpPr>
        <p:spPr>
          <a:xfrm>
            <a:off x="4508500" y="4953000"/>
            <a:ext cx="3175000" cy="889000"/>
          </a:xfrm>
          <a:prstGeom prst="roundRect">
            <a:avLst>
              <a:gd name="adj" fmla="val 30000"/>
            </a:avLst>
          </a:prstGeom>
          <a:solidFill>
            <a:srgbClr val="1971C2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FFFFFF"/>
                </a:solidFill>
                <a:latin typeface="Arial"/>
                <a:cs typeface="Arial"/>
              </a:rPr>
              <a:t>↺  Play again</a:t>
            </a:r>
          </a:p>
        </p:txBody>
      </p:sp>
      <p:pic>
        <p:nvPicPr>
          <p:cNvPr id="11" name="sound anchor" descr="sound anchor (invisible)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cheer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Dammah Games</dc:title>
  <dc:subject>Interactive reading games for children</dc:subject>
  <dc:creator>Claude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