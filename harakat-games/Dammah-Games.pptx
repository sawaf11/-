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snd_boing.wav" ContentType="audio/wav"/>
  <Override PartName="/ppt/media/snd_bonk.wav" ContentType="audio/wav"/>
  <Override PartName="/ppt/media/snd_cheer.wav" ContentType="audio/wav"/>
  <Override PartName="/ppt/media/snd_ding.wav" ContentType="audio/wav"/>
  <Override PartName="/ppt/media/snd_munch.wav" ContentType="audio/wav"/>
  <Override PartName="/ppt/media/snd_pop.wav" ContentType="audio/wav"/>
  <Override PartName="/ppt/media/snd_splash.wav" ContentType="audio/wav"/>
  <Override PartName="/ppt/media/snd_tada.wav" ContentType="audio/wav"/>
  <Override PartName="/ppt/media/snd_vroom.wav" ContentType="audio/wav"/>
  <Override PartName="/ppt/media/snd_whistle.wav" ContentType="audio/wav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7.xml"/><Relationship Id="rId10" Type="http://schemas.openxmlformats.org/officeDocument/2006/relationships/slide" Target="slide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slide" Target="slide4.xml"/><Relationship Id="rId8" Type="http://schemas.openxmlformats.org/officeDocument/2006/relationships/slide" Target="slide5.xml"/><Relationship Id="rId9" Type="http://schemas.openxmlformats.org/officeDocument/2006/relationships/slide" Target="slide7.xml"/><Relationship Id="rId10" Type="http://schemas.openxmlformats.org/officeDocument/2006/relationships/slide" Target="slide10.xml"/><Relationship Id="rId11" Type="http://schemas.openxmlformats.org/officeDocument/2006/relationships/audio" Target="../media/snd_boing.wav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6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audio" Target="../media/snd_pop.wav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6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audio" Target="../media/snd_boing.wav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audio" Target="../media/snd_pop.wav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" Target="slide8.xml"/><Relationship Id="rId7" Type="http://schemas.openxmlformats.org/officeDocument/2006/relationships/slide" Target="slide9.xml"/><Relationship Id="rId8" Type="http://schemas.openxmlformats.org/officeDocument/2006/relationships/slide" Target="slide10.xml"/><Relationship Id="rId9" Type="http://schemas.openxmlformats.org/officeDocument/2006/relationships/audio" Target="../media/snd_boing.wav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" Target="slide10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Relationship Id="rId4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" Target="slide12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audio" Target="../media/snd_boing.wav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slide" Target="slide14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slide" Target="slide1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slide" Target="slide17.xml"/><Relationship Id="rId7" Type="http://schemas.openxmlformats.org/officeDocument/2006/relationships/slide" Target="slide16.xml"/><Relationship Id="rId8" Type="http://schemas.openxmlformats.org/officeDocument/2006/relationships/slide" Target="slide19.xml"/><Relationship Id="rId9" Type="http://schemas.openxmlformats.org/officeDocument/2006/relationships/slide" Target="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slide" Target="slide17.xml"/><Relationship Id="rId7" Type="http://schemas.openxmlformats.org/officeDocument/2006/relationships/slide" Target="slide16.xml"/><Relationship Id="rId8" Type="http://schemas.openxmlformats.org/officeDocument/2006/relationships/slide" Target="slide19.xml"/><Relationship Id="rId9" Type="http://schemas.openxmlformats.org/officeDocument/2006/relationships/slide" Target="slide22.xml"/><Relationship Id="rId10" Type="http://schemas.openxmlformats.org/officeDocument/2006/relationships/audio" Target="../media/snd_boing.wav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18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audio" Target="../media/snd_splash.wav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18.xml"/><Relationship Id="rId7" Type="http://schemas.openxmlformats.org/officeDocument/2006/relationships/slide" Target="slide21.xml"/><Relationship Id="rId8" Type="http://schemas.openxmlformats.org/officeDocument/2006/relationships/slide" Target="slide22.xml"/><Relationship Id="rId9" Type="http://schemas.openxmlformats.org/officeDocument/2006/relationships/audio" Target="../media/snd_boing.wav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slide" Target="slide21.xml"/><Relationship Id="rId7" Type="http://schemas.openxmlformats.org/officeDocument/2006/relationships/slide" Target="slide20.xml"/><Relationship Id="rId8" Type="http://schemas.openxmlformats.org/officeDocument/2006/relationships/slide" Target="slide22.xml"/><Relationship Id="rId9" Type="http://schemas.openxmlformats.org/officeDocument/2006/relationships/audio" Target="../media/snd_splash.wav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slide" Target="slide21.xml"/><Relationship Id="rId7" Type="http://schemas.openxmlformats.org/officeDocument/2006/relationships/slide" Target="slide20.xml"/><Relationship Id="rId8" Type="http://schemas.openxmlformats.org/officeDocument/2006/relationships/slide" Target="slide22.xml"/><Relationship Id="rId9" Type="http://schemas.openxmlformats.org/officeDocument/2006/relationships/audio" Target="../media/snd_boing.wav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slide" Target="slide22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5.xml"/><Relationship Id="rId4" Type="http://schemas.openxmlformats.org/officeDocument/2006/relationships/slide" Target="slide24.xml"/><Relationship Id="rId5" Type="http://schemas.openxmlformats.org/officeDocument/2006/relationships/slide" Target="slide27.xml"/><Relationship Id="rId6" Type="http://schemas.openxmlformats.org/officeDocument/2006/relationships/slide" Target="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5.xml"/><Relationship Id="rId4" Type="http://schemas.openxmlformats.org/officeDocument/2006/relationships/slide" Target="slide24.xml"/><Relationship Id="rId5" Type="http://schemas.openxmlformats.org/officeDocument/2006/relationships/slide" Target="slide27.xml"/><Relationship Id="rId6" Type="http://schemas.openxmlformats.org/officeDocument/2006/relationships/slide" Target="slide30.xml"/><Relationship Id="rId7" Type="http://schemas.openxmlformats.org/officeDocument/2006/relationships/audio" Target="../media/snd_boing.wav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6.xml"/><Relationship Id="rId4" Type="http://schemas.openxmlformats.org/officeDocument/2006/relationships/slide" Target="slide29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9.xml"/><Relationship Id="rId4" Type="http://schemas.openxmlformats.org/officeDocument/2006/relationships/slide" Target="slide28.xml"/><Relationship Id="rId5" Type="http://schemas.openxmlformats.org/officeDocument/2006/relationships/slide" Target="slide30.xml"/><Relationship Id="rId6" Type="http://schemas.openxmlformats.org/officeDocument/2006/relationships/audio" Target="../media/snd_bonk.wav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9.xml"/><Relationship Id="rId4" Type="http://schemas.openxmlformats.org/officeDocument/2006/relationships/slide" Target="slide28.xml"/><Relationship Id="rId5" Type="http://schemas.openxmlformats.org/officeDocument/2006/relationships/slide" Target="slide30.xml"/><Relationship Id="rId6" Type="http://schemas.openxmlformats.org/officeDocument/2006/relationships/audio" Target="../media/snd_boing.wav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0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2.xml"/><Relationship Id="rId8" Type="http://schemas.openxmlformats.org/officeDocument/2006/relationships/slide" Target="slide31.xml"/><Relationship Id="rId9" Type="http://schemas.openxmlformats.org/officeDocument/2006/relationships/slide" Target="slide34.xml"/><Relationship Id="rId10" Type="http://schemas.openxmlformats.org/officeDocument/2006/relationships/slide" Target="slide3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2.xml"/><Relationship Id="rId8" Type="http://schemas.openxmlformats.org/officeDocument/2006/relationships/slide" Target="slide31.xml"/><Relationship Id="rId9" Type="http://schemas.openxmlformats.org/officeDocument/2006/relationships/slide" Target="slide34.xml"/><Relationship Id="rId10" Type="http://schemas.openxmlformats.org/officeDocument/2006/relationships/slide" Target="slide37.xml"/><Relationship Id="rId11" Type="http://schemas.openxmlformats.org/officeDocument/2006/relationships/audio" Target="../media/snd_boing.wav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3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audio" Target="../media/snd_pop.wav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" Target="slide33.xml"/><Relationship Id="rId8" Type="http://schemas.openxmlformats.org/officeDocument/2006/relationships/slide" Target="slide36.xml"/><Relationship Id="rId9" Type="http://schemas.openxmlformats.org/officeDocument/2006/relationships/slide" Target="slide37.xml"/><Relationship Id="rId10" Type="http://schemas.openxmlformats.org/officeDocument/2006/relationships/audio" Target="../media/snd_boing.wav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36.xml"/><Relationship Id="rId7" Type="http://schemas.openxmlformats.org/officeDocument/2006/relationships/slide" Target="slide35.xml"/><Relationship Id="rId8" Type="http://schemas.openxmlformats.org/officeDocument/2006/relationships/slide" Target="slide37.xml"/><Relationship Id="rId9" Type="http://schemas.openxmlformats.org/officeDocument/2006/relationships/audio" Target="../media/snd_pop.wav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36.xml"/><Relationship Id="rId7" Type="http://schemas.openxmlformats.org/officeDocument/2006/relationships/slide" Target="slide35.xml"/><Relationship Id="rId8" Type="http://schemas.openxmlformats.org/officeDocument/2006/relationships/slide" Target="slide37.xml"/><Relationship Id="rId9" Type="http://schemas.openxmlformats.org/officeDocument/2006/relationships/audio" Target="../media/snd_boing.wav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37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slide" Target="slide38.xml"/><Relationship Id="rId8" Type="http://schemas.openxmlformats.org/officeDocument/2006/relationships/slide" Target="slide39.xml"/><Relationship Id="rId9" Type="http://schemas.openxmlformats.org/officeDocument/2006/relationships/slide" Target="slide4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slide" Target="slide38.xml"/><Relationship Id="rId8" Type="http://schemas.openxmlformats.org/officeDocument/2006/relationships/slide" Target="slide39.xml"/><Relationship Id="rId9" Type="http://schemas.openxmlformats.org/officeDocument/2006/relationships/slide" Target="slide40.xml"/><Relationship Id="rId10" Type="http://schemas.openxmlformats.org/officeDocument/2006/relationships/audio" Target="../media/snd_boing.wav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slide" Target="slide40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png"/><Relationship Id="rId4" Type="http://schemas.openxmlformats.org/officeDocument/2006/relationships/slide" Target="slide4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5.xml"/><Relationship Id="rId6" Type="http://schemas.openxmlformats.org/officeDocument/2006/relationships/slide" Target="slide42.xml"/><Relationship Id="rId7" Type="http://schemas.openxmlformats.org/officeDocument/2006/relationships/slide" Target="slide4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6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ding.wav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4.xml"/><Relationship Id="rId6" Type="http://schemas.openxmlformats.org/officeDocument/2006/relationships/slide" Target="slide48.xml"/><Relationship Id="rId7" Type="http://schemas.openxmlformats.org/officeDocument/2006/relationships/audio" Target="../media/snd_ding.wav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.xml"/><Relationship Id="rId6" Type="http://schemas.openxmlformats.org/officeDocument/2006/relationships/slide" Target="slide48.xml"/><Relationship Id="rId7" Type="http://schemas.openxmlformats.org/officeDocument/2006/relationships/audio" Target="../media/snd_ding.wav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5.xml"/><Relationship Id="rId6" Type="http://schemas.openxmlformats.org/officeDocument/2006/relationships/slide" Target="slide42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6.xml"/><Relationship Id="rId6" Type="http://schemas.openxmlformats.org/officeDocument/2006/relationships/slide" Target="slide43.xml"/><Relationship Id="rId7" Type="http://schemas.openxmlformats.org/officeDocument/2006/relationships/slide" Target="slide48.xml"/><Relationship Id="rId8" Type="http://schemas.openxmlformats.org/officeDocument/2006/relationships/audio" Target="../media/snd_boing.wav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8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Relationship Id="rId8" Type="http://schemas.openxmlformats.org/officeDocument/2006/relationships/slide" Target="slide50.xml"/><Relationship Id="rId9" Type="http://schemas.openxmlformats.org/officeDocument/2006/relationships/slide" Target="slide49.xml"/><Relationship Id="rId10" Type="http://schemas.openxmlformats.org/officeDocument/2006/relationships/slide" Target="slide52.xml"/><Relationship Id="rId11" Type="http://schemas.openxmlformats.org/officeDocument/2006/relationships/slide" Target="slide5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26.png"/><Relationship Id="rId8" Type="http://schemas.openxmlformats.org/officeDocument/2006/relationships/slide" Target="slide50.xml"/><Relationship Id="rId9" Type="http://schemas.openxmlformats.org/officeDocument/2006/relationships/slide" Target="slide49.xml"/><Relationship Id="rId10" Type="http://schemas.openxmlformats.org/officeDocument/2006/relationships/slide" Target="slide52.xml"/><Relationship Id="rId11" Type="http://schemas.openxmlformats.org/officeDocument/2006/relationships/slide" Target="slide55.xml"/><Relationship Id="rId12" Type="http://schemas.openxmlformats.org/officeDocument/2006/relationships/audio" Target="../media/snd_boing.wav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Relationship Id="rId7" Type="http://schemas.openxmlformats.org/officeDocument/2006/relationships/slide" Target="slide51.xml"/><Relationship Id="rId8" Type="http://schemas.openxmlformats.org/officeDocument/2006/relationships/slide" Target="slide54.xml"/><Relationship Id="rId9" Type="http://schemas.openxmlformats.org/officeDocument/2006/relationships/slide" Target="slide55.xml"/><Relationship Id="rId10" Type="http://schemas.openxmlformats.org/officeDocument/2006/relationships/audio" Target="../media/snd_splash.wav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Relationship Id="rId7" Type="http://schemas.openxmlformats.org/officeDocument/2006/relationships/slide" Target="slide51.xml"/><Relationship Id="rId8" Type="http://schemas.openxmlformats.org/officeDocument/2006/relationships/slide" Target="slide54.xml"/><Relationship Id="rId9" Type="http://schemas.openxmlformats.org/officeDocument/2006/relationships/slide" Target="slide55.xml"/><Relationship Id="rId10" Type="http://schemas.openxmlformats.org/officeDocument/2006/relationships/audio" Target="../media/snd_boing.wav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54.xml"/><Relationship Id="rId8" Type="http://schemas.openxmlformats.org/officeDocument/2006/relationships/slide" Target="slide53.xml"/><Relationship Id="rId9" Type="http://schemas.openxmlformats.org/officeDocument/2006/relationships/slide" Target="slide55.xml"/><Relationship Id="rId10" Type="http://schemas.openxmlformats.org/officeDocument/2006/relationships/audio" Target="../media/snd_splash.wav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slide" Target="slide54.xml"/><Relationship Id="rId8" Type="http://schemas.openxmlformats.org/officeDocument/2006/relationships/slide" Target="slide53.xml"/><Relationship Id="rId9" Type="http://schemas.openxmlformats.org/officeDocument/2006/relationships/slide" Target="slide55.xml"/><Relationship Id="rId10" Type="http://schemas.openxmlformats.org/officeDocument/2006/relationships/audio" Target="../media/snd_boing.wav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" Target="slide55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56.xml"/><Relationship Id="rId4" Type="http://schemas.openxmlformats.org/officeDocument/2006/relationships/slide" Target="slide57.xml"/><Relationship Id="rId5" Type="http://schemas.openxmlformats.org/officeDocument/2006/relationships/slide" Target="slide59.xml"/><Relationship Id="rId6" Type="http://schemas.openxmlformats.org/officeDocument/2006/relationships/slide" Target="slide6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56.xml"/><Relationship Id="rId4" Type="http://schemas.openxmlformats.org/officeDocument/2006/relationships/slide" Target="slide57.xml"/><Relationship Id="rId5" Type="http://schemas.openxmlformats.org/officeDocument/2006/relationships/slide" Target="slide59.xml"/><Relationship Id="rId6" Type="http://schemas.openxmlformats.org/officeDocument/2006/relationships/slide" Target="slide62.xml"/><Relationship Id="rId7" Type="http://schemas.openxmlformats.org/officeDocument/2006/relationships/audio" Target="../media/snd_boing.wav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58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nk.wav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58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ing.wav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60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nk.wav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60.xml"/><Relationship Id="rId4" Type="http://schemas.openxmlformats.org/officeDocument/2006/relationships/slide" Target="slide61.xml"/><Relationship Id="rId5" Type="http://schemas.openxmlformats.org/officeDocument/2006/relationships/slide" Target="slide62.xml"/><Relationship Id="rId6" Type="http://schemas.openxmlformats.org/officeDocument/2006/relationships/audio" Target="../media/snd_boing.wav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62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png"/><Relationship Id="rId4" Type="http://schemas.openxmlformats.org/officeDocument/2006/relationships/slide" Target="slide6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64.xml"/><Relationship Id="rId12" Type="http://schemas.openxmlformats.org/officeDocument/2006/relationships/slide" Target="slide65.xml"/><Relationship Id="rId13" Type="http://schemas.openxmlformats.org/officeDocument/2006/relationships/slide" Target="slide66.xml"/><Relationship Id="rId14" Type="http://schemas.openxmlformats.org/officeDocument/2006/relationships/slide" Target="slide67.xml"/><Relationship Id="rId15" Type="http://schemas.openxmlformats.org/officeDocument/2006/relationships/slide" Target="slide68.xml"/><Relationship Id="rId16" Type="http://schemas.openxmlformats.org/officeDocument/2006/relationships/slide" Target="slide69.xml"/><Relationship Id="rId17" Type="http://schemas.openxmlformats.org/officeDocument/2006/relationships/slide" Target="slide70.xml"/><Relationship Id="rId18" Type="http://schemas.openxmlformats.org/officeDocument/2006/relationships/slide" Target="slide71.xml"/><Relationship Id="rId19" Type="http://schemas.openxmlformats.org/officeDocument/2006/relationships/slide" Target="slide7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63.xml"/><Relationship Id="rId6" Type="http://schemas.openxmlformats.org/officeDocument/2006/relationships/slide" Target="slide72.xml"/><Relationship Id="rId7" Type="http://schemas.openxmlformats.org/officeDocument/2006/relationships/audio" Target="../media/snd_tada.wav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74.xml"/><Relationship Id="rId7" Type="http://schemas.openxmlformats.org/officeDocument/2006/relationships/slide" Target="slide73.xml"/><Relationship Id="rId8" Type="http://schemas.openxmlformats.org/officeDocument/2006/relationships/slide" Target="slide76.xml"/><Relationship Id="rId9" Type="http://schemas.openxmlformats.org/officeDocument/2006/relationships/slide" Target="slide79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slide" Target="slide74.xml"/><Relationship Id="rId7" Type="http://schemas.openxmlformats.org/officeDocument/2006/relationships/slide" Target="slide73.xml"/><Relationship Id="rId8" Type="http://schemas.openxmlformats.org/officeDocument/2006/relationships/slide" Target="slide76.xml"/><Relationship Id="rId9" Type="http://schemas.openxmlformats.org/officeDocument/2006/relationships/slide" Target="slide79.xml"/><Relationship Id="rId10" Type="http://schemas.openxmlformats.org/officeDocument/2006/relationships/audio" Target="../media/snd_boing.wav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" Target="slide75.xml"/><Relationship Id="rId7" Type="http://schemas.openxmlformats.org/officeDocument/2006/relationships/slide" Target="slide78.xml"/><Relationship Id="rId8" Type="http://schemas.openxmlformats.org/officeDocument/2006/relationships/slide" Target="slide79.xml"/><Relationship Id="rId9" Type="http://schemas.openxmlformats.org/officeDocument/2006/relationships/audio" Target="../media/snd_pop.wav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" Target="slide75.xml"/><Relationship Id="rId7" Type="http://schemas.openxmlformats.org/officeDocument/2006/relationships/slide" Target="slide78.xml"/><Relationship Id="rId8" Type="http://schemas.openxmlformats.org/officeDocument/2006/relationships/slide" Target="slide79.xml"/><Relationship Id="rId9" Type="http://schemas.openxmlformats.org/officeDocument/2006/relationships/audio" Target="../media/snd_boing.wav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78.xml"/><Relationship Id="rId6" Type="http://schemas.openxmlformats.org/officeDocument/2006/relationships/slide" Target="slide77.xml"/><Relationship Id="rId7" Type="http://schemas.openxmlformats.org/officeDocument/2006/relationships/slide" Target="slide79.xml"/><Relationship Id="rId8" Type="http://schemas.openxmlformats.org/officeDocument/2006/relationships/audio" Target="../media/snd_pop.wav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slide" Target="slide78.xml"/><Relationship Id="rId6" Type="http://schemas.openxmlformats.org/officeDocument/2006/relationships/slide" Target="slide77.xml"/><Relationship Id="rId7" Type="http://schemas.openxmlformats.org/officeDocument/2006/relationships/slide" Target="slide79.xml"/><Relationship Id="rId8" Type="http://schemas.openxmlformats.org/officeDocument/2006/relationships/audio" Target="../media/snd_boing.wav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slide" Target="slide79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slide" Target="slide81.xml"/><Relationship Id="rId8" Type="http://schemas.openxmlformats.org/officeDocument/2006/relationships/slide" Target="slide80.xml"/><Relationship Id="rId9" Type="http://schemas.openxmlformats.org/officeDocument/2006/relationships/slide" Target="slide8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slide" Target="slide81.xml"/><Relationship Id="rId8" Type="http://schemas.openxmlformats.org/officeDocument/2006/relationships/slide" Target="slide80.xml"/><Relationship Id="rId9" Type="http://schemas.openxmlformats.org/officeDocument/2006/relationships/slide" Target="slide82.xml"/><Relationship Id="rId10" Type="http://schemas.openxmlformats.org/officeDocument/2006/relationships/audio" Target="../media/snd_boing.wav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slide" Target="slide82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83.xml"/><Relationship Id="rId8" Type="http://schemas.openxmlformats.org/officeDocument/2006/relationships/slide" Target="slide84.xml"/><Relationship Id="rId9" Type="http://schemas.openxmlformats.org/officeDocument/2006/relationships/slide" Target="slide86.xml"/><Relationship Id="rId10" Type="http://schemas.openxmlformats.org/officeDocument/2006/relationships/slide" Target="slide89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83.xml"/><Relationship Id="rId8" Type="http://schemas.openxmlformats.org/officeDocument/2006/relationships/slide" Target="slide84.xml"/><Relationship Id="rId9" Type="http://schemas.openxmlformats.org/officeDocument/2006/relationships/slide" Target="slide86.xml"/><Relationship Id="rId10" Type="http://schemas.openxmlformats.org/officeDocument/2006/relationships/slide" Target="slide89.xml"/><Relationship Id="rId11" Type="http://schemas.openxmlformats.org/officeDocument/2006/relationships/audio" Target="../media/snd_boing.wav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85.xml"/><Relationship Id="rId7" Type="http://schemas.openxmlformats.org/officeDocument/2006/relationships/slide" Target="slide88.xml"/><Relationship Id="rId8" Type="http://schemas.openxmlformats.org/officeDocument/2006/relationships/slide" Target="slide89.xml"/><Relationship Id="rId9" Type="http://schemas.openxmlformats.org/officeDocument/2006/relationships/audio" Target="../media/snd_splash.wav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85.xml"/><Relationship Id="rId7" Type="http://schemas.openxmlformats.org/officeDocument/2006/relationships/slide" Target="slide88.xml"/><Relationship Id="rId8" Type="http://schemas.openxmlformats.org/officeDocument/2006/relationships/slide" Target="slide89.xml"/><Relationship Id="rId9" Type="http://schemas.openxmlformats.org/officeDocument/2006/relationships/audio" Target="../media/snd_boing.wav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87.xml"/><Relationship Id="rId8" Type="http://schemas.openxmlformats.org/officeDocument/2006/relationships/slide" Target="slide88.xml"/><Relationship Id="rId9" Type="http://schemas.openxmlformats.org/officeDocument/2006/relationships/slide" Target="slide89.xml"/><Relationship Id="rId10" Type="http://schemas.openxmlformats.org/officeDocument/2006/relationships/audio" Target="../media/snd_splash.wav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87.xml"/><Relationship Id="rId8" Type="http://schemas.openxmlformats.org/officeDocument/2006/relationships/slide" Target="slide88.xml"/><Relationship Id="rId9" Type="http://schemas.openxmlformats.org/officeDocument/2006/relationships/slide" Target="slide89.xml"/><Relationship Id="rId10" Type="http://schemas.openxmlformats.org/officeDocument/2006/relationships/audio" Target="../media/snd_boing.wav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89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1.xml"/><Relationship Id="rId4" Type="http://schemas.openxmlformats.org/officeDocument/2006/relationships/slide" Target="slide90.xml"/><Relationship Id="rId5" Type="http://schemas.openxmlformats.org/officeDocument/2006/relationships/slide" Target="slide93.xml"/><Relationship Id="rId6" Type="http://schemas.openxmlformats.org/officeDocument/2006/relationships/slide" Target="slide9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1.xml"/><Relationship Id="rId4" Type="http://schemas.openxmlformats.org/officeDocument/2006/relationships/slide" Target="slide90.xml"/><Relationship Id="rId5" Type="http://schemas.openxmlformats.org/officeDocument/2006/relationships/slide" Target="slide93.xml"/><Relationship Id="rId6" Type="http://schemas.openxmlformats.org/officeDocument/2006/relationships/slide" Target="slide96.xml"/><Relationship Id="rId7" Type="http://schemas.openxmlformats.org/officeDocument/2006/relationships/audio" Target="../media/snd_boing.wav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2.xml"/><Relationship Id="rId4" Type="http://schemas.openxmlformats.org/officeDocument/2006/relationships/slide" Target="slide95.xml"/><Relationship Id="rId5" Type="http://schemas.openxmlformats.org/officeDocument/2006/relationships/slide" Target="slide96.xml"/><Relationship Id="rId6" Type="http://schemas.openxmlformats.org/officeDocument/2006/relationships/audio" Target="../media/snd_bonk.wav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2.xml"/><Relationship Id="rId4" Type="http://schemas.openxmlformats.org/officeDocument/2006/relationships/slide" Target="slide95.xml"/><Relationship Id="rId5" Type="http://schemas.openxmlformats.org/officeDocument/2006/relationships/slide" Target="slide96.xml"/><Relationship Id="rId6" Type="http://schemas.openxmlformats.org/officeDocument/2006/relationships/audio" Target="../media/snd_boing.wav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5.xml"/><Relationship Id="rId4" Type="http://schemas.openxmlformats.org/officeDocument/2006/relationships/slide" Target="slide94.xml"/><Relationship Id="rId5" Type="http://schemas.openxmlformats.org/officeDocument/2006/relationships/slide" Target="slide96.xml"/><Relationship Id="rId6" Type="http://schemas.openxmlformats.org/officeDocument/2006/relationships/audio" Target="../media/snd_bonk.wav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5.xml"/><Relationship Id="rId4" Type="http://schemas.openxmlformats.org/officeDocument/2006/relationships/slide" Target="slide94.xml"/><Relationship Id="rId5" Type="http://schemas.openxmlformats.org/officeDocument/2006/relationships/slide" Target="slide96.xml"/><Relationship Id="rId6" Type="http://schemas.openxmlformats.org/officeDocument/2006/relationships/audio" Target="../media/snd_boing.wav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96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97.xml"/><Relationship Id="rId6" Type="http://schemas.openxmlformats.org/officeDocument/2006/relationships/slide" Target="slide100.xml"/><Relationship Id="rId7" Type="http://schemas.openxmlformats.org/officeDocument/2006/relationships/slide" Target="slide103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1.xml"/><Relationship Id="rId6" Type="http://schemas.openxmlformats.org/officeDocument/2006/relationships/slide" Target="slide98.xml"/><Relationship Id="rId7" Type="http://schemas.openxmlformats.org/officeDocument/2006/relationships/slide" Target="slide103.xml"/><Relationship Id="rId8" Type="http://schemas.openxmlformats.org/officeDocument/2006/relationships/audio" Target="../media/snd_ding.wav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99.xml"/><Relationship Id="rId6" Type="http://schemas.openxmlformats.org/officeDocument/2006/relationships/slide" Target="slide103.xml"/><Relationship Id="rId7" Type="http://schemas.openxmlformats.org/officeDocument/2006/relationships/audio" Target="../media/snd_ding.wav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2.xml"/><Relationship Id="rId6" Type="http://schemas.openxmlformats.org/officeDocument/2006/relationships/slide" Target="slide103.xml"/><Relationship Id="rId7" Type="http://schemas.openxmlformats.org/officeDocument/2006/relationships/audio" Target="../media/snd_ding.wav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97.xml"/><Relationship Id="rId6" Type="http://schemas.openxmlformats.org/officeDocument/2006/relationships/slide" Target="slide100.xml"/><Relationship Id="rId7" Type="http://schemas.openxmlformats.org/officeDocument/2006/relationships/slide" Target="slide103.xml"/><Relationship Id="rId8" Type="http://schemas.openxmlformats.org/officeDocument/2006/relationships/audio" Target="../media/snd_boing.wav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1.xml"/><Relationship Id="rId6" Type="http://schemas.openxmlformats.org/officeDocument/2006/relationships/slide" Target="slide98.xml"/><Relationship Id="rId7" Type="http://schemas.openxmlformats.org/officeDocument/2006/relationships/slide" Target="slide103.xml"/><Relationship Id="rId8" Type="http://schemas.openxmlformats.org/officeDocument/2006/relationships/audio" Target="../media/snd_boing.wav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03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slide" Target="slide104.xml"/><Relationship Id="rId7" Type="http://schemas.openxmlformats.org/officeDocument/2006/relationships/slide" Target="slide105.xml"/><Relationship Id="rId8" Type="http://schemas.openxmlformats.org/officeDocument/2006/relationships/slide" Target="slide107.xml"/><Relationship Id="rId9" Type="http://schemas.openxmlformats.org/officeDocument/2006/relationships/slide" Target="slide11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slide" Target="slide104.xml"/><Relationship Id="rId7" Type="http://schemas.openxmlformats.org/officeDocument/2006/relationships/slide" Target="slide105.xml"/><Relationship Id="rId8" Type="http://schemas.openxmlformats.org/officeDocument/2006/relationships/slide" Target="slide107.xml"/><Relationship Id="rId9" Type="http://schemas.openxmlformats.org/officeDocument/2006/relationships/slide" Target="slide110.xml"/><Relationship Id="rId10" Type="http://schemas.openxmlformats.org/officeDocument/2006/relationships/audio" Target="../media/snd_boing.wav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06.xml"/><Relationship Id="rId7" Type="http://schemas.openxmlformats.org/officeDocument/2006/relationships/slide" Target="slide109.xml"/><Relationship Id="rId8" Type="http://schemas.openxmlformats.org/officeDocument/2006/relationships/slide" Target="slide110.xml"/><Relationship Id="rId9" Type="http://schemas.openxmlformats.org/officeDocument/2006/relationships/audio" Target="../media/snd_pop.wav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06.xml"/><Relationship Id="rId7" Type="http://schemas.openxmlformats.org/officeDocument/2006/relationships/slide" Target="slide109.xml"/><Relationship Id="rId8" Type="http://schemas.openxmlformats.org/officeDocument/2006/relationships/slide" Target="slide110.xml"/><Relationship Id="rId9" Type="http://schemas.openxmlformats.org/officeDocument/2006/relationships/audio" Target="../media/snd_boing.wav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slide" Target="slide108.xml"/><Relationship Id="rId7" Type="http://schemas.openxmlformats.org/officeDocument/2006/relationships/slide" Target="slide109.xml"/><Relationship Id="rId8" Type="http://schemas.openxmlformats.org/officeDocument/2006/relationships/slide" Target="slide110.xml"/><Relationship Id="rId9" Type="http://schemas.openxmlformats.org/officeDocument/2006/relationships/audio" Target="../media/snd_pop.wav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slide" Target="slide108.xml"/><Relationship Id="rId7" Type="http://schemas.openxmlformats.org/officeDocument/2006/relationships/slide" Target="slide109.xml"/><Relationship Id="rId8" Type="http://schemas.openxmlformats.org/officeDocument/2006/relationships/slide" Target="slide110.xml"/><Relationship Id="rId9" Type="http://schemas.openxmlformats.org/officeDocument/2006/relationships/audio" Target="../media/snd_boing.wav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slide" Target="slide110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2.png"/><Relationship Id="rId7" Type="http://schemas.openxmlformats.org/officeDocument/2006/relationships/slide" Target="slide111.xml"/><Relationship Id="rId8" Type="http://schemas.openxmlformats.org/officeDocument/2006/relationships/slide" Target="slide112.xml"/><Relationship Id="rId9" Type="http://schemas.openxmlformats.org/officeDocument/2006/relationships/slide" Target="slide113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12.png"/><Relationship Id="rId7" Type="http://schemas.openxmlformats.org/officeDocument/2006/relationships/slide" Target="slide111.xml"/><Relationship Id="rId8" Type="http://schemas.openxmlformats.org/officeDocument/2006/relationships/slide" Target="slide112.xml"/><Relationship Id="rId9" Type="http://schemas.openxmlformats.org/officeDocument/2006/relationships/slide" Target="slide113.xml"/><Relationship Id="rId10" Type="http://schemas.openxmlformats.org/officeDocument/2006/relationships/audio" Target="../media/snd_boing.wav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slide" Target="slide113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115.xml"/><Relationship Id="rId7" Type="http://schemas.openxmlformats.org/officeDocument/2006/relationships/slide" Target="slide114.xml"/><Relationship Id="rId8" Type="http://schemas.openxmlformats.org/officeDocument/2006/relationships/slide" Target="slide117.xml"/><Relationship Id="rId9" Type="http://schemas.openxmlformats.org/officeDocument/2006/relationships/slide" Target="slide120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115.xml"/><Relationship Id="rId7" Type="http://schemas.openxmlformats.org/officeDocument/2006/relationships/slide" Target="slide114.xml"/><Relationship Id="rId8" Type="http://schemas.openxmlformats.org/officeDocument/2006/relationships/slide" Target="slide117.xml"/><Relationship Id="rId9" Type="http://schemas.openxmlformats.org/officeDocument/2006/relationships/slide" Target="slide120.xml"/><Relationship Id="rId10" Type="http://schemas.openxmlformats.org/officeDocument/2006/relationships/audio" Target="../media/snd_boing.wav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116.xml"/><Relationship Id="rId6" Type="http://schemas.openxmlformats.org/officeDocument/2006/relationships/slide" Target="slide119.xml"/><Relationship Id="rId7" Type="http://schemas.openxmlformats.org/officeDocument/2006/relationships/slide" Target="slide120.xml"/><Relationship Id="rId8" Type="http://schemas.openxmlformats.org/officeDocument/2006/relationships/audio" Target="../media/snd_splash.wav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116.xml"/><Relationship Id="rId6" Type="http://schemas.openxmlformats.org/officeDocument/2006/relationships/slide" Target="slide119.xml"/><Relationship Id="rId7" Type="http://schemas.openxmlformats.org/officeDocument/2006/relationships/slide" Target="slide120.xml"/><Relationship Id="rId8" Type="http://schemas.openxmlformats.org/officeDocument/2006/relationships/audio" Target="../media/snd_boing.wav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119.xml"/><Relationship Id="rId7" Type="http://schemas.openxmlformats.org/officeDocument/2006/relationships/slide" Target="slide118.xml"/><Relationship Id="rId8" Type="http://schemas.openxmlformats.org/officeDocument/2006/relationships/slide" Target="slide120.xml"/><Relationship Id="rId9" Type="http://schemas.openxmlformats.org/officeDocument/2006/relationships/audio" Target="../media/snd_splash.wav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Relationship Id="rId6" Type="http://schemas.openxmlformats.org/officeDocument/2006/relationships/slide" Target="slide119.xml"/><Relationship Id="rId7" Type="http://schemas.openxmlformats.org/officeDocument/2006/relationships/slide" Target="slide118.xml"/><Relationship Id="rId8" Type="http://schemas.openxmlformats.org/officeDocument/2006/relationships/slide" Target="slide120.xml"/><Relationship Id="rId9" Type="http://schemas.openxmlformats.org/officeDocument/2006/relationships/audio" Target="../media/snd_boing.wav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slide" Target="slide120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21.xml"/><Relationship Id="rId4" Type="http://schemas.openxmlformats.org/officeDocument/2006/relationships/slide" Target="slide122.xml"/><Relationship Id="rId5" Type="http://schemas.openxmlformats.org/officeDocument/2006/relationships/slide" Target="slide124.xml"/><Relationship Id="rId6" Type="http://schemas.openxmlformats.org/officeDocument/2006/relationships/slide" Target="slide12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21.xml"/><Relationship Id="rId4" Type="http://schemas.openxmlformats.org/officeDocument/2006/relationships/slide" Target="slide122.xml"/><Relationship Id="rId5" Type="http://schemas.openxmlformats.org/officeDocument/2006/relationships/slide" Target="slide124.xml"/><Relationship Id="rId6" Type="http://schemas.openxmlformats.org/officeDocument/2006/relationships/slide" Target="slide127.xml"/><Relationship Id="rId7" Type="http://schemas.openxmlformats.org/officeDocument/2006/relationships/audio" Target="../media/snd_boing.wav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23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nk.wav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23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ing.wav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25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nk.wav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25.xml"/><Relationship Id="rId4" Type="http://schemas.openxmlformats.org/officeDocument/2006/relationships/slide" Target="slide126.xml"/><Relationship Id="rId5" Type="http://schemas.openxmlformats.org/officeDocument/2006/relationships/slide" Target="slide127.xml"/><Relationship Id="rId6" Type="http://schemas.openxmlformats.org/officeDocument/2006/relationships/audio" Target="../media/snd_boing.wav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27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128.xml"/><Relationship Id="rId12" Type="http://schemas.openxmlformats.org/officeDocument/2006/relationships/slide" Target="slide129.xml"/><Relationship Id="rId13" Type="http://schemas.openxmlformats.org/officeDocument/2006/relationships/slide" Target="slide130.xml"/><Relationship Id="rId14" Type="http://schemas.openxmlformats.org/officeDocument/2006/relationships/slide" Target="slide131.xml"/><Relationship Id="rId15" Type="http://schemas.openxmlformats.org/officeDocument/2006/relationships/slide" Target="slide132.xml"/><Relationship Id="rId16" Type="http://schemas.openxmlformats.org/officeDocument/2006/relationships/slide" Target="slide133.xml"/><Relationship Id="rId17" Type="http://schemas.openxmlformats.org/officeDocument/2006/relationships/slide" Target="slide134.xml"/><Relationship Id="rId18" Type="http://schemas.openxmlformats.org/officeDocument/2006/relationships/slide" Target="slide135.xml"/><Relationship Id="rId19" Type="http://schemas.openxmlformats.org/officeDocument/2006/relationships/slide" Target="slide136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27.xml"/><Relationship Id="rId6" Type="http://schemas.openxmlformats.org/officeDocument/2006/relationships/slide" Target="slide136.xml"/><Relationship Id="rId7" Type="http://schemas.openxmlformats.org/officeDocument/2006/relationships/audio" Target="../media/snd_tada.wav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slide" Target="slide137.xml"/><Relationship Id="rId7" Type="http://schemas.openxmlformats.org/officeDocument/2006/relationships/slide" Target="slide138.xml"/><Relationship Id="rId8" Type="http://schemas.openxmlformats.org/officeDocument/2006/relationships/slide" Target="slide140.xml"/><Relationship Id="rId9" Type="http://schemas.openxmlformats.org/officeDocument/2006/relationships/slide" Target="slide143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slide" Target="slide137.xml"/><Relationship Id="rId7" Type="http://schemas.openxmlformats.org/officeDocument/2006/relationships/slide" Target="slide138.xml"/><Relationship Id="rId8" Type="http://schemas.openxmlformats.org/officeDocument/2006/relationships/slide" Target="slide140.xml"/><Relationship Id="rId9" Type="http://schemas.openxmlformats.org/officeDocument/2006/relationships/slide" Target="slide143.xml"/><Relationship Id="rId10" Type="http://schemas.openxmlformats.org/officeDocument/2006/relationships/audio" Target="../media/snd_boing.wav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slide" Target="slide139.xml"/><Relationship Id="rId6" Type="http://schemas.openxmlformats.org/officeDocument/2006/relationships/slide" Target="slide142.xml"/><Relationship Id="rId7" Type="http://schemas.openxmlformats.org/officeDocument/2006/relationships/slide" Target="slide143.xml"/><Relationship Id="rId8" Type="http://schemas.openxmlformats.org/officeDocument/2006/relationships/audio" Target="../media/snd_pop.wav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slide" Target="slide139.xml"/><Relationship Id="rId6" Type="http://schemas.openxmlformats.org/officeDocument/2006/relationships/slide" Target="slide142.xml"/><Relationship Id="rId7" Type="http://schemas.openxmlformats.org/officeDocument/2006/relationships/slide" Target="slide143.xml"/><Relationship Id="rId8" Type="http://schemas.openxmlformats.org/officeDocument/2006/relationships/audio" Target="../media/snd_boing.wav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slide" Target="slide141.xml"/><Relationship Id="rId7" Type="http://schemas.openxmlformats.org/officeDocument/2006/relationships/slide" Target="slide142.xml"/><Relationship Id="rId8" Type="http://schemas.openxmlformats.org/officeDocument/2006/relationships/slide" Target="slide143.xml"/><Relationship Id="rId9" Type="http://schemas.openxmlformats.org/officeDocument/2006/relationships/audio" Target="../media/snd_pop.wav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slide" Target="slide141.xml"/><Relationship Id="rId7" Type="http://schemas.openxmlformats.org/officeDocument/2006/relationships/slide" Target="slide142.xml"/><Relationship Id="rId8" Type="http://schemas.openxmlformats.org/officeDocument/2006/relationships/slide" Target="slide143.xml"/><Relationship Id="rId9" Type="http://schemas.openxmlformats.org/officeDocument/2006/relationships/audio" Target="../media/snd_boing.wav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slide" Target="slide143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36.png"/><Relationship Id="rId7" Type="http://schemas.openxmlformats.org/officeDocument/2006/relationships/slide" Target="slide145.xml"/><Relationship Id="rId8" Type="http://schemas.openxmlformats.org/officeDocument/2006/relationships/slide" Target="slide144.xml"/><Relationship Id="rId9" Type="http://schemas.openxmlformats.org/officeDocument/2006/relationships/slide" Target="slide146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36.png"/><Relationship Id="rId7" Type="http://schemas.openxmlformats.org/officeDocument/2006/relationships/slide" Target="slide145.xml"/><Relationship Id="rId8" Type="http://schemas.openxmlformats.org/officeDocument/2006/relationships/slide" Target="slide144.xml"/><Relationship Id="rId9" Type="http://schemas.openxmlformats.org/officeDocument/2006/relationships/slide" Target="slide146.xml"/><Relationship Id="rId10" Type="http://schemas.openxmlformats.org/officeDocument/2006/relationships/audio" Target="../media/snd_boing.wav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36.png"/><Relationship Id="rId6" Type="http://schemas.openxmlformats.org/officeDocument/2006/relationships/slide" Target="slide146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50.xml"/><Relationship Id="rId6" Type="http://schemas.openxmlformats.org/officeDocument/2006/relationships/slide" Target="slide147.xml"/><Relationship Id="rId7" Type="http://schemas.openxmlformats.org/officeDocument/2006/relationships/slide" Target="slide153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48.xml"/><Relationship Id="rId6" Type="http://schemas.openxmlformats.org/officeDocument/2006/relationships/slide" Target="slide151.xml"/><Relationship Id="rId7" Type="http://schemas.openxmlformats.org/officeDocument/2006/relationships/slide" Target="slide153.xml"/><Relationship Id="rId8" Type="http://schemas.openxmlformats.org/officeDocument/2006/relationships/audio" Target="../media/snd_ding.wav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49.xml"/><Relationship Id="rId6" Type="http://schemas.openxmlformats.org/officeDocument/2006/relationships/slide" Target="slide153.xml"/><Relationship Id="rId7" Type="http://schemas.openxmlformats.org/officeDocument/2006/relationships/audio" Target="../media/snd_ding.wav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52.xml"/><Relationship Id="rId6" Type="http://schemas.openxmlformats.org/officeDocument/2006/relationships/slide" Target="slide153.xml"/><Relationship Id="rId7" Type="http://schemas.openxmlformats.org/officeDocument/2006/relationships/audio" Target="../media/snd_ding.wav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50.xml"/><Relationship Id="rId6" Type="http://schemas.openxmlformats.org/officeDocument/2006/relationships/slide" Target="slide147.xml"/><Relationship Id="rId7" Type="http://schemas.openxmlformats.org/officeDocument/2006/relationships/slide" Target="slide153.xml"/><Relationship Id="rId8" Type="http://schemas.openxmlformats.org/officeDocument/2006/relationships/audio" Target="../media/snd_boing.wav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48.xml"/><Relationship Id="rId6" Type="http://schemas.openxmlformats.org/officeDocument/2006/relationships/slide" Target="slide151.xml"/><Relationship Id="rId7" Type="http://schemas.openxmlformats.org/officeDocument/2006/relationships/slide" Target="slide153.xml"/><Relationship Id="rId8" Type="http://schemas.openxmlformats.org/officeDocument/2006/relationships/audio" Target="../media/snd_boing.wav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153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" Target="slide155.xml"/><Relationship Id="rId8" Type="http://schemas.openxmlformats.org/officeDocument/2006/relationships/slide" Target="slide154.xml"/><Relationship Id="rId9" Type="http://schemas.openxmlformats.org/officeDocument/2006/relationships/slide" Target="slide157.xml"/><Relationship Id="rId10" Type="http://schemas.openxmlformats.org/officeDocument/2006/relationships/slide" Target="slide160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" Target="slide155.xml"/><Relationship Id="rId8" Type="http://schemas.openxmlformats.org/officeDocument/2006/relationships/slide" Target="slide154.xml"/><Relationship Id="rId9" Type="http://schemas.openxmlformats.org/officeDocument/2006/relationships/slide" Target="slide157.xml"/><Relationship Id="rId10" Type="http://schemas.openxmlformats.org/officeDocument/2006/relationships/slide" Target="slide160.xml"/><Relationship Id="rId11" Type="http://schemas.openxmlformats.org/officeDocument/2006/relationships/audio" Target="../media/snd_boing.wav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Relationship Id="rId7" Type="http://schemas.openxmlformats.org/officeDocument/2006/relationships/slide" Target="slide156.xml"/><Relationship Id="rId8" Type="http://schemas.openxmlformats.org/officeDocument/2006/relationships/slide" Target="slide159.xml"/><Relationship Id="rId9" Type="http://schemas.openxmlformats.org/officeDocument/2006/relationships/slide" Target="slide160.xml"/><Relationship Id="rId10" Type="http://schemas.openxmlformats.org/officeDocument/2006/relationships/audio" Target="../media/snd_splash.wav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18.png"/><Relationship Id="rId6" Type="http://schemas.openxmlformats.org/officeDocument/2006/relationships/image" Target="../media/image26.png"/><Relationship Id="rId7" Type="http://schemas.openxmlformats.org/officeDocument/2006/relationships/slide" Target="slide156.xml"/><Relationship Id="rId8" Type="http://schemas.openxmlformats.org/officeDocument/2006/relationships/slide" Target="slide159.xml"/><Relationship Id="rId9" Type="http://schemas.openxmlformats.org/officeDocument/2006/relationships/slide" Target="slide160.xml"/><Relationship Id="rId10" Type="http://schemas.openxmlformats.org/officeDocument/2006/relationships/audio" Target="../media/snd_boing.wav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" Target="slide159.xml"/><Relationship Id="rId8" Type="http://schemas.openxmlformats.org/officeDocument/2006/relationships/slide" Target="slide158.xml"/><Relationship Id="rId9" Type="http://schemas.openxmlformats.org/officeDocument/2006/relationships/slide" Target="slide160.xml"/><Relationship Id="rId10" Type="http://schemas.openxmlformats.org/officeDocument/2006/relationships/audio" Target="../media/snd_splash.wav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slide" Target="slide159.xml"/><Relationship Id="rId8" Type="http://schemas.openxmlformats.org/officeDocument/2006/relationships/slide" Target="slide158.xml"/><Relationship Id="rId9" Type="http://schemas.openxmlformats.org/officeDocument/2006/relationships/slide" Target="slide160.xml"/><Relationship Id="rId10" Type="http://schemas.openxmlformats.org/officeDocument/2006/relationships/audio" Target="../media/snd_boing.wav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" Target="slide160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61.xml"/><Relationship Id="rId4" Type="http://schemas.openxmlformats.org/officeDocument/2006/relationships/slide" Target="slide162.xml"/><Relationship Id="rId5" Type="http://schemas.openxmlformats.org/officeDocument/2006/relationships/slide" Target="slide164.xml"/><Relationship Id="rId6" Type="http://schemas.openxmlformats.org/officeDocument/2006/relationships/slide" Target="slide16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61.xml"/><Relationship Id="rId4" Type="http://schemas.openxmlformats.org/officeDocument/2006/relationships/slide" Target="slide162.xml"/><Relationship Id="rId5" Type="http://schemas.openxmlformats.org/officeDocument/2006/relationships/slide" Target="slide164.xml"/><Relationship Id="rId6" Type="http://schemas.openxmlformats.org/officeDocument/2006/relationships/slide" Target="slide167.xml"/><Relationship Id="rId7" Type="http://schemas.openxmlformats.org/officeDocument/2006/relationships/audio" Target="../media/snd_boing.wav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63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nk.wav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63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ing.wav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65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nk.wav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65.xml"/><Relationship Id="rId4" Type="http://schemas.openxmlformats.org/officeDocument/2006/relationships/slide" Target="slide166.xml"/><Relationship Id="rId5" Type="http://schemas.openxmlformats.org/officeDocument/2006/relationships/slide" Target="slide167.xml"/><Relationship Id="rId6" Type="http://schemas.openxmlformats.org/officeDocument/2006/relationships/audio" Target="../media/snd_boing.wav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67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168.xml"/><Relationship Id="rId7" Type="http://schemas.openxmlformats.org/officeDocument/2006/relationships/slide" Target="slide169.xml"/><Relationship Id="rId8" Type="http://schemas.openxmlformats.org/officeDocument/2006/relationships/slide" Target="slide171.xml"/><Relationship Id="rId9" Type="http://schemas.openxmlformats.org/officeDocument/2006/relationships/slide" Target="slide174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168.xml"/><Relationship Id="rId7" Type="http://schemas.openxmlformats.org/officeDocument/2006/relationships/slide" Target="slide169.xml"/><Relationship Id="rId8" Type="http://schemas.openxmlformats.org/officeDocument/2006/relationships/slide" Target="slide171.xml"/><Relationship Id="rId9" Type="http://schemas.openxmlformats.org/officeDocument/2006/relationships/slide" Target="slide174.xml"/><Relationship Id="rId10" Type="http://schemas.openxmlformats.org/officeDocument/2006/relationships/audio" Target="../media/snd_boing.wav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170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pop.wav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170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boing.wav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172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pop.wav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172.xml"/><Relationship Id="rId7" Type="http://schemas.openxmlformats.org/officeDocument/2006/relationships/slide" Target="slide173.xml"/><Relationship Id="rId8" Type="http://schemas.openxmlformats.org/officeDocument/2006/relationships/slide" Target="slide174.xml"/><Relationship Id="rId9" Type="http://schemas.openxmlformats.org/officeDocument/2006/relationships/audio" Target="../media/snd_boing.wav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0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slide" Target="slide174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36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slide" Target="slide175.xml"/><Relationship Id="rId8" Type="http://schemas.openxmlformats.org/officeDocument/2006/relationships/slide" Target="slide176.xml"/><Relationship Id="rId9" Type="http://schemas.openxmlformats.org/officeDocument/2006/relationships/slide" Target="slide17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slide" Target="slide175.xml"/><Relationship Id="rId8" Type="http://schemas.openxmlformats.org/officeDocument/2006/relationships/slide" Target="slide176.xml"/><Relationship Id="rId9" Type="http://schemas.openxmlformats.org/officeDocument/2006/relationships/slide" Target="slide177.xml"/><Relationship Id="rId10" Type="http://schemas.openxmlformats.org/officeDocument/2006/relationships/audio" Target="../media/snd_boing.wav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10.png"/><Relationship Id="rId6" Type="http://schemas.openxmlformats.org/officeDocument/2006/relationships/image" Target="../media/image21.png"/><Relationship Id="rId7" Type="http://schemas.openxmlformats.org/officeDocument/2006/relationships/slide" Target="slide177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Relationship Id="rId7" Type="http://schemas.openxmlformats.org/officeDocument/2006/relationships/slide" Target="slide178.xml"/><Relationship Id="rId8" Type="http://schemas.openxmlformats.org/officeDocument/2006/relationships/slide" Target="slide179.xml"/><Relationship Id="rId9" Type="http://schemas.openxmlformats.org/officeDocument/2006/relationships/slide" Target="slide181.xml"/><Relationship Id="rId10" Type="http://schemas.openxmlformats.org/officeDocument/2006/relationships/slide" Target="slide184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Relationship Id="rId7" Type="http://schemas.openxmlformats.org/officeDocument/2006/relationships/slide" Target="slide178.xml"/><Relationship Id="rId8" Type="http://schemas.openxmlformats.org/officeDocument/2006/relationships/slide" Target="slide179.xml"/><Relationship Id="rId9" Type="http://schemas.openxmlformats.org/officeDocument/2006/relationships/slide" Target="slide181.xml"/><Relationship Id="rId10" Type="http://schemas.openxmlformats.org/officeDocument/2006/relationships/slide" Target="slide184.xml"/><Relationship Id="rId11" Type="http://schemas.openxmlformats.org/officeDocument/2006/relationships/audio" Target="../media/snd_boing.wav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Relationship Id="rId7" Type="http://schemas.openxmlformats.org/officeDocument/2006/relationships/slide" Target="slide180.xml"/><Relationship Id="rId8" Type="http://schemas.openxmlformats.org/officeDocument/2006/relationships/slide" Target="slide183.xml"/><Relationship Id="rId9" Type="http://schemas.openxmlformats.org/officeDocument/2006/relationships/slide" Target="slide184.xml"/><Relationship Id="rId10" Type="http://schemas.openxmlformats.org/officeDocument/2006/relationships/audio" Target="../media/snd_splash.wav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image" Target="../media/image15.png"/><Relationship Id="rId7" Type="http://schemas.openxmlformats.org/officeDocument/2006/relationships/slide" Target="slide180.xml"/><Relationship Id="rId8" Type="http://schemas.openxmlformats.org/officeDocument/2006/relationships/slide" Target="slide183.xml"/><Relationship Id="rId9" Type="http://schemas.openxmlformats.org/officeDocument/2006/relationships/slide" Target="slide184.xml"/><Relationship Id="rId10" Type="http://schemas.openxmlformats.org/officeDocument/2006/relationships/audio" Target="../media/snd_boing.wav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splash.wav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182.xml"/><Relationship Id="rId7" Type="http://schemas.openxmlformats.org/officeDocument/2006/relationships/slide" Target="slide183.xml"/><Relationship Id="rId8" Type="http://schemas.openxmlformats.org/officeDocument/2006/relationships/slide" Target="slide184.xml"/><Relationship Id="rId9" Type="http://schemas.openxmlformats.org/officeDocument/2006/relationships/audio" Target="../media/snd_boing.wav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184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86.xml"/><Relationship Id="rId4" Type="http://schemas.openxmlformats.org/officeDocument/2006/relationships/slide" Target="slide185.xml"/><Relationship Id="rId5" Type="http://schemas.openxmlformats.org/officeDocument/2006/relationships/slide" Target="slide188.xml"/><Relationship Id="rId6" Type="http://schemas.openxmlformats.org/officeDocument/2006/relationships/slide" Target="slide19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86.xml"/><Relationship Id="rId4" Type="http://schemas.openxmlformats.org/officeDocument/2006/relationships/slide" Target="slide185.xml"/><Relationship Id="rId5" Type="http://schemas.openxmlformats.org/officeDocument/2006/relationships/slide" Target="slide188.xml"/><Relationship Id="rId6" Type="http://schemas.openxmlformats.org/officeDocument/2006/relationships/slide" Target="slide191.xml"/><Relationship Id="rId7" Type="http://schemas.openxmlformats.org/officeDocument/2006/relationships/audio" Target="../media/snd_boing.wav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87.xml"/><Relationship Id="rId4" Type="http://schemas.openxmlformats.org/officeDocument/2006/relationships/slide" Target="slide190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90.xml"/><Relationship Id="rId4" Type="http://schemas.openxmlformats.org/officeDocument/2006/relationships/slide" Target="slide189.xml"/><Relationship Id="rId5" Type="http://schemas.openxmlformats.org/officeDocument/2006/relationships/slide" Target="slide191.xml"/><Relationship Id="rId6" Type="http://schemas.openxmlformats.org/officeDocument/2006/relationships/audio" Target="../media/snd_bonk.wav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90.xml"/><Relationship Id="rId4" Type="http://schemas.openxmlformats.org/officeDocument/2006/relationships/slide" Target="slide189.xml"/><Relationship Id="rId5" Type="http://schemas.openxmlformats.org/officeDocument/2006/relationships/slide" Target="slide191.xml"/><Relationship Id="rId6" Type="http://schemas.openxmlformats.org/officeDocument/2006/relationships/audio" Target="../media/snd_boing.wav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191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192.xml"/><Relationship Id="rId12" Type="http://schemas.openxmlformats.org/officeDocument/2006/relationships/slide" Target="slide193.xml"/><Relationship Id="rId13" Type="http://schemas.openxmlformats.org/officeDocument/2006/relationships/slide" Target="slide194.xml"/><Relationship Id="rId14" Type="http://schemas.openxmlformats.org/officeDocument/2006/relationships/slide" Target="slide195.xml"/><Relationship Id="rId15" Type="http://schemas.openxmlformats.org/officeDocument/2006/relationships/slide" Target="slide196.xml"/><Relationship Id="rId16" Type="http://schemas.openxmlformats.org/officeDocument/2006/relationships/slide" Target="slide197.xml"/><Relationship Id="rId17" Type="http://schemas.openxmlformats.org/officeDocument/2006/relationships/slide" Target="slide198.xml"/><Relationship Id="rId18" Type="http://schemas.openxmlformats.org/officeDocument/2006/relationships/slide" Target="slide199.xml"/><Relationship Id="rId19" Type="http://schemas.openxmlformats.org/officeDocument/2006/relationships/slide" Target="slide200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191.xml"/><Relationship Id="rId6" Type="http://schemas.openxmlformats.org/officeDocument/2006/relationships/slide" Target="slide200.xml"/><Relationship Id="rId7" Type="http://schemas.openxmlformats.org/officeDocument/2006/relationships/audio" Target="../media/snd_tada.wav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4.xml"/><Relationship Id="rId6" Type="http://schemas.openxmlformats.org/officeDocument/2006/relationships/slide" Target="slide201.xml"/><Relationship Id="rId7" Type="http://schemas.openxmlformats.org/officeDocument/2006/relationships/slide" Target="slide20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5.xml"/><Relationship Id="rId6" Type="http://schemas.openxmlformats.org/officeDocument/2006/relationships/slide" Target="slide202.xml"/><Relationship Id="rId7" Type="http://schemas.openxmlformats.org/officeDocument/2006/relationships/slide" Target="slide207.xml"/><Relationship Id="rId8" Type="http://schemas.openxmlformats.org/officeDocument/2006/relationships/audio" Target="../media/snd_ding.wav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3.xml"/><Relationship Id="rId6" Type="http://schemas.openxmlformats.org/officeDocument/2006/relationships/slide" Target="slide207.xml"/><Relationship Id="rId7" Type="http://schemas.openxmlformats.org/officeDocument/2006/relationships/audio" Target="../media/snd_ding.wav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6.xml"/><Relationship Id="rId6" Type="http://schemas.openxmlformats.org/officeDocument/2006/relationships/slide" Target="slide207.xml"/><Relationship Id="rId7" Type="http://schemas.openxmlformats.org/officeDocument/2006/relationships/audio" Target="../media/snd_ding.wav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4.xml"/><Relationship Id="rId6" Type="http://schemas.openxmlformats.org/officeDocument/2006/relationships/slide" Target="slide201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5.xml"/><Relationship Id="rId6" Type="http://schemas.openxmlformats.org/officeDocument/2006/relationships/slide" Target="slide202.xml"/><Relationship Id="rId7" Type="http://schemas.openxmlformats.org/officeDocument/2006/relationships/slide" Target="slide207.xml"/><Relationship Id="rId8" Type="http://schemas.openxmlformats.org/officeDocument/2006/relationships/audio" Target="../media/snd_boing.wav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07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slide" Target="slide209.xml"/><Relationship Id="rId8" Type="http://schemas.openxmlformats.org/officeDocument/2006/relationships/slide" Target="slide208.xml"/><Relationship Id="rId9" Type="http://schemas.openxmlformats.org/officeDocument/2006/relationships/slide" Target="slide211.xml"/><Relationship Id="rId10" Type="http://schemas.openxmlformats.org/officeDocument/2006/relationships/slide" Target="slide214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slide" Target="slide209.xml"/><Relationship Id="rId8" Type="http://schemas.openxmlformats.org/officeDocument/2006/relationships/slide" Target="slide208.xml"/><Relationship Id="rId9" Type="http://schemas.openxmlformats.org/officeDocument/2006/relationships/slide" Target="slide211.xml"/><Relationship Id="rId10" Type="http://schemas.openxmlformats.org/officeDocument/2006/relationships/slide" Target="slide214.xml"/><Relationship Id="rId11" Type="http://schemas.openxmlformats.org/officeDocument/2006/relationships/audio" Target="../media/snd_boing.wav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210.xml"/><Relationship Id="rId8" Type="http://schemas.openxmlformats.org/officeDocument/2006/relationships/slide" Target="slide213.xml"/><Relationship Id="rId9" Type="http://schemas.openxmlformats.org/officeDocument/2006/relationships/slide" Target="slide214.xml"/><Relationship Id="rId10" Type="http://schemas.openxmlformats.org/officeDocument/2006/relationships/audio" Target="../media/snd_pop.wav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210.xml"/><Relationship Id="rId8" Type="http://schemas.openxmlformats.org/officeDocument/2006/relationships/slide" Target="slide213.xml"/><Relationship Id="rId9" Type="http://schemas.openxmlformats.org/officeDocument/2006/relationships/slide" Target="slide214.xml"/><Relationship Id="rId10" Type="http://schemas.openxmlformats.org/officeDocument/2006/relationships/audio" Target="../media/snd_boing.wav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213.xml"/><Relationship Id="rId7" Type="http://schemas.openxmlformats.org/officeDocument/2006/relationships/slide" Target="slide212.xml"/><Relationship Id="rId8" Type="http://schemas.openxmlformats.org/officeDocument/2006/relationships/slide" Target="slide214.xml"/><Relationship Id="rId9" Type="http://schemas.openxmlformats.org/officeDocument/2006/relationships/audio" Target="../media/snd_pop.wav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slide" Target="slide213.xml"/><Relationship Id="rId7" Type="http://schemas.openxmlformats.org/officeDocument/2006/relationships/slide" Target="slide212.xml"/><Relationship Id="rId8" Type="http://schemas.openxmlformats.org/officeDocument/2006/relationships/slide" Target="slide214.xml"/><Relationship Id="rId9" Type="http://schemas.openxmlformats.org/officeDocument/2006/relationships/audio" Target="../media/snd_boing.wav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slide" Target="slide214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slide" Target="slide216.xml"/><Relationship Id="rId8" Type="http://schemas.openxmlformats.org/officeDocument/2006/relationships/slide" Target="slide215.xml"/><Relationship Id="rId9" Type="http://schemas.openxmlformats.org/officeDocument/2006/relationships/slide" Target="slide21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slide" Target="slide216.xml"/><Relationship Id="rId8" Type="http://schemas.openxmlformats.org/officeDocument/2006/relationships/slide" Target="slide215.xml"/><Relationship Id="rId9" Type="http://schemas.openxmlformats.org/officeDocument/2006/relationships/slide" Target="slide217.xml"/><Relationship Id="rId10" Type="http://schemas.openxmlformats.org/officeDocument/2006/relationships/audio" Target="../media/snd_boing.wav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0.png"/><Relationship Id="rId7" Type="http://schemas.openxmlformats.org/officeDocument/2006/relationships/slide" Target="slide217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Relationship Id="rId7" Type="http://schemas.openxmlformats.org/officeDocument/2006/relationships/slide" Target="slide219.xml"/><Relationship Id="rId8" Type="http://schemas.openxmlformats.org/officeDocument/2006/relationships/slide" Target="slide218.xml"/><Relationship Id="rId9" Type="http://schemas.openxmlformats.org/officeDocument/2006/relationships/slide" Target="slide221.xml"/><Relationship Id="rId10" Type="http://schemas.openxmlformats.org/officeDocument/2006/relationships/slide" Target="slide224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Relationship Id="rId7" Type="http://schemas.openxmlformats.org/officeDocument/2006/relationships/slide" Target="slide219.xml"/><Relationship Id="rId8" Type="http://schemas.openxmlformats.org/officeDocument/2006/relationships/slide" Target="slide218.xml"/><Relationship Id="rId9" Type="http://schemas.openxmlformats.org/officeDocument/2006/relationships/slide" Target="slide221.xml"/><Relationship Id="rId10" Type="http://schemas.openxmlformats.org/officeDocument/2006/relationships/slide" Target="slide224.xml"/><Relationship Id="rId11" Type="http://schemas.openxmlformats.org/officeDocument/2006/relationships/audio" Target="../media/snd_boing.wav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slide" Target="slide220.xml"/><Relationship Id="rId7" Type="http://schemas.openxmlformats.org/officeDocument/2006/relationships/slide" Target="slide223.xml"/><Relationship Id="rId8" Type="http://schemas.openxmlformats.org/officeDocument/2006/relationships/slide" Target="slide224.xml"/><Relationship Id="rId9" Type="http://schemas.openxmlformats.org/officeDocument/2006/relationships/audio" Target="../media/snd_splash.wav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slide" Target="slide220.xml"/><Relationship Id="rId7" Type="http://schemas.openxmlformats.org/officeDocument/2006/relationships/slide" Target="slide223.xml"/><Relationship Id="rId8" Type="http://schemas.openxmlformats.org/officeDocument/2006/relationships/slide" Target="slide224.xml"/><Relationship Id="rId9" Type="http://schemas.openxmlformats.org/officeDocument/2006/relationships/audio" Target="../media/snd_boing.wav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Relationship Id="rId7" Type="http://schemas.openxmlformats.org/officeDocument/2006/relationships/slide" Target="slide223.xml"/><Relationship Id="rId8" Type="http://schemas.openxmlformats.org/officeDocument/2006/relationships/slide" Target="slide222.xml"/><Relationship Id="rId9" Type="http://schemas.openxmlformats.org/officeDocument/2006/relationships/slide" Target="slide224.xml"/><Relationship Id="rId10" Type="http://schemas.openxmlformats.org/officeDocument/2006/relationships/audio" Target="../media/snd_splash.wav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6.png"/><Relationship Id="rId6" Type="http://schemas.openxmlformats.org/officeDocument/2006/relationships/image" Target="../media/image18.png"/><Relationship Id="rId7" Type="http://schemas.openxmlformats.org/officeDocument/2006/relationships/slide" Target="slide223.xml"/><Relationship Id="rId8" Type="http://schemas.openxmlformats.org/officeDocument/2006/relationships/slide" Target="slide222.xml"/><Relationship Id="rId9" Type="http://schemas.openxmlformats.org/officeDocument/2006/relationships/slide" Target="slide224.xml"/><Relationship Id="rId10" Type="http://schemas.openxmlformats.org/officeDocument/2006/relationships/audio" Target="../media/snd_boing.wav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18.png"/><Relationship Id="rId6" Type="http://schemas.openxmlformats.org/officeDocument/2006/relationships/slide" Target="slide224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25.xml"/><Relationship Id="rId4" Type="http://schemas.openxmlformats.org/officeDocument/2006/relationships/slide" Target="slide226.xml"/><Relationship Id="rId5" Type="http://schemas.openxmlformats.org/officeDocument/2006/relationships/slide" Target="slide228.xml"/><Relationship Id="rId6" Type="http://schemas.openxmlformats.org/officeDocument/2006/relationships/slide" Target="slide231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25.xml"/><Relationship Id="rId4" Type="http://schemas.openxmlformats.org/officeDocument/2006/relationships/slide" Target="slide226.xml"/><Relationship Id="rId5" Type="http://schemas.openxmlformats.org/officeDocument/2006/relationships/slide" Target="slide228.xml"/><Relationship Id="rId6" Type="http://schemas.openxmlformats.org/officeDocument/2006/relationships/slide" Target="slide231.xml"/><Relationship Id="rId7" Type="http://schemas.openxmlformats.org/officeDocument/2006/relationships/audio" Target="../media/snd_boing.wav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27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nk.wav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27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ing.wav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29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nk.wav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29.xml"/><Relationship Id="rId4" Type="http://schemas.openxmlformats.org/officeDocument/2006/relationships/slide" Target="slide230.xml"/><Relationship Id="rId5" Type="http://schemas.openxmlformats.org/officeDocument/2006/relationships/slide" Target="slide231.xml"/><Relationship Id="rId6" Type="http://schemas.openxmlformats.org/officeDocument/2006/relationships/audio" Target="../media/snd_boing.wav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31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7.png"/><Relationship Id="rId4" Type="http://schemas.openxmlformats.org/officeDocument/2006/relationships/slide" Target="slide232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37.xml"/><Relationship Id="rId6" Type="http://schemas.openxmlformats.org/officeDocument/2006/relationships/slide" Target="slide233.xml"/><Relationship Id="rId7" Type="http://schemas.openxmlformats.org/officeDocument/2006/relationships/slide" Target="slide259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38.xml"/><Relationship Id="rId6" Type="http://schemas.openxmlformats.org/officeDocument/2006/relationships/slide" Target="slide234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39.xml"/><Relationship Id="rId6" Type="http://schemas.openxmlformats.org/officeDocument/2006/relationships/slide" Target="slide235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0.xml"/><Relationship Id="rId6" Type="http://schemas.openxmlformats.org/officeDocument/2006/relationships/slide" Target="slide236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1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2.xml"/><Relationship Id="rId6" Type="http://schemas.openxmlformats.org/officeDocument/2006/relationships/slide" Target="slide23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3.xml"/><Relationship Id="rId6" Type="http://schemas.openxmlformats.org/officeDocument/2006/relationships/slide" Target="slide239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4.xml"/><Relationship Id="rId6" Type="http://schemas.openxmlformats.org/officeDocument/2006/relationships/slide" Target="slide240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5.xml"/><Relationship Id="rId6" Type="http://schemas.openxmlformats.org/officeDocument/2006/relationships/slide" Target="slide241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6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7.xml"/><Relationship Id="rId6" Type="http://schemas.openxmlformats.org/officeDocument/2006/relationships/slide" Target="slide243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8.xml"/><Relationship Id="rId6" Type="http://schemas.openxmlformats.org/officeDocument/2006/relationships/slide" Target="slide244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49.xml"/><Relationship Id="rId6" Type="http://schemas.openxmlformats.org/officeDocument/2006/relationships/slide" Target="slide245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0.xml"/><Relationship Id="rId6" Type="http://schemas.openxmlformats.org/officeDocument/2006/relationships/slide" Target="slide246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1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2.xml"/><Relationship Id="rId6" Type="http://schemas.openxmlformats.org/officeDocument/2006/relationships/slide" Target="slide24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3.xml"/><Relationship Id="rId6" Type="http://schemas.openxmlformats.org/officeDocument/2006/relationships/slide" Target="slide249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4.xml"/><Relationship Id="rId6" Type="http://schemas.openxmlformats.org/officeDocument/2006/relationships/slide" Target="slide250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5.xml"/><Relationship Id="rId6" Type="http://schemas.openxmlformats.org/officeDocument/2006/relationships/slide" Target="slide251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6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3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4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5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6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257.xml"/><Relationship Id="rId6" Type="http://schemas.openxmlformats.org/officeDocument/2006/relationships/slide" Target="slide258.xml"/><Relationship Id="rId7" Type="http://schemas.openxmlformats.org/officeDocument/2006/relationships/slide" Target="slide259.xml"/><Relationship Id="rId8" Type="http://schemas.openxmlformats.org/officeDocument/2006/relationships/audio" Target="../media/snd_vroom.wav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slide" Target="slide259.xml"/><Relationship Id="rId5" Type="http://schemas.openxmlformats.org/officeDocument/2006/relationships/audio" Target="../media/snd_cheer.wav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slide" Target="slide259.xml"/><Relationship Id="rId5" Type="http://schemas.openxmlformats.org/officeDocument/2006/relationships/audio" Target="../media/snd_cheer.wav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260.xml"/><Relationship Id="rId8" Type="http://schemas.openxmlformats.org/officeDocument/2006/relationships/slide" Target="slide261.xml"/><Relationship Id="rId9" Type="http://schemas.openxmlformats.org/officeDocument/2006/relationships/slide" Target="slide263.xml"/><Relationship Id="rId10" Type="http://schemas.openxmlformats.org/officeDocument/2006/relationships/slide" Target="slide266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260.xml"/><Relationship Id="rId8" Type="http://schemas.openxmlformats.org/officeDocument/2006/relationships/slide" Target="slide261.xml"/><Relationship Id="rId9" Type="http://schemas.openxmlformats.org/officeDocument/2006/relationships/slide" Target="slide263.xml"/><Relationship Id="rId10" Type="http://schemas.openxmlformats.org/officeDocument/2006/relationships/slide" Target="slide266.xml"/><Relationship Id="rId11" Type="http://schemas.openxmlformats.org/officeDocument/2006/relationships/audio" Target="../media/snd_boing.wav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slide" Target="slide262.xml"/><Relationship Id="rId8" Type="http://schemas.openxmlformats.org/officeDocument/2006/relationships/slide" Target="slide265.xml"/><Relationship Id="rId9" Type="http://schemas.openxmlformats.org/officeDocument/2006/relationships/slide" Target="slide266.xml"/><Relationship Id="rId10" Type="http://schemas.openxmlformats.org/officeDocument/2006/relationships/audio" Target="../media/snd_pop.wav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slide" Target="slide262.xml"/><Relationship Id="rId8" Type="http://schemas.openxmlformats.org/officeDocument/2006/relationships/slide" Target="slide265.xml"/><Relationship Id="rId9" Type="http://schemas.openxmlformats.org/officeDocument/2006/relationships/slide" Target="slide266.xml"/><Relationship Id="rId10" Type="http://schemas.openxmlformats.org/officeDocument/2006/relationships/audio" Target="../media/snd_boing.wav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264.xml"/><Relationship Id="rId8" Type="http://schemas.openxmlformats.org/officeDocument/2006/relationships/slide" Target="slide265.xml"/><Relationship Id="rId9" Type="http://schemas.openxmlformats.org/officeDocument/2006/relationships/slide" Target="slide266.xml"/><Relationship Id="rId10" Type="http://schemas.openxmlformats.org/officeDocument/2006/relationships/audio" Target="../media/snd_pop.wav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slide" Target="slide264.xml"/><Relationship Id="rId8" Type="http://schemas.openxmlformats.org/officeDocument/2006/relationships/slide" Target="slide265.xml"/><Relationship Id="rId9" Type="http://schemas.openxmlformats.org/officeDocument/2006/relationships/slide" Target="slide266.xml"/><Relationship Id="rId10" Type="http://schemas.openxmlformats.org/officeDocument/2006/relationships/audio" Target="../media/snd_boing.wav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slide" Target="slide266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267.xml"/><Relationship Id="rId7" Type="http://schemas.openxmlformats.org/officeDocument/2006/relationships/slide" Target="slide268.xml"/><Relationship Id="rId8" Type="http://schemas.openxmlformats.org/officeDocument/2006/relationships/slide" Target="slide269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267.xml"/><Relationship Id="rId7" Type="http://schemas.openxmlformats.org/officeDocument/2006/relationships/slide" Target="slide268.xml"/><Relationship Id="rId8" Type="http://schemas.openxmlformats.org/officeDocument/2006/relationships/slide" Target="slide269.xml"/><Relationship Id="rId9" Type="http://schemas.openxmlformats.org/officeDocument/2006/relationships/audio" Target="../media/snd_boing.wav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" Target="slide269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3.xml"/><Relationship Id="rId6" Type="http://schemas.openxmlformats.org/officeDocument/2006/relationships/slide" Target="slide270.xml"/><Relationship Id="rId7" Type="http://schemas.openxmlformats.org/officeDocument/2006/relationships/slide" Target="slide276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1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ding.wav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2.xml"/><Relationship Id="rId6" Type="http://schemas.openxmlformats.org/officeDocument/2006/relationships/slide" Target="slide276.xml"/><Relationship Id="rId7" Type="http://schemas.openxmlformats.org/officeDocument/2006/relationships/audio" Target="../media/snd_ding.wav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5.xml"/><Relationship Id="rId6" Type="http://schemas.openxmlformats.org/officeDocument/2006/relationships/slide" Target="slide276.xml"/><Relationship Id="rId7" Type="http://schemas.openxmlformats.org/officeDocument/2006/relationships/audio" Target="../media/snd_ding.wav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3.xml"/><Relationship Id="rId6" Type="http://schemas.openxmlformats.org/officeDocument/2006/relationships/slide" Target="slide270.xml"/><Relationship Id="rId7" Type="http://schemas.openxmlformats.org/officeDocument/2006/relationships/slide" Target="slide276.xml"/><Relationship Id="rId8" Type="http://schemas.openxmlformats.org/officeDocument/2006/relationships/audio" Target="../media/snd_boing.wav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1.xml"/><Relationship Id="rId6" Type="http://schemas.openxmlformats.org/officeDocument/2006/relationships/slide" Target="slide274.xml"/><Relationship Id="rId7" Type="http://schemas.openxmlformats.org/officeDocument/2006/relationships/slide" Target="slide276.xml"/><Relationship Id="rId8" Type="http://schemas.openxmlformats.org/officeDocument/2006/relationships/audio" Target="../media/snd_boing.wav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276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277.xml"/><Relationship Id="rId7" Type="http://schemas.openxmlformats.org/officeDocument/2006/relationships/slide" Target="slide278.xml"/><Relationship Id="rId8" Type="http://schemas.openxmlformats.org/officeDocument/2006/relationships/slide" Target="slide280.xml"/><Relationship Id="rId9" Type="http://schemas.openxmlformats.org/officeDocument/2006/relationships/slide" Target="slide283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277.xml"/><Relationship Id="rId7" Type="http://schemas.openxmlformats.org/officeDocument/2006/relationships/slide" Target="slide278.xml"/><Relationship Id="rId8" Type="http://schemas.openxmlformats.org/officeDocument/2006/relationships/slide" Target="slide280.xml"/><Relationship Id="rId9" Type="http://schemas.openxmlformats.org/officeDocument/2006/relationships/slide" Target="slide283.xml"/><Relationship Id="rId10" Type="http://schemas.openxmlformats.org/officeDocument/2006/relationships/audio" Target="../media/snd_boing.wav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279.xml"/><Relationship Id="rId7" Type="http://schemas.openxmlformats.org/officeDocument/2006/relationships/slide" Target="slide282.xml"/><Relationship Id="rId8" Type="http://schemas.openxmlformats.org/officeDocument/2006/relationships/slide" Target="slide283.xml"/><Relationship Id="rId9" Type="http://schemas.openxmlformats.org/officeDocument/2006/relationships/audio" Target="../media/snd_splash.wav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279.xml"/><Relationship Id="rId7" Type="http://schemas.openxmlformats.org/officeDocument/2006/relationships/slide" Target="slide282.xml"/><Relationship Id="rId8" Type="http://schemas.openxmlformats.org/officeDocument/2006/relationships/slide" Target="slide283.xml"/><Relationship Id="rId9" Type="http://schemas.openxmlformats.org/officeDocument/2006/relationships/audio" Target="../media/snd_boing.wav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slide" Target="slide281.xml"/><Relationship Id="rId6" Type="http://schemas.openxmlformats.org/officeDocument/2006/relationships/slide" Target="slide282.xml"/><Relationship Id="rId7" Type="http://schemas.openxmlformats.org/officeDocument/2006/relationships/slide" Target="slide283.xml"/><Relationship Id="rId8" Type="http://schemas.openxmlformats.org/officeDocument/2006/relationships/audio" Target="../media/snd_splash.wav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slide" Target="slide281.xml"/><Relationship Id="rId6" Type="http://schemas.openxmlformats.org/officeDocument/2006/relationships/slide" Target="slide282.xml"/><Relationship Id="rId7" Type="http://schemas.openxmlformats.org/officeDocument/2006/relationships/slide" Target="slide283.xml"/><Relationship Id="rId8" Type="http://schemas.openxmlformats.org/officeDocument/2006/relationships/audio" Target="../media/snd_boing.wav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5" Type="http://schemas.openxmlformats.org/officeDocument/2006/relationships/slide" Target="slide283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84.xml"/><Relationship Id="rId4" Type="http://schemas.openxmlformats.org/officeDocument/2006/relationships/slide" Target="slide285.xml"/><Relationship Id="rId5" Type="http://schemas.openxmlformats.org/officeDocument/2006/relationships/slide" Target="slide287.xml"/><Relationship Id="rId6" Type="http://schemas.openxmlformats.org/officeDocument/2006/relationships/slide" Target="slide290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84.xml"/><Relationship Id="rId4" Type="http://schemas.openxmlformats.org/officeDocument/2006/relationships/slide" Target="slide285.xml"/><Relationship Id="rId5" Type="http://schemas.openxmlformats.org/officeDocument/2006/relationships/slide" Target="slide287.xml"/><Relationship Id="rId6" Type="http://schemas.openxmlformats.org/officeDocument/2006/relationships/slide" Target="slide290.xml"/><Relationship Id="rId7" Type="http://schemas.openxmlformats.org/officeDocument/2006/relationships/audio" Target="../media/snd_boing.wav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86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nk.wav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86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ing.wav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88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nk.wav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88.xml"/><Relationship Id="rId4" Type="http://schemas.openxmlformats.org/officeDocument/2006/relationships/slide" Target="slide289.xml"/><Relationship Id="rId5" Type="http://schemas.openxmlformats.org/officeDocument/2006/relationships/slide" Target="slide290.xml"/><Relationship Id="rId6" Type="http://schemas.openxmlformats.org/officeDocument/2006/relationships/audio" Target="../media/snd_boing.wav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290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291.xml"/><Relationship Id="rId12" Type="http://schemas.openxmlformats.org/officeDocument/2006/relationships/slide" Target="slide292.xml"/><Relationship Id="rId13" Type="http://schemas.openxmlformats.org/officeDocument/2006/relationships/slide" Target="slide293.xml"/><Relationship Id="rId14" Type="http://schemas.openxmlformats.org/officeDocument/2006/relationships/slide" Target="slide294.xml"/><Relationship Id="rId15" Type="http://schemas.openxmlformats.org/officeDocument/2006/relationships/slide" Target="slide295.xml"/><Relationship Id="rId16" Type="http://schemas.openxmlformats.org/officeDocument/2006/relationships/slide" Target="slide296.xml"/><Relationship Id="rId17" Type="http://schemas.openxmlformats.org/officeDocument/2006/relationships/slide" Target="slide297.xml"/><Relationship Id="rId18" Type="http://schemas.openxmlformats.org/officeDocument/2006/relationships/slide" Target="slide298.xml"/><Relationship Id="rId19" Type="http://schemas.openxmlformats.org/officeDocument/2006/relationships/slide" Target="slide299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290.xml"/><Relationship Id="rId6" Type="http://schemas.openxmlformats.org/officeDocument/2006/relationships/slide" Target="slide299.xml"/><Relationship Id="rId7" Type="http://schemas.openxmlformats.org/officeDocument/2006/relationships/audio" Target="../media/snd_tada.wav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slide" Target="slide300.xml"/><Relationship Id="rId7" Type="http://schemas.openxmlformats.org/officeDocument/2006/relationships/slide" Target="slide301.xml"/><Relationship Id="rId8" Type="http://schemas.openxmlformats.org/officeDocument/2006/relationships/slide" Target="slide303.xml"/><Relationship Id="rId9" Type="http://schemas.openxmlformats.org/officeDocument/2006/relationships/slide" Target="slide306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slide" Target="slide300.xml"/><Relationship Id="rId7" Type="http://schemas.openxmlformats.org/officeDocument/2006/relationships/slide" Target="slide301.xml"/><Relationship Id="rId8" Type="http://schemas.openxmlformats.org/officeDocument/2006/relationships/slide" Target="slide303.xml"/><Relationship Id="rId9" Type="http://schemas.openxmlformats.org/officeDocument/2006/relationships/slide" Target="slide306.xml"/><Relationship Id="rId10" Type="http://schemas.openxmlformats.org/officeDocument/2006/relationships/audio" Target="../media/snd_boing.wav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slide" Target="slide302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pop.wav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slide" Target="slide302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boing.wav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slide" Target="slide304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pop.wav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slide" Target="slide304.xml"/><Relationship Id="rId7" Type="http://schemas.openxmlformats.org/officeDocument/2006/relationships/slide" Target="slide305.xml"/><Relationship Id="rId8" Type="http://schemas.openxmlformats.org/officeDocument/2006/relationships/slide" Target="slide306.xml"/><Relationship Id="rId9" Type="http://schemas.openxmlformats.org/officeDocument/2006/relationships/audio" Target="../media/snd_boing.wav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slide" Target="slide306.xml"/><Relationship Id="rId6" Type="http://schemas.openxmlformats.org/officeDocument/2006/relationships/audio" Target="../media/snd_pop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slide" Target="slide307.xml"/><Relationship Id="rId8" Type="http://schemas.openxmlformats.org/officeDocument/2006/relationships/slide" Target="slide308.xml"/><Relationship Id="rId9" Type="http://schemas.openxmlformats.org/officeDocument/2006/relationships/slide" Target="slide309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slide" Target="slide307.xml"/><Relationship Id="rId8" Type="http://schemas.openxmlformats.org/officeDocument/2006/relationships/slide" Target="slide308.xml"/><Relationship Id="rId9" Type="http://schemas.openxmlformats.org/officeDocument/2006/relationships/slide" Target="slide309.xml"/><Relationship Id="rId10" Type="http://schemas.openxmlformats.org/officeDocument/2006/relationships/audio" Target="../media/snd_boing.wav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21.png"/><Relationship Id="rId5" Type="http://schemas.openxmlformats.org/officeDocument/2006/relationships/image" Target="../media/image12.png"/><Relationship Id="rId6" Type="http://schemas.openxmlformats.org/officeDocument/2006/relationships/image" Target="../media/image11.png"/><Relationship Id="rId7" Type="http://schemas.openxmlformats.org/officeDocument/2006/relationships/slide" Target="slide309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311.xml"/><Relationship Id="rId7" Type="http://schemas.openxmlformats.org/officeDocument/2006/relationships/slide" Target="slide310.xml"/><Relationship Id="rId8" Type="http://schemas.openxmlformats.org/officeDocument/2006/relationships/slide" Target="slide313.xml"/><Relationship Id="rId9" Type="http://schemas.openxmlformats.org/officeDocument/2006/relationships/slide" Target="slide316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slide" Target="slide311.xml"/><Relationship Id="rId7" Type="http://schemas.openxmlformats.org/officeDocument/2006/relationships/slide" Target="slide310.xml"/><Relationship Id="rId8" Type="http://schemas.openxmlformats.org/officeDocument/2006/relationships/slide" Target="slide313.xml"/><Relationship Id="rId9" Type="http://schemas.openxmlformats.org/officeDocument/2006/relationships/slide" Target="slide316.xml"/><Relationship Id="rId10" Type="http://schemas.openxmlformats.org/officeDocument/2006/relationships/audio" Target="../media/snd_boing.wav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slide" Target="slide312.xml"/><Relationship Id="rId7" Type="http://schemas.openxmlformats.org/officeDocument/2006/relationships/slide" Target="slide315.xml"/><Relationship Id="rId8" Type="http://schemas.openxmlformats.org/officeDocument/2006/relationships/slide" Target="slide316.xml"/><Relationship Id="rId9" Type="http://schemas.openxmlformats.org/officeDocument/2006/relationships/audio" Target="../media/snd_splash.wav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26.png"/><Relationship Id="rId6" Type="http://schemas.openxmlformats.org/officeDocument/2006/relationships/slide" Target="slide312.xml"/><Relationship Id="rId7" Type="http://schemas.openxmlformats.org/officeDocument/2006/relationships/slide" Target="slide315.xml"/><Relationship Id="rId8" Type="http://schemas.openxmlformats.org/officeDocument/2006/relationships/slide" Target="slide316.xml"/><Relationship Id="rId9" Type="http://schemas.openxmlformats.org/officeDocument/2006/relationships/audio" Target="../media/snd_boing.wav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slide" Target="slide315.xml"/><Relationship Id="rId6" Type="http://schemas.openxmlformats.org/officeDocument/2006/relationships/slide" Target="slide314.xml"/><Relationship Id="rId7" Type="http://schemas.openxmlformats.org/officeDocument/2006/relationships/slide" Target="slide316.xml"/><Relationship Id="rId8" Type="http://schemas.openxmlformats.org/officeDocument/2006/relationships/audio" Target="../media/snd_splash.wav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5.png"/><Relationship Id="rId5" Type="http://schemas.openxmlformats.org/officeDocument/2006/relationships/slide" Target="slide315.xml"/><Relationship Id="rId6" Type="http://schemas.openxmlformats.org/officeDocument/2006/relationships/slide" Target="slide314.xml"/><Relationship Id="rId7" Type="http://schemas.openxmlformats.org/officeDocument/2006/relationships/slide" Target="slide316.xml"/><Relationship Id="rId8" Type="http://schemas.openxmlformats.org/officeDocument/2006/relationships/audio" Target="../media/snd_boing.wav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slide" Target="slide316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18.xml"/><Relationship Id="rId4" Type="http://schemas.openxmlformats.org/officeDocument/2006/relationships/slide" Target="slide317.xml"/><Relationship Id="rId5" Type="http://schemas.openxmlformats.org/officeDocument/2006/relationships/slide" Target="slide320.xml"/><Relationship Id="rId6" Type="http://schemas.openxmlformats.org/officeDocument/2006/relationships/slide" Target="slide323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18.xml"/><Relationship Id="rId4" Type="http://schemas.openxmlformats.org/officeDocument/2006/relationships/slide" Target="slide317.xml"/><Relationship Id="rId5" Type="http://schemas.openxmlformats.org/officeDocument/2006/relationships/slide" Target="slide320.xml"/><Relationship Id="rId6" Type="http://schemas.openxmlformats.org/officeDocument/2006/relationships/slide" Target="slide323.xml"/><Relationship Id="rId7" Type="http://schemas.openxmlformats.org/officeDocument/2006/relationships/audio" Target="../media/snd_boing.wav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19.xml"/><Relationship Id="rId4" Type="http://schemas.openxmlformats.org/officeDocument/2006/relationships/slide" Target="slide322.xml"/><Relationship Id="rId5" Type="http://schemas.openxmlformats.org/officeDocument/2006/relationships/slide" Target="slide323.xml"/><Relationship Id="rId6" Type="http://schemas.openxmlformats.org/officeDocument/2006/relationships/audio" Target="../media/snd_bonk.wav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19.xml"/><Relationship Id="rId4" Type="http://schemas.openxmlformats.org/officeDocument/2006/relationships/slide" Target="slide322.xml"/><Relationship Id="rId5" Type="http://schemas.openxmlformats.org/officeDocument/2006/relationships/slide" Target="slide323.xml"/><Relationship Id="rId6" Type="http://schemas.openxmlformats.org/officeDocument/2006/relationships/audio" Target="../media/snd_boing.wav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22.xml"/><Relationship Id="rId4" Type="http://schemas.openxmlformats.org/officeDocument/2006/relationships/slide" Target="slide321.xml"/><Relationship Id="rId5" Type="http://schemas.openxmlformats.org/officeDocument/2006/relationships/slide" Target="slide323.xml"/><Relationship Id="rId6" Type="http://schemas.openxmlformats.org/officeDocument/2006/relationships/audio" Target="../media/snd_bonk.wav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22.xml"/><Relationship Id="rId4" Type="http://schemas.openxmlformats.org/officeDocument/2006/relationships/slide" Target="slide321.xml"/><Relationship Id="rId5" Type="http://schemas.openxmlformats.org/officeDocument/2006/relationships/slide" Target="slide323.xml"/><Relationship Id="rId6" Type="http://schemas.openxmlformats.org/officeDocument/2006/relationships/audio" Target="../media/snd_boing.wav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23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4.xml"/><Relationship Id="rId6" Type="http://schemas.openxmlformats.org/officeDocument/2006/relationships/slide" Target="slide327.xml"/><Relationship Id="rId7" Type="http://schemas.openxmlformats.org/officeDocument/2006/relationships/slide" Target="slide330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8.xml"/><Relationship Id="rId6" Type="http://schemas.openxmlformats.org/officeDocument/2006/relationships/slide" Target="slide325.xml"/><Relationship Id="rId7" Type="http://schemas.openxmlformats.org/officeDocument/2006/relationships/slide" Target="slide330.xml"/><Relationship Id="rId8" Type="http://schemas.openxmlformats.org/officeDocument/2006/relationships/audio" Target="../media/snd_ding.wav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6.xml"/><Relationship Id="rId6" Type="http://schemas.openxmlformats.org/officeDocument/2006/relationships/slide" Target="slide330.xml"/><Relationship Id="rId7" Type="http://schemas.openxmlformats.org/officeDocument/2006/relationships/audio" Target="../media/snd_ding.wav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9.xml"/><Relationship Id="rId6" Type="http://schemas.openxmlformats.org/officeDocument/2006/relationships/slide" Target="slide330.xml"/><Relationship Id="rId7" Type="http://schemas.openxmlformats.org/officeDocument/2006/relationships/audio" Target="../media/snd_ding.wav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4.xml"/><Relationship Id="rId6" Type="http://schemas.openxmlformats.org/officeDocument/2006/relationships/slide" Target="slide327.xml"/><Relationship Id="rId7" Type="http://schemas.openxmlformats.org/officeDocument/2006/relationships/slide" Target="slide330.xml"/><Relationship Id="rId8" Type="http://schemas.openxmlformats.org/officeDocument/2006/relationships/audio" Target="../media/snd_boing.wav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28.xml"/><Relationship Id="rId6" Type="http://schemas.openxmlformats.org/officeDocument/2006/relationships/slide" Target="slide325.xml"/><Relationship Id="rId7" Type="http://schemas.openxmlformats.org/officeDocument/2006/relationships/slide" Target="slide330.xml"/><Relationship Id="rId8" Type="http://schemas.openxmlformats.org/officeDocument/2006/relationships/audio" Target="../media/snd_boing.wav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30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slide331.xml"/><Relationship Id="rId8" Type="http://schemas.openxmlformats.org/officeDocument/2006/relationships/slide" Target="slide332.xml"/><Relationship Id="rId9" Type="http://schemas.openxmlformats.org/officeDocument/2006/relationships/slide" Target="slide334.xml"/><Relationship Id="rId10" Type="http://schemas.openxmlformats.org/officeDocument/2006/relationships/slide" Target="slide33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slide331.xml"/><Relationship Id="rId8" Type="http://schemas.openxmlformats.org/officeDocument/2006/relationships/slide" Target="slide332.xml"/><Relationship Id="rId9" Type="http://schemas.openxmlformats.org/officeDocument/2006/relationships/slide" Target="slide334.xml"/><Relationship Id="rId10" Type="http://schemas.openxmlformats.org/officeDocument/2006/relationships/slide" Target="slide337.xml"/><Relationship Id="rId11" Type="http://schemas.openxmlformats.org/officeDocument/2006/relationships/audio" Target="../media/snd_boing.wav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333.xml"/><Relationship Id="rId7" Type="http://schemas.openxmlformats.org/officeDocument/2006/relationships/slide" Target="slide336.xml"/><Relationship Id="rId8" Type="http://schemas.openxmlformats.org/officeDocument/2006/relationships/slide" Target="slide337.xml"/><Relationship Id="rId9" Type="http://schemas.openxmlformats.org/officeDocument/2006/relationships/audio" Target="../media/snd_pop.wav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333.xml"/><Relationship Id="rId7" Type="http://schemas.openxmlformats.org/officeDocument/2006/relationships/slide" Target="slide336.xml"/><Relationship Id="rId8" Type="http://schemas.openxmlformats.org/officeDocument/2006/relationships/slide" Target="slide337.xml"/><Relationship Id="rId9" Type="http://schemas.openxmlformats.org/officeDocument/2006/relationships/audio" Target="../media/snd_boing.wav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slide335.xml"/><Relationship Id="rId8" Type="http://schemas.openxmlformats.org/officeDocument/2006/relationships/slide" Target="slide336.xml"/><Relationship Id="rId9" Type="http://schemas.openxmlformats.org/officeDocument/2006/relationships/slide" Target="slide337.xml"/><Relationship Id="rId10" Type="http://schemas.openxmlformats.org/officeDocument/2006/relationships/audio" Target="../media/snd_pop.wav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slide" Target="slide335.xml"/><Relationship Id="rId8" Type="http://schemas.openxmlformats.org/officeDocument/2006/relationships/slide" Target="slide336.xml"/><Relationship Id="rId9" Type="http://schemas.openxmlformats.org/officeDocument/2006/relationships/slide" Target="slide337.xml"/><Relationship Id="rId10" Type="http://schemas.openxmlformats.org/officeDocument/2006/relationships/audio" Target="../media/snd_boing.wav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slide" Target="slide337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Relationship Id="rId6" Type="http://schemas.openxmlformats.org/officeDocument/2006/relationships/image" Target="../media/image21.png"/><Relationship Id="rId7" Type="http://schemas.openxmlformats.org/officeDocument/2006/relationships/slide" Target="slide338.xml"/><Relationship Id="rId8" Type="http://schemas.openxmlformats.org/officeDocument/2006/relationships/slide" Target="slide339.xml"/><Relationship Id="rId9" Type="http://schemas.openxmlformats.org/officeDocument/2006/relationships/slide" Target="slide340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Relationship Id="rId6" Type="http://schemas.openxmlformats.org/officeDocument/2006/relationships/image" Target="../media/image21.png"/><Relationship Id="rId7" Type="http://schemas.openxmlformats.org/officeDocument/2006/relationships/slide" Target="slide338.xml"/><Relationship Id="rId8" Type="http://schemas.openxmlformats.org/officeDocument/2006/relationships/slide" Target="slide339.xml"/><Relationship Id="rId9" Type="http://schemas.openxmlformats.org/officeDocument/2006/relationships/slide" Target="slide340.xml"/><Relationship Id="rId10" Type="http://schemas.openxmlformats.org/officeDocument/2006/relationships/audio" Target="../media/snd_boing.wav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36.png"/><Relationship Id="rId6" Type="http://schemas.openxmlformats.org/officeDocument/2006/relationships/slide" Target="slide340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slide" Target="slide341.xml"/><Relationship Id="rId6" Type="http://schemas.openxmlformats.org/officeDocument/2006/relationships/slide" Target="slide342.xml"/><Relationship Id="rId7" Type="http://schemas.openxmlformats.org/officeDocument/2006/relationships/slide" Target="slide344.xml"/><Relationship Id="rId8" Type="http://schemas.openxmlformats.org/officeDocument/2006/relationships/slide" Target="slide34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slide" Target="slide341.xml"/><Relationship Id="rId6" Type="http://schemas.openxmlformats.org/officeDocument/2006/relationships/slide" Target="slide342.xml"/><Relationship Id="rId7" Type="http://schemas.openxmlformats.org/officeDocument/2006/relationships/slide" Target="slide344.xml"/><Relationship Id="rId8" Type="http://schemas.openxmlformats.org/officeDocument/2006/relationships/slide" Target="slide347.xml"/><Relationship Id="rId9" Type="http://schemas.openxmlformats.org/officeDocument/2006/relationships/audio" Target="../media/snd_boing.wav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slide" Target="slide343.xml"/><Relationship Id="rId6" Type="http://schemas.openxmlformats.org/officeDocument/2006/relationships/slide" Target="slide346.xml"/><Relationship Id="rId7" Type="http://schemas.openxmlformats.org/officeDocument/2006/relationships/slide" Target="slide347.xml"/><Relationship Id="rId8" Type="http://schemas.openxmlformats.org/officeDocument/2006/relationships/audio" Target="../media/snd_splash.wav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slide" Target="slide343.xml"/><Relationship Id="rId6" Type="http://schemas.openxmlformats.org/officeDocument/2006/relationships/slide" Target="slide346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slide" Target="slide345.xml"/><Relationship Id="rId6" Type="http://schemas.openxmlformats.org/officeDocument/2006/relationships/slide" Target="slide346.xml"/><Relationship Id="rId7" Type="http://schemas.openxmlformats.org/officeDocument/2006/relationships/slide" Target="slide347.xml"/><Relationship Id="rId8" Type="http://schemas.openxmlformats.org/officeDocument/2006/relationships/audio" Target="../media/snd_splash.wav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slide" Target="slide345.xml"/><Relationship Id="rId6" Type="http://schemas.openxmlformats.org/officeDocument/2006/relationships/slide" Target="slide346.xml"/><Relationship Id="rId7" Type="http://schemas.openxmlformats.org/officeDocument/2006/relationships/slide" Target="slide347.xml"/><Relationship Id="rId8" Type="http://schemas.openxmlformats.org/officeDocument/2006/relationships/audio" Target="../media/snd_boing.wav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5.png"/><Relationship Id="rId5" Type="http://schemas.openxmlformats.org/officeDocument/2006/relationships/slide" Target="slide347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49.xml"/><Relationship Id="rId4" Type="http://schemas.openxmlformats.org/officeDocument/2006/relationships/slide" Target="slide351.xml"/><Relationship Id="rId5" Type="http://schemas.openxmlformats.org/officeDocument/2006/relationships/slide" Target="slide348.xml"/><Relationship Id="rId6" Type="http://schemas.openxmlformats.org/officeDocument/2006/relationships/slide" Target="slide354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49.xml"/><Relationship Id="rId4" Type="http://schemas.openxmlformats.org/officeDocument/2006/relationships/slide" Target="slide351.xml"/><Relationship Id="rId5" Type="http://schemas.openxmlformats.org/officeDocument/2006/relationships/slide" Target="slide348.xml"/><Relationship Id="rId6" Type="http://schemas.openxmlformats.org/officeDocument/2006/relationships/slide" Target="slide354.xml"/><Relationship Id="rId7" Type="http://schemas.openxmlformats.org/officeDocument/2006/relationships/audio" Target="../media/snd_boing.wav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53.xml"/><Relationship Id="rId4" Type="http://schemas.openxmlformats.org/officeDocument/2006/relationships/slide" Target="slide350.xml"/><Relationship Id="rId5" Type="http://schemas.openxmlformats.org/officeDocument/2006/relationships/slide" Target="slide354.xml"/><Relationship Id="rId6" Type="http://schemas.openxmlformats.org/officeDocument/2006/relationships/audio" Target="../media/snd_bonk.wav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53.xml"/><Relationship Id="rId4" Type="http://schemas.openxmlformats.org/officeDocument/2006/relationships/slide" Target="slide350.xml"/><Relationship Id="rId5" Type="http://schemas.openxmlformats.org/officeDocument/2006/relationships/slide" Target="slide354.xml"/><Relationship Id="rId6" Type="http://schemas.openxmlformats.org/officeDocument/2006/relationships/audio" Target="../media/snd_boing.wav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53.xml"/><Relationship Id="rId4" Type="http://schemas.openxmlformats.org/officeDocument/2006/relationships/slide" Target="slide352.xml"/><Relationship Id="rId5" Type="http://schemas.openxmlformats.org/officeDocument/2006/relationships/slide" Target="slide354.xml"/><Relationship Id="rId6" Type="http://schemas.openxmlformats.org/officeDocument/2006/relationships/audio" Target="../media/snd_bonk.wav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53.xml"/><Relationship Id="rId4" Type="http://schemas.openxmlformats.org/officeDocument/2006/relationships/slide" Target="slide352.xml"/><Relationship Id="rId5" Type="http://schemas.openxmlformats.org/officeDocument/2006/relationships/slide" Target="slide354.xml"/><Relationship Id="rId6" Type="http://schemas.openxmlformats.org/officeDocument/2006/relationships/audio" Target="../media/snd_boing.wav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54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355.xml"/><Relationship Id="rId12" Type="http://schemas.openxmlformats.org/officeDocument/2006/relationships/slide" Target="slide356.xml"/><Relationship Id="rId13" Type="http://schemas.openxmlformats.org/officeDocument/2006/relationships/slide" Target="slide357.xml"/><Relationship Id="rId14" Type="http://schemas.openxmlformats.org/officeDocument/2006/relationships/slide" Target="slide358.xml"/><Relationship Id="rId15" Type="http://schemas.openxmlformats.org/officeDocument/2006/relationships/slide" Target="slide359.xml"/><Relationship Id="rId16" Type="http://schemas.openxmlformats.org/officeDocument/2006/relationships/slide" Target="slide360.xml"/><Relationship Id="rId17" Type="http://schemas.openxmlformats.org/officeDocument/2006/relationships/slide" Target="slide361.xml"/><Relationship Id="rId18" Type="http://schemas.openxmlformats.org/officeDocument/2006/relationships/slide" Target="slide362.xml"/><Relationship Id="rId19" Type="http://schemas.openxmlformats.org/officeDocument/2006/relationships/slide" Target="slide363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354.xml"/><Relationship Id="rId6" Type="http://schemas.openxmlformats.org/officeDocument/2006/relationships/slide" Target="slide363.xml"/><Relationship Id="rId7" Type="http://schemas.openxmlformats.org/officeDocument/2006/relationships/audio" Target="../media/snd_tada.wav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slide" Target="slide364.xml"/><Relationship Id="rId8" Type="http://schemas.openxmlformats.org/officeDocument/2006/relationships/slide" Target="slide365.xml"/><Relationship Id="rId9" Type="http://schemas.openxmlformats.org/officeDocument/2006/relationships/slide" Target="slide367.xml"/><Relationship Id="rId10" Type="http://schemas.openxmlformats.org/officeDocument/2006/relationships/slide" Target="slide370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slide" Target="slide364.xml"/><Relationship Id="rId8" Type="http://schemas.openxmlformats.org/officeDocument/2006/relationships/slide" Target="slide365.xml"/><Relationship Id="rId9" Type="http://schemas.openxmlformats.org/officeDocument/2006/relationships/slide" Target="slide367.xml"/><Relationship Id="rId10" Type="http://schemas.openxmlformats.org/officeDocument/2006/relationships/slide" Target="slide370.xml"/><Relationship Id="rId11" Type="http://schemas.openxmlformats.org/officeDocument/2006/relationships/audio" Target="../media/snd_boing.wav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slide" Target="slide366.xml"/><Relationship Id="rId8" Type="http://schemas.openxmlformats.org/officeDocument/2006/relationships/slide" Target="slide369.xml"/><Relationship Id="rId9" Type="http://schemas.openxmlformats.org/officeDocument/2006/relationships/slide" Target="slide370.xml"/><Relationship Id="rId10" Type="http://schemas.openxmlformats.org/officeDocument/2006/relationships/audio" Target="../media/snd_pop.wav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image" Target="../media/image4.png"/><Relationship Id="rId7" Type="http://schemas.openxmlformats.org/officeDocument/2006/relationships/slide" Target="slide366.xml"/><Relationship Id="rId8" Type="http://schemas.openxmlformats.org/officeDocument/2006/relationships/slide" Target="slide369.xml"/><Relationship Id="rId9" Type="http://schemas.openxmlformats.org/officeDocument/2006/relationships/slide" Target="slide370.xml"/><Relationship Id="rId10" Type="http://schemas.openxmlformats.org/officeDocument/2006/relationships/audio" Target="../media/snd_boing.wav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slide" Target="slide368.xml"/><Relationship Id="rId7" Type="http://schemas.openxmlformats.org/officeDocument/2006/relationships/slide" Target="slide369.xml"/><Relationship Id="rId8" Type="http://schemas.openxmlformats.org/officeDocument/2006/relationships/slide" Target="slide370.xml"/><Relationship Id="rId9" Type="http://schemas.openxmlformats.org/officeDocument/2006/relationships/audio" Target="../media/snd_pop.wav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slide" Target="slide368.xml"/><Relationship Id="rId7" Type="http://schemas.openxmlformats.org/officeDocument/2006/relationships/slide" Target="slide369.xml"/><Relationship Id="rId8" Type="http://schemas.openxmlformats.org/officeDocument/2006/relationships/slide" Target="slide370.xml"/><Relationship Id="rId9" Type="http://schemas.openxmlformats.org/officeDocument/2006/relationships/audio" Target="../media/snd_boing.wav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0.png"/><Relationship Id="rId6" Type="http://schemas.openxmlformats.org/officeDocument/2006/relationships/slide" Target="slide370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36.png"/><Relationship Id="rId7" Type="http://schemas.openxmlformats.org/officeDocument/2006/relationships/slide" Target="slide371.xml"/><Relationship Id="rId8" Type="http://schemas.openxmlformats.org/officeDocument/2006/relationships/slide" Target="slide372.xml"/><Relationship Id="rId9" Type="http://schemas.openxmlformats.org/officeDocument/2006/relationships/slide" Target="slide373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36.png"/><Relationship Id="rId7" Type="http://schemas.openxmlformats.org/officeDocument/2006/relationships/slide" Target="slide371.xml"/><Relationship Id="rId8" Type="http://schemas.openxmlformats.org/officeDocument/2006/relationships/slide" Target="slide372.xml"/><Relationship Id="rId9" Type="http://schemas.openxmlformats.org/officeDocument/2006/relationships/slide" Target="slide373.xml"/><Relationship Id="rId10" Type="http://schemas.openxmlformats.org/officeDocument/2006/relationships/audio" Target="../media/snd_boing.wav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image" Target="../media/image36.png"/><Relationship Id="rId7" Type="http://schemas.openxmlformats.org/officeDocument/2006/relationships/slide" Target="slide373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7.xml"/><Relationship Id="rId6" Type="http://schemas.openxmlformats.org/officeDocument/2006/relationships/slide" Target="slide374.xml"/><Relationship Id="rId7" Type="http://schemas.openxmlformats.org/officeDocument/2006/relationships/slide" Target="slide380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5.xml"/><Relationship Id="rId6" Type="http://schemas.openxmlformats.org/officeDocument/2006/relationships/slide" Target="slide378.xml"/><Relationship Id="rId7" Type="http://schemas.openxmlformats.org/officeDocument/2006/relationships/slide" Target="slide380.xml"/><Relationship Id="rId8" Type="http://schemas.openxmlformats.org/officeDocument/2006/relationships/audio" Target="../media/snd_ding.wav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6.xml"/><Relationship Id="rId6" Type="http://schemas.openxmlformats.org/officeDocument/2006/relationships/slide" Target="slide380.xml"/><Relationship Id="rId7" Type="http://schemas.openxmlformats.org/officeDocument/2006/relationships/audio" Target="../media/snd_ding.wav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9.xml"/><Relationship Id="rId6" Type="http://schemas.openxmlformats.org/officeDocument/2006/relationships/slide" Target="slide380.xml"/><Relationship Id="rId7" Type="http://schemas.openxmlformats.org/officeDocument/2006/relationships/audio" Target="../media/snd_ding.wav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7.xml"/><Relationship Id="rId6" Type="http://schemas.openxmlformats.org/officeDocument/2006/relationships/slide" Target="slide374.xml"/><Relationship Id="rId7" Type="http://schemas.openxmlformats.org/officeDocument/2006/relationships/slide" Target="slide380.xml"/><Relationship Id="rId8" Type="http://schemas.openxmlformats.org/officeDocument/2006/relationships/audio" Target="../media/snd_boing.wav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75.xml"/><Relationship Id="rId6" Type="http://schemas.openxmlformats.org/officeDocument/2006/relationships/slide" Target="slide378.xml"/><Relationship Id="rId7" Type="http://schemas.openxmlformats.org/officeDocument/2006/relationships/slide" Target="slide380.xml"/><Relationship Id="rId8" Type="http://schemas.openxmlformats.org/officeDocument/2006/relationships/audio" Target="../media/snd_boing.wav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380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slide" Target="slide381.xml"/><Relationship Id="rId6" Type="http://schemas.openxmlformats.org/officeDocument/2006/relationships/slide" Target="slide382.xml"/><Relationship Id="rId7" Type="http://schemas.openxmlformats.org/officeDocument/2006/relationships/slide" Target="slide384.xml"/><Relationship Id="rId8" Type="http://schemas.openxmlformats.org/officeDocument/2006/relationships/slide" Target="slide38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slide" Target="slide381.xml"/><Relationship Id="rId6" Type="http://schemas.openxmlformats.org/officeDocument/2006/relationships/slide" Target="slide382.xml"/><Relationship Id="rId7" Type="http://schemas.openxmlformats.org/officeDocument/2006/relationships/slide" Target="slide384.xml"/><Relationship Id="rId8" Type="http://schemas.openxmlformats.org/officeDocument/2006/relationships/slide" Target="slide387.xml"/><Relationship Id="rId9" Type="http://schemas.openxmlformats.org/officeDocument/2006/relationships/audio" Target="../media/snd_boing.wav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slide" Target="slide383.xml"/><Relationship Id="rId6" Type="http://schemas.openxmlformats.org/officeDocument/2006/relationships/slide" Target="slide386.xml"/><Relationship Id="rId7" Type="http://schemas.openxmlformats.org/officeDocument/2006/relationships/slide" Target="slide387.xml"/><Relationship Id="rId8" Type="http://schemas.openxmlformats.org/officeDocument/2006/relationships/audio" Target="../media/snd_splash.wav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slide" Target="slide383.xml"/><Relationship Id="rId6" Type="http://schemas.openxmlformats.org/officeDocument/2006/relationships/slide" Target="slide386.xml"/><Relationship Id="rId7" Type="http://schemas.openxmlformats.org/officeDocument/2006/relationships/slide" Target="slide387.xml"/><Relationship Id="rId8" Type="http://schemas.openxmlformats.org/officeDocument/2006/relationships/audio" Target="../media/snd_boing.wav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slide" Target="slide385.xml"/><Relationship Id="rId6" Type="http://schemas.openxmlformats.org/officeDocument/2006/relationships/slide" Target="slide386.xml"/><Relationship Id="rId7" Type="http://schemas.openxmlformats.org/officeDocument/2006/relationships/slide" Target="slide387.xml"/><Relationship Id="rId8" Type="http://schemas.openxmlformats.org/officeDocument/2006/relationships/audio" Target="../media/snd_splash.wav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slide" Target="slide385.xml"/><Relationship Id="rId6" Type="http://schemas.openxmlformats.org/officeDocument/2006/relationships/slide" Target="slide386.xml"/><Relationship Id="rId7" Type="http://schemas.openxmlformats.org/officeDocument/2006/relationships/slide" Target="slide387.xml"/><Relationship Id="rId8" Type="http://schemas.openxmlformats.org/officeDocument/2006/relationships/audio" Target="../media/snd_boing.wav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5.png"/><Relationship Id="rId4" Type="http://schemas.openxmlformats.org/officeDocument/2006/relationships/image" Target="../media/image17.png"/><Relationship Id="rId5" Type="http://schemas.openxmlformats.org/officeDocument/2006/relationships/slide" Target="slide387.xml"/><Relationship Id="rId6" Type="http://schemas.openxmlformats.org/officeDocument/2006/relationships/audio" Target="../media/snd_splash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89.xml"/><Relationship Id="rId4" Type="http://schemas.openxmlformats.org/officeDocument/2006/relationships/slide" Target="slide388.xml"/><Relationship Id="rId5" Type="http://schemas.openxmlformats.org/officeDocument/2006/relationships/slide" Target="slide391.xml"/><Relationship Id="rId6" Type="http://schemas.openxmlformats.org/officeDocument/2006/relationships/slide" Target="slide394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89.xml"/><Relationship Id="rId4" Type="http://schemas.openxmlformats.org/officeDocument/2006/relationships/slide" Target="slide388.xml"/><Relationship Id="rId5" Type="http://schemas.openxmlformats.org/officeDocument/2006/relationships/slide" Target="slide391.xml"/><Relationship Id="rId6" Type="http://schemas.openxmlformats.org/officeDocument/2006/relationships/slide" Target="slide394.xml"/><Relationship Id="rId7" Type="http://schemas.openxmlformats.org/officeDocument/2006/relationships/audio" Target="../media/snd_boing.wav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90.xml"/><Relationship Id="rId4" Type="http://schemas.openxmlformats.org/officeDocument/2006/relationships/slide" Target="slide393.xml"/><Relationship Id="rId5" Type="http://schemas.openxmlformats.org/officeDocument/2006/relationships/slide" Target="slide394.xml"/><Relationship Id="rId6" Type="http://schemas.openxmlformats.org/officeDocument/2006/relationships/audio" Target="../media/snd_bonk.wav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90.xml"/><Relationship Id="rId4" Type="http://schemas.openxmlformats.org/officeDocument/2006/relationships/slide" Target="slide393.xml"/><Relationship Id="rId5" Type="http://schemas.openxmlformats.org/officeDocument/2006/relationships/slide" Target="slide394.xml"/><Relationship Id="rId6" Type="http://schemas.openxmlformats.org/officeDocument/2006/relationships/audio" Target="../media/snd_boing.wav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93.xml"/><Relationship Id="rId4" Type="http://schemas.openxmlformats.org/officeDocument/2006/relationships/slide" Target="slide392.xml"/><Relationship Id="rId5" Type="http://schemas.openxmlformats.org/officeDocument/2006/relationships/slide" Target="slide394.xml"/><Relationship Id="rId6" Type="http://schemas.openxmlformats.org/officeDocument/2006/relationships/audio" Target="../media/snd_bonk.wav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93.xml"/><Relationship Id="rId4" Type="http://schemas.openxmlformats.org/officeDocument/2006/relationships/slide" Target="slide392.xml"/><Relationship Id="rId5" Type="http://schemas.openxmlformats.org/officeDocument/2006/relationships/slide" Target="slide394.xml"/><Relationship Id="rId6" Type="http://schemas.openxmlformats.org/officeDocument/2006/relationships/audio" Target="../media/snd_boing.wav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394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396.xml"/><Relationship Id="rId8" Type="http://schemas.openxmlformats.org/officeDocument/2006/relationships/slide" Target="slide395.xml"/><Relationship Id="rId9" Type="http://schemas.openxmlformats.org/officeDocument/2006/relationships/slide" Target="slide398.xml"/><Relationship Id="rId10" Type="http://schemas.openxmlformats.org/officeDocument/2006/relationships/slide" Target="slide401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396.xml"/><Relationship Id="rId8" Type="http://schemas.openxmlformats.org/officeDocument/2006/relationships/slide" Target="slide395.xml"/><Relationship Id="rId9" Type="http://schemas.openxmlformats.org/officeDocument/2006/relationships/slide" Target="slide398.xml"/><Relationship Id="rId10" Type="http://schemas.openxmlformats.org/officeDocument/2006/relationships/slide" Target="slide401.xml"/><Relationship Id="rId11" Type="http://schemas.openxmlformats.org/officeDocument/2006/relationships/audio" Target="../media/snd_boing.wav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slide" Target="slide397.xml"/><Relationship Id="rId7" Type="http://schemas.openxmlformats.org/officeDocument/2006/relationships/slide" Target="slide400.xml"/><Relationship Id="rId8" Type="http://schemas.openxmlformats.org/officeDocument/2006/relationships/slide" Target="slide401.xml"/><Relationship Id="rId9" Type="http://schemas.openxmlformats.org/officeDocument/2006/relationships/audio" Target="../media/snd_pop.wav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slide" Target="slide397.xml"/><Relationship Id="rId7" Type="http://schemas.openxmlformats.org/officeDocument/2006/relationships/slide" Target="slide400.xml"/><Relationship Id="rId8" Type="http://schemas.openxmlformats.org/officeDocument/2006/relationships/slide" Target="slide401.xml"/><Relationship Id="rId9" Type="http://schemas.openxmlformats.org/officeDocument/2006/relationships/audio" Target="../media/snd_boing.wav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400.xml"/><Relationship Id="rId8" Type="http://schemas.openxmlformats.org/officeDocument/2006/relationships/slide" Target="slide399.xml"/><Relationship Id="rId9" Type="http://schemas.openxmlformats.org/officeDocument/2006/relationships/slide" Target="slide401.xml"/><Relationship Id="rId10" Type="http://schemas.openxmlformats.org/officeDocument/2006/relationships/audio" Target="../media/snd_pop.wav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400.xml"/><Relationship Id="rId8" Type="http://schemas.openxmlformats.org/officeDocument/2006/relationships/slide" Target="slide399.xml"/><Relationship Id="rId9" Type="http://schemas.openxmlformats.org/officeDocument/2006/relationships/slide" Target="slide401.xml"/><Relationship Id="rId10" Type="http://schemas.openxmlformats.org/officeDocument/2006/relationships/audio" Target="../media/snd_boing.wav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slide" Target="slide401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slide" Target="slide402.xml"/><Relationship Id="rId8" Type="http://schemas.openxmlformats.org/officeDocument/2006/relationships/slide" Target="slide403.xml"/><Relationship Id="rId9" Type="http://schemas.openxmlformats.org/officeDocument/2006/relationships/slide" Target="slide404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slide" Target="slide402.xml"/><Relationship Id="rId8" Type="http://schemas.openxmlformats.org/officeDocument/2006/relationships/slide" Target="slide403.xml"/><Relationship Id="rId9" Type="http://schemas.openxmlformats.org/officeDocument/2006/relationships/slide" Target="slide404.xml"/><Relationship Id="rId10" Type="http://schemas.openxmlformats.org/officeDocument/2006/relationships/audio" Target="../media/snd_boing.wav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slide" Target="slide404.xml"/><Relationship Id="rId8" Type="http://schemas.openxmlformats.org/officeDocument/2006/relationships/audio" Target="../media/snd_munch.wav"/><Relationship Id="rId9" Type="http://schemas.openxmlformats.org/officeDocument/2006/relationships/image" Target="../media/image40.png"/><Relationship Id="rId10" Type="http://schemas.openxmlformats.org/officeDocument/2006/relationships/audio" Target="../media/snd_cheer.wav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405.xml"/><Relationship Id="rId7" Type="http://schemas.openxmlformats.org/officeDocument/2006/relationships/slide" Target="slide406.xml"/><Relationship Id="rId8" Type="http://schemas.openxmlformats.org/officeDocument/2006/relationships/slide" Target="slide408.xml"/><Relationship Id="rId9" Type="http://schemas.openxmlformats.org/officeDocument/2006/relationships/slide" Target="slide411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405.xml"/><Relationship Id="rId7" Type="http://schemas.openxmlformats.org/officeDocument/2006/relationships/slide" Target="slide406.xml"/><Relationship Id="rId8" Type="http://schemas.openxmlformats.org/officeDocument/2006/relationships/slide" Target="slide408.xml"/><Relationship Id="rId9" Type="http://schemas.openxmlformats.org/officeDocument/2006/relationships/slide" Target="slide411.xml"/><Relationship Id="rId10" Type="http://schemas.openxmlformats.org/officeDocument/2006/relationships/audio" Target="../media/snd_boing.wav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407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splash.wav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407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boing.wav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409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splash.wav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409.xml"/><Relationship Id="rId7" Type="http://schemas.openxmlformats.org/officeDocument/2006/relationships/slide" Target="slide410.xml"/><Relationship Id="rId8" Type="http://schemas.openxmlformats.org/officeDocument/2006/relationships/slide" Target="slide411.xml"/><Relationship Id="rId9" Type="http://schemas.openxmlformats.org/officeDocument/2006/relationships/audio" Target="../media/snd_boing.wav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26.png"/><Relationship Id="rId5" Type="http://schemas.openxmlformats.org/officeDocument/2006/relationships/image" Target="../media/image25.png"/><Relationship Id="rId6" Type="http://schemas.openxmlformats.org/officeDocument/2006/relationships/slide" Target="slide411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13.xml"/><Relationship Id="rId4" Type="http://schemas.openxmlformats.org/officeDocument/2006/relationships/slide" Target="slide415.xml"/><Relationship Id="rId5" Type="http://schemas.openxmlformats.org/officeDocument/2006/relationships/slide" Target="slide412.xml"/><Relationship Id="rId6" Type="http://schemas.openxmlformats.org/officeDocument/2006/relationships/slide" Target="slide418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13.xml"/><Relationship Id="rId4" Type="http://schemas.openxmlformats.org/officeDocument/2006/relationships/slide" Target="slide415.xml"/><Relationship Id="rId5" Type="http://schemas.openxmlformats.org/officeDocument/2006/relationships/slide" Target="slide412.xml"/><Relationship Id="rId6" Type="http://schemas.openxmlformats.org/officeDocument/2006/relationships/slide" Target="slide418.xml"/><Relationship Id="rId7" Type="http://schemas.openxmlformats.org/officeDocument/2006/relationships/audio" Target="../media/snd_boing.wav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17.xml"/><Relationship Id="rId4" Type="http://schemas.openxmlformats.org/officeDocument/2006/relationships/slide" Target="slide414.xml"/><Relationship Id="rId5" Type="http://schemas.openxmlformats.org/officeDocument/2006/relationships/slide" Target="slide418.xml"/><Relationship Id="rId6" Type="http://schemas.openxmlformats.org/officeDocument/2006/relationships/audio" Target="../media/snd_bonk.wav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17.xml"/><Relationship Id="rId4" Type="http://schemas.openxmlformats.org/officeDocument/2006/relationships/slide" Target="slide414.xml"/><Relationship Id="rId5" Type="http://schemas.openxmlformats.org/officeDocument/2006/relationships/slide" Target="slide418.xml"/><Relationship Id="rId6" Type="http://schemas.openxmlformats.org/officeDocument/2006/relationships/audio" Target="../media/snd_boing.wav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17.xml"/><Relationship Id="rId4" Type="http://schemas.openxmlformats.org/officeDocument/2006/relationships/slide" Target="slide416.xml"/><Relationship Id="rId5" Type="http://schemas.openxmlformats.org/officeDocument/2006/relationships/slide" Target="slide418.xml"/><Relationship Id="rId6" Type="http://schemas.openxmlformats.org/officeDocument/2006/relationships/audio" Target="../media/snd_bonk.wav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17.xml"/><Relationship Id="rId4" Type="http://schemas.openxmlformats.org/officeDocument/2006/relationships/slide" Target="slide416.xml"/><Relationship Id="rId5" Type="http://schemas.openxmlformats.org/officeDocument/2006/relationships/slide" Target="slide418.xml"/><Relationship Id="rId6" Type="http://schemas.openxmlformats.org/officeDocument/2006/relationships/audio" Target="../media/snd_boing.wav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18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419.xml"/><Relationship Id="rId12" Type="http://schemas.openxmlformats.org/officeDocument/2006/relationships/slide" Target="slide420.xml"/><Relationship Id="rId13" Type="http://schemas.openxmlformats.org/officeDocument/2006/relationships/slide" Target="slide421.xml"/><Relationship Id="rId14" Type="http://schemas.openxmlformats.org/officeDocument/2006/relationships/slide" Target="slide422.xml"/><Relationship Id="rId15" Type="http://schemas.openxmlformats.org/officeDocument/2006/relationships/slide" Target="slide423.xml"/><Relationship Id="rId16" Type="http://schemas.openxmlformats.org/officeDocument/2006/relationships/slide" Target="slide424.xml"/><Relationship Id="rId17" Type="http://schemas.openxmlformats.org/officeDocument/2006/relationships/slide" Target="slide425.xml"/><Relationship Id="rId18" Type="http://schemas.openxmlformats.org/officeDocument/2006/relationships/slide" Target="slide426.xml"/><Relationship Id="rId19" Type="http://schemas.openxmlformats.org/officeDocument/2006/relationships/slide" Target="slide42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18.xml"/><Relationship Id="rId6" Type="http://schemas.openxmlformats.org/officeDocument/2006/relationships/slide" Target="slide427.xml"/><Relationship Id="rId7" Type="http://schemas.openxmlformats.org/officeDocument/2006/relationships/audio" Target="../media/snd_tada.wav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28.xml"/><Relationship Id="rId6" Type="http://schemas.openxmlformats.org/officeDocument/2006/relationships/slide" Target="slide431.xml"/><Relationship Id="rId7" Type="http://schemas.openxmlformats.org/officeDocument/2006/relationships/slide" Target="slide434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2.xml"/><Relationship Id="rId6" Type="http://schemas.openxmlformats.org/officeDocument/2006/relationships/slide" Target="slide429.xml"/><Relationship Id="rId7" Type="http://schemas.openxmlformats.org/officeDocument/2006/relationships/slide" Target="slide434.xml"/><Relationship Id="rId8" Type="http://schemas.openxmlformats.org/officeDocument/2006/relationships/audio" Target="../media/snd_ding.wav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0.xml"/><Relationship Id="rId6" Type="http://schemas.openxmlformats.org/officeDocument/2006/relationships/slide" Target="slide434.xml"/><Relationship Id="rId7" Type="http://schemas.openxmlformats.org/officeDocument/2006/relationships/audio" Target="../media/snd_ding.wav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3.xml"/><Relationship Id="rId6" Type="http://schemas.openxmlformats.org/officeDocument/2006/relationships/slide" Target="slide434.xml"/><Relationship Id="rId7" Type="http://schemas.openxmlformats.org/officeDocument/2006/relationships/audio" Target="../media/snd_ding.wav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28.xml"/><Relationship Id="rId6" Type="http://schemas.openxmlformats.org/officeDocument/2006/relationships/slide" Target="slide431.xml"/><Relationship Id="rId7" Type="http://schemas.openxmlformats.org/officeDocument/2006/relationships/slide" Target="slide434.xml"/><Relationship Id="rId8" Type="http://schemas.openxmlformats.org/officeDocument/2006/relationships/audio" Target="../media/snd_boing.wav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2.xml"/><Relationship Id="rId6" Type="http://schemas.openxmlformats.org/officeDocument/2006/relationships/slide" Target="slide429.xml"/><Relationship Id="rId7" Type="http://schemas.openxmlformats.org/officeDocument/2006/relationships/slide" Target="slide434.xml"/><Relationship Id="rId8" Type="http://schemas.openxmlformats.org/officeDocument/2006/relationships/audio" Target="../media/snd_boing.wav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34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slide" Target="slide436.xml"/><Relationship Id="rId8" Type="http://schemas.openxmlformats.org/officeDocument/2006/relationships/slide" Target="slide438.xml"/><Relationship Id="rId9" Type="http://schemas.openxmlformats.org/officeDocument/2006/relationships/slide" Target="slide435.xml"/><Relationship Id="rId10" Type="http://schemas.openxmlformats.org/officeDocument/2006/relationships/slide" Target="slide441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.png"/><Relationship Id="rId7" Type="http://schemas.openxmlformats.org/officeDocument/2006/relationships/slide" Target="slide436.xml"/><Relationship Id="rId8" Type="http://schemas.openxmlformats.org/officeDocument/2006/relationships/slide" Target="slide438.xml"/><Relationship Id="rId9" Type="http://schemas.openxmlformats.org/officeDocument/2006/relationships/slide" Target="slide435.xml"/><Relationship Id="rId10" Type="http://schemas.openxmlformats.org/officeDocument/2006/relationships/slide" Target="slide441.xml"/><Relationship Id="rId11" Type="http://schemas.openxmlformats.org/officeDocument/2006/relationships/audio" Target="../media/snd_boing.wav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slide" Target="slide440.xml"/><Relationship Id="rId7" Type="http://schemas.openxmlformats.org/officeDocument/2006/relationships/slide" Target="slide437.xml"/><Relationship Id="rId8" Type="http://schemas.openxmlformats.org/officeDocument/2006/relationships/slide" Target="slide441.xml"/><Relationship Id="rId9" Type="http://schemas.openxmlformats.org/officeDocument/2006/relationships/audio" Target="../media/snd_pop.wav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slide" Target="slide440.xml"/><Relationship Id="rId7" Type="http://schemas.openxmlformats.org/officeDocument/2006/relationships/slide" Target="slide437.xml"/><Relationship Id="rId8" Type="http://schemas.openxmlformats.org/officeDocument/2006/relationships/slide" Target="slide441.xml"/><Relationship Id="rId9" Type="http://schemas.openxmlformats.org/officeDocument/2006/relationships/audio" Target="../media/snd_boing.wav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slide" Target="slide440.xml"/><Relationship Id="rId8" Type="http://schemas.openxmlformats.org/officeDocument/2006/relationships/slide" Target="slide439.xml"/><Relationship Id="rId9" Type="http://schemas.openxmlformats.org/officeDocument/2006/relationships/slide" Target="slide441.xml"/><Relationship Id="rId10" Type="http://schemas.openxmlformats.org/officeDocument/2006/relationships/audio" Target="../media/snd_pop.wav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slide" Target="slide440.xml"/><Relationship Id="rId8" Type="http://schemas.openxmlformats.org/officeDocument/2006/relationships/slide" Target="slide439.xml"/><Relationship Id="rId9" Type="http://schemas.openxmlformats.org/officeDocument/2006/relationships/slide" Target="slide441.xml"/><Relationship Id="rId10" Type="http://schemas.openxmlformats.org/officeDocument/2006/relationships/audio" Target="../media/snd_boing.wav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slide" Target="slide441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36.png"/><Relationship Id="rId5" Type="http://schemas.openxmlformats.org/officeDocument/2006/relationships/image" Target="../media/image12.png"/><Relationship Id="rId6" Type="http://schemas.openxmlformats.org/officeDocument/2006/relationships/slide" Target="slide442.xml"/><Relationship Id="rId7" Type="http://schemas.openxmlformats.org/officeDocument/2006/relationships/slide" Target="slide443.xml"/><Relationship Id="rId8" Type="http://schemas.openxmlformats.org/officeDocument/2006/relationships/slide" Target="slide444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36.png"/><Relationship Id="rId5" Type="http://schemas.openxmlformats.org/officeDocument/2006/relationships/image" Target="../media/image12.png"/><Relationship Id="rId6" Type="http://schemas.openxmlformats.org/officeDocument/2006/relationships/slide" Target="slide442.xml"/><Relationship Id="rId7" Type="http://schemas.openxmlformats.org/officeDocument/2006/relationships/slide" Target="slide443.xml"/><Relationship Id="rId8" Type="http://schemas.openxmlformats.org/officeDocument/2006/relationships/slide" Target="slide444.xml"/><Relationship Id="rId9" Type="http://schemas.openxmlformats.org/officeDocument/2006/relationships/audio" Target="../media/snd_boing.wav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36.png"/><Relationship Id="rId5" Type="http://schemas.openxmlformats.org/officeDocument/2006/relationships/image" Target="../media/image12.png"/><Relationship Id="rId6" Type="http://schemas.openxmlformats.org/officeDocument/2006/relationships/slide" Target="slide444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slide" Target="slide445.xml"/><Relationship Id="rId8" Type="http://schemas.openxmlformats.org/officeDocument/2006/relationships/slide" Target="slide446.xml"/><Relationship Id="rId9" Type="http://schemas.openxmlformats.org/officeDocument/2006/relationships/slide" Target="slide448.xml"/><Relationship Id="rId10" Type="http://schemas.openxmlformats.org/officeDocument/2006/relationships/slide" Target="slide451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slide" Target="slide445.xml"/><Relationship Id="rId8" Type="http://schemas.openxmlformats.org/officeDocument/2006/relationships/slide" Target="slide446.xml"/><Relationship Id="rId9" Type="http://schemas.openxmlformats.org/officeDocument/2006/relationships/slide" Target="slide448.xml"/><Relationship Id="rId10" Type="http://schemas.openxmlformats.org/officeDocument/2006/relationships/slide" Target="slide451.xml"/><Relationship Id="rId11" Type="http://schemas.openxmlformats.org/officeDocument/2006/relationships/audio" Target="../media/snd_boing.wav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slide" Target="slide447.xml"/><Relationship Id="rId8" Type="http://schemas.openxmlformats.org/officeDocument/2006/relationships/slide" Target="slide450.xml"/><Relationship Id="rId9" Type="http://schemas.openxmlformats.org/officeDocument/2006/relationships/slide" Target="slide451.xml"/><Relationship Id="rId10" Type="http://schemas.openxmlformats.org/officeDocument/2006/relationships/audio" Target="../media/snd_splash.wav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slide" Target="slide447.xml"/><Relationship Id="rId8" Type="http://schemas.openxmlformats.org/officeDocument/2006/relationships/slide" Target="slide450.xml"/><Relationship Id="rId9" Type="http://schemas.openxmlformats.org/officeDocument/2006/relationships/slide" Target="slide451.xml"/><Relationship Id="rId10" Type="http://schemas.openxmlformats.org/officeDocument/2006/relationships/audio" Target="../media/snd_boing.wav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slide" Target="slide449.xml"/><Relationship Id="rId7" Type="http://schemas.openxmlformats.org/officeDocument/2006/relationships/slide" Target="slide450.xml"/><Relationship Id="rId8" Type="http://schemas.openxmlformats.org/officeDocument/2006/relationships/slide" Target="slide451.xml"/><Relationship Id="rId9" Type="http://schemas.openxmlformats.org/officeDocument/2006/relationships/audio" Target="../media/snd_splash.wav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slide" Target="slide449.xml"/><Relationship Id="rId7" Type="http://schemas.openxmlformats.org/officeDocument/2006/relationships/slide" Target="slide450.xml"/><Relationship Id="rId8" Type="http://schemas.openxmlformats.org/officeDocument/2006/relationships/slide" Target="slide451.xml"/><Relationship Id="rId9" Type="http://schemas.openxmlformats.org/officeDocument/2006/relationships/audio" Target="../media/snd_boing.wav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slide" Target="slide451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53.xml"/><Relationship Id="rId4" Type="http://schemas.openxmlformats.org/officeDocument/2006/relationships/slide" Target="slide452.xml"/><Relationship Id="rId5" Type="http://schemas.openxmlformats.org/officeDocument/2006/relationships/slide" Target="slide455.xml"/><Relationship Id="rId6" Type="http://schemas.openxmlformats.org/officeDocument/2006/relationships/slide" Target="slide458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53.xml"/><Relationship Id="rId4" Type="http://schemas.openxmlformats.org/officeDocument/2006/relationships/slide" Target="slide452.xml"/><Relationship Id="rId5" Type="http://schemas.openxmlformats.org/officeDocument/2006/relationships/slide" Target="slide455.xml"/><Relationship Id="rId6" Type="http://schemas.openxmlformats.org/officeDocument/2006/relationships/slide" Target="slide458.xml"/><Relationship Id="rId7" Type="http://schemas.openxmlformats.org/officeDocument/2006/relationships/audio" Target="../media/snd_boing.wav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54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nk.wav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54.xml"/><Relationship Id="rId4" Type="http://schemas.openxmlformats.org/officeDocument/2006/relationships/slide" Target="slide457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57.xml"/><Relationship Id="rId4" Type="http://schemas.openxmlformats.org/officeDocument/2006/relationships/slide" Target="slide456.xml"/><Relationship Id="rId5" Type="http://schemas.openxmlformats.org/officeDocument/2006/relationships/slide" Target="slide458.xml"/><Relationship Id="rId6" Type="http://schemas.openxmlformats.org/officeDocument/2006/relationships/audio" Target="../media/snd_bonk.wav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57.xml"/><Relationship Id="rId4" Type="http://schemas.openxmlformats.org/officeDocument/2006/relationships/slide" Target="slide456.xml"/><Relationship Id="rId5" Type="http://schemas.openxmlformats.org/officeDocument/2006/relationships/slide" Target="slide458.xml"/><Relationship Id="rId6" Type="http://schemas.openxmlformats.org/officeDocument/2006/relationships/audio" Target="../media/snd_boing.wav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58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460.xml"/><Relationship Id="rId8" Type="http://schemas.openxmlformats.org/officeDocument/2006/relationships/slide" Target="slide459.xml"/><Relationship Id="rId9" Type="http://schemas.openxmlformats.org/officeDocument/2006/relationships/slide" Target="slide462.xml"/><Relationship Id="rId10" Type="http://schemas.openxmlformats.org/officeDocument/2006/relationships/slide" Target="slide465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460.xml"/><Relationship Id="rId8" Type="http://schemas.openxmlformats.org/officeDocument/2006/relationships/slide" Target="slide459.xml"/><Relationship Id="rId9" Type="http://schemas.openxmlformats.org/officeDocument/2006/relationships/slide" Target="slide462.xml"/><Relationship Id="rId10" Type="http://schemas.openxmlformats.org/officeDocument/2006/relationships/slide" Target="slide465.xml"/><Relationship Id="rId11" Type="http://schemas.openxmlformats.org/officeDocument/2006/relationships/audio" Target="../media/snd_boing.wav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slide" Target="slide461.xml"/><Relationship Id="rId7" Type="http://schemas.openxmlformats.org/officeDocument/2006/relationships/slide" Target="slide464.xml"/><Relationship Id="rId8" Type="http://schemas.openxmlformats.org/officeDocument/2006/relationships/slide" Target="slide465.xml"/><Relationship Id="rId9" Type="http://schemas.openxmlformats.org/officeDocument/2006/relationships/audio" Target="../media/snd_pop.wav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slide" Target="slide461.xml"/><Relationship Id="rId7" Type="http://schemas.openxmlformats.org/officeDocument/2006/relationships/slide" Target="slide464.xml"/><Relationship Id="rId8" Type="http://schemas.openxmlformats.org/officeDocument/2006/relationships/slide" Target="slide465.xml"/><Relationship Id="rId9" Type="http://schemas.openxmlformats.org/officeDocument/2006/relationships/audio" Target="../media/snd_boing.wav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464.xml"/><Relationship Id="rId8" Type="http://schemas.openxmlformats.org/officeDocument/2006/relationships/slide" Target="slide463.xml"/><Relationship Id="rId9" Type="http://schemas.openxmlformats.org/officeDocument/2006/relationships/slide" Target="slide465.xml"/><Relationship Id="rId10" Type="http://schemas.openxmlformats.org/officeDocument/2006/relationships/audio" Target="../media/snd_pop.wav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slide" Target="slide464.xml"/><Relationship Id="rId8" Type="http://schemas.openxmlformats.org/officeDocument/2006/relationships/slide" Target="slide463.xml"/><Relationship Id="rId9" Type="http://schemas.openxmlformats.org/officeDocument/2006/relationships/slide" Target="slide465.xml"/><Relationship Id="rId10" Type="http://schemas.openxmlformats.org/officeDocument/2006/relationships/audio" Target="../media/snd_boing.wav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slide" Target="slide465.xml"/><Relationship Id="rId7" Type="http://schemas.openxmlformats.org/officeDocument/2006/relationships/audio" Target="../media/snd_pop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slide" Target="slide466.xml"/><Relationship Id="rId8" Type="http://schemas.openxmlformats.org/officeDocument/2006/relationships/slide" Target="slide467.xml"/><Relationship Id="rId9" Type="http://schemas.openxmlformats.org/officeDocument/2006/relationships/slide" Target="slide468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21.png"/><Relationship Id="rId7" Type="http://schemas.openxmlformats.org/officeDocument/2006/relationships/slide" Target="slide466.xml"/><Relationship Id="rId8" Type="http://schemas.openxmlformats.org/officeDocument/2006/relationships/slide" Target="slide467.xml"/><Relationship Id="rId9" Type="http://schemas.openxmlformats.org/officeDocument/2006/relationships/slide" Target="slide468.xml"/><Relationship Id="rId10" Type="http://schemas.openxmlformats.org/officeDocument/2006/relationships/audio" Target="../media/snd_boing.wav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Relationship Id="rId6" Type="http://schemas.openxmlformats.org/officeDocument/2006/relationships/slide" Target="slide468.xml"/><Relationship Id="rId7" Type="http://schemas.openxmlformats.org/officeDocument/2006/relationships/audio" Target="../media/snd_munc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2.xml"/><Relationship Id="rId6" Type="http://schemas.openxmlformats.org/officeDocument/2006/relationships/slide" Target="slide469.xml"/><Relationship Id="rId7" Type="http://schemas.openxmlformats.org/officeDocument/2006/relationships/slide" Target="slide475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0.xml"/><Relationship Id="rId6" Type="http://schemas.openxmlformats.org/officeDocument/2006/relationships/slide" Target="slide473.xml"/><Relationship Id="rId7" Type="http://schemas.openxmlformats.org/officeDocument/2006/relationships/slide" Target="slide475.xml"/><Relationship Id="rId8" Type="http://schemas.openxmlformats.org/officeDocument/2006/relationships/audio" Target="../media/snd_ding.wav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1.xml"/><Relationship Id="rId6" Type="http://schemas.openxmlformats.org/officeDocument/2006/relationships/slide" Target="slide475.xml"/><Relationship Id="rId7" Type="http://schemas.openxmlformats.org/officeDocument/2006/relationships/audio" Target="../media/snd_ding.wav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4.xml"/><Relationship Id="rId6" Type="http://schemas.openxmlformats.org/officeDocument/2006/relationships/slide" Target="slide475.xml"/><Relationship Id="rId7" Type="http://schemas.openxmlformats.org/officeDocument/2006/relationships/audio" Target="../media/snd_ding.wav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2.xml"/><Relationship Id="rId6" Type="http://schemas.openxmlformats.org/officeDocument/2006/relationships/slide" Target="slide469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0.xml"/><Relationship Id="rId6" Type="http://schemas.openxmlformats.org/officeDocument/2006/relationships/slide" Target="slide473.xml"/><Relationship Id="rId7" Type="http://schemas.openxmlformats.org/officeDocument/2006/relationships/slide" Target="slide475.xml"/><Relationship Id="rId8" Type="http://schemas.openxmlformats.org/officeDocument/2006/relationships/audio" Target="../media/snd_boing.wav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slide" Target="slide475.xml"/><Relationship Id="rId6" Type="http://schemas.openxmlformats.org/officeDocument/2006/relationships/audio" Target="../media/snd_whistle.wav"/><Relationship Id="rId7" Type="http://schemas.openxmlformats.org/officeDocument/2006/relationships/image" Target="../media/image40.png"/><Relationship Id="rId8" Type="http://schemas.openxmlformats.org/officeDocument/2006/relationships/audio" Target="../media/snd_cheer.wav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477.xml"/><Relationship Id="rId8" Type="http://schemas.openxmlformats.org/officeDocument/2006/relationships/slide" Target="slide476.xml"/><Relationship Id="rId9" Type="http://schemas.openxmlformats.org/officeDocument/2006/relationships/slide" Target="slide479.xml"/><Relationship Id="rId10" Type="http://schemas.openxmlformats.org/officeDocument/2006/relationships/slide" Target="slide482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477.xml"/><Relationship Id="rId8" Type="http://schemas.openxmlformats.org/officeDocument/2006/relationships/slide" Target="slide476.xml"/><Relationship Id="rId9" Type="http://schemas.openxmlformats.org/officeDocument/2006/relationships/slide" Target="slide479.xml"/><Relationship Id="rId10" Type="http://schemas.openxmlformats.org/officeDocument/2006/relationships/slide" Target="slide482.xml"/><Relationship Id="rId11" Type="http://schemas.openxmlformats.org/officeDocument/2006/relationships/audio" Target="../media/snd_boing.wav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slide" Target="slide478.xml"/><Relationship Id="rId8" Type="http://schemas.openxmlformats.org/officeDocument/2006/relationships/slide" Target="slide481.xml"/><Relationship Id="rId9" Type="http://schemas.openxmlformats.org/officeDocument/2006/relationships/slide" Target="slide482.xml"/><Relationship Id="rId10" Type="http://schemas.openxmlformats.org/officeDocument/2006/relationships/audio" Target="../media/snd_splash.wav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5.png"/><Relationship Id="rId7" Type="http://schemas.openxmlformats.org/officeDocument/2006/relationships/slide" Target="slide478.xml"/><Relationship Id="rId8" Type="http://schemas.openxmlformats.org/officeDocument/2006/relationships/slide" Target="slide481.xml"/><Relationship Id="rId9" Type="http://schemas.openxmlformats.org/officeDocument/2006/relationships/slide" Target="slide482.xml"/><Relationship Id="rId10" Type="http://schemas.openxmlformats.org/officeDocument/2006/relationships/audio" Target="../media/snd_boing.wav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481.xml"/><Relationship Id="rId8" Type="http://schemas.openxmlformats.org/officeDocument/2006/relationships/slide" Target="slide480.xml"/><Relationship Id="rId9" Type="http://schemas.openxmlformats.org/officeDocument/2006/relationships/slide" Target="slide482.xml"/><Relationship Id="rId10" Type="http://schemas.openxmlformats.org/officeDocument/2006/relationships/audio" Target="../media/snd_splash.wav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slide" Target="slide481.xml"/><Relationship Id="rId8" Type="http://schemas.openxmlformats.org/officeDocument/2006/relationships/slide" Target="slide480.xml"/><Relationship Id="rId9" Type="http://schemas.openxmlformats.org/officeDocument/2006/relationships/slide" Target="slide482.xml"/><Relationship Id="rId10" Type="http://schemas.openxmlformats.org/officeDocument/2006/relationships/audio" Target="../media/snd_boing.wav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26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slide" Target="slide482.xml"/><Relationship Id="rId7" Type="http://schemas.openxmlformats.org/officeDocument/2006/relationships/audio" Target="../media/snd_splash.wav"/><Relationship Id="rId8" Type="http://schemas.openxmlformats.org/officeDocument/2006/relationships/image" Target="../media/image40.png"/><Relationship Id="rId9" Type="http://schemas.openxmlformats.org/officeDocument/2006/relationships/audio" Target="../media/snd_cheer.wav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3.xml"/><Relationship Id="rId4" Type="http://schemas.openxmlformats.org/officeDocument/2006/relationships/slide" Target="slide484.xml"/><Relationship Id="rId5" Type="http://schemas.openxmlformats.org/officeDocument/2006/relationships/slide" Target="slide486.xml"/><Relationship Id="rId6" Type="http://schemas.openxmlformats.org/officeDocument/2006/relationships/slide" Target="slide489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3.xml"/><Relationship Id="rId4" Type="http://schemas.openxmlformats.org/officeDocument/2006/relationships/slide" Target="slide484.xml"/><Relationship Id="rId5" Type="http://schemas.openxmlformats.org/officeDocument/2006/relationships/slide" Target="slide486.xml"/><Relationship Id="rId6" Type="http://schemas.openxmlformats.org/officeDocument/2006/relationships/slide" Target="slide489.xml"/><Relationship Id="rId7" Type="http://schemas.openxmlformats.org/officeDocument/2006/relationships/audio" Target="../media/snd_boing.wav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5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nk.wav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5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ing.wav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7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nk.wav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7.xml"/><Relationship Id="rId4" Type="http://schemas.openxmlformats.org/officeDocument/2006/relationships/slide" Target="slide488.xml"/><Relationship Id="rId5" Type="http://schemas.openxmlformats.org/officeDocument/2006/relationships/slide" Target="slide489.xml"/><Relationship Id="rId6" Type="http://schemas.openxmlformats.org/officeDocument/2006/relationships/audio" Target="../media/snd_boing.wav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slide" Target="slide489.xml"/><Relationship Id="rId4" Type="http://schemas.openxmlformats.org/officeDocument/2006/relationships/audio" Target="../media/snd_bonk.wav"/><Relationship Id="rId5" Type="http://schemas.openxmlformats.org/officeDocument/2006/relationships/image" Target="../media/image40.png"/><Relationship Id="rId6" Type="http://schemas.openxmlformats.org/officeDocument/2006/relationships/audio" Target="../media/snd_cheer.wav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slide" Target="slide490.xml"/><Relationship Id="rId12" Type="http://schemas.openxmlformats.org/officeDocument/2006/relationships/slide" Target="slide491.xml"/><Relationship Id="rId13" Type="http://schemas.openxmlformats.org/officeDocument/2006/relationships/slide" Target="slide492.xml"/><Relationship Id="rId14" Type="http://schemas.openxmlformats.org/officeDocument/2006/relationships/slide" Target="slide493.xml"/><Relationship Id="rId15" Type="http://schemas.openxmlformats.org/officeDocument/2006/relationships/slide" Target="slide494.xml"/><Relationship Id="rId16" Type="http://schemas.openxmlformats.org/officeDocument/2006/relationships/slide" Target="slide495.xml"/><Relationship Id="rId17" Type="http://schemas.openxmlformats.org/officeDocument/2006/relationships/slide" Target="slide496.xml"/><Relationship Id="rId18" Type="http://schemas.openxmlformats.org/officeDocument/2006/relationships/slide" Target="slide497.xml"/><Relationship Id="rId19" Type="http://schemas.openxmlformats.org/officeDocument/2006/relationships/slide" Target="slide498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29.png"/><Relationship Id="rId4" Type="http://schemas.openxmlformats.org/officeDocument/2006/relationships/image" Target="../media/image27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slide" Target="slide489.xml"/><Relationship Id="rId6" Type="http://schemas.openxmlformats.org/officeDocument/2006/relationships/slide" Target="slide498.xml"/><Relationship Id="rId7" Type="http://schemas.openxmlformats.org/officeDocument/2006/relationships/audio" Target="../media/snd_tada.wav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3.xml"/><Relationship Id="rId6" Type="http://schemas.openxmlformats.org/officeDocument/2006/relationships/slide" Target="slide499.xml"/><Relationship Id="rId7" Type="http://schemas.openxmlformats.org/officeDocument/2006/relationships/slide" Target="slide525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4.xml"/><Relationship Id="rId6" Type="http://schemas.openxmlformats.org/officeDocument/2006/relationships/slide" Target="slide500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5.xml"/><Relationship Id="rId6" Type="http://schemas.openxmlformats.org/officeDocument/2006/relationships/slide" Target="slide501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6.xml"/><Relationship Id="rId6" Type="http://schemas.openxmlformats.org/officeDocument/2006/relationships/slide" Target="slide502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7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8.xml"/><Relationship Id="rId6" Type="http://schemas.openxmlformats.org/officeDocument/2006/relationships/slide" Target="slide50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09.xml"/><Relationship Id="rId6" Type="http://schemas.openxmlformats.org/officeDocument/2006/relationships/slide" Target="slide505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0.xml"/><Relationship Id="rId6" Type="http://schemas.openxmlformats.org/officeDocument/2006/relationships/slide" Target="slide506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1.xml"/><Relationship Id="rId6" Type="http://schemas.openxmlformats.org/officeDocument/2006/relationships/slide" Target="slide507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2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3.xml"/><Relationship Id="rId6" Type="http://schemas.openxmlformats.org/officeDocument/2006/relationships/slide" Target="slide509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4.xml"/><Relationship Id="rId6" Type="http://schemas.openxmlformats.org/officeDocument/2006/relationships/slide" Target="slide510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5.xml"/><Relationship Id="rId6" Type="http://schemas.openxmlformats.org/officeDocument/2006/relationships/slide" Target="slide511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6.xml"/><Relationship Id="rId6" Type="http://schemas.openxmlformats.org/officeDocument/2006/relationships/slide" Target="slide512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7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8.xml"/><Relationship Id="rId6" Type="http://schemas.openxmlformats.org/officeDocument/2006/relationships/slide" Target="slide51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19.xml"/><Relationship Id="rId6" Type="http://schemas.openxmlformats.org/officeDocument/2006/relationships/slide" Target="slide515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0.xml"/><Relationship Id="rId6" Type="http://schemas.openxmlformats.org/officeDocument/2006/relationships/slide" Target="slide516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1.xml"/><Relationship Id="rId6" Type="http://schemas.openxmlformats.org/officeDocument/2006/relationships/slide" Target="slide517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2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19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0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1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2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image" Target="../media/image39.png"/><Relationship Id="rId5" Type="http://schemas.openxmlformats.org/officeDocument/2006/relationships/slide" Target="slide523.xml"/><Relationship Id="rId6" Type="http://schemas.openxmlformats.org/officeDocument/2006/relationships/slide" Target="slide524.xml"/><Relationship Id="rId7" Type="http://schemas.openxmlformats.org/officeDocument/2006/relationships/slide" Target="slide525.xml"/><Relationship Id="rId8" Type="http://schemas.openxmlformats.org/officeDocument/2006/relationships/audio" Target="../media/snd_vroom.wav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7.png"/><Relationship Id="rId4" Type="http://schemas.openxmlformats.org/officeDocument/2006/relationships/slide" Target="slide525.xml"/><Relationship Id="rId5" Type="http://schemas.openxmlformats.org/officeDocument/2006/relationships/audio" Target="../media/snd_cheer.wav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slide" Target="slide525.xml"/><Relationship Id="rId5" Type="http://schemas.openxmlformats.org/officeDocument/2006/relationships/audio" Target="../media/snd_cheer.wav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slide" Target="slide2.xml"/><Relationship Id="rId4" Type="http://schemas.openxmlformats.org/officeDocument/2006/relationships/image" Target="../media/image40.png"/><Relationship Id="rId5" Type="http://schemas.openxmlformats.org/officeDocument/2006/relationships/audio" Target="../media/snd_cheer.wav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286000" y="1079500"/>
            <a:ext cx="7620000" cy="3556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Dammah Games"/>
          <p:cNvSpPr/>
          <p:nvPr/>
        </p:nvSpPr>
        <p:spPr>
          <a:xfrm>
            <a:off x="2540000" y="1333500"/>
            <a:ext cx="7112000" cy="9525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7000" b="1" lang="en-US">
                <a:solidFill>
                  <a:srgbClr val="8A6CF0"/>
                </a:solidFill>
                <a:latin typeface="Arial"/>
                <a:cs typeface="Arial"/>
              </a:rPr>
              <a:t>Dammah Games</a:t>
            </a:r>
          </a:p>
        </p:txBody>
      </p:sp>
      <p:sp>
        <p:nvSpPr>
          <p:cNvPr id="5" name="Letters" descr="بُ  تُ  نُ  مُ"/>
          <p:cNvSpPr/>
          <p:nvPr/>
        </p:nvSpPr>
        <p:spPr>
          <a:xfrm>
            <a:off x="2540000" y="2349500"/>
            <a:ext cx="7112000" cy="1397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600" b="1" lang="ar-SA">
                <a:solidFill>
                  <a:srgbClr val="2E2640"/>
                </a:solidFill>
                <a:latin typeface="Arial"/>
                <a:cs typeface="Arial"/>
              </a:rPr>
              <a:t>بُ  تُ  نُ  مُ</a:t>
            </a:r>
          </a:p>
        </p:txBody>
      </p:sp>
      <p:sp>
        <p:nvSpPr>
          <p:cNvPr id="6" name="Subtitle" descr="Tap, pop, feed, catch and race!"/>
          <p:cNvSpPr/>
          <p:nvPr/>
        </p:nvSpPr>
        <p:spPr>
          <a:xfrm>
            <a:off x="2540000" y="3746500"/>
            <a:ext cx="7112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Tap, pop, feed, catch and race!</a:t>
            </a:r>
          </a:p>
        </p:txBody>
      </p:sp>
      <p:sp>
        <p:nvSpPr>
          <p:cNvPr id="7" name="Start" descr="Start ▶">
            <a:hlinkClick action="ppaction://hlinksldjump" r:id="rId3"/>
          </p:cNvPr>
          <p:cNvSpPr/>
          <p:nvPr/>
        </p:nvSpPr>
        <p:spPr>
          <a:xfrm>
            <a:off x="4826000" y="5016500"/>
            <a:ext cx="25400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Start ▶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Balloon Pop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100" b="1" lang="en-US">
                <a:solidFill>
                  <a:srgbClr val="8A6CF0"/>
                </a:solidFill>
                <a:latin typeface="Arial"/>
                <a:cs typeface="Arial"/>
              </a:rPr>
              <a:t>How to play: Balloon Pop</a:t>
            </a:r>
          </a:p>
        </p:txBody>
      </p:sp>
      <p:sp>
        <p:nvSpPr>
          <p:cNvPr id="5" name="Line 1" descr="1.  Look at the sound at the top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Look at the sound at the top.</a:t>
            </a:r>
          </a:p>
        </p:txBody>
      </p:sp>
      <p:sp>
        <p:nvSpPr>
          <p:cNvPr id="6" name="Line 2" descr="2.  Tap the balloon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balloons that match.</a:t>
            </a:r>
          </a:p>
        </p:txBody>
      </p:sp>
      <p:sp>
        <p:nvSpPr>
          <p:cNvPr id="7" name="Line 3" descr="3.  Pop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Pop!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2032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ُ" descr="غ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ُ" descr="ت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جُ" descr="ج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" descr="أ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ُ" descr="أ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ُ" descr="غ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ُ" descr="ت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جُ" descr="ج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" descr="أ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أُ" descr="أ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ُ" descr="ت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جُ" descr="ج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أُ" descr="أ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ُ" descr="ت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جُ" descr="ج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أُ" descr="أ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ُ" descr="ت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جُ" descr="ج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" descr="أ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ُ" descr="غ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ُ" descr="ت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جُ" descr="ج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" descr="أ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غُ" descr="غ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تُ" descr="ت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جُ" descr="ج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Feed the Monster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400" b="1" lang="en-US">
                <a:solidFill>
                  <a:srgbClr val="8A6CF0"/>
                </a:solidFill>
                <a:latin typeface="Arial"/>
                <a:cs typeface="Arial"/>
              </a:rPr>
              <a:t>How to play: Feed the Monster</a:t>
            </a:r>
          </a:p>
        </p:txBody>
      </p:sp>
      <p:sp>
        <p:nvSpPr>
          <p:cNvPr id="5" name="Line 1" descr="1.  The monster wants one sound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The monster wants one sound.</a:t>
            </a:r>
          </a:p>
        </p:txBody>
      </p:sp>
      <p:sp>
        <p:nvSpPr>
          <p:cNvPr id="6" name="Line 2" descr="2.  Tap the right food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right food.</a:t>
            </a:r>
          </a:p>
        </p:txBody>
      </p:sp>
      <p:sp>
        <p:nvSpPr>
          <p:cNvPr id="7" name="Line 3" descr="3.  Wrong food? “No, thanks!”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Wrong food? “No, thanks!”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2032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ُ" descr="ظ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أُ" descr="أ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ُ" descr="ج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كُ" descr="ك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ُ" descr="ظ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أُ" descr="أ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جُ" descr="ج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كُ" descr="ك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أُ" descr="أ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ُ" descr="ظ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جُ" descr="ج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كُ" descr="ك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Catch the Fish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Catch the Fish</a:t>
            </a:r>
          </a:p>
        </p:txBody>
      </p:sp>
      <p:sp>
        <p:nvSpPr>
          <p:cNvPr id="5" name="Line 1" descr="1.  The fish are swimming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1.  The fish are swimming.</a:t>
            </a:r>
          </a:p>
        </p:txBody>
      </p:sp>
      <p:sp>
        <p:nvSpPr>
          <p:cNvPr id="6" name="Line 2" descr="2.  Tap the fish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2.  Tap the fish that match.</a:t>
            </a:r>
          </a:p>
        </p:txBody>
      </p:sp>
      <p:sp>
        <p:nvSpPr>
          <p:cNvPr id="7" name="Line 3" descr="3.  Splash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700" b="1" lang="en-US">
                <a:solidFill>
                  <a:srgbClr val="2E2640"/>
                </a:solidFill>
                <a:latin typeface="Arial"/>
                <a:cs typeface="Arial"/>
              </a:rPr>
              <a:t>3.  Splash! You get a star.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" descr="ب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شُ" descr="ش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ُ" descr="ب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" descr="ب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شُ" descr="ش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بُ" descr="ب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دُ" descr="د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شُ" descr="ش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بُ" descr="ب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دُ" descr="د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شُ" descr="ش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بُ" descr="ب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" descr="ب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شُ" descr="ش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بُ" descr="ب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شُ" descr="ش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دُ" descr="د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شُ" descr="ش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صُ" descr="ص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Pop-Up Letter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8A6CF0"/>
                </a:solidFill>
                <a:latin typeface="Arial"/>
                <a:cs typeface="Arial"/>
              </a:rPr>
              <a:t>How to play: Pop-Up Letters</a:t>
            </a:r>
          </a:p>
        </p:txBody>
      </p:sp>
      <p:sp>
        <p:nvSpPr>
          <p:cNvPr id="5" name="Line 1" descr="1.  Letters pop out of the holes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1.  Letters pop out of the holes.</a:t>
            </a:r>
          </a:p>
        </p:txBody>
      </p:sp>
      <p:sp>
        <p:nvSpPr>
          <p:cNvPr id="6" name="Line 2" descr="2.  Tap the ones that match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2.  Tap the ones that match.</a:t>
            </a:r>
          </a:p>
        </p:txBody>
      </p:sp>
      <p:sp>
        <p:nvSpPr>
          <p:cNvPr id="7" name="Line 3" descr="3.  Bonk! You get a star.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300" b="1" lang="en-US">
                <a:solidFill>
                  <a:srgbClr val="2E2640"/>
                </a:solidFill>
                <a:latin typeface="Arial"/>
                <a:cs typeface="Arial"/>
              </a:rPr>
              <a:t>3.  Bonk! You get a star.</a:t>
            </a:r>
          </a:p>
        </p:txBody>
      </p:sp>
      <p:sp>
        <p:nvSpPr>
          <p:cNvPr id="8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ُ" descr="ب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ُ" descr="غ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ُ" descr="ج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بُ" descr="ب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ُ" descr="ر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خُ" descr="خ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ُ" descr="ب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ُ" descr="غ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ُ" descr="ج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بُ" descr="ب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رُ" descr="ر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خُ" descr="خ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غُ" descr="غ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جُ" descr="ج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بُ" descr="ب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ُ" descr="ر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ُ" descr="خ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غُ" descr="غ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جُ" descr="ج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بُ" descr="ب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ُ" descr="ر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ُ" descr="خ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ُ" descr="ب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ُ" descr="غ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ُ" descr="ج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ُ" descr="ر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ُ" descr="خ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بُ" descr="ب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غُ" descr="غ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جُ" descr="ج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رُ" descr="ر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خُ" descr="خ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بُ" descr="ب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غُ" descr="غ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جُ" descr="ج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رُ" descr="ر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خُ" descr="خ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تُ" descr="ت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دُ" descr="د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ُ" descr="خ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صُ" descr="ص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تُ" descr="ت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تُ" descr="ت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دُ" descr="د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ُ" descr="خ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صُ" descr="ص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تُ" descr="ت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دُ" descr="د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خُ" descr="خ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صُ" descr="ص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تُ" descr="ت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دُ" descr="د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خُ" descr="خ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صُ" descr="ص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تُ" descr="ت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تُ" descr="ت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دُ" descr="د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ُ" descr="خ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صُ" descr="ص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تُ" descr="ت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دُ" descr="د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ُ" descr="خ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صُ" descr="ص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دُ" descr="د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خُ" descr="خ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صُ" descr="ص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ُ" descr="ظ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ُ" descr="ق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شُ" descr="ش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تُ" descr="ت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ُ" descr="ظ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ُ" descr="ق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شُ" descr="ش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تُ" descr="ت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تُ" descr="ت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ظُ" descr="ظ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قُ" descr="ق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شُ" descr="ش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Word Train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4300" b="1" lang="en-US">
                <a:solidFill>
                  <a:srgbClr val="8A6CF0"/>
                </a:solidFill>
                <a:latin typeface="Arial"/>
                <a:cs typeface="Arial"/>
              </a:rPr>
              <a:t>How to play: Word Train</a:t>
            </a:r>
          </a:p>
        </p:txBody>
      </p:sp>
      <p:sp>
        <p:nvSpPr>
          <p:cNvPr id="5" name="Line 1" descr="1.  Tap the letters in order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the letters in order.</a:t>
            </a:r>
          </a:p>
        </p:txBody>
      </p:sp>
      <p:sp>
        <p:nvSpPr>
          <p:cNvPr id="6" name="Line 2" descr="2.  They ride in the wagons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They ride in the wagons.</a:t>
            </a:r>
          </a:p>
        </p:txBody>
      </p:sp>
      <p:sp>
        <p:nvSpPr>
          <p:cNvPr id="7" name="Line 3" descr="3.  Tap GO and read the word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Tap GO and read the word!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تِبَ" descr="كُت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كُتِبَ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Card تِ" descr="ت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Card كُ" descr="ك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تِبَ" descr="كُت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كُتِبَ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1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ard تِ" descr="ت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تِبَ" descr="كُت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كُتِبَ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1" name="Wagon letter 2" descr="ت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تِبَ" descr="كُت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كُتِبَ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1" name="Wagon letter 2" descr="ت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Wagon letter 3" descr="ب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تِبَ" descr="كُت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كُتِبَ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1" name="Card تِ" descr="ت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Card كُ" descr="ك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تِبَ" descr="كُت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كُتِبَ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1" name="Card بَ" descr="ب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2" name="Card تِ" descr="ت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كُتِبَ" descr="كُتِ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كُتِبَ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ك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1" name="Wagon letter 2" descr="ت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تِ</a:t>
            </a:r>
          </a:p>
        </p:txBody>
      </p:sp>
      <p:sp>
        <p:nvSpPr>
          <p:cNvPr id="12" name="Wagon letter 3" descr="ب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Word" descr="كُتِب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كُتِبَ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8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ُ" descr="رُ">
            <a:hlinkClick action="ppaction://hlinksldjump" r:id="rId9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" descr="ضُ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" descr="طُ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6" name="Fish 5" descr="Fish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ثُ" descr="ثُ">
            <a:hlinkClick action="ppaction://hlinksldjump" r:id="rId10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8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ُ" descr="رُ">
            <a:hlinkClick action="ppaction://hlinksldjump" r:id="rId9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2" name="Fish 3" descr="Fish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" descr="ضُ">
            <a:hlinkClick action="ppaction://hlinksldjump" r:id="rId9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" descr="طُ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6" name="Fish 5" descr="Fish 5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ثُ" descr="ثُ">
            <a:hlinkClick action="ppaction://hlinksldjump" r:id="rId10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1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1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2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رُ" descr="ر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ُ" descr="ض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ُ" descr="ط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ثُ" descr="ث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رُ" descr="ر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ُ" descr="ض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ُ" descr="ط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ثُ" descr="ث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ُ" descr="ر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" descr="ض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" descr="ط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رُ" descr="ر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ضُ" descr="ض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" descr="ط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رُ" descr="ر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ضُ" descr="ض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ُ" descr="ط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ُ" descr="ث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ُ" descr="د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ُ" descr="ث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حُ" descr="ح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ُ" descr="ث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ُ" descr="د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ثُ" descr="ث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حُ" descr="ح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دُ" descr="د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ُ" descr="ث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حُ" descr="ح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دُ" descr="د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ثُ" descr="ث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حُ" descr="ح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ُ" descr="ث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ُ" descr="د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حُ" descr="ح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ثُ" descr="ث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ُ" descr="د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حُ" descr="ح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ثُ" descr="ث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نُ" descr="ن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دُ" descr="د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حُ" descr="ح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Mystery Gifts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800" b="1" lang="en-US">
                <a:solidFill>
                  <a:srgbClr val="8A6CF0"/>
                </a:solidFill>
                <a:latin typeface="Arial"/>
                <a:cs typeface="Arial"/>
              </a:rPr>
              <a:t>How to play: Mystery Gifts</a:t>
            </a:r>
          </a:p>
        </p:txBody>
      </p:sp>
      <p:sp>
        <p:nvSpPr>
          <p:cNvPr id="5" name="Line 1" descr="1.  Tap a gift to open it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Tap a gift to open it.</a:t>
            </a:r>
          </a:p>
        </p:txBody>
      </p:sp>
      <p:sp>
        <p:nvSpPr>
          <p:cNvPr id="6" name="Line 2" descr="2.  Read what is inside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 what is inside.</a:t>
            </a:r>
          </a:p>
        </p:txBody>
      </p:sp>
      <p:sp>
        <p:nvSpPr>
          <p:cNvPr id="7" name="Line 3" descr="3.  Go back and open another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Go back and open another!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ُشُ" descr="تُش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تُشُ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ُلُ" descr="أُل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أُلُ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أُ" descr="أ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تُ" descr="ت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ُلُ" descr="بُل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بُلُ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ُ" descr="ث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بُ" descr="ب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ثُتُ" descr="ثُت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ثُتُ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" descr="ن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ُ" descr="ف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ُ" descr="ب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ضُ" descr="ض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نُ" descr="ن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" descr="ن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ُ" descr="ف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ُ" descr="ب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ضُ" descr="ض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نُ" descr="ن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فُ" descr="ف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بُ" descr="ب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ضُ" descr="ض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ُ" descr="ن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فُ" descr="ف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بُ" descr="ب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ضُ" descr="ض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نُ" descr="ن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" descr="نُ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ُ" descr="ف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ُ" descr="ب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ضُ" descr="ض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نُ" descr="نُ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فُ" descr="ف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بُ" descr="ب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ضُ" descr="ض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فُ" descr="ف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بُ" descr="ب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ضُ" descr="ض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ُ" descr="ن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ُ" descr="ح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ذُ" descr="ذ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سُ" descr="س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نُ" descr="ن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حُ" descr="ح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ذُ" descr="ذ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سُ" descr="س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نُ" descr="ن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حُ" descr="ح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ذُ" descr="ذ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سُ" descr="س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ُ" descr="ه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أُ" descr="أ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يُ" descr="يُ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زُ" descr="ز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ُ" descr="ه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أُ" descr="أ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يُ" descr="يُ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زُ" descr="ز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ُ" descr="ه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أُ" descr="أ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يُ" descr="ي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زُ" descr="ز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ُ" descr="ه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أُ" descr="أ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يُ" descr="ي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زُ" descr="ز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ُ" descr="ه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أُ" descr="أ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زُ" descr="ز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ُ" descr="ه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أُ" descr="أ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زُ" descr="ز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هُ" descr="هُ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أُ" descr="أ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زُ" descr="ز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ُ" descr="ز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لُ" descr="ل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ُ" descr="ي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سُ" descr="س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ُ" descr="ز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لُ" descr="ل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يُ" descr="ي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سُ" descr="س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زُ" descr="ز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لُ" descr="ل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رُ" descr="ر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يُ" descr="ي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سُ" descr="س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زُ" descr="ز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لُ" descr="ل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رُ" descr="ر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يُ" descr="ي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سُ" descr="س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ُ" descr="ز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لُ" descr="ل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سُ" descr="س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يُ" descr="ي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زُ" descr="ز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لُ" descr="ل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سُ" descr="س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يُ" descr="ي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زُ" descr="ز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لُ" descr="ل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رُ" descr="ر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سُ" descr="س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هُرَ" descr="طَهُ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طَهُرَ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طَ" descr="ط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رَ" descr="ر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هُ" descr="ه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هُرَ" descr="طَهُ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طَهُرَ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هُ" descr="ه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هُرَ" descr="طَهُ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طَهُرَ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letter 2" descr="ه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Card رَ" descr="ر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هُرَ" descr="طَهُ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طَهُرَ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letter 2" descr="ه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Wagon letter 3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هُرَ" descr="طَهُ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طَهُرَ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طَ" descr="ط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رَ" descr="ر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هُ" descr="ه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هُرَ" descr="طَهُ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طَهُرَ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هُ" descr="ه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طَهُرَ" descr="طَهُ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طَهُرَ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ط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طَ</a:t>
            </a:r>
          </a:p>
        </p:txBody>
      </p:sp>
      <p:sp>
        <p:nvSpPr>
          <p:cNvPr id="11" name="Wagon letter 2" descr="ه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2" name="Wagon letter 3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Word" descr="طَهُر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طَهُرَ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ُ" descr="ض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ُ" descr="ك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جُ" descr="ج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طُ" descr="ط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ُ" descr="ض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ُ" descr="ك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جُ" descr="ج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طُ" descr="ط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ُ" descr="ض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كُ" descr="ك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جُ" descr="ج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طُ" descr="ط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ُ" descr="ض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كُ" descr="ك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جُ" descr="ج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طُ" descr="ط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ُ" descr="ض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ُ" descr="ك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طُ" descr="ط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ُ" descr="ض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ُ" descr="ك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طُ" descr="ط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ضُ" descr="ض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كُ" descr="ك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طُ" descr="ط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ُ" descr="م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شُ" descr="ش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ُ" descr="ظ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جُ" descr="ج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ُ" descr="م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شُ" descr="ش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ُ" descr="ظ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جُ" descr="ج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جُ" descr="ج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مُ" descr="م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شُ" descr="ش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ُ" descr="ظ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" descr="ح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ُ" descr="ف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شُ" descr="ش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" descr="ح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ُ" descr="ف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شُ" descr="ش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فُ" descr="ف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حُ" descr="ح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شُ" descr="ش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فُ" descr="ف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حُ" descr="ح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شُ" descr="ش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5" descr="Fish 5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5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" descr="ح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ُ" descr="ف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شُ" descr="ش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حُ" descr="ح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ُ" descr="ف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شُ" descr="ش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فُ" descr="ف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Fish 4" descr="Fis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1" name="Fish letter 4 شُ" descr="ش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صُ" descr="ص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35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35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ُ" descr="خ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دُ" descr="د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حُ" descr="ح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حُ" descr="ح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ُ" descr="خ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دُ" descr="د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حُ" descr="ح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حُ" descr="ح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ُ" descr="خ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دُ" descr="د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حُ" descr="ح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ُ" descr="خ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دُ" descr="د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حُ" descr="ح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ُ" descr="خ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دُ" descr="د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حُ" descr="ح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ُ" descr="خ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دُ" descr="د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حُ" descr="ح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مُ" descr="م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حُ" descr="ح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خُ" descr="خ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دُ" descr="د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مُ" descr="م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ُ" descr="ج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ُ" descr="ن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ُ" descr="ح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جُسُ" descr="جُس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جُسُ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ُ" descr="ي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نُجُ" descr="نُج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نُجُ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حُوُ" descr="حُو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حُوُ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يُبُ" descr="يُب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يُبُ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ُ" descr="خ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" descr="أ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خُ" descr="خ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ُ" descr="خ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" descr="أ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خُ" descr="خ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أُ" descr="أُ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خُ" descr="خ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5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5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4" descr="Balloon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أُ" descr="أُ">
            <a:hlinkClick action="ppaction://hlinksldjump" r:id="rId5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خُ" descr="خ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ُ" descr="خ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" descr="أ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خُ" descr="خ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أُ" descr="أ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وُ" descr="و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أُ" descr="أ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خُ" descr="خ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ُ" descr="ض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فُ" descr="ف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سُ" descr="س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خُ" descr="خ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ُ" descr="ض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فُ" descr="ف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سُ" descr="س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خُ" descr="خ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ضُ" descr="ض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فُ" descr="ف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سُ" descr="س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ُبَ" descr="قَرُ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قَرُبَ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ُ" descr="ر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1" name="Card قَ" descr="ق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Card بَ" descr="ب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ُبَ" descr="قَرُ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قَرُبَ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Card رُ" descr="ر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ard بَ" descr="ب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ُبَ" descr="قَرُ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قَرُبَ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Wagon letter 2" descr="ر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ard بَ" descr="ب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ُبَ" descr="قَرُ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قَرُبَ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Wagon letter 2" descr="ر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Wagon letter 3" descr="ب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ُبَ" descr="قَرُ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قَرُبَ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ُ" descr="ر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1" name="Card قَ" descr="ق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Card بَ" descr="ب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ُبَ" descr="قَرُ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قَرُبَ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Card رُ" descr="ر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Card بَ" descr="ب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قَرُبَ" descr="قَرُب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قَرُبَ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ق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1" name="Wagon letter 2" descr="ر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Wagon letter 3" descr="ب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بَ</a:t>
            </a:r>
          </a:p>
        </p:txBody>
      </p:sp>
      <p:sp>
        <p:nvSpPr>
          <p:cNvPr id="13" name="Word" descr="قَرُب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قَرُبَ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ثُ" descr="ث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ُ" descr="خ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ُ" descr="دُ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طُ" descr="ط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ثُ" descr="ث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ُ" descr="خ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دُ" descr="دُ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طُ" descr="ط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ثُ" descr="ث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خُ" descr="خ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دُ" descr="د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طُ" descr="ط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ثُ" descr="ث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خُ" descr="خ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دُ" descr="د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طُ" descr="ط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ثُ" descr="ث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ُ" descr="خ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طُ" descr="ط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ثُ" descr="ث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خُ" descr="خ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طُ" descr="ط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ثُ" descr="ث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خُ" descr="خ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طُ" descr="ط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" descr="ح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ُ" descr="د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جُ" descr="ج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دُ" descr="د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" descr="ح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ُ" descr="د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جُ" descr="ج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دُ" descr="د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" descr="ح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جُ" descr="ج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دُ" descr="د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" descr="ح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جُ" descr="ج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دُ" descr="د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" descr="ح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ُ" descr="د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جُ" descr="ج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" descr="ح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دُ" descr="د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جُ" descr="ج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دُ" descr="د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لُ" descr="ل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حُ" descr="ح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جُ" descr="ج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يُ" descr="ي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ُ" descr="ق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" descr="ذ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يُ" descr="ي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ُ" descr="ق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" descr="ذ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يُ" descr="ي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ُ" descr="ق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ُ" descr="ذ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يُ" descr="ي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ُ" descr="ق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ُ" descr="ذ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يُ" descr="ي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ُ" descr="ق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يُ" descr="ي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ذُ" descr="ذ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2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ُ" descr="ق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يُ" descr="ي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ُ" descr="ق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صُ" descr="ص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ُ" descr="ل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تُ" descr="ت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سُ" descr="س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ذُ" descr="ذ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ُ" descr="ل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تُ" descr="ت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سُ" descr="س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ذُ" descr="ذ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ذُ" descr="ذ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ُ" descr="ل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تُ" descr="ت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سُ" descr="س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" descr="ر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شُ" descr="ش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ُ" descr="رُ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" descr="ر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شُ" descr="ش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رُ" descr="رُ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شُ" descr="ش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ُ" descr="ر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شُ" descr="ش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رُ" descr="ر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" descr="ر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شُ" descr="ش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" descr="ر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شُ" descr="ش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ثُ" descr="ثُ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دُ" descr="د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شُ" descr="ش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رُ" descr="ر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ُ" descr="م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ُ" descr="ز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رُ" descr="ر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كُ" descr="ك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طُ" descr="ط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رُ" descr="ر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ُ" descr="م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ُ" descr="ز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رُ" descr="ر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كُ" descr="ك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طُ" descr="ط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مُ" descr="م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زُ" descr="ز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كُ" descr="ك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ُ" descr="ط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مُ" descr="م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زُ" descr="ز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رُ" descr="ر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كُ" descr="ك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ُ" descr="ط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رُ" descr="ر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ُ" descr="م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ُ" descr="ز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كُ" descr="ك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ُ" descr="ط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رُ" descr="ر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مُ" descr="م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زُ" descr="ز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كُ" descr="ك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طُ" descr="ط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رُ" descr="ر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مُ" descr="م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زُ" descr="ز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كُ" descr="ك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طُ" descr="ط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ُ" descr="ر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ُصُ" descr="دُص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دُصُ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دُ" descr="د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ُ" descr="ذ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ذُخُ" descr="ذُخ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ذُخُ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ُ" descr="خ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خُوُ" descr="خُو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خُوُ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رُسُ" descr="رُس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رُسُ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ذُكِرَ" descr="ذُك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ذُكِرَ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Card كِ" descr="ك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Card ذُ" descr="ذ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ذُكِرَ" descr="ذُك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ذُكِرَ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ذ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كِ" descr="ك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ذُكِرَ" descr="ذُك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ذُكِرَ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ذ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1" name="Wagon letter 2" descr="ك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ذُكِرَ" descr="ذُك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ذُكِرَ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ذ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1" name="Wagon letter 2" descr="ك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Wagon letter 3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ذُكِرَ" descr="ذُك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ذُكِرَ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1" name="Card كِ" descr="كِ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Card ذُ" descr="ذ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ذُكِرَ" descr="ذُك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ذُكِرَ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ذ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1" name="Card رَ" descr="ر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2" name="Card كِ" descr="كِ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ذُكِرَ" descr="ذُكِر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ذُكِرَ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ذ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1" name="Wagon letter 2" descr="ك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كِ</a:t>
            </a:r>
          </a:p>
        </p:txBody>
      </p:sp>
      <p:sp>
        <p:nvSpPr>
          <p:cNvPr id="12" name="Wagon letter 3" descr="ر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رَ</a:t>
            </a:r>
          </a:p>
        </p:txBody>
      </p:sp>
      <p:sp>
        <p:nvSpPr>
          <p:cNvPr id="13" name="Word" descr="ذُكِر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ذُكِرَ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زُ" descr="زُ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حُ" descr="ح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رُ" descr="ر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زُ" descr="زُ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حُ" descr="ح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رُ" descr="ر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زُ" descr="ز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حُ" descr="ح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رُ" descr="ر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زُ" descr="ز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حُ" descr="ح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رُ" descr="ر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حُ" descr="ح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رُ" descr="ر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حُ" descr="ح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رُ" descr="ر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جُ" descr="ج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حُ" descr="ح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رُ" descr="ر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ُ" descr="ز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ُ" descr="ص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غُ" descr="غ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بُ" descr="ب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زُ" descr="ز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9" name="Food 2" descr="Food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ُ" descr="صُ">
            <a:hlinkClick action="ppaction://hlinksldjump" r:id="rId8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غُ" descr="غ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بُ" descr="ب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زُ" descr="ز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8" name="Food letter 2 صُ" descr="ص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9" name="Food 3" descr="Food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0" name="Food letter 3 غُ" descr="غ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بُ" descr="ب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ُ" descr="أ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غُ" descr="غ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تُ" descr="ت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سُ" descr="سُ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ُ" descr="أ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غُ" descr="غ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تُ" descr="ت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سُ" descr="سُ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أُ" descr="أ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غُ" descr="غ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تُ" descr="ت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ُ" descr="س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أُ" descr="أ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غُ" descr="غ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تُ" descr="ت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سُ" descr="س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ُ" descr="أ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غُ" descr="غ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تُ" descr="ت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أُ" descr="أ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غُ" descr="غ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تُ" descr="ت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أُ" descr="أ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أُ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غُ" descr="غ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تُ" descr="ت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ُ" descr="ط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ُ" descr="س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يُ" descr="ي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ُ" descr="ط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ُ" descr="س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يُ" descr="ي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ُ" descr="ط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ُ" descr="ي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ُ" descr="ط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ُ" descr="ي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ُ" descr="ط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ُ" descr="ي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ُ" descr="ط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ضُ" descr="ض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يُ" descr="ي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سُ" descr="س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ُ" descr="ط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ضُ" descr="ض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يُ" descr="ي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1651000" y="762000"/>
            <a:ext cx="8890000" cy="4826000"/>
          </a:xfrm>
          <a:prstGeom prst="roundRect">
            <a:avLst>
              <a:gd name="adj" fmla="val 8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itle" descr="How to play: Team Race (class game)"/>
          <p:cNvSpPr/>
          <p:nvPr/>
        </p:nvSpPr>
        <p:spPr>
          <a:xfrm>
            <a:off x="1905000" y="952500"/>
            <a:ext cx="8382000" cy="889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800" b="1" lang="en-US">
                <a:solidFill>
                  <a:srgbClr val="8A6CF0"/>
                </a:solidFill>
                <a:latin typeface="Arial"/>
                <a:cs typeface="Arial"/>
              </a:rPr>
              <a:t>How to play: Team Race (class game)</a:t>
            </a:r>
          </a:p>
        </p:txBody>
      </p:sp>
      <p:sp>
        <p:nvSpPr>
          <p:cNvPr id="5" name="Line 1" descr="1.  Two teams: Red and Blue."/>
          <p:cNvSpPr/>
          <p:nvPr/>
        </p:nvSpPr>
        <p:spPr>
          <a:xfrm>
            <a:off x="1841500" y="2095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1.  Two teams: Red and Blue.</a:t>
            </a:r>
          </a:p>
        </p:txBody>
      </p:sp>
      <p:sp>
        <p:nvSpPr>
          <p:cNvPr id="6" name="Line 2" descr="2.  Read, then tap your team."/>
          <p:cNvSpPr/>
          <p:nvPr/>
        </p:nvSpPr>
        <p:spPr>
          <a:xfrm>
            <a:off x="1841500" y="30480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2.  Read, then tap your team.</a:t>
            </a:r>
          </a:p>
        </p:txBody>
      </p:sp>
      <p:sp>
        <p:nvSpPr>
          <p:cNvPr id="7" name="Line 3" descr="3.  First car to finish wins!"/>
          <p:cNvSpPr/>
          <p:nvPr/>
        </p:nvSpPr>
        <p:spPr>
          <a:xfrm>
            <a:off x="1841500" y="4000500"/>
            <a:ext cx="6350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600" b="1" lang="en-US">
                <a:solidFill>
                  <a:srgbClr val="2E2640"/>
                </a:solidFill>
                <a:latin typeface="Arial"/>
                <a:cs typeface="Arial"/>
              </a:rPr>
              <a:t>3.  First car to finish wins!</a:t>
            </a:r>
          </a:p>
        </p:txBody>
      </p:sp>
      <p:pic>
        <p:nvPicPr>
          <p:cNvPr id="8" name="Picture" descr="Pi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8500" y="2413000"/>
            <a:ext cx="2032000" cy="1270000"/>
          </a:xfrm>
          <a:prstGeom prst="rect">
            <a:avLst/>
          </a:prstGeom>
        </p:spPr>
      </p:pic>
      <p:sp>
        <p:nvSpPr>
          <p:cNvPr id="9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بُرَ" descr="كَبُ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كَبُرَ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غُلِبَ" descr="غُل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غُلِبَ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ُكِرَ" descr="شُكِ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شُكِرَ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ُمَرُ" descr="عُمَر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عُمَرُ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ظُمَ" descr="عَظُ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عَظُمَ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غُلِبَ" descr="غُلِب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غُلِبَ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ُكِرَ" descr="شُكِ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شُكِرَ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ُمَرُ" descr="عُمَر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عُمَرُ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ظُمَ" descr="عَظُ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عَظُمَ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فُتِحَ" descr="فُتِح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فُتِحَ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شُكِرَ" descr="شُكِ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شُكِرَ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ُمَرُ" descr="عُمَر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عُمَرُ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ظُمَ" descr="عَظُ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عَظُمَ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فُتِحَ" descr="فُتِح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فُتِحَ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رُمَ" descr="كَرُ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كَرُمَ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ُمَرُ" descr="عُمَرُ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عُمَرُ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ظُمَ" descr="عَظُ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عَظُمَ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فُتِحَ" descr="فُتِح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فُتِحَ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رُمَ" descr="كَرُ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كَرُمَ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َغُرَ" descr="صَغُ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صَغُرَ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عَظُمَ" descr="عَظُ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عَظُمَ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فُتِحَ" descr="فُتِح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فُتِحَ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كَرُمَ" descr="كَرُم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كَرُمَ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صَغُرَ" descr="صَغُ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صَغُرَ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َمُلَ" descr="جَمُ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جَمُلَ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يُ" descr="ي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" descr="ش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شُ" descr="ش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يُ" descr="ي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" descr="ش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شُ" descr="ش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يُ" descr="ي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شُ" descr="ش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يُ" descr="ي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شُ" descr="ش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يُ" descr="ي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" descr="ش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يُ" descr="ي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شُ" descr="ش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ثُ" descr="ث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يُ" descr="ي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ثُ" descr="ث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كُ" descr="كُ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ُ" descr="جُ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شُ" descr="ش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خُ" descr="خُ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كُ" descr="كُ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ُ" descr="جُ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شُ" descr="ش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خُ" descr="خُ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شُ" descr="ش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كُ" descr="ك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جُ" descr="ج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خُ" descr="خ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ُمِعَ" descr="جُم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جُمِعَ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ِ" descr="م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1" name="Card عَ" descr="ع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ard جُ" descr="ج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ُمِعَ" descr="جُم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جُمِعَ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1" name="Card مِ" descr="م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Card عَ" descr="ع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ُمِعَ" descr="جُم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جُمِعَ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1" name="Wagon letter 2" descr="م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Card عَ" descr="ع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ُمِعَ" descr="جُم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جُمِعَ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1" name="Wagon letter 2" descr="م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ُمِعَ" descr="جُم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جُمِعَ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مِ" descr="م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1" name="Card عَ" descr="ع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2" name="Card جُ" descr="ج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ُمِعَ" descr="جُم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جُمِعَ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1" name="Card مِ" descr="م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Card عَ" descr="ع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جُمِعَ" descr="جُمِع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جُمِعَ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ج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1" name="Wagon letter 2" descr="م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مِ</a:t>
            </a:r>
          </a:p>
        </p:txBody>
      </p:sp>
      <p:sp>
        <p:nvSpPr>
          <p:cNvPr id="12" name="Wagon letter 3" descr="ع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عَ</a:t>
            </a:r>
          </a:p>
        </p:txBody>
      </p:sp>
      <p:sp>
        <p:nvSpPr>
          <p:cNvPr id="13" name="Word" descr="جُمِع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جُمِعَ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ُ" descr="ت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زُ" descr="ز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ُ" descr="ص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" descr="ص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ُ" descr="ت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زُ" descr="ز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ُ" descr="ص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" descr="ص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ُ" descr="ت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زُ" descr="ز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ُ" descr="ت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زُ" descr="ز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ُ" descr="ت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زُ" descr="زُ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ُ" descr="ص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ُ" descr="ت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زُ" descr="زُ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صُ" descr="ص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قُ" descr="قُ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تُ" descr="ت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زُ" descr="ز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ُ" descr="ه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ُ" descr="ف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صُ" descr="ص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ثُ" descr="ث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صُ" descr="ص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ذُ" descr="ذ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ُ" descr="ه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ُ" descr="ف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صُ" descr="ص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ثُ" descr="ث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صُ" descr="ص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ذُ" descr="ذ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ُ" descr="ه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ُ" descr="ف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ثُ" descr="ث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صُ" descr="ص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ُ" descr="ذ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ُ" descr="ه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ُ" descr="ف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ثُ" descr="ث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صُ" descr="ص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ُ" descr="ذ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ُ" descr="ه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ُ" descr="ف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صُ" descr="ص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ثُ" descr="ث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ُ" descr="ذ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ُ" descr="ه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ُ" descr="ف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صُ" descr="ص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ثُ" descr="ث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ذُ" descr="ذ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صُ" descr="ص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هُ" descr="ه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فُ" descr="ف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ثُ" descr="ث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ذُ" descr="ذ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ُ" descr="ص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ُحُ" descr="شُح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شُحُ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ُهُ" descr="زُه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زُهُ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شُ" descr="ش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زُ" descr="ز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ُخُ" descr="سُخ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سُخُ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صُأُ" descr="صُأ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صُأُ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سُ" descr="س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ُ" descr="و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ُ" descr="ض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ضُ" descr="ض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ُ" descr="و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ُ" descr="ض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ضُ" descr="ض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6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ُ" descr="و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ضُ" descr="ض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ُ" descr="و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ضُ" descr="ض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ُ" descr="و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ُ" descr="ض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ُ" descr="و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ضُ" descr="ض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صُ" descr="ص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زُ" descr="ز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وُ" descr="و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صُ" descr="ص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ُ" descr="ل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خُ" descr="خ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طُ" descr="ط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ضُ" descr="ض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ُ" descr="ل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خُ" descr="خ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طُ" descr="ط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ضُ" descr="ض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ضُ" descr="ض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لُ" descr="ل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خُ" descr="خ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طُ" descr="ط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ُ" descr="ط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ُ" descr="س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" descr="ر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" descr="ط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كُ" descr="ك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ُ" descr="ط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ُ" descr="س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" descr="ر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طُ" descr="ط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كُ" descr="ك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سُ" descr="س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رُ" descr="ر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ُ" descr="ط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ُ" descr="ك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سُ" descr="س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رُ" descr="ر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2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طُ" descr="ط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ُ" descr="ك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ُ" descr="ط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ُ" descr="س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" descr="ر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ُ" descr="ك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طُ" descr="ط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سُ" descr="س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رُ" descr="ر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ُ" descr="ك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سُ" descr="س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رُ" descr="ر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كُ" descr="ك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طُ" descr="ط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حُ" descr="ح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ُ" descr="ط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غُ" descr="غ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نُ" descr="ن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طُ" descr="ط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حُ" descr="ح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طُ" descr="ط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غُ" descr="غ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نُ" descr="ن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حُ" descr="ح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ُ" descr="ط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ُ" descr="س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ُ" descr="غ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حُ" descr="ح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طُ" descr="ط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ُ" descr="س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ُ" descr="غ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ُ" descr="ن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طُ" descr="ط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حُ" descr="ح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ُ" descr="غ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ُ" descr="ن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طُ" descr="ط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حُ" descr="ح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سُ" descr="س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غُ" descr="غ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نُ" descr="ن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طُ" descr="ط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حُ" descr="ح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سُ" descr="س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غُ" descr="غ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نُ" descr="ن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ئِلَ" descr="سُئِ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سُئِلَ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سُ" descr="س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Card لَ" descr="ل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ard ئِ" descr="ئ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ئِلَ" descr="سُئِ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سُئِلَ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Card لَ" descr="ل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ard ئِ" descr="ئ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ئِلَ" descr="سُئِ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سُئِلَ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Wagon letter 2" descr="ئ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2" name="Card لَ" descr="ل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ئِلَ" descr="سُئِ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سُئِلَ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Wagon letter 2" descr="ئ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2" name="Wagon letter 3" descr="ل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ئِلَ" descr="سُئِ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سُئِلَ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سُ" descr="س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Card لَ" descr="ل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ard ئِ" descr="ئ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ئِلَ" descr="سُئِ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سُئِلَ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Card لَ" descr="ل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2" name="Card ئِ" descr="ئِ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سُئِلَ" descr="سُئِل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سُئِلَ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س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Wagon letter 2" descr="ئ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ئِ</a:t>
            </a:r>
          </a:p>
        </p:txBody>
      </p:sp>
      <p:sp>
        <p:nvSpPr>
          <p:cNvPr id="12" name="Wagon letter 3" descr="ل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لَ</a:t>
            </a:r>
          </a:p>
        </p:txBody>
      </p:sp>
      <p:sp>
        <p:nvSpPr>
          <p:cNvPr id="13" name="Word" descr="سُئِل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سُئِلَ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ُ" descr="ط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مُ" descr="م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ُ" descr="ظ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ُ" descr="ن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ُ" descr="ظ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ُ" descr="ط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مُ" descr="م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ُ" descr="ظ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ُ" descr="ن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ظُ" descr="ظ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ُ" descr="ط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مُ" descr="م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ُ" descr="ن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ظُ" descr="ظ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ُ" descr="ط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مُ" descr="م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ُ" descr="ن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ظُ" descr="ظ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ُ" descr="ط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مُ" descr="م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ُ" descr="ظ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ُ" descr="ن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ُ" descr="ط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مُ" descr="م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ظُ" descr="ظ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نُ" descr="ن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طُ" descr="ط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مُ" descr="م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نُ" descr="ن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عُ" descr="ع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ُ" descr="ن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ُ" descr="ظ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ثُ" descr="ث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عُ" descr="ع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ُ" descr="ن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ظُ" descr="ظ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ثُ" descr="ث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ظُ" descr="ظ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عُ" descr="ع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نُ" descr="ن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ثُ" descr="ث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ُ" descr="ر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" descr="ظُ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ُ" descr="ه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ُ" descr="ع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ُ" descr="ر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" descr="ظُ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ُ" descr="ه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عُ" descr="ع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ُ" descr="ر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ظُ" descr="ظُ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هُ" descr="ه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ُ" descr="ع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ُ" descr="ر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ظُ" descr="ظُ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هُ" descr="ه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عُ" descr="ع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ُ" descr="ر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" descr="ظُ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ُ" descr="ه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ُ" descr="ر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3" descr="Fish 3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ظُ" descr="ظُ">
            <a:hlinkClick action="ppaction://hlinksldjump" r:id="rId5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هُ" descr="ه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رُ" descr="رُ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ظُ" descr="ظ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هُ" descr="ه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عُ" descr="ع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عُ" descr="ع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بُ" descr="ب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هُ" descr="ه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ظُ" descr="ظ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سُ" descr="س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عُ" descr="ع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عُ" descr="ع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بُ" descr="ب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هُ" descr="ه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ظُ" descr="ظ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سُ" descr="س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عُ" descr="ع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بُ" descr="ب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هُ" descr="ه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ظُ" descr="ظ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سُ" descr="س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عُ" descr="ع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بُ" descr="ب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هُ" descr="ه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ظُ" descr="ظ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سُ" descr="س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عُ" descr="ع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بُ" descr="ب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هُ" descr="ه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ظُ" descr="ظ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سُ" descr="س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عُ" descr="ع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بُ" descr="ب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هُ" descr="ه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ظُ" descr="ظ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سُ" descr="س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عُ" descr="ع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بُ" descr="ب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هُ" descr="ه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ظُ" descr="ظ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سُ" descr="س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ُ" descr="ع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ُنُ" descr="ضُن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ضُنُ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عُصُ" descr="عُص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عُصُ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ُنُ" descr="طُن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طُنُ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ُفُ" descr="ظُف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ظُفُ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ضُ" descr="ض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طُ" descr="ط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ظُ" descr="ظ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غُ" descr="غ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ُ" descr="ش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غُ" descr="غ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غُ" descr="غ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ُ" descr="ش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غُ" descr="غ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ُ" descr="ش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غُ" descr="غ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7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ُ" descr="ش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غُ" descr="غ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غُ" descr="غ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ُ" descr="ش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>
            <a:hlinkClick action="ppaction://hlinksldjump" r:id="rId6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غُ" descr="غ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4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شُ" descr="ش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صُ" descr="صُ"/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2" descr="Ballo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جُ" descr="ج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شُ" descr="ش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هُ" descr="ه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ُ" descr="ض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ذُ" descr="ذ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ُ" descr="غ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هُ" descr="ه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ُ" descr="ض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ذُ" descr="ذ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غُ" descr="غ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غُ" descr="غ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هُ" descr="ه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ضُ" descr="ض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ذُ" descr="ذ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ُلِقَ" descr="خُلِق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خُلِقَ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لِ" descr="ل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1" name="Card قَ" descr="ق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Card خُ" descr="خ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ُلِقَ" descr="خُلِق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خُلِقَ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1" name="Card لِ" descr="ل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قَ" descr="ق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ُلِقَ" descr="خُلِق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خُلِقَ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1" name="Wagon letter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قَ" descr="ق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ُلِقَ" descr="خُلِق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خُلِقَ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1" name="Wagon letter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Wagon letter 3" descr="ق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ُلِقَ" descr="خُلِق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خُلِقَ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لِ" descr="ل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1" name="Card قَ" descr="ق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2" name="Card خُ" descr="خ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ُلِقَ" descr="خُلِق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خُلِقَ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1" name="Card لِ" descr="لِ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Card قَ" descr="ق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خُلِقَ" descr="خُلِق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خُلِقَ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خُ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1" name="Wagon letter 2" descr="لِ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لِ</a:t>
            </a:r>
          </a:p>
        </p:txBody>
      </p:sp>
      <p:sp>
        <p:nvSpPr>
          <p:cNvPr id="12" name="Wagon letter 3" descr="ق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قَ</a:t>
            </a:r>
          </a:p>
        </p:txBody>
      </p:sp>
      <p:sp>
        <p:nvSpPr>
          <p:cNvPr id="13" name="Word" descr="خُلِق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خُلِقَ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ُ" descr="ض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ُ" descr="ف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ُ" descr="ن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فُ" descr="ف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8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ُ" descr="ض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ُ" descr="ف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ُ" descr="ن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6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فُ" descr="ف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ُ" descr="ض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ُ" descr="ن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فُ" descr="ف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ُ" descr="ض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ُ" descr="ن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pic>
        <p:nvPicPr>
          <p:cNvPr id="14" name="Fish 5" descr="Fish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فُ" descr="فُ">
            <a:hlinkClick action="ppaction://hlinksldjump" r:id="rId6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ُ" descr="ض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ُ" descr="ف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ُ" descr="ن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ُ" descr="ضُ">
            <a:hlinkClick action="ppaction://hlinksldjump" r:id="rId5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Fish 2" descr="Fish 2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>
            <a:hlinkClick action="ppaction://hlinksldjump" r:id="rId5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فُ" descr="ف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4" name="Fish 4" descr="Fish 4">
            <a:hlinkClick action="ppaction://hlinksldjump" r:id="rId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نُ" descr="نُ">
            <a:hlinkClick action="ppaction://hlinksldjump" r:id="rId5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ضُ" descr="ضُ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عُ" descr="ع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عُ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نُ" descr="ن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نُ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شُ" descr="ش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ُ" descr="ذ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ُ" descr="ف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دُ" descr="د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تُ" descr="ت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شُ" descr="ش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ُ" descr="ذ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ُ" descr="ف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دُ" descr="د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تُ" descr="ت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ُ" descr="ش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ذُ" descr="ذ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ُ" descr="ف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دُ" descr="د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ُ" descr="ت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ُ" descr="ش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ذُ" descr="ذُ">
            <a:hlinkClick action="ppaction://hlinksldjump" r:id="rId3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ُ" descr="ف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دُ" descr="د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ُ" descr="ت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شُ" descr="ش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ُ" descr="ذ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دُ" descr="د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ُ" descr="ت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فُ" descr="ف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شُ" descr="ش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ذُ" descr="ذ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دُ" descr="د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تُ" descr="ت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فُ" descr="ف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شُ" descr="ش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ذُ" descr="ذ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دُ" descr="د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تُ" descr="ت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ُ" descr="ق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ُ" descr="ص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ُ" descr="قُ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ظُ" descr="ظ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ُ" descr="ث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ُ" descr="ق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ُ" descr="ص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قُ" descr="قُ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ظُ" descr="ظ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6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ثُ" descr="ث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صُ" descr="ص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ُ" descr="ق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ظُ" descr="ظ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ُ" descr="ث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صُ" descr="ص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قُ" descr="ق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ظُ" descr="ظ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Balloon 5" descr="Balloon 5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ُ" descr="ثُ">
            <a:hlinkClick action="ppaction://hlinksldjump" r:id="rId6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ُ" descr="ق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ُ" descr="ص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ظُ" descr="ظ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ُ" descr="ث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قُ" descr="ق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صُ" descr="ص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ظُ" descr="ظ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ثُ" descr="ث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صُ" descr="ص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ظُ" descr="ظ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ثُ" descr="ث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ُ" descr="ش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غُ" descr="غ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ُ" descr="ح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قُ" descr="ق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ُ" descr="ش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غُ" descr="غ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ُ" descr="ح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3" name="Food 4" descr="Food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قُ" descr="قُ">
            <a:hlinkClick action="ppaction://hlinksldjump" r:id="rId8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قُ" descr="ق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شُ" descr="ش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شُ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غُ" descr="غ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pic>
        <p:nvPicPr>
          <p:cNvPr id="11" name="Food 3" descr="Food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حُ" descr="حُ"/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8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0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ُ" descr="ك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خُ" descr="خ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كُ" descr="ك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8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ُ" descr="ك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خُ" descr="خ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كُ" descr="ك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خُ" descr="خ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ُ" descr="ك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خُ" descr="خ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كُ" descr="ك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ُ" descr="ك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خُ" descr="خ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كُ" descr="ك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Fish 4" descr="Fish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خُ" descr="خُ">
            <a:hlinkClick action="ppaction://hlinksldjump" r:id="rId6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سُ" descr="سُ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يُ" descr="ي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12" name="Fish 4" descr="Fish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خُ" descr="خُ"/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خُ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كُ" descr="ك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ُ" descr="ر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تُ" descr="ت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ظُ" descr="ظ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ُ" descr="ج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كُ" descr="ك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رُ" descr="ر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تُ" descr="تُ">
            <a:hlinkClick action="ppaction://hlinksldjump" r:id="rId5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ظُ" descr="ظُ">
            <a:hlinkClick action="ppaction://hlinksldjump" r:id="rId5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جُ" descr="جُ">
            <a:hlinkClick action="ppaction://hlinksldjump" r:id="rId5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كُ" descr="ك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رُ" descr="ر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تُ" descr="ت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ظُ" descr="ظ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ُ" descr="ج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كُ" descr="ك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رُ" descr="ر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تُ" descr="ت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ظُ" descr="ظ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ُ" descr="ج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رُ" descr="ر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تُ" descr="ت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ظُ" descr="ظ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ُ" descr="ج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كُ" descr="ك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رُ" descr="ر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تُ" descr="ت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ظُ" descr="ظ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جُ" descr="ج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كُ" descr="ك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3 رُ" descr="رُ"/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تُ" descr="ت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تُ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ظُ" descr="ظ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جُ" descr="ج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109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" descr="ق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ُصُ" descr="غُص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غُصُ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ُ" descr="ف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ُ" descr="ك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فُبُ" descr="فُب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فُبُ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غُ" descr="غ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غُ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قُزُ" descr="قُز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قُزُ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كُأُ" descr="كُأ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كُأُ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سُنَ" descr="حَسُن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حَسُنَ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نَ" descr="ن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Card سُ" descr="س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سُنَ" descr="حَسُن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حَسُنَ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نَ" descr="ن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Card سُ" descr="س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سُنَ" descr="حَسُن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حَسُنَ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Wagon letter 2" descr="س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Card نَ" descr="ن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سُنَ" descr="حَسُن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حَسُنَ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Wagon letter 2" descr="س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Wagon letter 3" descr="ن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سُنَ" descr="حَسُن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حَسُنَ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حَ" descr="حَ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نَ" descr="ن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Card سُ" descr="س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سُنَ" descr="حَسُن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حَسُنَ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Card نَ" descr="نَ">
            <a:hlinkClick action="ppaction://hlinksldjump" r:id="rId5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Card سُ" descr="سُ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حَسُنَ" descr="حَسُن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حَسُنَ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ح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حَ</a:t>
            </a:r>
          </a:p>
        </p:txBody>
      </p:sp>
      <p:sp>
        <p:nvSpPr>
          <p:cNvPr id="11" name="Wagon letter 2" descr="س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Wagon letter 3" descr="ن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3" name="Word" descr="حَسُن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حَسُنَ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" descr="ل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" descr="ثُ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زُ" descr="زُ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ضُ" descr="ض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لُ" descr="ل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2" name="Balloon 3" descr="Balloon 3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ثُ" descr="ثُ">
            <a:hlinkClick action="ppaction://hlinksldjump" r:id="rId9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4" name="Balloon 4" descr="Balloon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زُ" descr="زُ">
            <a:hlinkClick action="ppaction://hlinksldjump" r:id="rId9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ضُ" descr="ض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ُ" descr="ل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" descr="ث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زُ" descr="ز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ضُ" descr="ض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لُ" descr="ل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3" descr="Balloon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" descr="ثُ">
            <a:hlinkClick action="ppaction://hlinksldjump" r:id="rId7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Balloon 4" descr="Balloon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زُ" descr="زُ">
            <a:hlinkClick action="ppaction://hlinksldjump" r:id="rId7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ضُ" descr="ض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" descr="ث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زُ" descr="ز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ضُ" descr="ض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لُ" descr="ل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0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ثُ" descr="ث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2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زُ" descr="ز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4" name="Balloon 5" descr="Balloon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ضُ" descr="ضُ">
            <a:hlinkClick action="ppaction://hlinksldjump" r:id="rId8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3" descr="Ballo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3 ثُ" descr="ث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ثُ</a:t>
            </a:r>
          </a:p>
        </p:txBody>
      </p:sp>
      <p:pic>
        <p:nvPicPr>
          <p:cNvPr id="10" name="Balloon 4" descr="Balloo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4 زُ" descr="ز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pic>
        <p:nvPicPr>
          <p:cNvPr id="12" name="Balloon 5" descr="Balloo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5 ضُ" descr="ضُ"/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ضُ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84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84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201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201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18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18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ُ" descr="دُ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ُ" descr="صُ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لُ" descr="ل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جُ" descr="جُ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5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ُ" descr="دُ">
            <a:hlinkClick action="ppaction://hlinksldjump" r:id="rId6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9" name="Food 2" descr="Food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ُ" descr="صُ">
            <a:hlinkClick action="ppaction://hlinksldjump" r:id="rId6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1" name="Food 3" descr="Food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لُ" descr="لُ">
            <a:hlinkClick action="ppaction://hlinksldjump" r:id="rId7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3" name="Food 4" descr="Food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جُ" descr="جُ">
            <a:hlinkClick action="ppaction://hlinksldjump" r:id="rId6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لُ" descr="ل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دُ" descr="د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صُ" descr="ص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جُ" descr="ج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جُ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" descr="ق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ُ" descr="م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مُ" descr="مُ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" descr="ق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ُ" descr="م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pic>
        <p:nvPicPr>
          <p:cNvPr id="16" name="Fish 5" descr="Fish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مُ" descr="مُ">
            <a:hlinkClick action="ppaction://hlinksldjump" r:id="rId9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" descr="ق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ُ" descr="م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" descr="ق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مُ" descr="م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" descr="ق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ُ" descr="م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1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23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>
            <a:hlinkClick action="ppaction://hlinksldjump" r:id="rId6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" descr="قُ">
            <a:hlinkClick action="ppaction://hlinksldjump" r:id="rId6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3" descr="Fish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>
            <a:hlinkClick action="ppaction://hlinksldjump" r:id="rId6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pic>
        <p:nvPicPr>
          <p:cNvPr id="14" name="Fish 4" descr="Fish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مُ" descr="مُ">
            <a:hlinkClick action="ppaction://hlinksldjump" r:id="rId7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دُ" descr="دُ"/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دُ</a:t>
            </a:r>
          </a:p>
        </p:txBody>
      </p:sp>
      <p:pic>
        <p:nvPicPr>
          <p:cNvPr id="10" name="Fish 2" descr="Fish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قُ" descr="ق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pic>
        <p:nvPicPr>
          <p:cNvPr id="12" name="Fish 3" descr="Fish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حُ" descr="ح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حُ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مُ" descr="م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ُ" descr="ف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بُ" descr="ب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زُ" descr="ز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مُ" descr="م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فُ" descr="ف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بُ" descr="ب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زُ" descr="ز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سُ" descr="س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مُ" descr="م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ُ" descr="ف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بُ" descr="ب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زُ" descr="ز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سُ" descr="سُ">
            <a:hlinkClick action="ppaction://hlinksldjump" r:id="rId3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مُ" descr="م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ُ" descr="ف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بُ" descr="ب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زُ" descr="ز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ُ" descr="ف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بُ" descr="ب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زُ" descr="ز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مُ" descr="م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سُ" descr="س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فُ" descr="فُ">
            <a:hlinkClick action="ppaction://hlinksldjump" r:id="rId4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بُ" descr="بُ">
            <a:hlinkClick action="ppaction://hlinksldjump" r:id="rId4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زُ" descr="زُ">
            <a:hlinkClick action="ppaction://hlinksldjump" r:id="rId4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مُ" descr="م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ile 2 سُ" descr="سُ"/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سُ</a:t>
            </a:r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فُ" descr="ف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بُ" descr="ب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زُ" descr="ز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زُ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9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ُ" descr="ه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ُ" descr="ب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ُ" descr="ك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" descr="ذ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هُ" descr="ه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ُ" descr="ه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ُ" descr="ب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ُ" descr="ك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" descr="ذ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6" name="Balloon 5" descr="Balloon 5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7" name="Balloon letter 5 هُ" descr="هُ">
            <a:hlinkClick action="ppaction://hlinksldjump" r:id="rId9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0" dur="218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2" dur="218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بُ" descr="ب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كُ" descr="ك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ُ" descr="ذ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هُ" descr="ه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بُ" descr="بُ">
            <a:hlinkClick action="ppaction://hlinksldjump" r:id="rId6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Balloon 3" descr="Balloon 3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كُ" descr="كُ">
            <a:hlinkClick action="ppaction://hlinksldjump" r:id="rId6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Balloon 4" descr="Balloon 4">
            <a:hlinkClick action="ppaction://hlinksldjump" r:id="rId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ُ" descr="ذُ">
            <a:hlinkClick action="ppaction://hlinksldjump" r:id="rId6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pic>
        <p:nvPicPr>
          <p:cNvPr id="14" name="Balloon 5" descr="Balloon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500" y="1905000"/>
            <a:ext cx="1651000" cy="2857500"/>
          </a:xfrm>
          <a:prstGeom prst="rect">
            <a:avLst/>
          </a:prstGeom>
        </p:spPr>
      </p:pic>
      <p:sp>
        <p:nvSpPr>
          <p:cNvPr id="15" name="Balloon letter 5 هُ" descr="هُ">
            <a:hlinkClick action="ppaction://hlinksldjump" r:id="rId7"/>
          </p:cNvPr>
          <p:cNvSpPr/>
          <p:nvPr/>
        </p:nvSpPr>
        <p:spPr>
          <a:xfrm>
            <a:off x="984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8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8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9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18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18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ُ" descr="ه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ُ" descr="ب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ُ" descr="ك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" descr="ذ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1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23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1" descr="Balloon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00" y="1905000"/>
            <a:ext cx="1651000" cy="2857500"/>
          </a:xfrm>
          <a:prstGeom prst="rect">
            <a:avLst/>
          </a:prstGeom>
        </p:spPr>
      </p:pic>
      <p:sp>
        <p:nvSpPr>
          <p:cNvPr id="9" name="Balloon letter 1 هُ" descr="هُ">
            <a:hlinkClick action="ppaction://hlinksldjump" r:id="rId7"/>
          </p:cNvPr>
          <p:cNvSpPr/>
          <p:nvPr/>
        </p:nvSpPr>
        <p:spPr>
          <a:xfrm>
            <a:off x="952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0" name="Balloon 2" descr="Balloon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11" name="Balloon letter 2 بُ" descr="بُ">
            <a:hlinkClick action="ppaction://hlinksldjump" r:id="rId8"/>
          </p:cNvPr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2" name="Balloon 3" descr="Balloon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3" name="Balloon letter 3 كُ" descr="كُ">
            <a:hlinkClick action="ppaction://hlinksldjump" r:id="rId8"/>
          </p:cNvPr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4" name="Balloon 4" descr="Balloon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5" name="Balloon letter 4 ذُ" descr="ذُ">
            <a:hlinkClick action="ppaction://hlinksldjump" r:id="rId8"/>
          </p:cNvPr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4" dur="15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6" dur="15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8" dur="167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0" dur="16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2" dur="184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4" dur="184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6" dur="20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8" dur="20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Pop every balloon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900" b="1" lang="en-US">
                <a:solidFill>
                  <a:srgbClr val="2E2640"/>
                </a:solidFill>
                <a:latin typeface="Arial"/>
                <a:cs typeface="Arial"/>
              </a:rPr>
              <a:t>Pop every balloon with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Balloon 2" descr="Balloo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2286000"/>
            <a:ext cx="1651000" cy="2857500"/>
          </a:xfrm>
          <a:prstGeom prst="rect">
            <a:avLst/>
          </a:prstGeom>
        </p:spPr>
      </p:pic>
      <p:sp>
        <p:nvSpPr>
          <p:cNvPr id="9" name="Balloon letter 2 بُ" descr="بُ"/>
          <p:cNvSpPr/>
          <p:nvPr/>
        </p:nvSpPr>
        <p:spPr>
          <a:xfrm>
            <a:off x="3175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0" name="Balloon 3" descr="Ballo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0500" y="1905000"/>
            <a:ext cx="1651000" cy="2857500"/>
          </a:xfrm>
          <a:prstGeom prst="rect">
            <a:avLst/>
          </a:prstGeom>
        </p:spPr>
      </p:pic>
      <p:sp>
        <p:nvSpPr>
          <p:cNvPr id="11" name="Balloon letter 3 كُ" descr="كُ"/>
          <p:cNvSpPr/>
          <p:nvPr/>
        </p:nvSpPr>
        <p:spPr>
          <a:xfrm>
            <a:off x="5397500" y="2139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كُ</a:t>
            </a:r>
          </a:p>
        </p:txBody>
      </p:sp>
      <p:pic>
        <p:nvPicPr>
          <p:cNvPr id="12" name="Balloon 4" descr="Ballo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3000" y="2286000"/>
            <a:ext cx="1651000" cy="2857500"/>
          </a:xfrm>
          <a:prstGeom prst="rect">
            <a:avLst/>
          </a:prstGeom>
        </p:spPr>
      </p:pic>
      <p:sp>
        <p:nvSpPr>
          <p:cNvPr id="13" name="Balloon letter 4 ذُ" descr="ذُ"/>
          <p:cNvSpPr/>
          <p:nvPr/>
        </p:nvSpPr>
        <p:spPr>
          <a:xfrm>
            <a:off x="7620000" y="2520950"/>
            <a:ext cx="1397000" cy="13970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7400" b="1" lang="ar-SA">
                <a:solidFill>
                  <a:srgbClr val="2E2640"/>
                </a:solidFill>
                <a:latin typeface="Arial"/>
                <a:cs typeface="Arial"/>
              </a:rPr>
              <a:t>ذُ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po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9" dur="167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1" dur="167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3" dur="184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5" dur="184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7" dur="201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250 E" pathEditMode="relative" ptsTypes="AA">
                                      <p:cBhvr>
                                        <p:cTn id="19" dur="20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ُ" descr="ي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بُ" descr="ب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هُ" descr="ه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طُ" descr="ط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5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ُ" descr="يُ">
            <a:hlinkClick action="ppaction://hlinksldjump" r:id="rId7"/>
          </p:cNvPr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9" name="Food 2" descr="Food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بُ" descr="بُ">
            <a:hlinkClick action="ppaction://hlinksldjump" r:id="rId7"/>
          </p:cNvPr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1" name="Food 3" descr="Food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4064000"/>
            <a:ext cx="1905000" cy="1905000"/>
          </a:xfrm>
          <a:prstGeom prst="rect">
            <a:avLst/>
          </a:prstGeom>
        </p:spPr>
      </p:pic>
      <p:sp>
        <p:nvSpPr>
          <p:cNvPr id="12" name="Food letter 3 هُ" descr="هُ">
            <a:hlinkClick action="ppaction://hlinksldjump" r:id="rId8"/>
          </p:cNvPr>
          <p:cNvSpPr/>
          <p:nvPr/>
        </p:nvSpPr>
        <p:spPr>
          <a:xfrm>
            <a:off x="742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13" name="Food 4" descr="Food 4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4" name="Food letter 4 طُ" descr="طُ">
            <a:hlinkClick action="ppaction://hlinksldjump" r:id="rId7"/>
          </p:cNvPr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5" name="No, thanks!" descr="No, thanks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No, thanks!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921000" y="190500"/>
            <a:ext cx="635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Feed me"/>
          <p:cNvSpPr/>
          <p:nvPr/>
        </p:nvSpPr>
        <p:spPr>
          <a:xfrm>
            <a:off x="3048000" y="190500"/>
            <a:ext cx="4826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Feed me</a:t>
            </a:r>
          </a:p>
        </p:txBody>
      </p:sp>
      <p:sp>
        <p:nvSpPr>
          <p:cNvPr id="5" name="Find هُ" descr="هُ"/>
          <p:cNvSpPr/>
          <p:nvPr/>
        </p:nvSpPr>
        <p:spPr>
          <a:xfrm>
            <a:off x="78740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هُ</a:t>
            </a:r>
          </a:p>
        </p:txBody>
      </p:sp>
      <p:pic>
        <p:nvPicPr>
          <p:cNvPr id="6" name="Monster" descr="Monst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95500"/>
            <a:ext cx="3810000" cy="3810000"/>
          </a:xfrm>
          <a:prstGeom prst="rect">
            <a:avLst/>
          </a:prstGeom>
        </p:spPr>
      </p:pic>
      <p:pic>
        <p:nvPicPr>
          <p:cNvPr id="7" name="Food 1" descr="Food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000" y="1778000"/>
            <a:ext cx="1905000" cy="1905000"/>
          </a:xfrm>
          <a:prstGeom prst="rect">
            <a:avLst/>
          </a:prstGeom>
        </p:spPr>
      </p:pic>
      <p:sp>
        <p:nvSpPr>
          <p:cNvPr id="8" name="Food letter 1 يُ" descr="يُ"/>
          <p:cNvSpPr/>
          <p:nvPr/>
        </p:nvSpPr>
        <p:spPr>
          <a:xfrm>
            <a:off x="742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pic>
        <p:nvPicPr>
          <p:cNvPr id="9" name="Food 2" descr="Food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1778000"/>
            <a:ext cx="1905000" cy="1905000"/>
          </a:xfrm>
          <a:prstGeom prst="rect">
            <a:avLst/>
          </a:prstGeom>
        </p:spPr>
      </p:pic>
      <p:sp>
        <p:nvSpPr>
          <p:cNvPr id="10" name="Food letter 2 بُ" descr="بُ"/>
          <p:cNvSpPr/>
          <p:nvPr/>
        </p:nvSpPr>
        <p:spPr>
          <a:xfrm>
            <a:off x="9969500" y="2317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بُ</a:t>
            </a:r>
          </a:p>
        </p:txBody>
      </p:sp>
      <p:pic>
        <p:nvPicPr>
          <p:cNvPr id="11" name="Food 4" descr="Food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4064000"/>
            <a:ext cx="1905000" cy="1905000"/>
          </a:xfrm>
          <a:prstGeom prst="rect">
            <a:avLst/>
          </a:prstGeom>
        </p:spPr>
      </p:pic>
      <p:sp>
        <p:nvSpPr>
          <p:cNvPr id="12" name="Food letter 4 طُ" descr="طُ"/>
          <p:cNvSpPr/>
          <p:nvPr/>
        </p:nvSpPr>
        <p:spPr>
          <a:xfrm>
            <a:off x="9969500" y="4603750"/>
            <a:ext cx="1016000" cy="10160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5000" b="1" lang="ar-SA">
                <a:solidFill>
                  <a:srgbClr val="2E2640"/>
                </a:solidFill>
                <a:latin typeface="Arial"/>
                <a:cs typeface="Arial"/>
              </a:rPr>
              <a:t>طُ</a:t>
            </a:r>
          </a:p>
        </p:txBody>
      </p:sp>
      <p:sp>
        <p:nvSpPr>
          <p:cNvPr id="13" name="Yummy!" descr="Yummy!"/>
          <p:cNvSpPr/>
          <p:nvPr/>
        </p:nvSpPr>
        <p:spPr>
          <a:xfrm>
            <a:off x="3302000" y="1079500"/>
            <a:ext cx="3302000" cy="15240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200" b="1" lang="en-US">
                <a:solidFill>
                  <a:srgbClr val="E5536F"/>
                </a:solidFill>
                <a:latin typeface="Arial"/>
                <a:cs typeface="Arial"/>
              </a:rPr>
              <a:t>Yummy!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munc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ُفَ" descr="نَظُف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نَظُفَ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ظُ" descr="ظ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1" name="Card نَ" descr="ن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Card فَ" descr="ف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ُفَ" descr="نَظُف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نَظُفَ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Card ظُ" descr="ظ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2" name="Card فَ" descr="ف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ding.wav"/>
      </p:stSnd>
    </p:sndAc>
  </p:transition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ُفَ" descr="نَظُف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نَظُفَ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Wagon letter 2" descr="ظ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2" name="Card فَ" descr="ف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ُفَ" descr="نَظُف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نَظُفَ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Wagon letter 2" descr="ظ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2" name="Wagon letter 3" descr="ف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GO button" descr="GO!">
            <a:hlinkClick action="ppaction://hlinksldjump" r:id="rId5"/>
          </p:cNvPr>
          <p:cNvSpPr/>
          <p:nvPr/>
        </p:nvSpPr>
        <p:spPr>
          <a:xfrm>
            <a:off x="9271000" y="1905000"/>
            <a:ext cx="1460500" cy="889000"/>
          </a:xfrm>
          <a:prstGeom prst="roundRect">
            <a:avLst>
              <a:gd name="adj" fmla="val 30000"/>
            </a:avLst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GO!</a:t>
            </a:r>
          </a:p>
        </p:txBody>
      </p:sp>
      <p:sp>
        <p:nvSpPr>
          <p:cNvPr id="14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ding.wav"/>
      </p:stSnd>
    </p:sndAc>
  </p:transition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ُفَ" descr="نَظُف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نَظُفَ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Card ظُ" descr="ظ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1" name="Card نَ" descr="نَ">
            <a:hlinkClick action="ppaction://hlinksldjump" r:id="rId6"/>
          </p:cNvPr>
          <p:cNvSpPr/>
          <p:nvPr/>
        </p:nvSpPr>
        <p:spPr>
          <a:xfrm>
            <a:off x="4953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2" name="Card فَ" descr="فَ">
            <a:hlinkClick action="ppaction://hlinksldjump" r:id="rId5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ُفَ" descr="نَظُف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نَظُفَ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Card ظُ" descr="ظُ">
            <a:hlinkClick action="ppaction://hlinksldjump" r:id="rId5"/>
          </p:cNvPr>
          <p:cNvSpPr/>
          <p:nvPr/>
        </p:nvSpPr>
        <p:spPr>
          <a:xfrm>
            <a:off x="3302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2" name="Card فَ" descr="فَ">
            <a:hlinkClick action="ppaction://hlinksldjump" r:id="rId6"/>
          </p:cNvPr>
          <p:cNvSpPr/>
          <p:nvPr/>
        </p:nvSpPr>
        <p:spPr>
          <a:xfrm>
            <a:off x="6604000" y="1778000"/>
            <a:ext cx="1206500" cy="12065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62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Try again!" descr="Try again!"/>
          <p:cNvSpPr/>
          <p:nvPr/>
        </p:nvSpPr>
        <p:spPr>
          <a:xfrm>
            <a:off x="8255000" y="2667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4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286000" y="190500"/>
            <a:ext cx="7620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Build the word, then tap GO!"/>
          <p:cNvSpPr/>
          <p:nvPr/>
        </p:nvSpPr>
        <p:spPr>
          <a:xfrm>
            <a:off x="2413000" y="190500"/>
            <a:ext cx="52705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200" b="1" lang="en-US">
                <a:solidFill>
                  <a:srgbClr val="2E2640"/>
                </a:solidFill>
                <a:latin typeface="Arial"/>
                <a:cs typeface="Arial"/>
              </a:rPr>
              <a:t>Build the word, then tap GO!</a:t>
            </a:r>
          </a:p>
        </p:txBody>
      </p:sp>
      <p:sp>
        <p:nvSpPr>
          <p:cNvPr id="5" name="Find نَظُفَ" descr="نَظُفَ"/>
          <p:cNvSpPr/>
          <p:nvPr/>
        </p:nvSpPr>
        <p:spPr>
          <a:xfrm>
            <a:off x="7683500" y="228600"/>
            <a:ext cx="20955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نَظُفَ</a:t>
            </a:r>
          </a:p>
        </p:txBody>
      </p:sp>
      <p:pic>
        <p:nvPicPr>
          <p:cNvPr id="6" name="Engine" descr="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937000"/>
            <a:ext cx="2667000" cy="1911350"/>
          </a:xfrm>
          <a:prstGeom prst="rect">
            <a:avLst/>
          </a:prstGeom>
        </p:spPr>
      </p:pic>
      <p:pic>
        <p:nvPicPr>
          <p:cNvPr id="7" name="Wagon 1" descr="Wag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4381500"/>
            <a:ext cx="1778000" cy="1543050"/>
          </a:xfrm>
          <a:prstGeom prst="rect">
            <a:avLst/>
          </a:prstGeom>
        </p:spPr>
      </p:pic>
      <p:pic>
        <p:nvPicPr>
          <p:cNvPr id="8" name="Wagon 2" descr="Wago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500" y="4381500"/>
            <a:ext cx="1778000" cy="1543050"/>
          </a:xfrm>
          <a:prstGeom prst="rect">
            <a:avLst/>
          </a:prstGeom>
        </p:spPr>
      </p:pic>
      <p:pic>
        <p:nvPicPr>
          <p:cNvPr id="9" name="Wagon 3" descr="Wago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4381500"/>
            <a:ext cx="1778000" cy="1543050"/>
          </a:xfrm>
          <a:prstGeom prst="rect">
            <a:avLst/>
          </a:prstGeom>
        </p:spPr>
      </p:pic>
      <p:sp>
        <p:nvSpPr>
          <p:cNvPr id="10" name="Wagon letter 1" descr="نَ"/>
          <p:cNvSpPr/>
          <p:nvPr/>
        </p:nvSpPr>
        <p:spPr>
          <a:xfrm>
            <a:off x="7099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نَ</a:t>
            </a:r>
          </a:p>
        </p:txBody>
      </p:sp>
      <p:sp>
        <p:nvSpPr>
          <p:cNvPr id="11" name="Wagon letter 2" descr="ظُ"/>
          <p:cNvSpPr/>
          <p:nvPr/>
        </p:nvSpPr>
        <p:spPr>
          <a:xfrm>
            <a:off x="52578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2" name="Wagon letter 3" descr="فَ"/>
          <p:cNvSpPr/>
          <p:nvPr/>
        </p:nvSpPr>
        <p:spPr>
          <a:xfrm>
            <a:off x="3416300" y="4737100"/>
            <a:ext cx="1295400" cy="660400"/>
          </a:xfrm>
          <a:prstGeom prst="ellipse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3800" b="1" lang="ar-SA">
                <a:solidFill>
                  <a:srgbClr val="2E2640"/>
                </a:solidFill>
                <a:latin typeface="Arial"/>
                <a:cs typeface="Arial"/>
              </a:rPr>
              <a:t>فَ</a:t>
            </a:r>
          </a:p>
        </p:txBody>
      </p:sp>
      <p:sp>
        <p:nvSpPr>
          <p:cNvPr id="13" name="Word" descr="نَظُفَ"/>
          <p:cNvSpPr/>
          <p:nvPr/>
        </p:nvSpPr>
        <p:spPr>
          <a:xfrm>
            <a:off x="2921000" y="1905000"/>
            <a:ext cx="6350000" cy="2095500"/>
          </a:xfrm>
          <a:prstGeom prst="roundRect">
            <a:avLst>
              <a:gd name="adj" fmla="val 20000"/>
            </a:avLst>
          </a:prstGeom>
          <a:solidFill>
            <a:srgbClr val="FFFFFF">
              <a:alpha val="94000"/>
            </a:srgbClr>
          </a:solidFill>
          <a:ln w="76200">
            <a:solidFill>
              <a:srgbClr val="FFB347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نَظُفَ</a:t>
            </a:r>
          </a:p>
        </p:txBody>
      </p:sp>
      <p:sp>
        <p:nvSpPr>
          <p:cNvPr id="14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sound anchor" descr="sound anchor (invisibl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6" name="whist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4" dur="26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6" dur="26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8" dur="2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0" dur="2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2" dur="2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4" dur="2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1.2500 0.0000 E" pathEditMode="relative" ptsTypes="AA">
                                      <p:cBhvr>
                                        <p:cTn id="16" dur="2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8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ُ" descr="و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ُ" descr="ف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لُ" descr="ل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وُ" descr="وُ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" descr="ص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ُ" descr="و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ُ" descr="ف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لُ" descr="ل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4" name="Fish 4" descr="Fish 4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5" name="Fish letter 4 وُ" descr="وُ">
            <a:hlinkClick action="ppaction://hlinksldjump" r:id="rId9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6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7" name="Fish letter 5 صُ" descr="ص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8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9" name="Next button">
            <a:hlinkClick action="ppaction://hlinksldjump" r:id="rId10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10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1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6" dur="35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8" dur="35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0" dur="380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2" dur="380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فُ" descr="ف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لُ" descr="ل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وُ" descr="و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7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9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فُ" descr="فُ">
            <a:hlinkClick action="ppaction://hlinksldjump" r:id="rId7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Fish 3" descr="Fish 3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لُ" descr="لُ">
            <a:hlinkClick action="ppaction://hlinksldjump" r:id="rId7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2" name="Fish 4" descr="Fish 4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810000"/>
            <a:ext cx="2286000" cy="1416050"/>
          </a:xfrm>
          <a:prstGeom prst="rect">
            <a:avLst/>
          </a:prstGeom>
        </p:spPr>
      </p:pic>
      <p:sp>
        <p:nvSpPr>
          <p:cNvPr id="13" name="Fish letter 4 وُ" descr="وُ">
            <a:hlinkClick action="ppaction://hlinksldjump" r:id="rId8"/>
          </p:cNvPr>
          <p:cNvSpPr/>
          <p:nvPr/>
        </p:nvSpPr>
        <p:spPr>
          <a:xfrm>
            <a:off x="9112250" y="4044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4" name="Fish 5" descr="Fish 5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7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4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6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8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0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2" dur="35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4" dur="35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ُ" descr="و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ُ" descr="ف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لُ" descr="ل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9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1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3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5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1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23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1" descr="Fish 1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51000"/>
            <a:ext cx="2286000" cy="1416050"/>
          </a:xfrm>
          <a:prstGeom prst="rect">
            <a:avLst/>
          </a:prstGeom>
        </p:spPr>
      </p:pic>
      <p:sp>
        <p:nvSpPr>
          <p:cNvPr id="9" name="Fish letter 1 وُ" descr="وُ">
            <a:hlinkClick action="ppaction://hlinksldjump" r:id="rId7"/>
          </p:cNvPr>
          <p:cNvSpPr/>
          <p:nvPr/>
        </p:nvSpPr>
        <p:spPr>
          <a:xfrm>
            <a:off x="1682750" y="1885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pic>
        <p:nvPicPr>
          <p:cNvPr id="10" name="Fish 2" descr="Fish 2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11" name="Fish letter 2 فُ" descr="فُ">
            <a:hlinkClick action="ppaction://hlinksldjump" r:id="rId8"/>
          </p:cNvPr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2" name="Fish 3" descr="Fish 3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3" name="Fish letter 3 لُ" descr="لُ">
            <a:hlinkClick action="ppaction://hlinksldjump" r:id="rId8"/>
          </p:cNvPr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4" name="Fish 5" descr="Fish 5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5" name="Fish letter 5 صُ" descr="صُ">
            <a:hlinkClick action="ppaction://hlinksldjump" r:id="rId8"/>
          </p:cNvPr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6" name="Try again!" descr="Try again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17" name="Next button">
            <a:hlinkClick action="ppaction://hlinksldjump" r:id="rId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Next arrow">
            <a:hlinkClick action="ppaction://hlinksldjump" r:id="rId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10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4" dur="26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6" dur="26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8" dur="29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0" dur="29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2" dur="32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4" dur="32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6" dur="380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8" dur="380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Catch every fish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Catch every fish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Fish 2" descr="Fish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1905000"/>
            <a:ext cx="2286000" cy="1416050"/>
          </a:xfrm>
          <a:prstGeom prst="rect">
            <a:avLst/>
          </a:prstGeom>
        </p:spPr>
      </p:pic>
      <p:sp>
        <p:nvSpPr>
          <p:cNvPr id="9" name="Fish letter 2 فُ" descr="فُ"/>
          <p:cNvSpPr/>
          <p:nvPr/>
        </p:nvSpPr>
        <p:spPr>
          <a:xfrm>
            <a:off x="7207250" y="2139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فُ</a:t>
            </a:r>
          </a:p>
        </p:txBody>
      </p:sp>
      <p:pic>
        <p:nvPicPr>
          <p:cNvPr id="10" name="Fish 3" descr="Fish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0" y="3302000"/>
            <a:ext cx="2286000" cy="1416050"/>
          </a:xfrm>
          <a:prstGeom prst="rect">
            <a:avLst/>
          </a:prstGeom>
        </p:spPr>
      </p:pic>
      <p:sp>
        <p:nvSpPr>
          <p:cNvPr id="11" name="Fish letter 3 لُ" descr="لُ"/>
          <p:cNvSpPr/>
          <p:nvPr/>
        </p:nvSpPr>
        <p:spPr>
          <a:xfrm>
            <a:off x="4095750" y="3536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pic>
        <p:nvPicPr>
          <p:cNvPr id="12" name="Fish 5" descr="Fish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500" y="4826000"/>
            <a:ext cx="2286000" cy="1416050"/>
          </a:xfrm>
          <a:prstGeom prst="rect">
            <a:avLst/>
          </a:prstGeom>
        </p:spPr>
      </p:pic>
      <p:sp>
        <p:nvSpPr>
          <p:cNvPr id="13" name="Fish letter 5 صُ" descr="صُ"/>
          <p:cNvSpPr/>
          <p:nvPr/>
        </p:nvSpPr>
        <p:spPr>
          <a:xfrm>
            <a:off x="2127250" y="5060950"/>
            <a:ext cx="952500" cy="9525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6DDF5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4800" b="1" lang="ar-SA">
                <a:solidFill>
                  <a:srgbClr val="2E2640"/>
                </a:solidFill>
                <a:latin typeface="Arial"/>
                <a:cs typeface="Arial"/>
              </a:rPr>
              <a:t>صُ</a:t>
            </a:r>
          </a:p>
        </p:txBody>
      </p:sp>
      <p:sp>
        <p:nvSpPr>
          <p:cNvPr id="14" name="Great job!" descr="Great job!"/>
          <p:cNvSpPr/>
          <p:nvPr/>
        </p:nvSpPr>
        <p:spPr>
          <a:xfrm>
            <a:off x="7937500" y="52705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5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sound anchor" descr="sound anchor (invisible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7" name="spla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9" dur="2900" fill="hold" repeatCount="indefinite" autoRev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900 0.0000 E" pathEditMode="relative" ptsTypes="AA">
                                      <p:cBhvr>
                                        <p:cTn id="11" dur="290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3" dur="3200" fill="hold" repeatCount="indefinite" autoRev="1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5" dur="320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7" dur="380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-0.0900 0.0000 E" pathEditMode="relative" ptsTypes="AA">
                                      <p:cBhvr>
                                        <p:cTn id="19" dur="380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9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ُ" descr="ظ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ُ" descr="و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وُ" descr="و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يُ" descr="ي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قُ" descr="ق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رُ" descr="ر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20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place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ُ" descr="ظ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ُ" descr="و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3 وُ" descr="وُ">
            <a:hlinkClick action="ppaction://hlinksldjump" r:id="rId5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4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4 يُ" descr="ي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6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5 قُ" descr="ق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8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ile 6 رُ" descr="ر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20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1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09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21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33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4" dur="1450" fill="hold" repeatCount="indefinite" autoRev="1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ُ" descr="ظ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وُ" descr="و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يُ" descr="ي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قُ" descr="ق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رُ" descr="ر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ُ" descr="ظ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ile 3 وُ" descr="وُ">
            <a:hlinkClick action="ppaction://hlinksldjump" r:id="rId4"/>
          </p:cNvPr>
          <p:cNvSpPr/>
          <p:nvPr/>
        </p:nvSpPr>
        <p:spPr>
          <a:xfrm>
            <a:off x="8223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يُ" descr="ي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قُ" descr="ق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رُ" descr="ر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1090" fill="hold" repeatCount="indefinite" autoRev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ُ" descr="ظ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ُ" descr="و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يُ" descr="ي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قُ" descr="ق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رُ" descr="ر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9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7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place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noFill/>
          <a:ln w="38100">
            <a:solidFill>
              <a:srgbClr val="C9BED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ُ" descr="ظُ">
            <a:hlinkClick action="ppaction://hlinksldjump" r:id="rId3"/>
          </p:cNvPr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ile 2 وُ" descr="وُ">
            <a:hlinkClick action="ppaction://hlinksldjump" r:id="rId4"/>
          </p:cNvPr>
          <p:cNvSpPr/>
          <p:nvPr/>
        </p:nvSpPr>
        <p:spPr>
          <a:xfrm>
            <a:off x="5429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12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ile 4 يُ" descr="يُ">
            <a:hlinkClick action="ppaction://hlinksldjump" r:id="rId3"/>
          </p:cNvPr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5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ile 5 قُ" descr="قُ">
            <a:hlinkClick action="ppaction://hlinksldjump" r:id="rId3"/>
          </p:cNvPr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7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ile 6 رُ" descr="رُ">
            <a:hlinkClick action="ppaction://hlinksldjump" r:id="rId3"/>
          </p:cNvPr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9" name="Try again!" descr="Try again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E5536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E5536F"/>
                </a:solidFill>
                <a:latin typeface="Arial"/>
                <a:cs typeface="Arial"/>
              </a:rPr>
              <a:t>Try again!</a:t>
            </a:r>
          </a:p>
        </p:txBody>
      </p:sp>
      <p:sp>
        <p:nvSpPr>
          <p:cNvPr id="20" name="Next button">
            <a:hlinkClick action="ppaction://hlinksldjump" r:id="rId5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Next arrow">
            <a:hlinkClick action="ppaction://hlinksldjump" r:id="rId5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6" name="boing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4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6" dur="970" fill="hold" repeatCount="indefinite" autoRev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8" dur="1210" fill="hold" repeatCount="indefinite" autoRev="1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0" dur="1330" fill="hold" repeatCount="indefinite" autoRev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2" dur="1450" fill="hold" repeatCount="indefinite" autoRev="1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ap every letter with"/>
          <p:cNvSpPr/>
          <p:nvPr/>
        </p:nvSpPr>
        <p:spPr>
          <a:xfrm>
            <a:off x="2730500" y="1905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2E2640"/>
                </a:solidFill>
                <a:latin typeface="Arial"/>
                <a:cs typeface="Arial"/>
              </a:rPr>
              <a:t>Tap every letter with</a:t>
            </a:r>
          </a:p>
        </p:txBody>
      </p:sp>
      <p:sp>
        <p:nvSpPr>
          <p:cNvPr id="5" name="Find وُ" descr="وُ"/>
          <p:cNvSpPr/>
          <p:nvPr/>
        </p:nvSpPr>
        <p:spPr>
          <a:xfrm>
            <a:off x="8191500" y="228600"/>
            <a:ext cx="1270000" cy="685800"/>
          </a:xfrm>
          <a:prstGeom prst="roundRect">
            <a:avLst>
              <a:gd name="adj" fmla="val 30000"/>
            </a:avLst>
          </a:prstGeom>
          <a:solidFill>
            <a:srgbClr val="FFF6D6"/>
          </a:solidFill>
          <a:ln w="38100">
            <a:solidFill>
              <a:srgbClr val="F2A93B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3700" b="1" lang="ar-SA">
                <a:solidFill>
                  <a:srgbClr val="C2255C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6" name="Star 1"/>
          <p:cNvSpPr/>
          <p:nvPr/>
        </p:nvSpPr>
        <p:spPr>
          <a:xfrm>
            <a:off x="2540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2"/>
          <p:cNvSpPr/>
          <p:nvPr/>
        </p:nvSpPr>
        <p:spPr>
          <a:xfrm>
            <a:off x="774700" y="254000"/>
            <a:ext cx="444500" cy="4445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Hole 1"/>
          <p:cNvSpPr/>
          <p:nvPr/>
        </p:nvSpPr>
        <p:spPr>
          <a:xfrm>
            <a:off x="2349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ile 1 ظُ" descr="ظُ"/>
          <p:cNvSpPr/>
          <p:nvPr/>
        </p:nvSpPr>
        <p:spPr>
          <a:xfrm>
            <a:off x="2635250" y="2190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ظُ</a:t>
            </a:r>
          </a:p>
        </p:txBody>
      </p:sp>
      <p:sp>
        <p:nvSpPr>
          <p:cNvPr id="10" name="Hole 2"/>
          <p:cNvSpPr/>
          <p:nvPr/>
        </p:nvSpPr>
        <p:spPr>
          <a:xfrm>
            <a:off x="5143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Hole 3"/>
          <p:cNvSpPr/>
          <p:nvPr/>
        </p:nvSpPr>
        <p:spPr>
          <a:xfrm>
            <a:off x="7937500" y="3365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Hole 4"/>
          <p:cNvSpPr/>
          <p:nvPr/>
        </p:nvSpPr>
        <p:spPr>
          <a:xfrm>
            <a:off x="2349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ile 4 يُ" descr="يُ"/>
          <p:cNvSpPr/>
          <p:nvPr/>
        </p:nvSpPr>
        <p:spPr>
          <a:xfrm>
            <a:off x="2635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يُ</a:t>
            </a:r>
          </a:p>
        </p:txBody>
      </p:sp>
      <p:sp>
        <p:nvSpPr>
          <p:cNvPr id="14" name="Hole 5"/>
          <p:cNvSpPr/>
          <p:nvPr/>
        </p:nvSpPr>
        <p:spPr>
          <a:xfrm>
            <a:off x="5143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ile 5 قُ" descr="قُ"/>
          <p:cNvSpPr/>
          <p:nvPr/>
        </p:nvSpPr>
        <p:spPr>
          <a:xfrm>
            <a:off x="5429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قُ</a:t>
            </a:r>
          </a:p>
        </p:txBody>
      </p:sp>
      <p:sp>
        <p:nvSpPr>
          <p:cNvPr id="16" name="Hole 6"/>
          <p:cNvSpPr/>
          <p:nvPr/>
        </p:nvSpPr>
        <p:spPr>
          <a:xfrm>
            <a:off x="7937500" y="5524500"/>
            <a:ext cx="1905000" cy="571500"/>
          </a:xfrm>
          <a:prstGeom prst="ellipse">
            <a:avLst/>
          </a:prstGeom>
          <a:solidFill>
            <a:srgbClr val="7A5C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ile 6 رُ" descr="رُ"/>
          <p:cNvSpPr/>
          <p:nvPr/>
        </p:nvSpPr>
        <p:spPr>
          <a:xfrm>
            <a:off x="8223250" y="4349750"/>
            <a:ext cx="1333500" cy="1270000"/>
          </a:xfrm>
          <a:prstGeom prst="roundRect">
            <a:avLst>
              <a:gd name="adj" fmla="val 25000"/>
            </a:avLst>
          </a:prstGeom>
          <a:solidFill>
            <a:srgbClr val="FFF8E6"/>
          </a:solidFill>
          <a:ln w="50800">
            <a:solidFill>
              <a:srgbClr val="C9A27A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7000" b="1" lang="ar-SA">
                <a:solidFill>
                  <a:srgbClr val="2E2640"/>
                </a:solidFill>
                <a:latin typeface="Arial"/>
                <a:cs typeface="Arial"/>
              </a:rPr>
              <a:t>رُ</a:t>
            </a:r>
          </a:p>
        </p:txBody>
      </p:sp>
      <p:sp>
        <p:nvSpPr>
          <p:cNvPr id="18" name="Great job!" descr="Great job!"/>
          <p:cNvSpPr/>
          <p:nvPr/>
        </p:nvSpPr>
        <p:spPr>
          <a:xfrm>
            <a:off x="9080500" y="1016000"/>
            <a:ext cx="3048000" cy="1460500"/>
          </a:xfrm>
          <a:prstGeom prst="cloudCallout">
            <a:avLst/>
          </a:prstGeom>
          <a:solidFill>
            <a:srgbClr val="FFFFFF"/>
          </a:solidFill>
          <a:ln w="50800">
            <a:solidFill>
              <a:srgbClr val="2FB57A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2500" b="1" lang="en-US">
                <a:solidFill>
                  <a:srgbClr val="2FB57A"/>
                </a:solidFill>
                <a:latin typeface="Arial"/>
                <a:cs typeface="Arial"/>
              </a:rPr>
              <a:t>Great job!</a:t>
            </a:r>
          </a:p>
        </p:txBody>
      </p:sp>
      <p:sp>
        <p:nvSpPr>
          <p:cNvPr id="19" name="Next button">
            <a:hlinkClick action="ppaction://hlinksldjump" r:id="rId3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Next arrow">
            <a:hlinkClick action="ppaction://hlinksldjump" r:id="rId3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sound anchor" descr="sound anchor (invisible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advClick="0">
    <p:sndAc>
      <p:stSnd>
        <p:snd r:embed="rId4" name="bonk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4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0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9" dur="850" fill="hold" repeatCount="indefinite" autoRev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1" dur="1210" fill="hold" repeatCount="indefinite" autoRev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3" dur="1330" fill="hold" repeatCount="indefinite" autoRev="1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6" presetID="0" presetClass="path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 0 L 0.0000 -0.0300 E" pathEditMode="relative" ptsTypes="AA">
                                      <p:cBhvr>
                                        <p:cTn id="15" dur="1450" fill="hold" repeatCount="indefinite" autoRev="1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2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6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Open a gift and 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300" b="1" lang="en-US">
                <a:solidFill>
                  <a:srgbClr val="2E2640"/>
                </a:solidFill>
                <a:latin typeface="Arial"/>
                <a:cs typeface="Arial"/>
              </a:rPr>
              <a:t>Open a gift and read it!</a:t>
            </a:r>
          </a:p>
        </p:txBody>
      </p:sp>
      <p:pic>
        <p:nvPicPr>
          <p:cNvPr id="5" name="Gift box 1" descr="Gift box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2317750"/>
            <a:ext cx="2286000" cy="1333500"/>
          </a:xfrm>
          <a:prstGeom prst="rect">
            <a:avLst/>
          </a:prstGeom>
        </p:spPr>
      </p:pic>
      <p:pic>
        <p:nvPicPr>
          <p:cNvPr id="6" name="Gift lid 1" descr="Gift lid 1">
            <a:hlinkClick action="ppaction://hlinksldjump" r:id="rId11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82750"/>
            <a:ext cx="2476500" cy="1238250"/>
          </a:xfrm>
          <a:prstGeom prst="rect">
            <a:avLst/>
          </a:prstGeom>
        </p:spPr>
      </p:pic>
      <p:pic>
        <p:nvPicPr>
          <p:cNvPr id="7" name="Gift box 2" descr="Gift box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2317750"/>
            <a:ext cx="2286000" cy="1333500"/>
          </a:xfrm>
          <a:prstGeom prst="rect">
            <a:avLst/>
          </a:prstGeom>
        </p:spPr>
      </p:pic>
      <p:pic>
        <p:nvPicPr>
          <p:cNvPr id="8" name="Gift lid 2" descr="Gift lid 2">
            <a:hlinkClick action="ppaction://hlinksldjump" r:id="rId12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1682750"/>
            <a:ext cx="2476500" cy="1238250"/>
          </a:xfrm>
          <a:prstGeom prst="rect">
            <a:avLst/>
          </a:prstGeom>
        </p:spPr>
      </p:pic>
      <p:pic>
        <p:nvPicPr>
          <p:cNvPr id="9" name="Gift box 3" descr="Gift box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2317750"/>
            <a:ext cx="2286000" cy="1333500"/>
          </a:xfrm>
          <a:prstGeom prst="rect">
            <a:avLst/>
          </a:prstGeom>
        </p:spPr>
      </p:pic>
      <p:pic>
        <p:nvPicPr>
          <p:cNvPr id="10" name="Gift lid 3" descr="Gift lid 3">
            <a:hlinkClick action="ppaction://hlinksldjump" r:id="rId13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682750"/>
            <a:ext cx="2476500" cy="1238250"/>
          </a:xfrm>
          <a:prstGeom prst="rect">
            <a:avLst/>
          </a:prstGeom>
        </p:spPr>
      </p:pic>
      <p:pic>
        <p:nvPicPr>
          <p:cNvPr id="11" name="Gift box 4" descr="Gift box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2317750"/>
            <a:ext cx="2286000" cy="1333500"/>
          </a:xfrm>
          <a:prstGeom prst="rect">
            <a:avLst/>
          </a:prstGeom>
        </p:spPr>
      </p:pic>
      <p:pic>
        <p:nvPicPr>
          <p:cNvPr id="12" name="Gift lid 4" descr="Gift lid 4">
            <a:hlinkClick action="ppaction://hlinksldjump" r:id="rId14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1682750"/>
            <a:ext cx="2476500" cy="1238250"/>
          </a:xfrm>
          <a:prstGeom prst="rect">
            <a:avLst/>
          </a:prstGeom>
        </p:spPr>
      </p:pic>
      <p:pic>
        <p:nvPicPr>
          <p:cNvPr id="13" name="Gift box 5" descr="Gift box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4730750"/>
            <a:ext cx="2286000" cy="1333500"/>
          </a:xfrm>
          <a:prstGeom prst="rect">
            <a:avLst/>
          </a:prstGeom>
        </p:spPr>
      </p:pic>
      <p:pic>
        <p:nvPicPr>
          <p:cNvPr id="14" name="Gift lid 5" descr="Gift lid 5">
            <a:hlinkClick action="ppaction://hlinksldjump" r:id="rId15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095750"/>
            <a:ext cx="2476500" cy="1238250"/>
          </a:xfrm>
          <a:prstGeom prst="rect">
            <a:avLst/>
          </a:prstGeom>
        </p:spPr>
      </p:pic>
      <p:pic>
        <p:nvPicPr>
          <p:cNvPr id="15" name="Gift box 6" descr="Gift box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9500" y="4730750"/>
            <a:ext cx="2286000" cy="1333500"/>
          </a:xfrm>
          <a:prstGeom prst="rect">
            <a:avLst/>
          </a:prstGeom>
        </p:spPr>
      </p:pic>
      <p:pic>
        <p:nvPicPr>
          <p:cNvPr id="16" name="Gift lid 6" descr="Gift lid 6">
            <a:hlinkClick action="ppaction://hlinksldjump" r:id="rId16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250" y="4095750"/>
            <a:ext cx="2476500" cy="1238250"/>
          </a:xfrm>
          <a:prstGeom prst="rect">
            <a:avLst/>
          </a:prstGeom>
        </p:spPr>
      </p:pic>
      <p:pic>
        <p:nvPicPr>
          <p:cNvPr id="17" name="Gift box 7" descr="Gift box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4730750"/>
            <a:ext cx="2286000" cy="1333500"/>
          </a:xfrm>
          <a:prstGeom prst="rect">
            <a:avLst/>
          </a:prstGeom>
        </p:spPr>
      </p:pic>
      <p:pic>
        <p:nvPicPr>
          <p:cNvPr id="18" name="Gift lid 7" descr="Gift lid 7">
            <a:hlinkClick action="ppaction://hlinksldjump" r:id="rId1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4095750"/>
            <a:ext cx="2476500" cy="1238250"/>
          </a:xfrm>
          <a:prstGeom prst="rect">
            <a:avLst/>
          </a:prstGeom>
        </p:spPr>
      </p:pic>
      <p:pic>
        <p:nvPicPr>
          <p:cNvPr id="19" name="Gift box 8" descr="Gift box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0" y="4730750"/>
            <a:ext cx="2286000" cy="1333500"/>
          </a:xfrm>
          <a:prstGeom prst="rect">
            <a:avLst/>
          </a:prstGeom>
        </p:spPr>
      </p:pic>
      <p:pic>
        <p:nvPicPr>
          <p:cNvPr id="20" name="Gift lid 8" descr="Gift lid 8">
            <a:hlinkClick action="ppaction://hlinksldjump" r:id="rId18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58250" y="4095750"/>
            <a:ext cx="2476500" cy="1238250"/>
          </a:xfrm>
          <a:prstGeom prst="rect">
            <a:avLst/>
          </a:prstGeom>
        </p:spPr>
      </p:pic>
      <p:sp>
        <p:nvSpPr>
          <p:cNvPr id="21" name="Next button">
            <a:hlinkClick action="ppaction://hlinksldjump" r:id="rId19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Next arrow">
            <a:hlinkClick action="ppaction://hlinksldjump" r:id="rId19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ُ" descr="و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ُ" descr="م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ُ" descr="ل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لُيُ" descr="لُي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لُيُ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وُعُ" descr="وُع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وُعُ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ُ" descr="ه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مُجُ" descr="مُج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مُجُ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2603500" y="190500"/>
            <a:ext cx="6985000" cy="762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Read it!"/>
          <p:cNvSpPr/>
          <p:nvPr/>
        </p:nvSpPr>
        <p:spPr>
          <a:xfrm>
            <a:off x="2730500" y="190500"/>
            <a:ext cx="6731000" cy="76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3600" b="1" lang="en-US">
                <a:solidFill>
                  <a:srgbClr val="2E2640"/>
                </a:solidFill>
                <a:latin typeface="Arial"/>
                <a:cs typeface="Arial"/>
              </a:rPr>
              <a:t>Read it!</a:t>
            </a:r>
          </a:p>
        </p:txBody>
      </p:sp>
      <p:pic>
        <p:nvPicPr>
          <p:cNvPr id="5" name="Open gift box" descr="Open gift box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4445000"/>
            <a:ext cx="3429000" cy="2000250"/>
          </a:xfrm>
          <a:prstGeom prst="rect">
            <a:avLst/>
          </a:prstGeom>
        </p:spPr>
      </p:pic>
      <p:pic>
        <p:nvPicPr>
          <p:cNvPr id="6" name="Gift lid" descr="Gift li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500000">
            <a:off x="7937500" y="4064000"/>
            <a:ext cx="2476500" cy="1238250"/>
          </a:xfrm>
          <a:prstGeom prst="rect">
            <a:avLst/>
          </a:prstGeom>
        </p:spPr>
      </p:pic>
      <p:sp>
        <p:nvSpPr>
          <p:cNvPr id="7" name="Card هُلُ" descr="هُلُ"/>
          <p:cNvSpPr/>
          <p:nvPr/>
        </p:nvSpPr>
        <p:spPr>
          <a:xfrm>
            <a:off x="3556000" y="1397000"/>
            <a:ext cx="5080000" cy="2794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0">
            <a:solidFill>
              <a:srgbClr val="B8A1FF"/>
            </a:solidFill>
          </a:ln>
        </p:spPr>
        <p:txBody>
          <a:bodyPr rtlCol="0" anchor="ctr" wrap="none" lIns="0" rIns="0" tIns="0" bIns="0"/>
          <a:lstStyle/>
          <a:p>
            <a:pPr algn="ctr" rtl="1"/>
            <a:r>
              <a:rPr sz="15000" b="1" lang="ar-SA">
                <a:solidFill>
                  <a:srgbClr val="2E2640"/>
                </a:solidFill>
                <a:latin typeface="Arial"/>
                <a:cs typeface="Arial"/>
              </a:rPr>
              <a:t>هُلُ</a:t>
            </a:r>
          </a:p>
        </p:txBody>
      </p:sp>
      <p:sp>
        <p:nvSpPr>
          <p:cNvPr id="8" name="Back to the gifts" descr="◀  Back to the gifts">
            <a:hlinkClick action="ppaction://hlinksldjump" r:id="rId5"/>
          </p:cNvPr>
          <p:cNvSpPr/>
          <p:nvPr/>
        </p:nvSpPr>
        <p:spPr>
          <a:xfrm>
            <a:off x="381000" y="5715000"/>
            <a:ext cx="2667000" cy="762000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1500" b="1" lang="en-US">
                <a:solidFill>
                  <a:srgbClr val="FFFFFF"/>
                </a:solidFill>
                <a:latin typeface="Arial"/>
                <a:cs typeface="Arial"/>
              </a:rPr>
              <a:t>◀  Back to the gifts</a:t>
            </a:r>
          </a:p>
        </p:txBody>
      </p:sp>
      <p:sp>
        <p:nvSpPr>
          <p:cNvPr id="9" name="Next button">
            <a:hlinkClick action="ppaction://hlinksldjump" r:id="rId6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Next arrow">
            <a:hlinkClick action="ppaction://hlinksldjump" r:id="rId6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7" name="tad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53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َهُلَ" descr="سَهُ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سَهُلَ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 spd="med">
    <p:fade/>
  </p:transition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ُمِعَ" descr="جُمِ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جُمِعَ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ئِلَ" descr="سُئ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سُئِلَ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ُلِقَ" descr="خُل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خُلِقَ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سُنَ" descr="حَسُ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حَسُنَ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جُمِعَ" descr="جُمِع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جُمِعَ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ئِلَ" descr="سُئ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سُئِلَ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ُلِقَ" descr="خُل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خُلِقَ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سُنَ" descr="حَسُ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حَسُنَ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ظُفَ" descr="نَظُف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نَظُفَ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سُئِلَ" descr="سُئ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سُئِلَ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ُلِقَ" descr="خُل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خُلِقَ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سُنَ" descr="حَسُ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حَسُنَ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ظُفَ" descr="نَظُف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نَظُفَ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ُمِلَ" descr="حُم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حُمِلَ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خُلِقَ" descr="خُل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خُلِقَ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سُنَ" descr="حَسُ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حَسُنَ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ظُفَ" descr="نَظُف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نَظُفَ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ُمِلَ" descr="حُم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حُمِلَ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ُزِقَ" descr="رُز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رُزِقَ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َسُنَ" descr="حَسُن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حَسُنَ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َظُفَ" descr="نَظُف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نَظُفَ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حُمِلَ" descr="حُمِل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حُمِلَ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رُزِقَ" descr="رُزِق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رُزِقَ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0" y="3810000"/>
            <a:ext cx="1460500" cy="800100"/>
          </a:xfrm>
          <a:prstGeom prst="rect">
            <a:avLst/>
          </a:prstGeom>
        </p:spPr>
      </p:pic>
      <p:pic>
        <p:nvPicPr>
          <p:cNvPr id="24" name="Blue car" descr="Blue c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5334000"/>
            <a:ext cx="1460500" cy="800100"/>
          </a:xfrm>
          <a:prstGeom prst="rect">
            <a:avLst/>
          </a:prstGeom>
        </p:spPr>
      </p:pic>
      <p:sp>
        <p:nvSpPr>
          <p:cNvPr id="25" name="Word card"/>
          <p:cNvSpPr/>
          <p:nvPr/>
        </p:nvSpPr>
        <p:spPr>
          <a:xfrm>
            <a:off x="3873500" y="952500"/>
            <a:ext cx="4445000" cy="2286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76200">
            <a:solidFill>
              <a:srgbClr val="B8A1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Word نُصِرَ" descr="نُصِرَ"/>
          <p:cNvSpPr/>
          <p:nvPr/>
        </p:nvSpPr>
        <p:spPr>
          <a:xfrm>
            <a:off x="4064000" y="1079500"/>
            <a:ext cx="4064000" cy="2032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1"/>
            <a:r>
              <a:rPr sz="11000" b="1" lang="ar-SA">
                <a:solidFill>
                  <a:srgbClr val="2E2640"/>
                </a:solidFill>
                <a:latin typeface="Arial"/>
                <a:cs typeface="Arial"/>
              </a:rPr>
              <a:t>نُصِرَ</a:t>
            </a:r>
          </a:p>
        </p:txBody>
      </p:sp>
      <p:sp>
        <p:nvSpPr>
          <p:cNvPr id="27" name="Red point" descr="Red ✓">
            <a:hlinkClick action="ppaction://hlinksldjump" r:id="rId5"/>
          </p:cNvPr>
          <p:cNvSpPr/>
          <p:nvPr/>
        </p:nvSpPr>
        <p:spPr>
          <a:xfrm>
            <a:off x="381000" y="11430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Red ✓</a:t>
            </a:r>
          </a:p>
        </p:txBody>
      </p:sp>
      <p:sp>
        <p:nvSpPr>
          <p:cNvPr id="28" name="Blue point" descr="Blue ✓">
            <a:hlinkClick action="ppaction://hlinksldjump" r:id="rId6"/>
          </p:cNvPr>
          <p:cNvSpPr/>
          <p:nvPr/>
        </p:nvSpPr>
        <p:spPr>
          <a:xfrm>
            <a:off x="381000" y="2095500"/>
            <a:ext cx="1905000" cy="762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000" b="1" lang="en-US">
                <a:solidFill>
                  <a:srgbClr val="FFFFFF"/>
                </a:solidFill>
                <a:latin typeface="Arial"/>
                <a:cs typeface="Arial"/>
              </a:rPr>
              <a:t>Blue ✓</a:t>
            </a:r>
          </a:p>
        </p:txBody>
      </p:sp>
      <p:sp>
        <p:nvSpPr>
          <p:cNvPr id="29" name="Next button">
            <a:hlinkClick action="ppaction://hlinksldjump" r:id="rId7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Next arrow">
            <a:hlinkClick action="ppaction://hlinksldjump" r:id="rId7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8" name="vroom.wav"/>
      </p:stSnd>
    </p:sndAc>
  </p:transition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Red car" descr="Red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3810000"/>
            <a:ext cx="1460500" cy="800100"/>
          </a:xfrm>
          <a:prstGeom prst="rect">
            <a:avLst/>
          </a:prstGeom>
        </p:spPr>
      </p:pic>
      <p:sp>
        <p:nvSpPr>
          <p:cNvPr id="24" name="Red wins" descr="Red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E5536F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Red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rompt box"/>
          <p:cNvSpPr/>
          <p:nvPr/>
        </p:nvSpPr>
        <p:spPr>
          <a:xfrm>
            <a:off x="1968500" y="127000"/>
            <a:ext cx="8255000" cy="635000"/>
          </a:xfrm>
          <a:prstGeom prst="roundRect">
            <a:avLst>
              <a:gd name="adj" fmla="val 30000"/>
            </a:avLst>
          </a:prstGeom>
          <a:solidFill>
            <a:srgbClr val="FFFFFF">
              <a:alpha val="88000"/>
            </a:srgbClr>
          </a:solidFill>
          <a:ln w="381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rompt" descr="Team Race!  Read the word, then tap your team."/>
          <p:cNvSpPr/>
          <p:nvPr/>
        </p:nvSpPr>
        <p:spPr>
          <a:xfrm>
            <a:off x="2095500" y="127000"/>
            <a:ext cx="8001000" cy="635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2000" b="1" lang="en-US">
                <a:solidFill>
                  <a:srgbClr val="2E2640"/>
                </a:solidFill>
                <a:latin typeface="Arial"/>
                <a:cs typeface="Arial"/>
              </a:rPr>
              <a:t>Team Race!  Read the word, then tap your team.</a:t>
            </a:r>
          </a:p>
        </p:txBody>
      </p:sp>
      <p:sp>
        <p:nvSpPr>
          <p:cNvPr id="5" name="Red lane"/>
          <p:cNvSpPr/>
          <p:nvPr/>
        </p:nvSpPr>
        <p:spPr>
          <a:xfrm>
            <a:off x="254000" y="3556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FFE3E8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Blue lane"/>
          <p:cNvSpPr/>
          <p:nvPr/>
        </p:nvSpPr>
        <p:spPr>
          <a:xfrm>
            <a:off x="254000" y="5080000"/>
            <a:ext cx="11303000" cy="1270000"/>
          </a:xfrm>
          <a:prstGeom prst="roundRect">
            <a:avLst>
              <a:gd name="adj" fmla="val 20000"/>
            </a:avLst>
          </a:prstGeom>
          <a:solidFill>
            <a:srgbClr val="E0F4FF"/>
          </a:solidFill>
          <a:ln w="38100">
            <a:solidFill>
              <a:srgbClr val="D9D2E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inish"/>
          <p:cNvSpPr/>
          <p:nvPr/>
        </p:nvSpPr>
        <p:spPr>
          <a:xfrm>
            <a:off x="10731500" y="3556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inish"/>
          <p:cNvSpPr/>
          <p:nvPr/>
        </p:nvSpPr>
        <p:spPr>
          <a:xfrm>
            <a:off x="10922000" y="3556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nish"/>
          <p:cNvSpPr/>
          <p:nvPr/>
        </p:nvSpPr>
        <p:spPr>
          <a:xfrm>
            <a:off x="10731500" y="3905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inish"/>
          <p:cNvSpPr/>
          <p:nvPr/>
        </p:nvSpPr>
        <p:spPr>
          <a:xfrm>
            <a:off x="10922000" y="3905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inish"/>
          <p:cNvSpPr/>
          <p:nvPr/>
        </p:nvSpPr>
        <p:spPr>
          <a:xfrm>
            <a:off x="10731500" y="4254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Finish"/>
          <p:cNvSpPr/>
          <p:nvPr/>
        </p:nvSpPr>
        <p:spPr>
          <a:xfrm>
            <a:off x="10922000" y="4254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Finish"/>
          <p:cNvSpPr/>
          <p:nvPr/>
        </p:nvSpPr>
        <p:spPr>
          <a:xfrm>
            <a:off x="10731500" y="4603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inish"/>
          <p:cNvSpPr/>
          <p:nvPr/>
        </p:nvSpPr>
        <p:spPr>
          <a:xfrm>
            <a:off x="10922000" y="4603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inish"/>
          <p:cNvSpPr/>
          <p:nvPr/>
        </p:nvSpPr>
        <p:spPr>
          <a:xfrm>
            <a:off x="10731500" y="49530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inish"/>
          <p:cNvSpPr/>
          <p:nvPr/>
        </p:nvSpPr>
        <p:spPr>
          <a:xfrm>
            <a:off x="10922000" y="49530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inish"/>
          <p:cNvSpPr/>
          <p:nvPr/>
        </p:nvSpPr>
        <p:spPr>
          <a:xfrm>
            <a:off x="10731500" y="53022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nish"/>
          <p:cNvSpPr/>
          <p:nvPr/>
        </p:nvSpPr>
        <p:spPr>
          <a:xfrm>
            <a:off x="10922000" y="53022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inish"/>
          <p:cNvSpPr/>
          <p:nvPr/>
        </p:nvSpPr>
        <p:spPr>
          <a:xfrm>
            <a:off x="10731500" y="565150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inish"/>
          <p:cNvSpPr/>
          <p:nvPr/>
        </p:nvSpPr>
        <p:spPr>
          <a:xfrm>
            <a:off x="10922000" y="565150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inish"/>
          <p:cNvSpPr/>
          <p:nvPr/>
        </p:nvSpPr>
        <p:spPr>
          <a:xfrm>
            <a:off x="10731500" y="6000750"/>
            <a:ext cx="190500" cy="349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inish"/>
          <p:cNvSpPr/>
          <p:nvPr/>
        </p:nvSpPr>
        <p:spPr>
          <a:xfrm>
            <a:off x="10922000" y="6000750"/>
            <a:ext cx="190500" cy="349250"/>
          </a:xfrm>
          <a:prstGeom prst="rect">
            <a:avLst/>
          </a:prstGeom>
          <a:solidFill>
            <a:srgbClr val="2E2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3" name="Blue car" descr="Blue c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000" y="5334000"/>
            <a:ext cx="1460500" cy="800100"/>
          </a:xfrm>
          <a:prstGeom prst="rect">
            <a:avLst/>
          </a:prstGeom>
        </p:spPr>
      </p:pic>
      <p:sp>
        <p:nvSpPr>
          <p:cNvPr id="24" name="Blue wins" descr="Blue team wins!"/>
          <p:cNvSpPr/>
          <p:nvPr/>
        </p:nvSpPr>
        <p:spPr>
          <a:xfrm>
            <a:off x="3556000" y="1270000"/>
            <a:ext cx="5080000" cy="1651000"/>
          </a:xfrm>
          <a:prstGeom prst="roundRect">
            <a:avLst>
              <a:gd name="adj" fmla="val 30000"/>
            </a:avLst>
          </a:prstGeom>
          <a:solidFill>
            <a:srgbClr val="3FA7C9"/>
          </a:solidFill>
          <a:ln w="762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4800" b="1" lang="en-US">
                <a:solidFill>
                  <a:srgbClr val="FFFFFF"/>
                </a:solidFill>
                <a:latin typeface="Arial"/>
                <a:cs typeface="Arial"/>
              </a:rPr>
              <a:t>Blue team wins!</a:t>
            </a:r>
          </a:p>
        </p:txBody>
      </p:sp>
      <p:sp>
        <p:nvSpPr>
          <p:cNvPr id="25" name="Next button">
            <a:hlinkClick action="ppaction://hlinksldjump" r:id="rId4"/>
          </p:cNvPr>
          <p:cNvSpPr/>
          <p:nvPr/>
        </p:nvSpPr>
        <p:spPr>
          <a:xfrm>
            <a:off x="11176000" y="5778500"/>
            <a:ext cx="825500" cy="825500"/>
          </a:xfrm>
          <a:prstGeom prst="ellipse">
            <a:avLst/>
          </a:prstGeom>
          <a:solidFill>
            <a:srgbClr val="2FB57A"/>
          </a:solidFill>
          <a:ln w="635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Next arrow">
            <a:hlinkClick action="ppaction://hlinksldjump" r:id="rId4"/>
          </p:cNvPr>
          <p:cNvSpPr/>
          <p:nvPr/>
        </p:nvSpPr>
        <p:spPr>
          <a:xfrm>
            <a:off x="11398250" y="6032500"/>
            <a:ext cx="393700" cy="3175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advClick="0">
    <p:sndAc>
      <p:stSnd>
        <p:snd r:embed="rId5" name="cheer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4" dur="300" fill="hold" repeatCount="2000" autoRev="1"/>
                                        <p:tgtEl>
                                          <p:spTgt spid="24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Backgr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ard"/>
          <p:cNvSpPr/>
          <p:nvPr/>
        </p:nvSpPr>
        <p:spPr>
          <a:xfrm>
            <a:off x="2921000" y="1270000"/>
            <a:ext cx="6350000" cy="31750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50800">
            <a:solidFill>
              <a:srgbClr val="E6DDF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Well done" descr="Well done!"/>
          <p:cNvSpPr/>
          <p:nvPr/>
        </p:nvSpPr>
        <p:spPr>
          <a:xfrm>
            <a:off x="3175000" y="1587500"/>
            <a:ext cx="5842000" cy="1016000"/>
          </a:xfrm>
          <a:prstGeom prst="rect">
            <a:avLst/>
          </a:prstGeom>
          <a:noFill/>
          <a:ln>
            <a:noFill/>
          </a:ln>
        </p:spPr>
        <p:txBody>
          <a:bodyPr rtlCol="0" anchor="ctr" wrap="none" lIns="0" rIns="0" tIns="0" bIns="0"/>
          <a:lstStyle/>
          <a:p>
            <a:pPr algn="ctr" rtl="0"/>
            <a:r>
              <a:rPr sz="6900" b="1" lang="en-US">
                <a:solidFill>
                  <a:srgbClr val="8A6CF0"/>
                </a:solidFill>
                <a:latin typeface="Arial"/>
                <a:cs typeface="Arial"/>
              </a:rPr>
              <a:t>Well done!</a:t>
            </a:r>
          </a:p>
        </p:txBody>
      </p:sp>
      <p:sp>
        <p:nvSpPr>
          <p:cNvPr id="5" name="Star 1"/>
          <p:cNvSpPr/>
          <p:nvPr/>
        </p:nvSpPr>
        <p:spPr>
          <a:xfrm>
            <a:off x="3556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tar 2"/>
          <p:cNvSpPr/>
          <p:nvPr/>
        </p:nvSpPr>
        <p:spPr>
          <a:xfrm>
            <a:off x="4635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Star 3"/>
          <p:cNvSpPr/>
          <p:nvPr/>
        </p:nvSpPr>
        <p:spPr>
          <a:xfrm>
            <a:off x="5715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tar 4"/>
          <p:cNvSpPr/>
          <p:nvPr/>
        </p:nvSpPr>
        <p:spPr>
          <a:xfrm>
            <a:off x="67945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tar 5"/>
          <p:cNvSpPr/>
          <p:nvPr/>
        </p:nvSpPr>
        <p:spPr>
          <a:xfrm>
            <a:off x="7874000" y="2857500"/>
            <a:ext cx="825500" cy="825500"/>
          </a:xfrm>
          <a:prstGeom prst="star5">
            <a:avLst/>
          </a:prstGeom>
          <a:solidFill>
            <a:srgbClr val="FFD43B"/>
          </a:solidFill>
          <a:ln w="38100">
            <a:solidFill>
              <a:srgbClr val="F2A9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Play again" descr="↺  Play again">
            <a:hlinkClick action="ppaction://hlinksldjump" r:id="rId3"/>
          </p:cNvPr>
          <p:cNvSpPr/>
          <p:nvPr/>
        </p:nvSpPr>
        <p:spPr>
          <a:xfrm>
            <a:off x="4508500" y="4953000"/>
            <a:ext cx="3175000" cy="889000"/>
          </a:xfrm>
          <a:prstGeom prst="roundRect">
            <a:avLst>
              <a:gd name="adj" fmla="val 30000"/>
            </a:avLst>
          </a:prstGeom>
          <a:solidFill>
            <a:srgbClr val="1971C2"/>
          </a:solidFill>
          <a:ln w="63500">
            <a:solidFill>
              <a:srgbClr val="FFFFFF"/>
            </a:solidFill>
          </a:ln>
        </p:spPr>
        <p:txBody>
          <a:bodyPr rtlCol="0" anchor="ctr" wrap="none" lIns="0" rIns="0" tIns="0" bIns="0"/>
          <a:lstStyle/>
          <a:p>
            <a:pPr algn="ctr" rtl="0"/>
            <a:r>
              <a:rPr sz="3000" b="1" lang="en-US">
                <a:solidFill>
                  <a:srgbClr val="FFFFFF"/>
                </a:solidFill>
                <a:latin typeface="Arial"/>
                <a:cs typeface="Arial"/>
              </a:rPr>
              <a:t>↺  Play again</a:t>
            </a:r>
          </a:p>
        </p:txBody>
      </p:sp>
      <p:pic>
        <p:nvPicPr>
          <p:cNvPr id="11" name="sound anchor" descr="sound anchor (invisible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0" y="12700"/>
            <a:ext cx="25400" cy="25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udio>
                                      <p:cMediaNode vol="100000">
                                        <p:cTn id="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5" name="cheer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Games</dc:title>
  <dc:subject>Interactive reading games for children</dc:subject>
  <dc:creator>Claude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