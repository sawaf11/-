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vroom.wav" ContentType="audio/wav"/>
  <Override PartName="/ppt/media/snd_whistle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7.xml"/><Relationship Id="rId9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7.xml"/><Relationship Id="rId9" Type="http://schemas.openxmlformats.org/officeDocument/2006/relationships/slide" Target="slide10.xml"/><Relationship Id="rId10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6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6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audio" Target="../media/snd_boing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0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" Target="slide14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9.xml"/><Relationship Id="rId9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18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audio" Target="../media/snd_splash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18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audio" Target="../media/snd_splash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audio" Target="../media/snd_boing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" Target="slide22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7.xml"/><Relationship Id="rId6" Type="http://schemas.openxmlformats.org/officeDocument/2006/relationships/slide" Target="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7.xml"/><Relationship Id="rId6" Type="http://schemas.openxmlformats.org/officeDocument/2006/relationships/slide" Target="slide30.xml"/><Relationship Id="rId7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8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8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0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slide" Target="slide31.xml"/><Relationship Id="rId8" Type="http://schemas.openxmlformats.org/officeDocument/2006/relationships/slide" Target="slide32.xml"/><Relationship Id="rId9" Type="http://schemas.openxmlformats.org/officeDocument/2006/relationships/slide" Target="slide34.xml"/><Relationship Id="rId10" Type="http://schemas.openxmlformats.org/officeDocument/2006/relationships/slide" Target="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slide" Target="slide31.xml"/><Relationship Id="rId8" Type="http://schemas.openxmlformats.org/officeDocument/2006/relationships/slide" Target="slide32.xml"/><Relationship Id="rId9" Type="http://schemas.openxmlformats.org/officeDocument/2006/relationships/slide" Target="slide34.xml"/><Relationship Id="rId10" Type="http://schemas.openxmlformats.org/officeDocument/2006/relationships/slide" Target="slide37.xml"/><Relationship Id="rId11" Type="http://schemas.openxmlformats.org/officeDocument/2006/relationships/audio" Target="../media/snd_boing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slide" Target="slide33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audio" Target="../media/snd_pop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slide" Target="slide33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audio" Target="../media/snd_pop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audio" Target="../media/snd_bo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slide" Target="slide37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slide" Target="slide38.xml"/><Relationship Id="rId7" Type="http://schemas.openxmlformats.org/officeDocument/2006/relationships/slide" Target="slide39.xml"/><Relationship Id="rId8" Type="http://schemas.openxmlformats.org/officeDocument/2006/relationships/slide" Target="slide4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slide" Target="slide38.xml"/><Relationship Id="rId7" Type="http://schemas.openxmlformats.org/officeDocument/2006/relationships/slide" Target="slide39.xml"/><Relationship Id="rId8" Type="http://schemas.openxmlformats.org/officeDocument/2006/relationships/slide" Target="slide40.xml"/><Relationship Id="rId9" Type="http://schemas.openxmlformats.org/officeDocument/2006/relationships/audio" Target="../media/snd_boin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slide" Target="slide40.xml"/><Relationship Id="rId6" Type="http://schemas.openxmlformats.org/officeDocument/2006/relationships/audio" Target="../media/snd_munc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slide" Target="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5.xml"/><Relationship Id="rId6" Type="http://schemas.openxmlformats.org/officeDocument/2006/relationships/slide" Target="slide42.xml"/><Relationship Id="rId7" Type="http://schemas.openxmlformats.org/officeDocument/2006/relationships/slide" Target="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.xml"/><Relationship Id="rId6" Type="http://schemas.openxmlformats.org/officeDocument/2006/relationships/slide" Target="slide46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4.xml"/><Relationship Id="rId6" Type="http://schemas.openxmlformats.org/officeDocument/2006/relationships/slide" Target="slide48.xml"/><Relationship Id="rId7" Type="http://schemas.openxmlformats.org/officeDocument/2006/relationships/audio" Target="../media/snd_ding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.xml"/><Relationship Id="rId6" Type="http://schemas.openxmlformats.org/officeDocument/2006/relationships/slide" Target="slide48.xml"/><Relationship Id="rId7" Type="http://schemas.openxmlformats.org/officeDocument/2006/relationships/audio" Target="../media/snd_ding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5.xml"/><Relationship Id="rId6" Type="http://schemas.openxmlformats.org/officeDocument/2006/relationships/slide" Target="slide42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.xml"/><Relationship Id="rId6" Type="http://schemas.openxmlformats.org/officeDocument/2006/relationships/slide" Target="slide46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8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" Target="slide49.xml"/><Relationship Id="rId8" Type="http://schemas.openxmlformats.org/officeDocument/2006/relationships/slide" Target="slide50.xml"/><Relationship Id="rId9" Type="http://schemas.openxmlformats.org/officeDocument/2006/relationships/slide" Target="slide52.xml"/><Relationship Id="rId10" Type="http://schemas.openxmlformats.org/officeDocument/2006/relationships/slide" Target="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" Target="slide49.xml"/><Relationship Id="rId8" Type="http://schemas.openxmlformats.org/officeDocument/2006/relationships/slide" Target="slide50.xml"/><Relationship Id="rId9" Type="http://schemas.openxmlformats.org/officeDocument/2006/relationships/slide" Target="slide52.xml"/><Relationship Id="rId10" Type="http://schemas.openxmlformats.org/officeDocument/2006/relationships/slide" Target="slide55.xml"/><Relationship Id="rId11" Type="http://schemas.openxmlformats.org/officeDocument/2006/relationships/audio" Target="../media/snd_boin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slide" Target="slide51.xml"/><Relationship Id="rId7" Type="http://schemas.openxmlformats.org/officeDocument/2006/relationships/slide" Target="slide54.xml"/><Relationship Id="rId8" Type="http://schemas.openxmlformats.org/officeDocument/2006/relationships/slide" Target="slide55.xml"/><Relationship Id="rId9" Type="http://schemas.openxmlformats.org/officeDocument/2006/relationships/audio" Target="../media/snd_splash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slide" Target="slide51.xml"/><Relationship Id="rId7" Type="http://schemas.openxmlformats.org/officeDocument/2006/relationships/slide" Target="slide54.xml"/><Relationship Id="rId8" Type="http://schemas.openxmlformats.org/officeDocument/2006/relationships/slide" Target="slide55.xml"/><Relationship Id="rId9" Type="http://schemas.openxmlformats.org/officeDocument/2006/relationships/audio" Target="../media/snd_boin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slide" Target="slide53.xml"/><Relationship Id="rId7" Type="http://schemas.openxmlformats.org/officeDocument/2006/relationships/slide" Target="slide54.xml"/><Relationship Id="rId8" Type="http://schemas.openxmlformats.org/officeDocument/2006/relationships/slide" Target="slide55.xml"/><Relationship Id="rId9" Type="http://schemas.openxmlformats.org/officeDocument/2006/relationships/audio" Target="../media/snd_spla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slide" Target="slide53.xml"/><Relationship Id="rId7" Type="http://schemas.openxmlformats.org/officeDocument/2006/relationships/slide" Target="slide54.xml"/><Relationship Id="rId8" Type="http://schemas.openxmlformats.org/officeDocument/2006/relationships/slide" Target="slide55.xml"/><Relationship Id="rId9" Type="http://schemas.openxmlformats.org/officeDocument/2006/relationships/audio" Target="../media/snd_boin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slide" Target="slide55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57.xml"/><Relationship Id="rId4" Type="http://schemas.openxmlformats.org/officeDocument/2006/relationships/slide" Target="slide56.xml"/><Relationship Id="rId5" Type="http://schemas.openxmlformats.org/officeDocument/2006/relationships/slide" Target="slide59.xml"/><Relationship Id="rId6" Type="http://schemas.openxmlformats.org/officeDocument/2006/relationships/slide" Target="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57.xml"/><Relationship Id="rId4" Type="http://schemas.openxmlformats.org/officeDocument/2006/relationships/slide" Target="slide56.xml"/><Relationship Id="rId5" Type="http://schemas.openxmlformats.org/officeDocument/2006/relationships/slide" Target="slide59.xml"/><Relationship Id="rId6" Type="http://schemas.openxmlformats.org/officeDocument/2006/relationships/slide" Target="slide62.xml"/><Relationship Id="rId7" Type="http://schemas.openxmlformats.org/officeDocument/2006/relationships/audio" Target="../media/snd_boing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58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58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61.xml"/><Relationship Id="rId4" Type="http://schemas.openxmlformats.org/officeDocument/2006/relationships/slide" Target="slide60.xml"/><Relationship Id="rId5" Type="http://schemas.openxmlformats.org/officeDocument/2006/relationships/slide" Target="slide62.xml"/><Relationship Id="rId6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61.xml"/><Relationship Id="rId4" Type="http://schemas.openxmlformats.org/officeDocument/2006/relationships/slide" Target="slide60.xml"/><Relationship Id="rId5" Type="http://schemas.openxmlformats.org/officeDocument/2006/relationships/slide" Target="slide62.xml"/><Relationship Id="rId6" Type="http://schemas.openxmlformats.org/officeDocument/2006/relationships/audio" Target="../media/snd_bo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62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64.xml"/><Relationship Id="rId12" Type="http://schemas.openxmlformats.org/officeDocument/2006/relationships/slide" Target="slide65.xml"/><Relationship Id="rId13" Type="http://schemas.openxmlformats.org/officeDocument/2006/relationships/slide" Target="slide66.xml"/><Relationship Id="rId14" Type="http://schemas.openxmlformats.org/officeDocument/2006/relationships/slide" Target="slide67.xml"/><Relationship Id="rId15" Type="http://schemas.openxmlformats.org/officeDocument/2006/relationships/slide" Target="slide68.xml"/><Relationship Id="rId16" Type="http://schemas.openxmlformats.org/officeDocument/2006/relationships/slide" Target="slide69.xml"/><Relationship Id="rId17" Type="http://schemas.openxmlformats.org/officeDocument/2006/relationships/slide" Target="slide70.xml"/><Relationship Id="rId18" Type="http://schemas.openxmlformats.org/officeDocument/2006/relationships/slide" Target="slide71.xml"/><Relationship Id="rId19" Type="http://schemas.openxmlformats.org/officeDocument/2006/relationships/slide" Target="slide7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19.png"/><Relationship Id="rId6" Type="http://schemas.openxmlformats.org/officeDocument/2006/relationships/slide" Target="slide73.xml"/><Relationship Id="rId7" Type="http://schemas.openxmlformats.org/officeDocument/2006/relationships/slide" Target="slide74.xml"/><Relationship Id="rId8" Type="http://schemas.openxmlformats.org/officeDocument/2006/relationships/slide" Target="slide76.xml"/><Relationship Id="rId9" Type="http://schemas.openxmlformats.org/officeDocument/2006/relationships/slide" Target="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19.png"/><Relationship Id="rId6" Type="http://schemas.openxmlformats.org/officeDocument/2006/relationships/slide" Target="slide73.xml"/><Relationship Id="rId7" Type="http://schemas.openxmlformats.org/officeDocument/2006/relationships/slide" Target="slide74.xml"/><Relationship Id="rId8" Type="http://schemas.openxmlformats.org/officeDocument/2006/relationships/slide" Target="slide76.xml"/><Relationship Id="rId9" Type="http://schemas.openxmlformats.org/officeDocument/2006/relationships/slide" Target="slide79.xml"/><Relationship Id="rId10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19.png"/><Relationship Id="rId6" Type="http://schemas.openxmlformats.org/officeDocument/2006/relationships/slide" Target="slide75.xml"/><Relationship Id="rId7" Type="http://schemas.openxmlformats.org/officeDocument/2006/relationships/slide" Target="slide78.xml"/><Relationship Id="rId8" Type="http://schemas.openxmlformats.org/officeDocument/2006/relationships/slide" Target="slide79.xml"/><Relationship Id="rId9" Type="http://schemas.openxmlformats.org/officeDocument/2006/relationships/audio" Target="../media/snd_pop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19.png"/><Relationship Id="rId6" Type="http://schemas.openxmlformats.org/officeDocument/2006/relationships/slide" Target="slide75.xml"/><Relationship Id="rId7" Type="http://schemas.openxmlformats.org/officeDocument/2006/relationships/slide" Target="slide78.xml"/><Relationship Id="rId8" Type="http://schemas.openxmlformats.org/officeDocument/2006/relationships/slide" Target="slide79.xml"/><Relationship Id="rId9" Type="http://schemas.openxmlformats.org/officeDocument/2006/relationships/audio" Target="../media/snd_bo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slide" Target="slide77.xml"/><Relationship Id="rId6" Type="http://schemas.openxmlformats.org/officeDocument/2006/relationships/slide" Target="slide78.xml"/><Relationship Id="rId7" Type="http://schemas.openxmlformats.org/officeDocument/2006/relationships/slide" Target="slide79.xml"/><Relationship Id="rId8" Type="http://schemas.openxmlformats.org/officeDocument/2006/relationships/audio" Target="../media/snd_pop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slide" Target="slide77.xml"/><Relationship Id="rId6" Type="http://schemas.openxmlformats.org/officeDocument/2006/relationships/slide" Target="slide78.xml"/><Relationship Id="rId7" Type="http://schemas.openxmlformats.org/officeDocument/2006/relationships/slide" Target="slide79.xml"/><Relationship Id="rId8" Type="http://schemas.openxmlformats.org/officeDocument/2006/relationships/audio" Target="../media/snd_bo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slide" Target="slide79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slide" Target="slide81.xml"/><Relationship Id="rId8" Type="http://schemas.openxmlformats.org/officeDocument/2006/relationships/slide" Target="slide80.xml"/><Relationship Id="rId9" Type="http://schemas.openxmlformats.org/officeDocument/2006/relationships/slide" Target="slide8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slide" Target="slide81.xml"/><Relationship Id="rId8" Type="http://schemas.openxmlformats.org/officeDocument/2006/relationships/slide" Target="slide80.xml"/><Relationship Id="rId9" Type="http://schemas.openxmlformats.org/officeDocument/2006/relationships/slide" Target="slide82.xml"/><Relationship Id="rId10" Type="http://schemas.openxmlformats.org/officeDocument/2006/relationships/audio" Target="../media/snd_bo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slide" Target="slide82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slide" Target="slide83.xml"/><Relationship Id="rId6" Type="http://schemas.openxmlformats.org/officeDocument/2006/relationships/slide" Target="slide84.xml"/><Relationship Id="rId7" Type="http://schemas.openxmlformats.org/officeDocument/2006/relationships/slide" Target="slide86.xml"/><Relationship Id="rId8" Type="http://schemas.openxmlformats.org/officeDocument/2006/relationships/slide" Target="slide8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slide" Target="slide83.xml"/><Relationship Id="rId6" Type="http://schemas.openxmlformats.org/officeDocument/2006/relationships/slide" Target="slide84.xml"/><Relationship Id="rId7" Type="http://schemas.openxmlformats.org/officeDocument/2006/relationships/slide" Target="slide86.xml"/><Relationship Id="rId8" Type="http://schemas.openxmlformats.org/officeDocument/2006/relationships/slide" Target="slide89.xml"/><Relationship Id="rId9" Type="http://schemas.openxmlformats.org/officeDocument/2006/relationships/audio" Target="../media/snd_boin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slide" Target="slide85.xml"/><Relationship Id="rId6" Type="http://schemas.openxmlformats.org/officeDocument/2006/relationships/slide" Target="slide88.xml"/><Relationship Id="rId7" Type="http://schemas.openxmlformats.org/officeDocument/2006/relationships/slide" Target="slide89.xml"/><Relationship Id="rId8" Type="http://schemas.openxmlformats.org/officeDocument/2006/relationships/audio" Target="../media/snd_splash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slide" Target="slide85.xml"/><Relationship Id="rId6" Type="http://schemas.openxmlformats.org/officeDocument/2006/relationships/slide" Target="slide88.xml"/><Relationship Id="rId7" Type="http://schemas.openxmlformats.org/officeDocument/2006/relationships/slide" Target="slide89.xml"/><Relationship Id="rId8" Type="http://schemas.openxmlformats.org/officeDocument/2006/relationships/audio" Target="../media/snd_boing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slide" Target="slide87.xml"/><Relationship Id="rId6" Type="http://schemas.openxmlformats.org/officeDocument/2006/relationships/slide" Target="slide88.xml"/><Relationship Id="rId7" Type="http://schemas.openxmlformats.org/officeDocument/2006/relationships/slide" Target="slide89.xml"/><Relationship Id="rId8" Type="http://schemas.openxmlformats.org/officeDocument/2006/relationships/audio" Target="../media/snd_splash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slide" Target="slide87.xml"/><Relationship Id="rId6" Type="http://schemas.openxmlformats.org/officeDocument/2006/relationships/slide" Target="slide88.xml"/><Relationship Id="rId7" Type="http://schemas.openxmlformats.org/officeDocument/2006/relationships/slide" Target="slide89.xml"/><Relationship Id="rId8" Type="http://schemas.openxmlformats.org/officeDocument/2006/relationships/audio" Target="../media/snd_boing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slide" Target="slide89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0.xml"/><Relationship Id="rId4" Type="http://schemas.openxmlformats.org/officeDocument/2006/relationships/slide" Target="slide91.xml"/><Relationship Id="rId5" Type="http://schemas.openxmlformats.org/officeDocument/2006/relationships/slide" Target="slide93.xml"/><Relationship Id="rId6" Type="http://schemas.openxmlformats.org/officeDocument/2006/relationships/slide" Target="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0.xml"/><Relationship Id="rId4" Type="http://schemas.openxmlformats.org/officeDocument/2006/relationships/slide" Target="slide91.xml"/><Relationship Id="rId5" Type="http://schemas.openxmlformats.org/officeDocument/2006/relationships/slide" Target="slide93.xml"/><Relationship Id="rId6" Type="http://schemas.openxmlformats.org/officeDocument/2006/relationships/slide" Target="slide96.xml"/><Relationship Id="rId7" Type="http://schemas.openxmlformats.org/officeDocument/2006/relationships/audio" Target="../media/snd_boing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2.xml"/><Relationship Id="rId4" Type="http://schemas.openxmlformats.org/officeDocument/2006/relationships/slide" Target="slide95.xml"/><Relationship Id="rId5" Type="http://schemas.openxmlformats.org/officeDocument/2006/relationships/slide" Target="slide96.xml"/><Relationship Id="rId6" Type="http://schemas.openxmlformats.org/officeDocument/2006/relationships/audio" Target="../media/snd_bonk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2.xml"/><Relationship Id="rId4" Type="http://schemas.openxmlformats.org/officeDocument/2006/relationships/slide" Target="slide95.xml"/><Relationship Id="rId5" Type="http://schemas.openxmlformats.org/officeDocument/2006/relationships/slide" Target="slide96.xml"/><Relationship Id="rId6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4.xml"/><Relationship Id="rId4" Type="http://schemas.openxmlformats.org/officeDocument/2006/relationships/slide" Target="slide95.xml"/><Relationship Id="rId5" Type="http://schemas.openxmlformats.org/officeDocument/2006/relationships/slide" Target="slide96.xml"/><Relationship Id="rId6" Type="http://schemas.openxmlformats.org/officeDocument/2006/relationships/audio" Target="../media/snd_bonk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4.xml"/><Relationship Id="rId4" Type="http://schemas.openxmlformats.org/officeDocument/2006/relationships/slide" Target="slide95.xml"/><Relationship Id="rId5" Type="http://schemas.openxmlformats.org/officeDocument/2006/relationships/slide" Target="slide96.xml"/><Relationship Id="rId6" Type="http://schemas.openxmlformats.org/officeDocument/2006/relationships/audio" Target="../media/snd_bo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96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0.xml"/><Relationship Id="rId6" Type="http://schemas.openxmlformats.org/officeDocument/2006/relationships/slide" Target="slide97.xml"/><Relationship Id="rId7" Type="http://schemas.openxmlformats.org/officeDocument/2006/relationships/slide" Target="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98.xml"/><Relationship Id="rId6" Type="http://schemas.openxmlformats.org/officeDocument/2006/relationships/slide" Target="slide101.xml"/><Relationship Id="rId7" Type="http://schemas.openxmlformats.org/officeDocument/2006/relationships/slide" Target="slide103.xml"/><Relationship Id="rId8" Type="http://schemas.openxmlformats.org/officeDocument/2006/relationships/audio" Target="../media/snd_ding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99.xml"/><Relationship Id="rId6" Type="http://schemas.openxmlformats.org/officeDocument/2006/relationships/slide" Target="slide103.xml"/><Relationship Id="rId7" Type="http://schemas.openxmlformats.org/officeDocument/2006/relationships/audio" Target="../media/snd_d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2.xml"/><Relationship Id="rId6" Type="http://schemas.openxmlformats.org/officeDocument/2006/relationships/slide" Target="slide103.xml"/><Relationship Id="rId7" Type="http://schemas.openxmlformats.org/officeDocument/2006/relationships/audio" Target="../media/snd_d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0.xml"/><Relationship Id="rId6" Type="http://schemas.openxmlformats.org/officeDocument/2006/relationships/slide" Target="slide97.xml"/><Relationship Id="rId7" Type="http://schemas.openxmlformats.org/officeDocument/2006/relationships/slide" Target="slide103.xml"/><Relationship Id="rId8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98.xml"/><Relationship Id="rId6" Type="http://schemas.openxmlformats.org/officeDocument/2006/relationships/slide" Target="slide101.xml"/><Relationship Id="rId7" Type="http://schemas.openxmlformats.org/officeDocument/2006/relationships/slide" Target="slide103.xml"/><Relationship Id="rId8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3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105.xml"/><Relationship Id="rId7" Type="http://schemas.openxmlformats.org/officeDocument/2006/relationships/slide" Target="slide104.xml"/><Relationship Id="rId8" Type="http://schemas.openxmlformats.org/officeDocument/2006/relationships/slide" Target="slide107.xml"/><Relationship Id="rId9" Type="http://schemas.openxmlformats.org/officeDocument/2006/relationships/slide" Target="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105.xml"/><Relationship Id="rId7" Type="http://schemas.openxmlformats.org/officeDocument/2006/relationships/slide" Target="slide104.xml"/><Relationship Id="rId8" Type="http://schemas.openxmlformats.org/officeDocument/2006/relationships/slide" Target="slide107.xml"/><Relationship Id="rId9" Type="http://schemas.openxmlformats.org/officeDocument/2006/relationships/slide" Target="slide110.xml"/><Relationship Id="rId10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slide" Target="slide106.xml"/><Relationship Id="rId6" Type="http://schemas.openxmlformats.org/officeDocument/2006/relationships/slide" Target="slide109.xml"/><Relationship Id="rId7" Type="http://schemas.openxmlformats.org/officeDocument/2006/relationships/slide" Target="slide110.xml"/><Relationship Id="rId8" Type="http://schemas.openxmlformats.org/officeDocument/2006/relationships/audio" Target="../media/snd_pop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slide" Target="slide106.xml"/><Relationship Id="rId6" Type="http://schemas.openxmlformats.org/officeDocument/2006/relationships/slide" Target="slide109.xml"/><Relationship Id="rId7" Type="http://schemas.openxmlformats.org/officeDocument/2006/relationships/slide" Target="slide110.xml"/><Relationship Id="rId8" Type="http://schemas.openxmlformats.org/officeDocument/2006/relationships/audio" Target="../media/snd_bo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109.xml"/><Relationship Id="rId7" Type="http://schemas.openxmlformats.org/officeDocument/2006/relationships/slide" Target="slide108.xml"/><Relationship Id="rId8" Type="http://schemas.openxmlformats.org/officeDocument/2006/relationships/slide" Target="slide110.xml"/><Relationship Id="rId9" Type="http://schemas.openxmlformats.org/officeDocument/2006/relationships/audio" Target="../media/snd_pop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109.xml"/><Relationship Id="rId7" Type="http://schemas.openxmlformats.org/officeDocument/2006/relationships/slide" Target="slide108.xml"/><Relationship Id="rId8" Type="http://schemas.openxmlformats.org/officeDocument/2006/relationships/slide" Target="slide110.xml"/><Relationship Id="rId9" Type="http://schemas.openxmlformats.org/officeDocument/2006/relationships/audio" Target="../media/snd_bo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slide" Target="slide110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slide" Target="slide111.xml"/><Relationship Id="rId9" Type="http://schemas.openxmlformats.org/officeDocument/2006/relationships/slide" Target="slide112.xml"/><Relationship Id="rId10" Type="http://schemas.openxmlformats.org/officeDocument/2006/relationships/slide" Target="slide11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slide" Target="slide111.xml"/><Relationship Id="rId9" Type="http://schemas.openxmlformats.org/officeDocument/2006/relationships/slide" Target="slide112.xml"/><Relationship Id="rId10" Type="http://schemas.openxmlformats.org/officeDocument/2006/relationships/slide" Target="slide113.xml"/><Relationship Id="rId11" Type="http://schemas.openxmlformats.org/officeDocument/2006/relationships/audio" Target="../media/snd_boing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8.png"/><Relationship Id="rId7" Type="http://schemas.openxmlformats.org/officeDocument/2006/relationships/slide" Target="slide113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slide" Target="slide115.xml"/><Relationship Id="rId7" Type="http://schemas.openxmlformats.org/officeDocument/2006/relationships/slide" Target="slide117.xml"/><Relationship Id="rId8" Type="http://schemas.openxmlformats.org/officeDocument/2006/relationships/slide" Target="slide114.xml"/><Relationship Id="rId9" Type="http://schemas.openxmlformats.org/officeDocument/2006/relationships/slide" Target="slide1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slide" Target="slide115.xml"/><Relationship Id="rId7" Type="http://schemas.openxmlformats.org/officeDocument/2006/relationships/slide" Target="slide117.xml"/><Relationship Id="rId8" Type="http://schemas.openxmlformats.org/officeDocument/2006/relationships/slide" Target="slide114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slide" Target="slide119.xml"/><Relationship Id="rId6" Type="http://schemas.openxmlformats.org/officeDocument/2006/relationships/slide" Target="slide116.xml"/><Relationship Id="rId7" Type="http://schemas.openxmlformats.org/officeDocument/2006/relationships/slide" Target="slide120.xml"/><Relationship Id="rId8" Type="http://schemas.openxmlformats.org/officeDocument/2006/relationships/audio" Target="../media/snd_splash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slide" Target="slide119.xml"/><Relationship Id="rId6" Type="http://schemas.openxmlformats.org/officeDocument/2006/relationships/slide" Target="slide116.xml"/><Relationship Id="rId7" Type="http://schemas.openxmlformats.org/officeDocument/2006/relationships/slide" Target="slide120.xml"/><Relationship Id="rId8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slide" Target="slide119.xml"/><Relationship Id="rId7" Type="http://schemas.openxmlformats.org/officeDocument/2006/relationships/slide" Target="slide118.xml"/><Relationship Id="rId8" Type="http://schemas.openxmlformats.org/officeDocument/2006/relationships/slide" Target="slide120.xml"/><Relationship Id="rId9" Type="http://schemas.openxmlformats.org/officeDocument/2006/relationships/audio" Target="../media/snd_splash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slide" Target="slide119.xml"/><Relationship Id="rId7" Type="http://schemas.openxmlformats.org/officeDocument/2006/relationships/slide" Target="slide118.xml"/><Relationship Id="rId8" Type="http://schemas.openxmlformats.org/officeDocument/2006/relationships/slide" Target="slide120.xml"/><Relationship Id="rId9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slide" Target="slide120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21.xml"/><Relationship Id="rId4" Type="http://schemas.openxmlformats.org/officeDocument/2006/relationships/slide" Target="slide122.xml"/><Relationship Id="rId5" Type="http://schemas.openxmlformats.org/officeDocument/2006/relationships/slide" Target="slide124.xml"/><Relationship Id="rId6" Type="http://schemas.openxmlformats.org/officeDocument/2006/relationships/slide" Target="slide12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21.xml"/><Relationship Id="rId4" Type="http://schemas.openxmlformats.org/officeDocument/2006/relationships/slide" Target="slide122.xml"/><Relationship Id="rId5" Type="http://schemas.openxmlformats.org/officeDocument/2006/relationships/slide" Target="slide124.xml"/><Relationship Id="rId6" Type="http://schemas.openxmlformats.org/officeDocument/2006/relationships/slide" Target="slide127.xml"/><Relationship Id="rId7" Type="http://schemas.openxmlformats.org/officeDocument/2006/relationships/audio" Target="../media/snd_boing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23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nk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23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25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nk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25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ing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27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128.xml"/><Relationship Id="rId12" Type="http://schemas.openxmlformats.org/officeDocument/2006/relationships/slide" Target="slide129.xml"/><Relationship Id="rId13" Type="http://schemas.openxmlformats.org/officeDocument/2006/relationships/slide" Target="slide130.xml"/><Relationship Id="rId14" Type="http://schemas.openxmlformats.org/officeDocument/2006/relationships/slide" Target="slide131.xml"/><Relationship Id="rId15" Type="http://schemas.openxmlformats.org/officeDocument/2006/relationships/slide" Target="slide132.xml"/><Relationship Id="rId16" Type="http://schemas.openxmlformats.org/officeDocument/2006/relationships/slide" Target="slide133.xml"/><Relationship Id="rId17" Type="http://schemas.openxmlformats.org/officeDocument/2006/relationships/slide" Target="slide134.xml"/><Relationship Id="rId18" Type="http://schemas.openxmlformats.org/officeDocument/2006/relationships/slide" Target="slide135.xml"/><Relationship Id="rId19" Type="http://schemas.openxmlformats.org/officeDocument/2006/relationships/slide" Target="slide13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slide" Target="slide137.xml"/><Relationship Id="rId8" Type="http://schemas.openxmlformats.org/officeDocument/2006/relationships/slide" Target="slide138.xml"/><Relationship Id="rId9" Type="http://schemas.openxmlformats.org/officeDocument/2006/relationships/slide" Target="slide140.xml"/><Relationship Id="rId10" Type="http://schemas.openxmlformats.org/officeDocument/2006/relationships/slide" Target="slide14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slide" Target="slide137.xml"/><Relationship Id="rId8" Type="http://schemas.openxmlformats.org/officeDocument/2006/relationships/slide" Target="slide138.xml"/><Relationship Id="rId9" Type="http://schemas.openxmlformats.org/officeDocument/2006/relationships/slide" Target="slide140.xml"/><Relationship Id="rId10" Type="http://schemas.openxmlformats.org/officeDocument/2006/relationships/slide" Target="slide143.xml"/><Relationship Id="rId11" Type="http://schemas.openxmlformats.org/officeDocument/2006/relationships/audio" Target="../media/snd_boing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slide" Target="slide139.xml"/><Relationship Id="rId7" Type="http://schemas.openxmlformats.org/officeDocument/2006/relationships/slide" Target="slide142.xml"/><Relationship Id="rId8" Type="http://schemas.openxmlformats.org/officeDocument/2006/relationships/slide" Target="slide143.xml"/><Relationship Id="rId9" Type="http://schemas.openxmlformats.org/officeDocument/2006/relationships/audio" Target="../media/snd_pop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slide" Target="slide139.xml"/><Relationship Id="rId7" Type="http://schemas.openxmlformats.org/officeDocument/2006/relationships/slide" Target="slide142.xml"/><Relationship Id="rId8" Type="http://schemas.openxmlformats.org/officeDocument/2006/relationships/slide" Target="slide143.xml"/><Relationship Id="rId9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slide" Target="slide141.xml"/><Relationship Id="rId8" Type="http://schemas.openxmlformats.org/officeDocument/2006/relationships/slide" Target="slide142.xml"/><Relationship Id="rId9" Type="http://schemas.openxmlformats.org/officeDocument/2006/relationships/slide" Target="slide143.xml"/><Relationship Id="rId10" Type="http://schemas.openxmlformats.org/officeDocument/2006/relationships/audio" Target="../media/snd_pop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slide" Target="slide141.xml"/><Relationship Id="rId8" Type="http://schemas.openxmlformats.org/officeDocument/2006/relationships/slide" Target="slide142.xml"/><Relationship Id="rId9" Type="http://schemas.openxmlformats.org/officeDocument/2006/relationships/slide" Target="slide143.xml"/><Relationship Id="rId10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slide" Target="slide143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slide" Target="slide144.xml"/><Relationship Id="rId7" Type="http://schemas.openxmlformats.org/officeDocument/2006/relationships/slide" Target="slide145.xml"/><Relationship Id="rId8" Type="http://schemas.openxmlformats.org/officeDocument/2006/relationships/slide" Target="slide14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slide" Target="slide144.xml"/><Relationship Id="rId7" Type="http://schemas.openxmlformats.org/officeDocument/2006/relationships/slide" Target="slide145.xml"/><Relationship Id="rId8" Type="http://schemas.openxmlformats.org/officeDocument/2006/relationships/slide" Target="slide146.xml"/><Relationship Id="rId9" Type="http://schemas.openxmlformats.org/officeDocument/2006/relationships/audio" Target="../media/snd_boing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slide" Target="slide146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47.xml"/><Relationship Id="rId6" Type="http://schemas.openxmlformats.org/officeDocument/2006/relationships/slide" Target="slide150.xml"/><Relationship Id="rId7" Type="http://schemas.openxmlformats.org/officeDocument/2006/relationships/slide" Target="slide153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51.xml"/><Relationship Id="rId6" Type="http://schemas.openxmlformats.org/officeDocument/2006/relationships/slide" Target="slide148.xml"/><Relationship Id="rId7" Type="http://schemas.openxmlformats.org/officeDocument/2006/relationships/slide" Target="slide153.xml"/><Relationship Id="rId8" Type="http://schemas.openxmlformats.org/officeDocument/2006/relationships/audio" Target="../media/snd_ding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49.xml"/><Relationship Id="rId6" Type="http://schemas.openxmlformats.org/officeDocument/2006/relationships/slide" Target="slide153.xml"/><Relationship Id="rId7" Type="http://schemas.openxmlformats.org/officeDocument/2006/relationships/audio" Target="../media/snd_d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52.xml"/><Relationship Id="rId6" Type="http://schemas.openxmlformats.org/officeDocument/2006/relationships/slide" Target="slide153.xml"/><Relationship Id="rId7" Type="http://schemas.openxmlformats.org/officeDocument/2006/relationships/audio" Target="../media/snd_d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47.xml"/><Relationship Id="rId6" Type="http://schemas.openxmlformats.org/officeDocument/2006/relationships/slide" Target="slide150.xml"/><Relationship Id="rId7" Type="http://schemas.openxmlformats.org/officeDocument/2006/relationships/slide" Target="slide153.xml"/><Relationship Id="rId8" Type="http://schemas.openxmlformats.org/officeDocument/2006/relationships/audio" Target="../media/snd_bo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51.xml"/><Relationship Id="rId6" Type="http://schemas.openxmlformats.org/officeDocument/2006/relationships/slide" Target="slide148.xml"/><Relationship Id="rId7" Type="http://schemas.openxmlformats.org/officeDocument/2006/relationships/slide" Target="slide153.xml"/><Relationship Id="rId8" Type="http://schemas.openxmlformats.org/officeDocument/2006/relationships/audio" Target="../media/snd_bo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53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slide" Target="slide155.xml"/><Relationship Id="rId7" Type="http://schemas.openxmlformats.org/officeDocument/2006/relationships/slide" Target="slide154.xml"/><Relationship Id="rId8" Type="http://schemas.openxmlformats.org/officeDocument/2006/relationships/slide" Target="slide157.xml"/><Relationship Id="rId9" Type="http://schemas.openxmlformats.org/officeDocument/2006/relationships/slide" Target="slide160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slide" Target="slide155.xml"/><Relationship Id="rId7" Type="http://schemas.openxmlformats.org/officeDocument/2006/relationships/slide" Target="slide154.xml"/><Relationship Id="rId8" Type="http://schemas.openxmlformats.org/officeDocument/2006/relationships/slide" Target="slide157.xml"/><Relationship Id="rId9" Type="http://schemas.openxmlformats.org/officeDocument/2006/relationships/slide" Target="slide160.xml"/><Relationship Id="rId10" Type="http://schemas.openxmlformats.org/officeDocument/2006/relationships/audio" Target="../media/snd_bo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slide" Target="slide156.xml"/><Relationship Id="rId7" Type="http://schemas.openxmlformats.org/officeDocument/2006/relationships/slide" Target="slide159.xml"/><Relationship Id="rId8" Type="http://schemas.openxmlformats.org/officeDocument/2006/relationships/slide" Target="slide160.xml"/><Relationship Id="rId9" Type="http://schemas.openxmlformats.org/officeDocument/2006/relationships/audio" Target="../media/snd_splash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slide" Target="slide156.xml"/><Relationship Id="rId7" Type="http://schemas.openxmlformats.org/officeDocument/2006/relationships/slide" Target="slide159.xml"/><Relationship Id="rId8" Type="http://schemas.openxmlformats.org/officeDocument/2006/relationships/slide" Target="slide160.xml"/><Relationship Id="rId9" Type="http://schemas.openxmlformats.org/officeDocument/2006/relationships/audio" Target="../media/snd_bo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slide" Target="slide159.xml"/><Relationship Id="rId7" Type="http://schemas.openxmlformats.org/officeDocument/2006/relationships/slide" Target="slide158.xml"/><Relationship Id="rId8" Type="http://schemas.openxmlformats.org/officeDocument/2006/relationships/slide" Target="slide160.xml"/><Relationship Id="rId9" Type="http://schemas.openxmlformats.org/officeDocument/2006/relationships/audio" Target="../media/snd_splash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slide" Target="slide159.xml"/><Relationship Id="rId7" Type="http://schemas.openxmlformats.org/officeDocument/2006/relationships/slide" Target="slide158.xml"/><Relationship Id="rId8" Type="http://schemas.openxmlformats.org/officeDocument/2006/relationships/slide" Target="slide160.xml"/><Relationship Id="rId9" Type="http://schemas.openxmlformats.org/officeDocument/2006/relationships/audio" Target="../media/snd_bo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slide" Target="slide160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61.xml"/><Relationship Id="rId4" Type="http://schemas.openxmlformats.org/officeDocument/2006/relationships/slide" Target="slide162.xml"/><Relationship Id="rId5" Type="http://schemas.openxmlformats.org/officeDocument/2006/relationships/slide" Target="slide164.xml"/><Relationship Id="rId6" Type="http://schemas.openxmlformats.org/officeDocument/2006/relationships/slide" Target="slide16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61.xml"/><Relationship Id="rId4" Type="http://schemas.openxmlformats.org/officeDocument/2006/relationships/slide" Target="slide162.xml"/><Relationship Id="rId5" Type="http://schemas.openxmlformats.org/officeDocument/2006/relationships/slide" Target="slide164.xml"/><Relationship Id="rId6" Type="http://schemas.openxmlformats.org/officeDocument/2006/relationships/slide" Target="slide167.xml"/><Relationship Id="rId7" Type="http://schemas.openxmlformats.org/officeDocument/2006/relationships/audio" Target="../media/snd_bo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63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63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65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nk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65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ing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67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5.png"/><Relationship Id="rId7" Type="http://schemas.openxmlformats.org/officeDocument/2006/relationships/slide" Target="slide168.xml"/><Relationship Id="rId8" Type="http://schemas.openxmlformats.org/officeDocument/2006/relationships/slide" Target="slide169.xml"/><Relationship Id="rId9" Type="http://schemas.openxmlformats.org/officeDocument/2006/relationships/slide" Target="slide171.xml"/><Relationship Id="rId10" Type="http://schemas.openxmlformats.org/officeDocument/2006/relationships/slide" Target="slide17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5.png"/><Relationship Id="rId7" Type="http://schemas.openxmlformats.org/officeDocument/2006/relationships/slide" Target="slide168.xml"/><Relationship Id="rId8" Type="http://schemas.openxmlformats.org/officeDocument/2006/relationships/slide" Target="slide169.xml"/><Relationship Id="rId9" Type="http://schemas.openxmlformats.org/officeDocument/2006/relationships/slide" Target="slide171.xml"/><Relationship Id="rId10" Type="http://schemas.openxmlformats.org/officeDocument/2006/relationships/slide" Target="slide174.xml"/><Relationship Id="rId11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5.png"/><Relationship Id="rId6" Type="http://schemas.openxmlformats.org/officeDocument/2006/relationships/slide" Target="slide170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pop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5.png"/><Relationship Id="rId6" Type="http://schemas.openxmlformats.org/officeDocument/2006/relationships/slide" Target="slide170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slide" Target="slide172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pop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slide" Target="slide172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slide" Target="slide174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6.png"/><Relationship Id="rId6" Type="http://schemas.openxmlformats.org/officeDocument/2006/relationships/slide" Target="slide175.xml"/><Relationship Id="rId7" Type="http://schemas.openxmlformats.org/officeDocument/2006/relationships/slide" Target="slide176.xml"/><Relationship Id="rId8" Type="http://schemas.openxmlformats.org/officeDocument/2006/relationships/slide" Target="slide17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36.png"/><Relationship Id="rId6" Type="http://schemas.openxmlformats.org/officeDocument/2006/relationships/slide" Target="slide175.xml"/><Relationship Id="rId7" Type="http://schemas.openxmlformats.org/officeDocument/2006/relationships/slide" Target="slide176.xml"/><Relationship Id="rId8" Type="http://schemas.openxmlformats.org/officeDocument/2006/relationships/slide" Target="slide177.xml"/><Relationship Id="rId9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36.png"/><Relationship Id="rId6" Type="http://schemas.openxmlformats.org/officeDocument/2006/relationships/slide" Target="slide177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slide" Target="slide178.xml"/><Relationship Id="rId8" Type="http://schemas.openxmlformats.org/officeDocument/2006/relationships/slide" Target="slide179.xml"/><Relationship Id="rId9" Type="http://schemas.openxmlformats.org/officeDocument/2006/relationships/slide" Target="slide181.xml"/><Relationship Id="rId10" Type="http://schemas.openxmlformats.org/officeDocument/2006/relationships/slide" Target="slide184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slide" Target="slide178.xml"/><Relationship Id="rId8" Type="http://schemas.openxmlformats.org/officeDocument/2006/relationships/slide" Target="slide179.xml"/><Relationship Id="rId9" Type="http://schemas.openxmlformats.org/officeDocument/2006/relationships/slide" Target="slide181.xml"/><Relationship Id="rId10" Type="http://schemas.openxmlformats.org/officeDocument/2006/relationships/slide" Target="slide184.xml"/><Relationship Id="rId11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slide" Target="slide180.xml"/><Relationship Id="rId8" Type="http://schemas.openxmlformats.org/officeDocument/2006/relationships/slide" Target="slide183.xml"/><Relationship Id="rId9" Type="http://schemas.openxmlformats.org/officeDocument/2006/relationships/slide" Target="slide184.xml"/><Relationship Id="rId10" Type="http://schemas.openxmlformats.org/officeDocument/2006/relationships/audio" Target="../media/snd_splash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slide" Target="slide180.xml"/><Relationship Id="rId8" Type="http://schemas.openxmlformats.org/officeDocument/2006/relationships/slide" Target="slide183.xml"/><Relationship Id="rId9" Type="http://schemas.openxmlformats.org/officeDocument/2006/relationships/slide" Target="slide184.xml"/><Relationship Id="rId10" Type="http://schemas.openxmlformats.org/officeDocument/2006/relationships/audio" Target="../media/snd_bo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splash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bo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slide" Target="slide184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5.xml"/><Relationship Id="rId4" Type="http://schemas.openxmlformats.org/officeDocument/2006/relationships/slide" Target="slide186.xml"/><Relationship Id="rId5" Type="http://schemas.openxmlformats.org/officeDocument/2006/relationships/slide" Target="slide188.xml"/><Relationship Id="rId6" Type="http://schemas.openxmlformats.org/officeDocument/2006/relationships/slide" Target="slide19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5.xml"/><Relationship Id="rId4" Type="http://schemas.openxmlformats.org/officeDocument/2006/relationships/slide" Target="slide186.xml"/><Relationship Id="rId5" Type="http://schemas.openxmlformats.org/officeDocument/2006/relationships/slide" Target="slide188.xml"/><Relationship Id="rId6" Type="http://schemas.openxmlformats.org/officeDocument/2006/relationships/slide" Target="slide191.xml"/><Relationship Id="rId7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9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89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191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192.xml"/><Relationship Id="rId12" Type="http://schemas.openxmlformats.org/officeDocument/2006/relationships/slide" Target="slide193.xml"/><Relationship Id="rId13" Type="http://schemas.openxmlformats.org/officeDocument/2006/relationships/slide" Target="slide194.xml"/><Relationship Id="rId14" Type="http://schemas.openxmlformats.org/officeDocument/2006/relationships/slide" Target="slide195.xml"/><Relationship Id="rId15" Type="http://schemas.openxmlformats.org/officeDocument/2006/relationships/slide" Target="slide196.xml"/><Relationship Id="rId16" Type="http://schemas.openxmlformats.org/officeDocument/2006/relationships/slide" Target="slide197.xml"/><Relationship Id="rId17" Type="http://schemas.openxmlformats.org/officeDocument/2006/relationships/slide" Target="slide198.xml"/><Relationship Id="rId18" Type="http://schemas.openxmlformats.org/officeDocument/2006/relationships/slide" Target="slide199.xml"/><Relationship Id="rId19" Type="http://schemas.openxmlformats.org/officeDocument/2006/relationships/slide" Target="slide200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4.xml"/><Relationship Id="rId6" Type="http://schemas.openxmlformats.org/officeDocument/2006/relationships/slide" Target="slide201.xml"/><Relationship Id="rId7" Type="http://schemas.openxmlformats.org/officeDocument/2006/relationships/slide" Target="slide20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2.xml"/><Relationship Id="rId6" Type="http://schemas.openxmlformats.org/officeDocument/2006/relationships/slide" Target="slide205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3.xml"/><Relationship Id="rId6" Type="http://schemas.openxmlformats.org/officeDocument/2006/relationships/slide" Target="slide207.xml"/><Relationship Id="rId7" Type="http://schemas.openxmlformats.org/officeDocument/2006/relationships/audio" Target="../media/snd_ding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6.xml"/><Relationship Id="rId6" Type="http://schemas.openxmlformats.org/officeDocument/2006/relationships/slide" Target="slide207.xml"/><Relationship Id="rId7" Type="http://schemas.openxmlformats.org/officeDocument/2006/relationships/audio" Target="../media/snd_ding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4.xml"/><Relationship Id="rId6" Type="http://schemas.openxmlformats.org/officeDocument/2006/relationships/slide" Target="slide201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2.xml"/><Relationship Id="rId6" Type="http://schemas.openxmlformats.org/officeDocument/2006/relationships/slide" Target="slide205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7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20.png"/><Relationship Id="rId7" Type="http://schemas.openxmlformats.org/officeDocument/2006/relationships/slide" Target="slide208.xml"/><Relationship Id="rId8" Type="http://schemas.openxmlformats.org/officeDocument/2006/relationships/slide" Target="slide209.xml"/><Relationship Id="rId9" Type="http://schemas.openxmlformats.org/officeDocument/2006/relationships/slide" Target="slide211.xml"/><Relationship Id="rId10" Type="http://schemas.openxmlformats.org/officeDocument/2006/relationships/slide" Target="slide214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20.png"/><Relationship Id="rId7" Type="http://schemas.openxmlformats.org/officeDocument/2006/relationships/slide" Target="slide208.xml"/><Relationship Id="rId8" Type="http://schemas.openxmlformats.org/officeDocument/2006/relationships/slide" Target="slide209.xml"/><Relationship Id="rId9" Type="http://schemas.openxmlformats.org/officeDocument/2006/relationships/slide" Target="slide211.xml"/><Relationship Id="rId10" Type="http://schemas.openxmlformats.org/officeDocument/2006/relationships/slide" Target="slide214.xml"/><Relationship Id="rId11" Type="http://schemas.openxmlformats.org/officeDocument/2006/relationships/audio" Target="../media/snd_boing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slide" Target="slide210.xml"/><Relationship Id="rId8" Type="http://schemas.openxmlformats.org/officeDocument/2006/relationships/slide" Target="slide213.xml"/><Relationship Id="rId9" Type="http://schemas.openxmlformats.org/officeDocument/2006/relationships/slide" Target="slide214.xml"/><Relationship Id="rId10" Type="http://schemas.openxmlformats.org/officeDocument/2006/relationships/audio" Target="../media/snd_pop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slide" Target="slide210.xml"/><Relationship Id="rId8" Type="http://schemas.openxmlformats.org/officeDocument/2006/relationships/slide" Target="slide213.xml"/><Relationship Id="rId9" Type="http://schemas.openxmlformats.org/officeDocument/2006/relationships/slide" Target="slide214.xml"/><Relationship Id="rId10" Type="http://schemas.openxmlformats.org/officeDocument/2006/relationships/audio" Target="../media/snd_boing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20.png"/><Relationship Id="rId7" Type="http://schemas.openxmlformats.org/officeDocument/2006/relationships/slide" Target="slide212.xml"/><Relationship Id="rId8" Type="http://schemas.openxmlformats.org/officeDocument/2006/relationships/slide" Target="slide213.xml"/><Relationship Id="rId9" Type="http://schemas.openxmlformats.org/officeDocument/2006/relationships/slide" Target="slide214.xml"/><Relationship Id="rId10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20.png"/><Relationship Id="rId7" Type="http://schemas.openxmlformats.org/officeDocument/2006/relationships/slide" Target="slide212.xml"/><Relationship Id="rId8" Type="http://schemas.openxmlformats.org/officeDocument/2006/relationships/slide" Target="slide213.xml"/><Relationship Id="rId9" Type="http://schemas.openxmlformats.org/officeDocument/2006/relationships/slide" Target="slide214.xml"/><Relationship Id="rId10" Type="http://schemas.openxmlformats.org/officeDocument/2006/relationships/audio" Target="../media/snd_boing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slide" Target="slide214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slide" Target="slide215.xml"/><Relationship Id="rId8" Type="http://schemas.openxmlformats.org/officeDocument/2006/relationships/slide" Target="slide216.xml"/><Relationship Id="rId9" Type="http://schemas.openxmlformats.org/officeDocument/2006/relationships/slide" Target="slide21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36.pn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slide" Target="slide215.xml"/><Relationship Id="rId8" Type="http://schemas.openxmlformats.org/officeDocument/2006/relationships/slide" Target="slide216.xml"/><Relationship Id="rId9" Type="http://schemas.openxmlformats.org/officeDocument/2006/relationships/slide" Target="slide217.xml"/><Relationship Id="rId10" Type="http://schemas.openxmlformats.org/officeDocument/2006/relationships/audio" Target="../media/snd_boing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9.png"/><Relationship Id="rId7" Type="http://schemas.openxmlformats.org/officeDocument/2006/relationships/slide" Target="slide217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slide" Target="slide218.xml"/><Relationship Id="rId7" Type="http://schemas.openxmlformats.org/officeDocument/2006/relationships/slide" Target="slide219.xml"/><Relationship Id="rId8" Type="http://schemas.openxmlformats.org/officeDocument/2006/relationships/slide" Target="slide221.xml"/><Relationship Id="rId9" Type="http://schemas.openxmlformats.org/officeDocument/2006/relationships/slide" Target="slide224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slide" Target="slide218.xml"/><Relationship Id="rId7" Type="http://schemas.openxmlformats.org/officeDocument/2006/relationships/slide" Target="slide219.xml"/><Relationship Id="rId8" Type="http://schemas.openxmlformats.org/officeDocument/2006/relationships/slide" Target="slide221.xml"/><Relationship Id="rId9" Type="http://schemas.openxmlformats.org/officeDocument/2006/relationships/slide" Target="slide224.xml"/><Relationship Id="rId10" Type="http://schemas.openxmlformats.org/officeDocument/2006/relationships/audio" Target="../media/snd_boing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20.xml"/><Relationship Id="rId6" Type="http://schemas.openxmlformats.org/officeDocument/2006/relationships/slide" Target="slide223.xml"/><Relationship Id="rId7" Type="http://schemas.openxmlformats.org/officeDocument/2006/relationships/slide" Target="slide224.xml"/><Relationship Id="rId8" Type="http://schemas.openxmlformats.org/officeDocument/2006/relationships/audio" Target="../media/snd_splash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20.xml"/><Relationship Id="rId6" Type="http://schemas.openxmlformats.org/officeDocument/2006/relationships/slide" Target="slide223.xml"/><Relationship Id="rId7" Type="http://schemas.openxmlformats.org/officeDocument/2006/relationships/slide" Target="slide224.xml"/><Relationship Id="rId8" Type="http://schemas.openxmlformats.org/officeDocument/2006/relationships/audio" Target="../media/snd_boing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slide" Target="slide222.xml"/><Relationship Id="rId7" Type="http://schemas.openxmlformats.org/officeDocument/2006/relationships/slide" Target="slide223.xml"/><Relationship Id="rId8" Type="http://schemas.openxmlformats.org/officeDocument/2006/relationships/slide" Target="slide224.xml"/><Relationship Id="rId9" Type="http://schemas.openxmlformats.org/officeDocument/2006/relationships/audio" Target="../media/snd_splash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slide" Target="slide222.xml"/><Relationship Id="rId7" Type="http://schemas.openxmlformats.org/officeDocument/2006/relationships/slide" Target="slide223.xml"/><Relationship Id="rId8" Type="http://schemas.openxmlformats.org/officeDocument/2006/relationships/slide" Target="slide224.xml"/><Relationship Id="rId9" Type="http://schemas.openxmlformats.org/officeDocument/2006/relationships/audio" Target="../media/snd_boing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24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25.xml"/><Relationship Id="rId4" Type="http://schemas.openxmlformats.org/officeDocument/2006/relationships/slide" Target="slide226.xml"/><Relationship Id="rId5" Type="http://schemas.openxmlformats.org/officeDocument/2006/relationships/slide" Target="slide228.xml"/><Relationship Id="rId6" Type="http://schemas.openxmlformats.org/officeDocument/2006/relationships/slide" Target="slide23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25.xml"/><Relationship Id="rId4" Type="http://schemas.openxmlformats.org/officeDocument/2006/relationships/slide" Target="slide226.xml"/><Relationship Id="rId5" Type="http://schemas.openxmlformats.org/officeDocument/2006/relationships/slide" Target="slide228.xml"/><Relationship Id="rId6" Type="http://schemas.openxmlformats.org/officeDocument/2006/relationships/slide" Target="slide231.xml"/><Relationship Id="rId7" Type="http://schemas.openxmlformats.org/officeDocument/2006/relationships/audio" Target="../media/snd_boing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27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nk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27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ing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29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nk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29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ing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31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23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37.xml"/><Relationship Id="rId6" Type="http://schemas.openxmlformats.org/officeDocument/2006/relationships/slide" Target="slide233.xml"/><Relationship Id="rId7" Type="http://schemas.openxmlformats.org/officeDocument/2006/relationships/slide" Target="slide259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38.xml"/><Relationship Id="rId6" Type="http://schemas.openxmlformats.org/officeDocument/2006/relationships/slide" Target="slide234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39.xml"/><Relationship Id="rId6" Type="http://schemas.openxmlformats.org/officeDocument/2006/relationships/slide" Target="slide235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0.xml"/><Relationship Id="rId6" Type="http://schemas.openxmlformats.org/officeDocument/2006/relationships/slide" Target="slide236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1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2.xml"/><Relationship Id="rId6" Type="http://schemas.openxmlformats.org/officeDocument/2006/relationships/slide" Target="slide23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3.xml"/><Relationship Id="rId6" Type="http://schemas.openxmlformats.org/officeDocument/2006/relationships/slide" Target="slide239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4.xml"/><Relationship Id="rId6" Type="http://schemas.openxmlformats.org/officeDocument/2006/relationships/slide" Target="slide240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5.xml"/><Relationship Id="rId6" Type="http://schemas.openxmlformats.org/officeDocument/2006/relationships/slide" Target="slide241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6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7.xml"/><Relationship Id="rId6" Type="http://schemas.openxmlformats.org/officeDocument/2006/relationships/slide" Target="slide243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8.xml"/><Relationship Id="rId6" Type="http://schemas.openxmlformats.org/officeDocument/2006/relationships/slide" Target="slide244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9.xml"/><Relationship Id="rId6" Type="http://schemas.openxmlformats.org/officeDocument/2006/relationships/slide" Target="slide245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0.xml"/><Relationship Id="rId6" Type="http://schemas.openxmlformats.org/officeDocument/2006/relationships/slide" Target="slide246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1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2.xml"/><Relationship Id="rId6" Type="http://schemas.openxmlformats.org/officeDocument/2006/relationships/slide" Target="slide24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3.xml"/><Relationship Id="rId6" Type="http://schemas.openxmlformats.org/officeDocument/2006/relationships/slide" Target="slide249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4.xml"/><Relationship Id="rId6" Type="http://schemas.openxmlformats.org/officeDocument/2006/relationships/slide" Target="slide250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5.xml"/><Relationship Id="rId6" Type="http://schemas.openxmlformats.org/officeDocument/2006/relationships/slide" Target="slide251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6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3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4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5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6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slide" Target="slide259.xml"/><Relationship Id="rId5" Type="http://schemas.openxmlformats.org/officeDocument/2006/relationships/audio" Target="../media/snd_cheer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slide" Target="slide259.xml"/><Relationship Id="rId5" Type="http://schemas.openxmlformats.org/officeDocument/2006/relationships/audio" Target="../media/snd_cheer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261.xml"/><Relationship Id="rId8" Type="http://schemas.openxmlformats.org/officeDocument/2006/relationships/slide" Target="slide260.xml"/><Relationship Id="rId9" Type="http://schemas.openxmlformats.org/officeDocument/2006/relationships/slide" Target="slide263.xml"/><Relationship Id="rId10" Type="http://schemas.openxmlformats.org/officeDocument/2006/relationships/slide" Target="slide266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261.xml"/><Relationship Id="rId8" Type="http://schemas.openxmlformats.org/officeDocument/2006/relationships/slide" Target="slide260.xml"/><Relationship Id="rId9" Type="http://schemas.openxmlformats.org/officeDocument/2006/relationships/slide" Target="slide263.xml"/><Relationship Id="rId10" Type="http://schemas.openxmlformats.org/officeDocument/2006/relationships/slide" Target="slide266.xml"/><Relationship Id="rId11" Type="http://schemas.openxmlformats.org/officeDocument/2006/relationships/audio" Target="../media/snd_boing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slide" Target="slide262.xml"/><Relationship Id="rId8" Type="http://schemas.openxmlformats.org/officeDocument/2006/relationships/slide" Target="slide265.xml"/><Relationship Id="rId9" Type="http://schemas.openxmlformats.org/officeDocument/2006/relationships/slide" Target="slide266.xml"/><Relationship Id="rId10" Type="http://schemas.openxmlformats.org/officeDocument/2006/relationships/audio" Target="../media/snd_pop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slide" Target="slide262.xml"/><Relationship Id="rId8" Type="http://schemas.openxmlformats.org/officeDocument/2006/relationships/slide" Target="slide265.xml"/><Relationship Id="rId9" Type="http://schemas.openxmlformats.org/officeDocument/2006/relationships/slide" Target="slide266.xml"/><Relationship Id="rId10" Type="http://schemas.openxmlformats.org/officeDocument/2006/relationships/audio" Target="../media/snd_bo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265.xml"/><Relationship Id="rId7" Type="http://schemas.openxmlformats.org/officeDocument/2006/relationships/slide" Target="slide264.xml"/><Relationship Id="rId8" Type="http://schemas.openxmlformats.org/officeDocument/2006/relationships/slide" Target="slide266.xml"/><Relationship Id="rId9" Type="http://schemas.openxmlformats.org/officeDocument/2006/relationships/audio" Target="../media/snd_pop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265.xml"/><Relationship Id="rId7" Type="http://schemas.openxmlformats.org/officeDocument/2006/relationships/slide" Target="slide264.xml"/><Relationship Id="rId8" Type="http://schemas.openxmlformats.org/officeDocument/2006/relationships/slide" Target="slide266.xml"/><Relationship Id="rId9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slide" Target="slide266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slide" Target="slide267.xml"/><Relationship Id="rId7" Type="http://schemas.openxmlformats.org/officeDocument/2006/relationships/slide" Target="slide268.xml"/><Relationship Id="rId8" Type="http://schemas.openxmlformats.org/officeDocument/2006/relationships/slide" Target="slide269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slide" Target="slide267.xml"/><Relationship Id="rId7" Type="http://schemas.openxmlformats.org/officeDocument/2006/relationships/slide" Target="slide268.xml"/><Relationship Id="rId8" Type="http://schemas.openxmlformats.org/officeDocument/2006/relationships/slide" Target="slide269.xml"/><Relationship Id="rId9" Type="http://schemas.openxmlformats.org/officeDocument/2006/relationships/audio" Target="../media/snd_bo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slide" Target="slide269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0.xml"/><Relationship Id="rId6" Type="http://schemas.openxmlformats.org/officeDocument/2006/relationships/slide" Target="slide273.xml"/><Relationship Id="rId7" Type="http://schemas.openxmlformats.org/officeDocument/2006/relationships/slide" Target="slide276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1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2.xml"/><Relationship Id="rId6" Type="http://schemas.openxmlformats.org/officeDocument/2006/relationships/slide" Target="slide276.xml"/><Relationship Id="rId7" Type="http://schemas.openxmlformats.org/officeDocument/2006/relationships/audio" Target="../media/snd_ding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5.xml"/><Relationship Id="rId6" Type="http://schemas.openxmlformats.org/officeDocument/2006/relationships/slide" Target="slide276.xml"/><Relationship Id="rId7" Type="http://schemas.openxmlformats.org/officeDocument/2006/relationships/audio" Target="../media/snd_d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0.xml"/><Relationship Id="rId6" Type="http://schemas.openxmlformats.org/officeDocument/2006/relationships/slide" Target="slide273.xml"/><Relationship Id="rId7" Type="http://schemas.openxmlformats.org/officeDocument/2006/relationships/slide" Target="slide276.xml"/><Relationship Id="rId8" Type="http://schemas.openxmlformats.org/officeDocument/2006/relationships/audio" Target="../media/snd_bo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1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bo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6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slide" Target="slide278.xml"/><Relationship Id="rId7" Type="http://schemas.openxmlformats.org/officeDocument/2006/relationships/slide" Target="slide277.xml"/><Relationship Id="rId8" Type="http://schemas.openxmlformats.org/officeDocument/2006/relationships/slide" Target="slide280.xml"/><Relationship Id="rId9" Type="http://schemas.openxmlformats.org/officeDocument/2006/relationships/slide" Target="slide283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slide" Target="slide278.xml"/><Relationship Id="rId7" Type="http://schemas.openxmlformats.org/officeDocument/2006/relationships/slide" Target="slide277.xml"/><Relationship Id="rId8" Type="http://schemas.openxmlformats.org/officeDocument/2006/relationships/slide" Target="slide280.xml"/><Relationship Id="rId9" Type="http://schemas.openxmlformats.org/officeDocument/2006/relationships/slide" Target="slide283.xml"/><Relationship Id="rId10" Type="http://schemas.openxmlformats.org/officeDocument/2006/relationships/audio" Target="../media/snd_boing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slide" Target="slide279.xml"/><Relationship Id="rId7" Type="http://schemas.openxmlformats.org/officeDocument/2006/relationships/slide" Target="slide282.xml"/><Relationship Id="rId8" Type="http://schemas.openxmlformats.org/officeDocument/2006/relationships/slide" Target="slide283.xml"/><Relationship Id="rId9" Type="http://schemas.openxmlformats.org/officeDocument/2006/relationships/audio" Target="../media/snd_splash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slide" Target="slide279.xml"/><Relationship Id="rId7" Type="http://schemas.openxmlformats.org/officeDocument/2006/relationships/slide" Target="slide282.xml"/><Relationship Id="rId8" Type="http://schemas.openxmlformats.org/officeDocument/2006/relationships/slide" Target="slide283.xml"/><Relationship Id="rId9" Type="http://schemas.openxmlformats.org/officeDocument/2006/relationships/audio" Target="../media/snd_boing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82.xml"/><Relationship Id="rId6" Type="http://schemas.openxmlformats.org/officeDocument/2006/relationships/slide" Target="slide281.xml"/><Relationship Id="rId7" Type="http://schemas.openxmlformats.org/officeDocument/2006/relationships/slide" Target="slide283.xml"/><Relationship Id="rId8" Type="http://schemas.openxmlformats.org/officeDocument/2006/relationships/audio" Target="../media/snd_splash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82.xml"/><Relationship Id="rId6" Type="http://schemas.openxmlformats.org/officeDocument/2006/relationships/slide" Target="slide281.xml"/><Relationship Id="rId7" Type="http://schemas.openxmlformats.org/officeDocument/2006/relationships/slide" Target="slide283.xml"/><Relationship Id="rId8" Type="http://schemas.openxmlformats.org/officeDocument/2006/relationships/audio" Target="../media/snd_boing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slide" Target="slide283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85.xml"/><Relationship Id="rId4" Type="http://schemas.openxmlformats.org/officeDocument/2006/relationships/slide" Target="slide284.xml"/><Relationship Id="rId5" Type="http://schemas.openxmlformats.org/officeDocument/2006/relationships/slide" Target="slide287.xml"/><Relationship Id="rId6" Type="http://schemas.openxmlformats.org/officeDocument/2006/relationships/slide" Target="slide290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85.xml"/><Relationship Id="rId4" Type="http://schemas.openxmlformats.org/officeDocument/2006/relationships/slide" Target="slide284.xml"/><Relationship Id="rId5" Type="http://schemas.openxmlformats.org/officeDocument/2006/relationships/slide" Target="slide287.xml"/><Relationship Id="rId6" Type="http://schemas.openxmlformats.org/officeDocument/2006/relationships/slide" Target="slide290.xml"/><Relationship Id="rId7" Type="http://schemas.openxmlformats.org/officeDocument/2006/relationships/audio" Target="../media/snd_boing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86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n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86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89.xml"/><Relationship Id="rId4" Type="http://schemas.openxmlformats.org/officeDocument/2006/relationships/slide" Target="slide288.xml"/><Relationship Id="rId5" Type="http://schemas.openxmlformats.org/officeDocument/2006/relationships/slide" Target="slide290.xml"/><Relationship Id="rId6" Type="http://schemas.openxmlformats.org/officeDocument/2006/relationships/audio" Target="../media/snd_bonk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89.xml"/><Relationship Id="rId4" Type="http://schemas.openxmlformats.org/officeDocument/2006/relationships/slide" Target="slide288.xml"/><Relationship Id="rId5" Type="http://schemas.openxmlformats.org/officeDocument/2006/relationships/slide" Target="slide290.xml"/><Relationship Id="rId6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290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291.xml"/><Relationship Id="rId12" Type="http://schemas.openxmlformats.org/officeDocument/2006/relationships/slide" Target="slide292.xml"/><Relationship Id="rId13" Type="http://schemas.openxmlformats.org/officeDocument/2006/relationships/slide" Target="slide293.xml"/><Relationship Id="rId14" Type="http://schemas.openxmlformats.org/officeDocument/2006/relationships/slide" Target="slide294.xml"/><Relationship Id="rId15" Type="http://schemas.openxmlformats.org/officeDocument/2006/relationships/slide" Target="slide295.xml"/><Relationship Id="rId16" Type="http://schemas.openxmlformats.org/officeDocument/2006/relationships/slide" Target="slide296.xml"/><Relationship Id="rId17" Type="http://schemas.openxmlformats.org/officeDocument/2006/relationships/slide" Target="slide297.xml"/><Relationship Id="rId18" Type="http://schemas.openxmlformats.org/officeDocument/2006/relationships/slide" Target="slide298.xml"/><Relationship Id="rId19" Type="http://schemas.openxmlformats.org/officeDocument/2006/relationships/slide" Target="slide299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slide" Target="slide300.xml"/><Relationship Id="rId7" Type="http://schemas.openxmlformats.org/officeDocument/2006/relationships/slide" Target="slide301.xml"/><Relationship Id="rId8" Type="http://schemas.openxmlformats.org/officeDocument/2006/relationships/slide" Target="slide303.xml"/><Relationship Id="rId9" Type="http://schemas.openxmlformats.org/officeDocument/2006/relationships/slide" Target="slide306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slide" Target="slide300.xml"/><Relationship Id="rId7" Type="http://schemas.openxmlformats.org/officeDocument/2006/relationships/slide" Target="slide301.xml"/><Relationship Id="rId8" Type="http://schemas.openxmlformats.org/officeDocument/2006/relationships/slide" Target="slide303.xml"/><Relationship Id="rId9" Type="http://schemas.openxmlformats.org/officeDocument/2006/relationships/slide" Target="slide306.xml"/><Relationship Id="rId10" Type="http://schemas.openxmlformats.org/officeDocument/2006/relationships/audio" Target="../media/snd_boing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5" Type="http://schemas.openxmlformats.org/officeDocument/2006/relationships/image" Target="../media/image2.png"/><Relationship Id="rId6" Type="http://schemas.openxmlformats.org/officeDocument/2006/relationships/slide" Target="slide302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pop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5" Type="http://schemas.openxmlformats.org/officeDocument/2006/relationships/image" Target="../media/image2.png"/><Relationship Id="rId6" Type="http://schemas.openxmlformats.org/officeDocument/2006/relationships/slide" Target="slide302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boing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slide" Target="slide304.xml"/><Relationship Id="rId6" Type="http://schemas.openxmlformats.org/officeDocument/2006/relationships/slide" Target="slide305.xml"/><Relationship Id="rId7" Type="http://schemas.openxmlformats.org/officeDocument/2006/relationships/slide" Target="slide306.xml"/><Relationship Id="rId8" Type="http://schemas.openxmlformats.org/officeDocument/2006/relationships/audio" Target="../media/snd_pop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slide" Target="slide304.xml"/><Relationship Id="rId6" Type="http://schemas.openxmlformats.org/officeDocument/2006/relationships/slide" Target="slide305.xml"/><Relationship Id="rId7" Type="http://schemas.openxmlformats.org/officeDocument/2006/relationships/slide" Target="slide306.xml"/><Relationship Id="rId8" Type="http://schemas.openxmlformats.org/officeDocument/2006/relationships/audio" Target="../media/snd_boing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slide" Target="slide306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slide" Target="slide308.xml"/><Relationship Id="rId8" Type="http://schemas.openxmlformats.org/officeDocument/2006/relationships/slide" Target="slide307.xml"/><Relationship Id="rId9" Type="http://schemas.openxmlformats.org/officeDocument/2006/relationships/slide" Target="slide309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3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slide" Target="slide308.xml"/><Relationship Id="rId8" Type="http://schemas.openxmlformats.org/officeDocument/2006/relationships/slide" Target="slide307.xml"/><Relationship Id="rId9" Type="http://schemas.openxmlformats.org/officeDocument/2006/relationships/slide" Target="slide309.xml"/><Relationship Id="rId10" Type="http://schemas.openxmlformats.org/officeDocument/2006/relationships/audio" Target="../media/snd_boing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36.png"/><Relationship Id="rId6" Type="http://schemas.openxmlformats.org/officeDocument/2006/relationships/image" Target="../media/image10.png"/><Relationship Id="rId7" Type="http://schemas.openxmlformats.org/officeDocument/2006/relationships/slide" Target="slide309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slide" Target="slide311.xml"/><Relationship Id="rId8" Type="http://schemas.openxmlformats.org/officeDocument/2006/relationships/slide" Target="slide310.xml"/><Relationship Id="rId9" Type="http://schemas.openxmlformats.org/officeDocument/2006/relationships/slide" Target="slide313.xml"/><Relationship Id="rId10" Type="http://schemas.openxmlformats.org/officeDocument/2006/relationships/slide" Target="slide316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slide" Target="slide311.xml"/><Relationship Id="rId8" Type="http://schemas.openxmlformats.org/officeDocument/2006/relationships/slide" Target="slide310.xml"/><Relationship Id="rId9" Type="http://schemas.openxmlformats.org/officeDocument/2006/relationships/slide" Target="slide313.xml"/><Relationship Id="rId10" Type="http://schemas.openxmlformats.org/officeDocument/2006/relationships/slide" Target="slide316.xml"/><Relationship Id="rId11" Type="http://schemas.openxmlformats.org/officeDocument/2006/relationships/audio" Target="../media/snd_boing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slide" Target="slide312.xml"/><Relationship Id="rId8" Type="http://schemas.openxmlformats.org/officeDocument/2006/relationships/slide" Target="slide315.xml"/><Relationship Id="rId9" Type="http://schemas.openxmlformats.org/officeDocument/2006/relationships/slide" Target="slide316.xml"/><Relationship Id="rId10" Type="http://schemas.openxmlformats.org/officeDocument/2006/relationships/audio" Target="../media/snd_splash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slide" Target="slide312.xml"/><Relationship Id="rId8" Type="http://schemas.openxmlformats.org/officeDocument/2006/relationships/slide" Target="slide315.xml"/><Relationship Id="rId9" Type="http://schemas.openxmlformats.org/officeDocument/2006/relationships/slide" Target="slide316.xml"/><Relationship Id="rId10" Type="http://schemas.openxmlformats.org/officeDocument/2006/relationships/audio" Target="../media/snd_bo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315.xml"/><Relationship Id="rId7" Type="http://schemas.openxmlformats.org/officeDocument/2006/relationships/slide" Target="slide314.xml"/><Relationship Id="rId8" Type="http://schemas.openxmlformats.org/officeDocument/2006/relationships/slide" Target="slide316.xml"/><Relationship Id="rId9" Type="http://schemas.openxmlformats.org/officeDocument/2006/relationships/audio" Target="../media/snd_splash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315.xml"/><Relationship Id="rId7" Type="http://schemas.openxmlformats.org/officeDocument/2006/relationships/slide" Target="slide314.xml"/><Relationship Id="rId8" Type="http://schemas.openxmlformats.org/officeDocument/2006/relationships/slide" Target="slide316.xml"/><Relationship Id="rId9" Type="http://schemas.openxmlformats.org/officeDocument/2006/relationships/audio" Target="../media/snd_boing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316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18.xml"/><Relationship Id="rId4" Type="http://schemas.openxmlformats.org/officeDocument/2006/relationships/slide" Target="slide317.xml"/><Relationship Id="rId5" Type="http://schemas.openxmlformats.org/officeDocument/2006/relationships/slide" Target="slide320.xml"/><Relationship Id="rId6" Type="http://schemas.openxmlformats.org/officeDocument/2006/relationships/slide" Target="slide323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18.xml"/><Relationship Id="rId4" Type="http://schemas.openxmlformats.org/officeDocument/2006/relationships/slide" Target="slide317.xml"/><Relationship Id="rId5" Type="http://schemas.openxmlformats.org/officeDocument/2006/relationships/slide" Target="slide320.xml"/><Relationship Id="rId6" Type="http://schemas.openxmlformats.org/officeDocument/2006/relationships/slide" Target="slide323.xml"/><Relationship Id="rId7" Type="http://schemas.openxmlformats.org/officeDocument/2006/relationships/audio" Target="../media/snd_boing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19.xml"/><Relationship Id="rId4" Type="http://schemas.openxmlformats.org/officeDocument/2006/relationships/slide" Target="slide322.xml"/><Relationship Id="rId5" Type="http://schemas.openxmlformats.org/officeDocument/2006/relationships/slide" Target="slide323.xml"/><Relationship Id="rId6" Type="http://schemas.openxmlformats.org/officeDocument/2006/relationships/audio" Target="../media/snd_bonk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19.xml"/><Relationship Id="rId4" Type="http://schemas.openxmlformats.org/officeDocument/2006/relationships/slide" Target="slide322.xml"/><Relationship Id="rId5" Type="http://schemas.openxmlformats.org/officeDocument/2006/relationships/slide" Target="slide323.xml"/><Relationship Id="rId6" Type="http://schemas.openxmlformats.org/officeDocument/2006/relationships/audio" Target="../media/snd_bo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2.xml"/><Relationship Id="rId4" Type="http://schemas.openxmlformats.org/officeDocument/2006/relationships/slide" Target="slide321.xml"/><Relationship Id="rId5" Type="http://schemas.openxmlformats.org/officeDocument/2006/relationships/slide" Target="slide323.xml"/><Relationship Id="rId6" Type="http://schemas.openxmlformats.org/officeDocument/2006/relationships/audio" Target="../media/snd_bonk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2.xml"/><Relationship Id="rId4" Type="http://schemas.openxmlformats.org/officeDocument/2006/relationships/slide" Target="slide321.xml"/><Relationship Id="rId5" Type="http://schemas.openxmlformats.org/officeDocument/2006/relationships/slide" Target="slide323.xml"/><Relationship Id="rId6" Type="http://schemas.openxmlformats.org/officeDocument/2006/relationships/audio" Target="../media/snd_boing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23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4.xml"/><Relationship Id="rId6" Type="http://schemas.openxmlformats.org/officeDocument/2006/relationships/slide" Target="slide327.xml"/><Relationship Id="rId7" Type="http://schemas.openxmlformats.org/officeDocument/2006/relationships/slide" Target="slide330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5.xml"/><Relationship Id="rId6" Type="http://schemas.openxmlformats.org/officeDocument/2006/relationships/slide" Target="slide328.xml"/><Relationship Id="rId7" Type="http://schemas.openxmlformats.org/officeDocument/2006/relationships/slide" Target="slide330.xml"/><Relationship Id="rId8" Type="http://schemas.openxmlformats.org/officeDocument/2006/relationships/audio" Target="../media/snd_ding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6.xml"/><Relationship Id="rId6" Type="http://schemas.openxmlformats.org/officeDocument/2006/relationships/slide" Target="slide330.xml"/><Relationship Id="rId7" Type="http://schemas.openxmlformats.org/officeDocument/2006/relationships/audio" Target="../media/snd_ding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9.xml"/><Relationship Id="rId6" Type="http://schemas.openxmlformats.org/officeDocument/2006/relationships/slide" Target="slide330.xml"/><Relationship Id="rId7" Type="http://schemas.openxmlformats.org/officeDocument/2006/relationships/audio" Target="../media/snd_ding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4.xml"/><Relationship Id="rId6" Type="http://schemas.openxmlformats.org/officeDocument/2006/relationships/slide" Target="slide327.xml"/><Relationship Id="rId7" Type="http://schemas.openxmlformats.org/officeDocument/2006/relationships/slide" Target="slide330.xml"/><Relationship Id="rId8" Type="http://schemas.openxmlformats.org/officeDocument/2006/relationships/audio" Target="../media/snd_boing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5.xml"/><Relationship Id="rId6" Type="http://schemas.openxmlformats.org/officeDocument/2006/relationships/slide" Target="slide328.xml"/><Relationship Id="rId7" Type="http://schemas.openxmlformats.org/officeDocument/2006/relationships/slide" Target="slide330.xml"/><Relationship Id="rId8" Type="http://schemas.openxmlformats.org/officeDocument/2006/relationships/audio" Target="../media/snd_boing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30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.png"/><Relationship Id="rId7" Type="http://schemas.openxmlformats.org/officeDocument/2006/relationships/slide" Target="slide332.xml"/><Relationship Id="rId8" Type="http://schemas.openxmlformats.org/officeDocument/2006/relationships/slide" Target="slide331.xml"/><Relationship Id="rId9" Type="http://schemas.openxmlformats.org/officeDocument/2006/relationships/slide" Target="slide334.xml"/><Relationship Id="rId10" Type="http://schemas.openxmlformats.org/officeDocument/2006/relationships/slide" Target="slide33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.png"/><Relationship Id="rId7" Type="http://schemas.openxmlformats.org/officeDocument/2006/relationships/slide" Target="slide332.xml"/><Relationship Id="rId8" Type="http://schemas.openxmlformats.org/officeDocument/2006/relationships/slide" Target="slide331.xml"/><Relationship Id="rId9" Type="http://schemas.openxmlformats.org/officeDocument/2006/relationships/slide" Target="slide334.xml"/><Relationship Id="rId10" Type="http://schemas.openxmlformats.org/officeDocument/2006/relationships/slide" Target="slide337.xml"/><Relationship Id="rId11" Type="http://schemas.openxmlformats.org/officeDocument/2006/relationships/audio" Target="../media/snd_bo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slide333.xml"/><Relationship Id="rId8" Type="http://schemas.openxmlformats.org/officeDocument/2006/relationships/slide" Target="slide336.xml"/><Relationship Id="rId9" Type="http://schemas.openxmlformats.org/officeDocument/2006/relationships/slide" Target="slide337.xml"/><Relationship Id="rId10" Type="http://schemas.openxmlformats.org/officeDocument/2006/relationships/audio" Target="../media/snd_pop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slide333.xml"/><Relationship Id="rId8" Type="http://schemas.openxmlformats.org/officeDocument/2006/relationships/slide" Target="slide336.xml"/><Relationship Id="rId9" Type="http://schemas.openxmlformats.org/officeDocument/2006/relationships/slide" Target="slide337.xml"/><Relationship Id="rId10" Type="http://schemas.openxmlformats.org/officeDocument/2006/relationships/audio" Target="../media/snd_boing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slide" Target="slide336.xml"/><Relationship Id="rId7" Type="http://schemas.openxmlformats.org/officeDocument/2006/relationships/slide" Target="slide335.xml"/><Relationship Id="rId8" Type="http://schemas.openxmlformats.org/officeDocument/2006/relationships/slide" Target="slide337.xml"/><Relationship Id="rId9" Type="http://schemas.openxmlformats.org/officeDocument/2006/relationships/audio" Target="../media/snd_pop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slide" Target="slide336.xml"/><Relationship Id="rId7" Type="http://schemas.openxmlformats.org/officeDocument/2006/relationships/slide" Target="slide335.xml"/><Relationship Id="rId8" Type="http://schemas.openxmlformats.org/officeDocument/2006/relationships/slide" Target="slide337.xml"/><Relationship Id="rId9" Type="http://schemas.openxmlformats.org/officeDocument/2006/relationships/audio" Target="../media/snd_bo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37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slide" Target="slide338.xml"/><Relationship Id="rId8" Type="http://schemas.openxmlformats.org/officeDocument/2006/relationships/slide" Target="slide339.xml"/><Relationship Id="rId9" Type="http://schemas.openxmlformats.org/officeDocument/2006/relationships/slide" Target="slide340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3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slide" Target="slide338.xml"/><Relationship Id="rId8" Type="http://schemas.openxmlformats.org/officeDocument/2006/relationships/slide" Target="slide339.xml"/><Relationship Id="rId9" Type="http://schemas.openxmlformats.org/officeDocument/2006/relationships/slide" Target="slide340.xml"/><Relationship Id="rId10" Type="http://schemas.openxmlformats.org/officeDocument/2006/relationships/audio" Target="../media/snd_bo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3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slide" Target="slide340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slide" Target="slide342.xml"/><Relationship Id="rId7" Type="http://schemas.openxmlformats.org/officeDocument/2006/relationships/slide" Target="slide341.xml"/><Relationship Id="rId8" Type="http://schemas.openxmlformats.org/officeDocument/2006/relationships/slide" Target="slide344.xml"/><Relationship Id="rId9" Type="http://schemas.openxmlformats.org/officeDocument/2006/relationships/slide" Target="slide34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slide" Target="slide342.xml"/><Relationship Id="rId7" Type="http://schemas.openxmlformats.org/officeDocument/2006/relationships/slide" Target="slide341.xml"/><Relationship Id="rId8" Type="http://schemas.openxmlformats.org/officeDocument/2006/relationships/slide" Target="slide344.xml"/><Relationship Id="rId9" Type="http://schemas.openxmlformats.org/officeDocument/2006/relationships/slide" Target="slide347.xml"/><Relationship Id="rId10" Type="http://schemas.openxmlformats.org/officeDocument/2006/relationships/audio" Target="../media/snd_bo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slide" Target="slide343.xml"/><Relationship Id="rId7" Type="http://schemas.openxmlformats.org/officeDocument/2006/relationships/slide" Target="slide346.xml"/><Relationship Id="rId8" Type="http://schemas.openxmlformats.org/officeDocument/2006/relationships/slide" Target="slide347.xml"/><Relationship Id="rId9" Type="http://schemas.openxmlformats.org/officeDocument/2006/relationships/audio" Target="../media/snd_splash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slide" Target="slide343.xml"/><Relationship Id="rId7" Type="http://schemas.openxmlformats.org/officeDocument/2006/relationships/slide" Target="slide346.xml"/><Relationship Id="rId8" Type="http://schemas.openxmlformats.org/officeDocument/2006/relationships/slide" Target="slide347.xml"/><Relationship Id="rId9" Type="http://schemas.openxmlformats.org/officeDocument/2006/relationships/audio" Target="../media/snd_bo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slide" Target="slide346.xml"/><Relationship Id="rId7" Type="http://schemas.openxmlformats.org/officeDocument/2006/relationships/slide" Target="slide345.xml"/><Relationship Id="rId8" Type="http://schemas.openxmlformats.org/officeDocument/2006/relationships/slide" Target="slide347.xml"/><Relationship Id="rId9" Type="http://schemas.openxmlformats.org/officeDocument/2006/relationships/audio" Target="../media/snd_splash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slide" Target="slide346.xml"/><Relationship Id="rId7" Type="http://schemas.openxmlformats.org/officeDocument/2006/relationships/slide" Target="slide345.xml"/><Relationship Id="rId8" Type="http://schemas.openxmlformats.org/officeDocument/2006/relationships/slide" Target="slide347.xml"/><Relationship Id="rId9" Type="http://schemas.openxmlformats.org/officeDocument/2006/relationships/audio" Target="../media/snd_bo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slide" Target="slide347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48.xml"/><Relationship Id="rId4" Type="http://schemas.openxmlformats.org/officeDocument/2006/relationships/slide" Target="slide349.xml"/><Relationship Id="rId5" Type="http://schemas.openxmlformats.org/officeDocument/2006/relationships/slide" Target="slide351.xml"/><Relationship Id="rId6" Type="http://schemas.openxmlformats.org/officeDocument/2006/relationships/slide" Target="slide354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48.xml"/><Relationship Id="rId4" Type="http://schemas.openxmlformats.org/officeDocument/2006/relationships/slide" Target="slide349.xml"/><Relationship Id="rId5" Type="http://schemas.openxmlformats.org/officeDocument/2006/relationships/slide" Target="slide351.xml"/><Relationship Id="rId6" Type="http://schemas.openxmlformats.org/officeDocument/2006/relationships/slide" Target="slide354.xml"/><Relationship Id="rId7" Type="http://schemas.openxmlformats.org/officeDocument/2006/relationships/audio" Target="../media/snd_boing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50.xml"/><Relationship Id="rId4" Type="http://schemas.openxmlformats.org/officeDocument/2006/relationships/slide" Target="slide353.xml"/><Relationship Id="rId5" Type="http://schemas.openxmlformats.org/officeDocument/2006/relationships/slide" Target="slide354.xml"/><Relationship Id="rId6" Type="http://schemas.openxmlformats.org/officeDocument/2006/relationships/audio" Target="../media/snd_bonk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50.xml"/><Relationship Id="rId4" Type="http://schemas.openxmlformats.org/officeDocument/2006/relationships/slide" Target="slide353.xml"/><Relationship Id="rId5" Type="http://schemas.openxmlformats.org/officeDocument/2006/relationships/slide" Target="slide354.xml"/><Relationship Id="rId6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52.xml"/><Relationship Id="rId4" Type="http://schemas.openxmlformats.org/officeDocument/2006/relationships/slide" Target="slide353.xml"/><Relationship Id="rId5" Type="http://schemas.openxmlformats.org/officeDocument/2006/relationships/slide" Target="slide354.xml"/><Relationship Id="rId6" Type="http://schemas.openxmlformats.org/officeDocument/2006/relationships/audio" Target="../media/snd_bonk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52.xml"/><Relationship Id="rId4" Type="http://schemas.openxmlformats.org/officeDocument/2006/relationships/slide" Target="slide353.xml"/><Relationship Id="rId5" Type="http://schemas.openxmlformats.org/officeDocument/2006/relationships/slide" Target="slide354.xml"/><Relationship Id="rId6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54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355.xml"/><Relationship Id="rId12" Type="http://schemas.openxmlformats.org/officeDocument/2006/relationships/slide" Target="slide356.xml"/><Relationship Id="rId13" Type="http://schemas.openxmlformats.org/officeDocument/2006/relationships/slide" Target="slide357.xml"/><Relationship Id="rId14" Type="http://schemas.openxmlformats.org/officeDocument/2006/relationships/slide" Target="slide358.xml"/><Relationship Id="rId15" Type="http://schemas.openxmlformats.org/officeDocument/2006/relationships/slide" Target="slide359.xml"/><Relationship Id="rId16" Type="http://schemas.openxmlformats.org/officeDocument/2006/relationships/slide" Target="slide360.xml"/><Relationship Id="rId17" Type="http://schemas.openxmlformats.org/officeDocument/2006/relationships/slide" Target="slide361.xml"/><Relationship Id="rId18" Type="http://schemas.openxmlformats.org/officeDocument/2006/relationships/slide" Target="slide362.xml"/><Relationship Id="rId19" Type="http://schemas.openxmlformats.org/officeDocument/2006/relationships/slide" Target="slide363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slide" Target="slide365.xml"/><Relationship Id="rId7" Type="http://schemas.openxmlformats.org/officeDocument/2006/relationships/slide" Target="slide367.xml"/><Relationship Id="rId8" Type="http://schemas.openxmlformats.org/officeDocument/2006/relationships/slide" Target="slide364.xml"/><Relationship Id="rId9" Type="http://schemas.openxmlformats.org/officeDocument/2006/relationships/slide" Target="slide370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slide" Target="slide365.xml"/><Relationship Id="rId7" Type="http://schemas.openxmlformats.org/officeDocument/2006/relationships/slide" Target="slide367.xml"/><Relationship Id="rId8" Type="http://schemas.openxmlformats.org/officeDocument/2006/relationships/slide" Target="slide364.xml"/><Relationship Id="rId9" Type="http://schemas.openxmlformats.org/officeDocument/2006/relationships/slide" Target="slide370.xml"/><Relationship Id="rId10" Type="http://schemas.openxmlformats.org/officeDocument/2006/relationships/audio" Target="../media/snd_bo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slide" Target="slide369.xml"/><Relationship Id="rId7" Type="http://schemas.openxmlformats.org/officeDocument/2006/relationships/slide" Target="slide366.xml"/><Relationship Id="rId8" Type="http://schemas.openxmlformats.org/officeDocument/2006/relationships/slide" Target="slide370.xml"/><Relationship Id="rId9" Type="http://schemas.openxmlformats.org/officeDocument/2006/relationships/audio" Target="../media/snd_pop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slide" Target="slide369.xml"/><Relationship Id="rId7" Type="http://schemas.openxmlformats.org/officeDocument/2006/relationships/slide" Target="slide366.xml"/><Relationship Id="rId8" Type="http://schemas.openxmlformats.org/officeDocument/2006/relationships/slide" Target="slide370.xml"/><Relationship Id="rId9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slide" Target="slide369.xml"/><Relationship Id="rId7" Type="http://schemas.openxmlformats.org/officeDocument/2006/relationships/slide" Target="slide368.xml"/><Relationship Id="rId8" Type="http://schemas.openxmlformats.org/officeDocument/2006/relationships/slide" Target="slide370.xml"/><Relationship Id="rId9" Type="http://schemas.openxmlformats.org/officeDocument/2006/relationships/audio" Target="../media/snd_pop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slide" Target="slide369.xml"/><Relationship Id="rId7" Type="http://schemas.openxmlformats.org/officeDocument/2006/relationships/slide" Target="slide368.xml"/><Relationship Id="rId8" Type="http://schemas.openxmlformats.org/officeDocument/2006/relationships/slide" Target="slide370.xml"/><Relationship Id="rId9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5" Type="http://schemas.openxmlformats.org/officeDocument/2006/relationships/slide" Target="slide370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6.png"/><Relationship Id="rId7" Type="http://schemas.openxmlformats.org/officeDocument/2006/relationships/image" Target="../media/image21.png"/><Relationship Id="rId8" Type="http://schemas.openxmlformats.org/officeDocument/2006/relationships/slide" Target="slide371.xml"/><Relationship Id="rId9" Type="http://schemas.openxmlformats.org/officeDocument/2006/relationships/slide" Target="slide372.xml"/><Relationship Id="rId10" Type="http://schemas.openxmlformats.org/officeDocument/2006/relationships/slide" Target="slide373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6.png"/><Relationship Id="rId7" Type="http://schemas.openxmlformats.org/officeDocument/2006/relationships/image" Target="../media/image21.png"/><Relationship Id="rId8" Type="http://schemas.openxmlformats.org/officeDocument/2006/relationships/slide" Target="slide371.xml"/><Relationship Id="rId9" Type="http://schemas.openxmlformats.org/officeDocument/2006/relationships/slide" Target="slide372.xml"/><Relationship Id="rId10" Type="http://schemas.openxmlformats.org/officeDocument/2006/relationships/slide" Target="slide373.xml"/><Relationship Id="rId11" Type="http://schemas.openxmlformats.org/officeDocument/2006/relationships/audio" Target="../media/snd_boing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36.png"/><Relationship Id="rId6" Type="http://schemas.openxmlformats.org/officeDocument/2006/relationships/image" Target="../media/image21.png"/><Relationship Id="rId7" Type="http://schemas.openxmlformats.org/officeDocument/2006/relationships/slide" Target="slide373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7.xml"/><Relationship Id="rId6" Type="http://schemas.openxmlformats.org/officeDocument/2006/relationships/slide" Target="slide374.xml"/><Relationship Id="rId7" Type="http://schemas.openxmlformats.org/officeDocument/2006/relationships/slide" Target="slide380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8.xml"/><Relationship Id="rId6" Type="http://schemas.openxmlformats.org/officeDocument/2006/relationships/slide" Target="slide375.xml"/><Relationship Id="rId7" Type="http://schemas.openxmlformats.org/officeDocument/2006/relationships/slide" Target="slide380.xml"/><Relationship Id="rId8" Type="http://schemas.openxmlformats.org/officeDocument/2006/relationships/audio" Target="../media/snd_ding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6.xml"/><Relationship Id="rId6" Type="http://schemas.openxmlformats.org/officeDocument/2006/relationships/slide" Target="slide380.xml"/><Relationship Id="rId7" Type="http://schemas.openxmlformats.org/officeDocument/2006/relationships/audio" Target="../media/snd_ding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9.xml"/><Relationship Id="rId6" Type="http://schemas.openxmlformats.org/officeDocument/2006/relationships/slide" Target="slide380.xml"/><Relationship Id="rId7" Type="http://schemas.openxmlformats.org/officeDocument/2006/relationships/audio" Target="../media/snd_ding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7.xml"/><Relationship Id="rId6" Type="http://schemas.openxmlformats.org/officeDocument/2006/relationships/slide" Target="slide374.xml"/><Relationship Id="rId7" Type="http://schemas.openxmlformats.org/officeDocument/2006/relationships/slide" Target="slide380.xml"/><Relationship Id="rId8" Type="http://schemas.openxmlformats.org/officeDocument/2006/relationships/audio" Target="../media/snd_boing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8.xml"/><Relationship Id="rId6" Type="http://schemas.openxmlformats.org/officeDocument/2006/relationships/slide" Target="slide375.xml"/><Relationship Id="rId7" Type="http://schemas.openxmlformats.org/officeDocument/2006/relationships/slide" Target="slide380.xml"/><Relationship Id="rId8" Type="http://schemas.openxmlformats.org/officeDocument/2006/relationships/audio" Target="../media/snd_boing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80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slide" Target="slide381.xml"/><Relationship Id="rId8" Type="http://schemas.openxmlformats.org/officeDocument/2006/relationships/slide" Target="slide382.xml"/><Relationship Id="rId9" Type="http://schemas.openxmlformats.org/officeDocument/2006/relationships/slide" Target="slide384.xml"/><Relationship Id="rId10" Type="http://schemas.openxmlformats.org/officeDocument/2006/relationships/slide" Target="slide38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slide" Target="slide381.xml"/><Relationship Id="rId8" Type="http://schemas.openxmlformats.org/officeDocument/2006/relationships/slide" Target="slide382.xml"/><Relationship Id="rId9" Type="http://schemas.openxmlformats.org/officeDocument/2006/relationships/slide" Target="slide384.xml"/><Relationship Id="rId10" Type="http://schemas.openxmlformats.org/officeDocument/2006/relationships/slide" Target="slide387.xml"/><Relationship Id="rId11" Type="http://schemas.openxmlformats.org/officeDocument/2006/relationships/audio" Target="../media/snd_boing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slide" Target="slide383.xml"/><Relationship Id="rId7" Type="http://schemas.openxmlformats.org/officeDocument/2006/relationships/slide" Target="slide386.xml"/><Relationship Id="rId8" Type="http://schemas.openxmlformats.org/officeDocument/2006/relationships/slide" Target="slide387.xml"/><Relationship Id="rId9" Type="http://schemas.openxmlformats.org/officeDocument/2006/relationships/audio" Target="../media/snd_splash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slide" Target="slide383.xml"/><Relationship Id="rId7" Type="http://schemas.openxmlformats.org/officeDocument/2006/relationships/slide" Target="slide386.xml"/><Relationship Id="rId8" Type="http://schemas.openxmlformats.org/officeDocument/2006/relationships/slide" Target="slide387.xml"/><Relationship Id="rId9" Type="http://schemas.openxmlformats.org/officeDocument/2006/relationships/audio" Target="../media/snd_boing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slide" Target="slide385.xml"/><Relationship Id="rId7" Type="http://schemas.openxmlformats.org/officeDocument/2006/relationships/slide" Target="slide386.xml"/><Relationship Id="rId8" Type="http://schemas.openxmlformats.org/officeDocument/2006/relationships/slide" Target="slide387.xml"/><Relationship Id="rId9" Type="http://schemas.openxmlformats.org/officeDocument/2006/relationships/audio" Target="../media/snd_splash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slide" Target="slide385.xml"/><Relationship Id="rId7" Type="http://schemas.openxmlformats.org/officeDocument/2006/relationships/slide" Target="slide386.xml"/><Relationship Id="rId8" Type="http://schemas.openxmlformats.org/officeDocument/2006/relationships/slide" Target="slide387.xml"/><Relationship Id="rId9" Type="http://schemas.openxmlformats.org/officeDocument/2006/relationships/audio" Target="../media/snd_boing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slide" Target="slide387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89.xml"/><Relationship Id="rId4" Type="http://schemas.openxmlformats.org/officeDocument/2006/relationships/slide" Target="slide391.xml"/><Relationship Id="rId5" Type="http://schemas.openxmlformats.org/officeDocument/2006/relationships/slide" Target="slide388.xml"/><Relationship Id="rId6" Type="http://schemas.openxmlformats.org/officeDocument/2006/relationships/slide" Target="slide394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89.xml"/><Relationship Id="rId4" Type="http://schemas.openxmlformats.org/officeDocument/2006/relationships/slide" Target="slide391.xml"/><Relationship Id="rId5" Type="http://schemas.openxmlformats.org/officeDocument/2006/relationships/slide" Target="slide388.xml"/><Relationship Id="rId6" Type="http://schemas.openxmlformats.org/officeDocument/2006/relationships/slide" Target="slide394.xml"/><Relationship Id="rId7" Type="http://schemas.openxmlformats.org/officeDocument/2006/relationships/audio" Target="../media/snd_boing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93.xml"/><Relationship Id="rId4" Type="http://schemas.openxmlformats.org/officeDocument/2006/relationships/slide" Target="slide390.xml"/><Relationship Id="rId5" Type="http://schemas.openxmlformats.org/officeDocument/2006/relationships/slide" Target="slide394.xml"/><Relationship Id="rId6" Type="http://schemas.openxmlformats.org/officeDocument/2006/relationships/audio" Target="../media/snd_bonk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93.xml"/><Relationship Id="rId4" Type="http://schemas.openxmlformats.org/officeDocument/2006/relationships/slide" Target="slide390.xml"/><Relationship Id="rId5" Type="http://schemas.openxmlformats.org/officeDocument/2006/relationships/slide" Target="slide394.xml"/><Relationship Id="rId6" Type="http://schemas.openxmlformats.org/officeDocument/2006/relationships/audio" Target="../media/snd_boing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93.xml"/><Relationship Id="rId4" Type="http://schemas.openxmlformats.org/officeDocument/2006/relationships/slide" Target="slide392.xml"/><Relationship Id="rId5" Type="http://schemas.openxmlformats.org/officeDocument/2006/relationships/slide" Target="slide394.xml"/><Relationship Id="rId6" Type="http://schemas.openxmlformats.org/officeDocument/2006/relationships/audio" Target="../media/snd_bonk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93.xml"/><Relationship Id="rId4" Type="http://schemas.openxmlformats.org/officeDocument/2006/relationships/slide" Target="slide392.xml"/><Relationship Id="rId5" Type="http://schemas.openxmlformats.org/officeDocument/2006/relationships/slide" Target="slide394.xml"/><Relationship Id="rId6" Type="http://schemas.openxmlformats.org/officeDocument/2006/relationships/audio" Target="../media/snd_boing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394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395.xml"/><Relationship Id="rId8" Type="http://schemas.openxmlformats.org/officeDocument/2006/relationships/slide" Target="slide396.xml"/><Relationship Id="rId9" Type="http://schemas.openxmlformats.org/officeDocument/2006/relationships/slide" Target="slide398.xml"/><Relationship Id="rId10" Type="http://schemas.openxmlformats.org/officeDocument/2006/relationships/slide" Target="slide401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395.xml"/><Relationship Id="rId8" Type="http://schemas.openxmlformats.org/officeDocument/2006/relationships/slide" Target="slide396.xml"/><Relationship Id="rId9" Type="http://schemas.openxmlformats.org/officeDocument/2006/relationships/slide" Target="slide398.xml"/><Relationship Id="rId10" Type="http://schemas.openxmlformats.org/officeDocument/2006/relationships/slide" Target="slide401.xml"/><Relationship Id="rId11" Type="http://schemas.openxmlformats.org/officeDocument/2006/relationships/audio" Target="../media/snd_boing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397.xml"/><Relationship Id="rId7" Type="http://schemas.openxmlformats.org/officeDocument/2006/relationships/slide" Target="slide400.xml"/><Relationship Id="rId8" Type="http://schemas.openxmlformats.org/officeDocument/2006/relationships/slide" Target="slide401.xml"/><Relationship Id="rId9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397.xml"/><Relationship Id="rId7" Type="http://schemas.openxmlformats.org/officeDocument/2006/relationships/slide" Target="slide400.xml"/><Relationship Id="rId8" Type="http://schemas.openxmlformats.org/officeDocument/2006/relationships/slide" Target="slide401.xml"/><Relationship Id="rId9" Type="http://schemas.openxmlformats.org/officeDocument/2006/relationships/audio" Target="../media/snd_boing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399.xml"/><Relationship Id="rId8" Type="http://schemas.openxmlformats.org/officeDocument/2006/relationships/slide" Target="slide400.xml"/><Relationship Id="rId9" Type="http://schemas.openxmlformats.org/officeDocument/2006/relationships/slide" Target="slide401.xml"/><Relationship Id="rId10" Type="http://schemas.openxmlformats.org/officeDocument/2006/relationships/audio" Target="../media/snd_pop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399.xml"/><Relationship Id="rId8" Type="http://schemas.openxmlformats.org/officeDocument/2006/relationships/slide" Target="slide400.xml"/><Relationship Id="rId9" Type="http://schemas.openxmlformats.org/officeDocument/2006/relationships/slide" Target="slide401.xml"/><Relationship Id="rId10" Type="http://schemas.openxmlformats.org/officeDocument/2006/relationships/audio" Target="../media/snd_boing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5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401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36.png"/><Relationship Id="rId7" Type="http://schemas.openxmlformats.org/officeDocument/2006/relationships/slide" Target="slide402.xml"/><Relationship Id="rId8" Type="http://schemas.openxmlformats.org/officeDocument/2006/relationships/slide" Target="slide403.xml"/><Relationship Id="rId9" Type="http://schemas.openxmlformats.org/officeDocument/2006/relationships/slide" Target="slide404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36.png"/><Relationship Id="rId7" Type="http://schemas.openxmlformats.org/officeDocument/2006/relationships/slide" Target="slide402.xml"/><Relationship Id="rId8" Type="http://schemas.openxmlformats.org/officeDocument/2006/relationships/slide" Target="slide403.xml"/><Relationship Id="rId9" Type="http://schemas.openxmlformats.org/officeDocument/2006/relationships/slide" Target="slide404.xml"/><Relationship Id="rId10" Type="http://schemas.openxmlformats.org/officeDocument/2006/relationships/audio" Target="../media/snd_boing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6.png"/><Relationship Id="rId6" Type="http://schemas.openxmlformats.org/officeDocument/2006/relationships/image" Target="../media/image8.png"/><Relationship Id="rId7" Type="http://schemas.openxmlformats.org/officeDocument/2006/relationships/slide" Target="slide404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13.png"/><Relationship Id="rId7" Type="http://schemas.openxmlformats.org/officeDocument/2006/relationships/slide" Target="slide405.xml"/><Relationship Id="rId8" Type="http://schemas.openxmlformats.org/officeDocument/2006/relationships/slide" Target="slide406.xml"/><Relationship Id="rId9" Type="http://schemas.openxmlformats.org/officeDocument/2006/relationships/slide" Target="slide408.xml"/><Relationship Id="rId10" Type="http://schemas.openxmlformats.org/officeDocument/2006/relationships/slide" Target="slide411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13.png"/><Relationship Id="rId7" Type="http://schemas.openxmlformats.org/officeDocument/2006/relationships/slide" Target="slide405.xml"/><Relationship Id="rId8" Type="http://schemas.openxmlformats.org/officeDocument/2006/relationships/slide" Target="slide406.xml"/><Relationship Id="rId9" Type="http://schemas.openxmlformats.org/officeDocument/2006/relationships/slide" Target="slide408.xml"/><Relationship Id="rId10" Type="http://schemas.openxmlformats.org/officeDocument/2006/relationships/slide" Target="slide411.xml"/><Relationship Id="rId11" Type="http://schemas.openxmlformats.org/officeDocument/2006/relationships/audio" Target="../media/snd_boing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slide" Target="slide407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splash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slide" Target="slide407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boing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13.png"/><Relationship Id="rId7" Type="http://schemas.openxmlformats.org/officeDocument/2006/relationships/slide" Target="slide409.xml"/><Relationship Id="rId8" Type="http://schemas.openxmlformats.org/officeDocument/2006/relationships/slide" Target="slide410.xml"/><Relationship Id="rId9" Type="http://schemas.openxmlformats.org/officeDocument/2006/relationships/slide" Target="slide411.xml"/><Relationship Id="rId10" Type="http://schemas.openxmlformats.org/officeDocument/2006/relationships/audio" Target="../media/snd_splash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13.png"/><Relationship Id="rId7" Type="http://schemas.openxmlformats.org/officeDocument/2006/relationships/slide" Target="slide409.xml"/><Relationship Id="rId8" Type="http://schemas.openxmlformats.org/officeDocument/2006/relationships/slide" Target="slide410.xml"/><Relationship Id="rId9" Type="http://schemas.openxmlformats.org/officeDocument/2006/relationships/slide" Target="slide411.xml"/><Relationship Id="rId10" Type="http://schemas.openxmlformats.org/officeDocument/2006/relationships/audio" Target="../media/snd_boing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slide" Target="slide411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12.xml"/><Relationship Id="rId4" Type="http://schemas.openxmlformats.org/officeDocument/2006/relationships/slide" Target="slide413.xml"/><Relationship Id="rId5" Type="http://schemas.openxmlformats.org/officeDocument/2006/relationships/slide" Target="slide415.xml"/><Relationship Id="rId6" Type="http://schemas.openxmlformats.org/officeDocument/2006/relationships/slide" Target="slide418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12.xml"/><Relationship Id="rId4" Type="http://schemas.openxmlformats.org/officeDocument/2006/relationships/slide" Target="slide413.xml"/><Relationship Id="rId5" Type="http://schemas.openxmlformats.org/officeDocument/2006/relationships/slide" Target="slide415.xml"/><Relationship Id="rId6" Type="http://schemas.openxmlformats.org/officeDocument/2006/relationships/slide" Target="slide418.xml"/><Relationship Id="rId7" Type="http://schemas.openxmlformats.org/officeDocument/2006/relationships/audio" Target="../media/snd_boing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14.xml"/><Relationship Id="rId4" Type="http://schemas.openxmlformats.org/officeDocument/2006/relationships/slide" Target="slide417.xml"/><Relationship Id="rId5" Type="http://schemas.openxmlformats.org/officeDocument/2006/relationships/slide" Target="slide418.xml"/><Relationship Id="rId6" Type="http://schemas.openxmlformats.org/officeDocument/2006/relationships/audio" Target="../media/snd_bonk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14.xml"/><Relationship Id="rId4" Type="http://schemas.openxmlformats.org/officeDocument/2006/relationships/slide" Target="slide417.xml"/><Relationship Id="rId5" Type="http://schemas.openxmlformats.org/officeDocument/2006/relationships/slide" Target="slide418.xml"/><Relationship Id="rId6" Type="http://schemas.openxmlformats.org/officeDocument/2006/relationships/audio" Target="../media/snd_boing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16.xml"/><Relationship Id="rId4" Type="http://schemas.openxmlformats.org/officeDocument/2006/relationships/slide" Target="slide417.xml"/><Relationship Id="rId5" Type="http://schemas.openxmlformats.org/officeDocument/2006/relationships/slide" Target="slide418.xml"/><Relationship Id="rId6" Type="http://schemas.openxmlformats.org/officeDocument/2006/relationships/audio" Target="../media/snd_bonk.wav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16.xml"/><Relationship Id="rId4" Type="http://schemas.openxmlformats.org/officeDocument/2006/relationships/slide" Target="slide417.xml"/><Relationship Id="rId5" Type="http://schemas.openxmlformats.org/officeDocument/2006/relationships/slide" Target="slide418.xml"/><Relationship Id="rId6" Type="http://schemas.openxmlformats.org/officeDocument/2006/relationships/audio" Target="../media/snd_boing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18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419.xml"/><Relationship Id="rId12" Type="http://schemas.openxmlformats.org/officeDocument/2006/relationships/slide" Target="slide420.xml"/><Relationship Id="rId13" Type="http://schemas.openxmlformats.org/officeDocument/2006/relationships/slide" Target="slide421.xml"/><Relationship Id="rId14" Type="http://schemas.openxmlformats.org/officeDocument/2006/relationships/slide" Target="slide422.xml"/><Relationship Id="rId15" Type="http://schemas.openxmlformats.org/officeDocument/2006/relationships/slide" Target="slide423.xml"/><Relationship Id="rId16" Type="http://schemas.openxmlformats.org/officeDocument/2006/relationships/slide" Target="slide424.xml"/><Relationship Id="rId17" Type="http://schemas.openxmlformats.org/officeDocument/2006/relationships/slide" Target="slide425.xml"/><Relationship Id="rId18" Type="http://schemas.openxmlformats.org/officeDocument/2006/relationships/slide" Target="slide426.xml"/><Relationship Id="rId19" Type="http://schemas.openxmlformats.org/officeDocument/2006/relationships/slide" Target="slide42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1.xml"/><Relationship Id="rId6" Type="http://schemas.openxmlformats.org/officeDocument/2006/relationships/slide" Target="slide428.xml"/><Relationship Id="rId7" Type="http://schemas.openxmlformats.org/officeDocument/2006/relationships/slide" Target="slide434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29.xml"/><Relationship Id="rId6" Type="http://schemas.openxmlformats.org/officeDocument/2006/relationships/slide" Target="slide432.xml"/><Relationship Id="rId7" Type="http://schemas.openxmlformats.org/officeDocument/2006/relationships/slide" Target="slide434.xml"/><Relationship Id="rId8" Type="http://schemas.openxmlformats.org/officeDocument/2006/relationships/audio" Target="../media/snd_ding.wav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0.xml"/><Relationship Id="rId6" Type="http://schemas.openxmlformats.org/officeDocument/2006/relationships/slide" Target="slide434.xml"/><Relationship Id="rId7" Type="http://schemas.openxmlformats.org/officeDocument/2006/relationships/audio" Target="../media/snd_ding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3.xml"/><Relationship Id="rId6" Type="http://schemas.openxmlformats.org/officeDocument/2006/relationships/slide" Target="slide434.xml"/><Relationship Id="rId7" Type="http://schemas.openxmlformats.org/officeDocument/2006/relationships/audio" Target="../media/snd_ding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1.xml"/><Relationship Id="rId6" Type="http://schemas.openxmlformats.org/officeDocument/2006/relationships/slide" Target="slide428.xml"/><Relationship Id="rId7" Type="http://schemas.openxmlformats.org/officeDocument/2006/relationships/slide" Target="slide434.xml"/><Relationship Id="rId8" Type="http://schemas.openxmlformats.org/officeDocument/2006/relationships/audio" Target="../media/snd_boing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29.xml"/><Relationship Id="rId6" Type="http://schemas.openxmlformats.org/officeDocument/2006/relationships/slide" Target="slide432.xml"/><Relationship Id="rId7" Type="http://schemas.openxmlformats.org/officeDocument/2006/relationships/slide" Target="slide434.xml"/><Relationship Id="rId8" Type="http://schemas.openxmlformats.org/officeDocument/2006/relationships/audio" Target="../media/snd_boing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4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slide" Target="slide435.xml"/><Relationship Id="rId8" Type="http://schemas.openxmlformats.org/officeDocument/2006/relationships/slide" Target="slide436.xml"/><Relationship Id="rId9" Type="http://schemas.openxmlformats.org/officeDocument/2006/relationships/slide" Target="slide438.xml"/><Relationship Id="rId10" Type="http://schemas.openxmlformats.org/officeDocument/2006/relationships/slide" Target="slide441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slide" Target="slide435.xml"/><Relationship Id="rId8" Type="http://schemas.openxmlformats.org/officeDocument/2006/relationships/slide" Target="slide436.xml"/><Relationship Id="rId9" Type="http://schemas.openxmlformats.org/officeDocument/2006/relationships/slide" Target="slide438.xml"/><Relationship Id="rId10" Type="http://schemas.openxmlformats.org/officeDocument/2006/relationships/slide" Target="slide441.xml"/><Relationship Id="rId11" Type="http://schemas.openxmlformats.org/officeDocument/2006/relationships/audio" Target="../media/snd_boing.wav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slide" Target="slide437.xml"/><Relationship Id="rId8" Type="http://schemas.openxmlformats.org/officeDocument/2006/relationships/slide" Target="slide440.xml"/><Relationship Id="rId9" Type="http://schemas.openxmlformats.org/officeDocument/2006/relationships/slide" Target="slide441.xml"/><Relationship Id="rId10" Type="http://schemas.openxmlformats.org/officeDocument/2006/relationships/audio" Target="../media/snd_pop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slide" Target="slide437.xml"/><Relationship Id="rId8" Type="http://schemas.openxmlformats.org/officeDocument/2006/relationships/slide" Target="slide440.xml"/><Relationship Id="rId9" Type="http://schemas.openxmlformats.org/officeDocument/2006/relationships/slide" Target="slide441.xml"/><Relationship Id="rId10" Type="http://schemas.openxmlformats.org/officeDocument/2006/relationships/audio" Target="../media/snd_boing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slide" Target="slide439.xml"/><Relationship Id="rId7" Type="http://schemas.openxmlformats.org/officeDocument/2006/relationships/slide" Target="slide440.xml"/><Relationship Id="rId8" Type="http://schemas.openxmlformats.org/officeDocument/2006/relationships/slide" Target="slide441.xml"/><Relationship Id="rId9" Type="http://schemas.openxmlformats.org/officeDocument/2006/relationships/audio" Target="../media/snd_pop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slide" Target="slide439.xml"/><Relationship Id="rId7" Type="http://schemas.openxmlformats.org/officeDocument/2006/relationships/slide" Target="slide440.xml"/><Relationship Id="rId8" Type="http://schemas.openxmlformats.org/officeDocument/2006/relationships/slide" Target="slide441.xml"/><Relationship Id="rId9" Type="http://schemas.openxmlformats.org/officeDocument/2006/relationships/audio" Target="../media/snd_boing.wav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slide" Target="slide441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image" Target="../media/image36.png"/><Relationship Id="rId8" Type="http://schemas.openxmlformats.org/officeDocument/2006/relationships/slide" Target="slide442.xml"/><Relationship Id="rId9" Type="http://schemas.openxmlformats.org/officeDocument/2006/relationships/slide" Target="slide443.xml"/><Relationship Id="rId10" Type="http://schemas.openxmlformats.org/officeDocument/2006/relationships/slide" Target="slide444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image" Target="../media/image36.png"/><Relationship Id="rId8" Type="http://schemas.openxmlformats.org/officeDocument/2006/relationships/slide" Target="slide442.xml"/><Relationship Id="rId9" Type="http://schemas.openxmlformats.org/officeDocument/2006/relationships/slide" Target="slide443.xml"/><Relationship Id="rId10" Type="http://schemas.openxmlformats.org/officeDocument/2006/relationships/slide" Target="slide444.xml"/><Relationship Id="rId11" Type="http://schemas.openxmlformats.org/officeDocument/2006/relationships/audio" Target="../media/snd_boing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slide" Target="slide444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445.xml"/><Relationship Id="rId7" Type="http://schemas.openxmlformats.org/officeDocument/2006/relationships/slide" Target="slide446.xml"/><Relationship Id="rId8" Type="http://schemas.openxmlformats.org/officeDocument/2006/relationships/slide" Target="slide448.xml"/><Relationship Id="rId9" Type="http://schemas.openxmlformats.org/officeDocument/2006/relationships/slide" Target="slide451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445.xml"/><Relationship Id="rId7" Type="http://schemas.openxmlformats.org/officeDocument/2006/relationships/slide" Target="slide446.xml"/><Relationship Id="rId8" Type="http://schemas.openxmlformats.org/officeDocument/2006/relationships/slide" Target="slide448.xml"/><Relationship Id="rId9" Type="http://schemas.openxmlformats.org/officeDocument/2006/relationships/slide" Target="slide451.xml"/><Relationship Id="rId10" Type="http://schemas.openxmlformats.org/officeDocument/2006/relationships/audio" Target="../media/snd_boing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447.xml"/><Relationship Id="rId6" Type="http://schemas.openxmlformats.org/officeDocument/2006/relationships/slide" Target="slide450.xml"/><Relationship Id="rId7" Type="http://schemas.openxmlformats.org/officeDocument/2006/relationships/slide" Target="slide451.xml"/><Relationship Id="rId8" Type="http://schemas.openxmlformats.org/officeDocument/2006/relationships/audio" Target="../media/snd_splash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447.xml"/><Relationship Id="rId6" Type="http://schemas.openxmlformats.org/officeDocument/2006/relationships/slide" Target="slide450.xml"/><Relationship Id="rId7" Type="http://schemas.openxmlformats.org/officeDocument/2006/relationships/slide" Target="slide451.xml"/><Relationship Id="rId8" Type="http://schemas.openxmlformats.org/officeDocument/2006/relationships/audio" Target="../media/snd_boing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449.xml"/><Relationship Id="rId7" Type="http://schemas.openxmlformats.org/officeDocument/2006/relationships/slide" Target="slide450.xml"/><Relationship Id="rId8" Type="http://schemas.openxmlformats.org/officeDocument/2006/relationships/slide" Target="slide451.xml"/><Relationship Id="rId9" Type="http://schemas.openxmlformats.org/officeDocument/2006/relationships/audio" Target="../media/snd_splash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449.xml"/><Relationship Id="rId7" Type="http://schemas.openxmlformats.org/officeDocument/2006/relationships/slide" Target="slide450.xml"/><Relationship Id="rId8" Type="http://schemas.openxmlformats.org/officeDocument/2006/relationships/slide" Target="slide451.xml"/><Relationship Id="rId9" Type="http://schemas.openxmlformats.org/officeDocument/2006/relationships/audio" Target="../media/snd_boing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451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52.xml"/><Relationship Id="rId4" Type="http://schemas.openxmlformats.org/officeDocument/2006/relationships/slide" Target="slide453.xml"/><Relationship Id="rId5" Type="http://schemas.openxmlformats.org/officeDocument/2006/relationships/slide" Target="slide455.xml"/><Relationship Id="rId6" Type="http://schemas.openxmlformats.org/officeDocument/2006/relationships/slide" Target="slide458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52.xml"/><Relationship Id="rId4" Type="http://schemas.openxmlformats.org/officeDocument/2006/relationships/slide" Target="slide453.xml"/><Relationship Id="rId5" Type="http://schemas.openxmlformats.org/officeDocument/2006/relationships/slide" Target="slide455.xml"/><Relationship Id="rId6" Type="http://schemas.openxmlformats.org/officeDocument/2006/relationships/slide" Target="slide458.xml"/><Relationship Id="rId7" Type="http://schemas.openxmlformats.org/officeDocument/2006/relationships/audio" Target="../media/snd_boing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54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nk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54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56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nk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56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58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5.png"/><Relationship Id="rId7" Type="http://schemas.openxmlformats.org/officeDocument/2006/relationships/slide" Target="slide459.xml"/><Relationship Id="rId8" Type="http://schemas.openxmlformats.org/officeDocument/2006/relationships/slide" Target="slide460.xml"/><Relationship Id="rId9" Type="http://schemas.openxmlformats.org/officeDocument/2006/relationships/slide" Target="slide462.xml"/><Relationship Id="rId10" Type="http://schemas.openxmlformats.org/officeDocument/2006/relationships/slide" Target="slide465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5.png"/><Relationship Id="rId7" Type="http://schemas.openxmlformats.org/officeDocument/2006/relationships/slide" Target="slide459.xml"/><Relationship Id="rId8" Type="http://schemas.openxmlformats.org/officeDocument/2006/relationships/slide" Target="slide460.xml"/><Relationship Id="rId9" Type="http://schemas.openxmlformats.org/officeDocument/2006/relationships/slide" Target="slide462.xml"/><Relationship Id="rId10" Type="http://schemas.openxmlformats.org/officeDocument/2006/relationships/slide" Target="slide465.xml"/><Relationship Id="rId11" Type="http://schemas.openxmlformats.org/officeDocument/2006/relationships/audio" Target="../media/snd_boing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61.xml"/><Relationship Id="rId7" Type="http://schemas.openxmlformats.org/officeDocument/2006/relationships/slide" Target="slide464.xml"/><Relationship Id="rId8" Type="http://schemas.openxmlformats.org/officeDocument/2006/relationships/slide" Target="slide465.xml"/><Relationship Id="rId9" Type="http://schemas.openxmlformats.org/officeDocument/2006/relationships/audio" Target="../media/snd_pop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61.xml"/><Relationship Id="rId7" Type="http://schemas.openxmlformats.org/officeDocument/2006/relationships/slide" Target="slide464.xml"/><Relationship Id="rId8" Type="http://schemas.openxmlformats.org/officeDocument/2006/relationships/slide" Target="slide465.xml"/><Relationship Id="rId9" Type="http://schemas.openxmlformats.org/officeDocument/2006/relationships/audio" Target="../media/snd_boing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5.png"/><Relationship Id="rId7" Type="http://schemas.openxmlformats.org/officeDocument/2006/relationships/slide" Target="slide463.xml"/><Relationship Id="rId8" Type="http://schemas.openxmlformats.org/officeDocument/2006/relationships/slide" Target="slide464.xml"/><Relationship Id="rId9" Type="http://schemas.openxmlformats.org/officeDocument/2006/relationships/slide" Target="slide465.xml"/><Relationship Id="rId10" Type="http://schemas.openxmlformats.org/officeDocument/2006/relationships/audio" Target="../media/snd_pop.wav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5.png"/><Relationship Id="rId7" Type="http://schemas.openxmlformats.org/officeDocument/2006/relationships/slide" Target="slide463.xml"/><Relationship Id="rId8" Type="http://schemas.openxmlformats.org/officeDocument/2006/relationships/slide" Target="slide464.xml"/><Relationship Id="rId9" Type="http://schemas.openxmlformats.org/officeDocument/2006/relationships/slide" Target="slide465.xml"/><Relationship Id="rId10" Type="http://schemas.openxmlformats.org/officeDocument/2006/relationships/audio" Target="../media/snd_boing.wav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65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" Target="slide467.xml"/><Relationship Id="rId9" Type="http://schemas.openxmlformats.org/officeDocument/2006/relationships/slide" Target="slide466.xml"/><Relationship Id="rId10" Type="http://schemas.openxmlformats.org/officeDocument/2006/relationships/slide" Target="slide468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" Target="slide467.xml"/><Relationship Id="rId9" Type="http://schemas.openxmlformats.org/officeDocument/2006/relationships/slide" Target="slide466.xml"/><Relationship Id="rId10" Type="http://schemas.openxmlformats.org/officeDocument/2006/relationships/slide" Target="slide468.xml"/><Relationship Id="rId11" Type="http://schemas.openxmlformats.org/officeDocument/2006/relationships/audio" Target="../media/snd_boing.wav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3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468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2.xml"/><Relationship Id="rId6" Type="http://schemas.openxmlformats.org/officeDocument/2006/relationships/slide" Target="slide469.xml"/><Relationship Id="rId7" Type="http://schemas.openxmlformats.org/officeDocument/2006/relationships/slide" Target="slide475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3.xml"/><Relationship Id="rId6" Type="http://schemas.openxmlformats.org/officeDocument/2006/relationships/slide" Target="slide470.xml"/><Relationship Id="rId7" Type="http://schemas.openxmlformats.org/officeDocument/2006/relationships/slide" Target="slide475.xml"/><Relationship Id="rId8" Type="http://schemas.openxmlformats.org/officeDocument/2006/relationships/audio" Target="../media/snd_ding.wav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1.xml"/><Relationship Id="rId6" Type="http://schemas.openxmlformats.org/officeDocument/2006/relationships/slide" Target="slide475.xml"/><Relationship Id="rId7" Type="http://schemas.openxmlformats.org/officeDocument/2006/relationships/audio" Target="../media/snd_ding.wav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4.xml"/><Relationship Id="rId6" Type="http://schemas.openxmlformats.org/officeDocument/2006/relationships/slide" Target="slide475.xml"/><Relationship Id="rId7" Type="http://schemas.openxmlformats.org/officeDocument/2006/relationships/audio" Target="../media/snd_ding.wav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2.xml"/><Relationship Id="rId6" Type="http://schemas.openxmlformats.org/officeDocument/2006/relationships/slide" Target="slide469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3.xml"/><Relationship Id="rId6" Type="http://schemas.openxmlformats.org/officeDocument/2006/relationships/slide" Target="slide470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5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476.xml"/><Relationship Id="rId7" Type="http://schemas.openxmlformats.org/officeDocument/2006/relationships/slide" Target="slide477.xml"/><Relationship Id="rId8" Type="http://schemas.openxmlformats.org/officeDocument/2006/relationships/slide" Target="slide479.xml"/><Relationship Id="rId9" Type="http://schemas.openxmlformats.org/officeDocument/2006/relationships/slide" Target="slide482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476.xml"/><Relationship Id="rId7" Type="http://schemas.openxmlformats.org/officeDocument/2006/relationships/slide" Target="slide477.xml"/><Relationship Id="rId8" Type="http://schemas.openxmlformats.org/officeDocument/2006/relationships/slide" Target="slide479.xml"/><Relationship Id="rId9" Type="http://schemas.openxmlformats.org/officeDocument/2006/relationships/slide" Target="slide482.xml"/><Relationship Id="rId10" Type="http://schemas.openxmlformats.org/officeDocument/2006/relationships/audio" Target="../media/snd_boing.wav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slide" Target="slide478.xml"/><Relationship Id="rId6" Type="http://schemas.openxmlformats.org/officeDocument/2006/relationships/slide" Target="slide481.xml"/><Relationship Id="rId7" Type="http://schemas.openxmlformats.org/officeDocument/2006/relationships/slide" Target="slide482.xml"/><Relationship Id="rId8" Type="http://schemas.openxmlformats.org/officeDocument/2006/relationships/audio" Target="../media/snd_splash.wav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slide" Target="slide478.xml"/><Relationship Id="rId6" Type="http://schemas.openxmlformats.org/officeDocument/2006/relationships/slide" Target="slide481.xml"/><Relationship Id="rId7" Type="http://schemas.openxmlformats.org/officeDocument/2006/relationships/slide" Target="slide482.xml"/><Relationship Id="rId8" Type="http://schemas.openxmlformats.org/officeDocument/2006/relationships/audio" Target="../media/snd_boing.wav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480.xml"/><Relationship Id="rId7" Type="http://schemas.openxmlformats.org/officeDocument/2006/relationships/slide" Target="slide481.xml"/><Relationship Id="rId8" Type="http://schemas.openxmlformats.org/officeDocument/2006/relationships/slide" Target="slide482.xml"/><Relationship Id="rId9" Type="http://schemas.openxmlformats.org/officeDocument/2006/relationships/audio" Target="../media/snd_splash.wav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slide" Target="slide480.xml"/><Relationship Id="rId7" Type="http://schemas.openxmlformats.org/officeDocument/2006/relationships/slide" Target="slide481.xml"/><Relationship Id="rId8" Type="http://schemas.openxmlformats.org/officeDocument/2006/relationships/slide" Target="slide482.xml"/><Relationship Id="rId9" Type="http://schemas.openxmlformats.org/officeDocument/2006/relationships/audio" Target="../media/snd_boing.wav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slide" Target="slide482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4.xml"/><Relationship Id="rId4" Type="http://schemas.openxmlformats.org/officeDocument/2006/relationships/slide" Target="slide483.xml"/><Relationship Id="rId5" Type="http://schemas.openxmlformats.org/officeDocument/2006/relationships/slide" Target="slide486.xml"/><Relationship Id="rId6" Type="http://schemas.openxmlformats.org/officeDocument/2006/relationships/slide" Target="slide489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4.xml"/><Relationship Id="rId4" Type="http://schemas.openxmlformats.org/officeDocument/2006/relationships/slide" Target="slide483.xml"/><Relationship Id="rId5" Type="http://schemas.openxmlformats.org/officeDocument/2006/relationships/slide" Target="slide486.xml"/><Relationship Id="rId6" Type="http://schemas.openxmlformats.org/officeDocument/2006/relationships/slide" Target="slide489.xml"/><Relationship Id="rId7" Type="http://schemas.openxmlformats.org/officeDocument/2006/relationships/audio" Target="../media/snd_boing.wav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5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nk.wav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5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ing.wav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8.xml"/><Relationship Id="rId4" Type="http://schemas.openxmlformats.org/officeDocument/2006/relationships/slide" Target="slide487.xml"/><Relationship Id="rId5" Type="http://schemas.openxmlformats.org/officeDocument/2006/relationships/slide" Target="slide489.xml"/><Relationship Id="rId6" Type="http://schemas.openxmlformats.org/officeDocument/2006/relationships/audio" Target="../media/snd_bonk.wav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8.xml"/><Relationship Id="rId4" Type="http://schemas.openxmlformats.org/officeDocument/2006/relationships/slide" Target="slide487.xml"/><Relationship Id="rId5" Type="http://schemas.openxmlformats.org/officeDocument/2006/relationships/slide" Target="slide489.xml"/><Relationship Id="rId6" Type="http://schemas.openxmlformats.org/officeDocument/2006/relationships/audio" Target="../media/snd_boing.wav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slide" Target="slide489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slide" Target="slide490.xml"/><Relationship Id="rId12" Type="http://schemas.openxmlformats.org/officeDocument/2006/relationships/slide" Target="slide491.xml"/><Relationship Id="rId13" Type="http://schemas.openxmlformats.org/officeDocument/2006/relationships/slide" Target="slide492.xml"/><Relationship Id="rId14" Type="http://schemas.openxmlformats.org/officeDocument/2006/relationships/slide" Target="slide493.xml"/><Relationship Id="rId15" Type="http://schemas.openxmlformats.org/officeDocument/2006/relationships/slide" Target="slide494.xml"/><Relationship Id="rId16" Type="http://schemas.openxmlformats.org/officeDocument/2006/relationships/slide" Target="slide495.xml"/><Relationship Id="rId17" Type="http://schemas.openxmlformats.org/officeDocument/2006/relationships/slide" Target="slide496.xml"/><Relationship Id="rId18" Type="http://schemas.openxmlformats.org/officeDocument/2006/relationships/slide" Target="slide497.xml"/><Relationship Id="rId19" Type="http://schemas.openxmlformats.org/officeDocument/2006/relationships/slide" Target="slide498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3.xml"/><Relationship Id="rId6" Type="http://schemas.openxmlformats.org/officeDocument/2006/relationships/slide" Target="slide499.xml"/><Relationship Id="rId7" Type="http://schemas.openxmlformats.org/officeDocument/2006/relationships/slide" Target="slide525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4.xml"/><Relationship Id="rId6" Type="http://schemas.openxmlformats.org/officeDocument/2006/relationships/slide" Target="slide500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5.xml"/><Relationship Id="rId6" Type="http://schemas.openxmlformats.org/officeDocument/2006/relationships/slide" Target="slide501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6.xml"/><Relationship Id="rId6" Type="http://schemas.openxmlformats.org/officeDocument/2006/relationships/slide" Target="slide502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7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8.xml"/><Relationship Id="rId6" Type="http://schemas.openxmlformats.org/officeDocument/2006/relationships/slide" Target="slide50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9.xml"/><Relationship Id="rId6" Type="http://schemas.openxmlformats.org/officeDocument/2006/relationships/slide" Target="slide505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0.xml"/><Relationship Id="rId6" Type="http://schemas.openxmlformats.org/officeDocument/2006/relationships/slide" Target="slide506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1.xml"/><Relationship Id="rId6" Type="http://schemas.openxmlformats.org/officeDocument/2006/relationships/slide" Target="slide507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2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3.xml"/><Relationship Id="rId6" Type="http://schemas.openxmlformats.org/officeDocument/2006/relationships/slide" Target="slide509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4.xml"/><Relationship Id="rId6" Type="http://schemas.openxmlformats.org/officeDocument/2006/relationships/slide" Target="slide510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5.xml"/><Relationship Id="rId6" Type="http://schemas.openxmlformats.org/officeDocument/2006/relationships/slide" Target="slide511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6.xml"/><Relationship Id="rId6" Type="http://schemas.openxmlformats.org/officeDocument/2006/relationships/slide" Target="slide512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7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8.xml"/><Relationship Id="rId6" Type="http://schemas.openxmlformats.org/officeDocument/2006/relationships/slide" Target="slide51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9.xml"/><Relationship Id="rId6" Type="http://schemas.openxmlformats.org/officeDocument/2006/relationships/slide" Target="slide515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0.xml"/><Relationship Id="rId6" Type="http://schemas.openxmlformats.org/officeDocument/2006/relationships/slide" Target="slide516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1.xml"/><Relationship Id="rId6" Type="http://schemas.openxmlformats.org/officeDocument/2006/relationships/slide" Target="slide517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2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19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0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1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2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slide" Target="slide525.xml"/><Relationship Id="rId5" Type="http://schemas.openxmlformats.org/officeDocument/2006/relationships/audio" Target="../media/snd_cheer.wav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slide" Target="slide525.xml"/><Relationship Id="rId5" Type="http://schemas.openxmlformats.org/officeDocument/2006/relationships/audio" Target="../media/snd_cheer.wav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0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Fathah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000" b="1" lang="en-US">
                <a:solidFill>
                  <a:srgbClr val="8A6CF0"/>
                </a:solidFill>
                <a:latin typeface="Arial"/>
                <a:cs typeface="Arial"/>
              </a:rPr>
              <a:t>Fathah Games</a:t>
            </a:r>
          </a:p>
        </p:txBody>
      </p:sp>
      <p:sp>
        <p:nvSpPr>
          <p:cNvPr id="5" name="Letters" descr="بَ  تَ  نَ  مَ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Arial"/>
                <a:cs typeface="Arial"/>
              </a:rPr>
              <a:t>بَ  تَ  نَ  مَ</a:t>
            </a:r>
          </a:p>
        </p:txBody>
      </p:sp>
      <p:sp>
        <p:nvSpPr>
          <p:cNvPr id="6" name="Subtitle" descr="Tap, pop, feed, catch and rac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Tap, pop, feed, catch and race!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lloon P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Balloon Pop</a:t>
            </a:r>
          </a:p>
        </p:txBody>
      </p:sp>
      <p:sp>
        <p:nvSpPr>
          <p:cNvPr id="5" name="Line 1" descr="1.  Look at the sound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Look at the sound at the top.</a:t>
            </a:r>
          </a:p>
        </p:txBody>
      </p:sp>
      <p:sp>
        <p:nvSpPr>
          <p:cNvPr id="6" name="Line 2" descr="2.  Tap the balloon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balloons that match.</a:t>
            </a:r>
          </a:p>
        </p:txBody>
      </p:sp>
      <p:sp>
        <p:nvSpPr>
          <p:cNvPr id="7" name="Line 3" descr="3.  Pop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Pop!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2032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َ" descr="و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َ" descr="أ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َ" descr="أ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َ" descr="و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َ" descr="أ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َ" descr="أ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َ" descr="و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أَ" descr="أ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َ" descr="و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أَ" descr="أ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َ" descr="و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َ" descr="أ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َ" descr="و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َ" descr="أ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َ" descr="و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َ" descr="ب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eed the Monst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How to play: Feed the Monster</a:t>
            </a:r>
          </a:p>
        </p:txBody>
      </p:sp>
      <p:sp>
        <p:nvSpPr>
          <p:cNvPr id="5" name="Line 1" descr="1.  The monster wants one soun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The monster wants one sound.</a:t>
            </a:r>
          </a:p>
        </p:txBody>
      </p:sp>
      <p:sp>
        <p:nvSpPr>
          <p:cNvPr id="6" name="Line 2" descr="2.  Tap the right foo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food.</a:t>
            </a:r>
          </a:p>
        </p:txBody>
      </p:sp>
      <p:sp>
        <p:nvSpPr>
          <p:cNvPr id="7" name="Line 3" descr="3.  Wrong food? “No, thanks!”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Wrong food? “No, thanks!”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2032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تَ" descr="ت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لَ" descr="ل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هَ" descr="ه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أَ" descr="أ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تَ" descr="ت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لَ" descr="ل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هَ" descr="ه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أَ" descr="أ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َ" descr="أ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تَ" descr="ت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لَ" descr="ل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هَ" descr="ه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tch the Fis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Catch the Fish</a:t>
            </a:r>
          </a:p>
        </p:txBody>
      </p:sp>
      <p:sp>
        <p:nvSpPr>
          <p:cNvPr id="5" name="Line 1" descr="1.  The fish are swimming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1.  The fish are swimming.</a:t>
            </a:r>
          </a:p>
        </p:txBody>
      </p:sp>
      <p:sp>
        <p:nvSpPr>
          <p:cNvPr id="6" name="Line 2" descr="2.  Tap the fish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2.  Tap the fish that match.</a:t>
            </a:r>
          </a:p>
        </p:txBody>
      </p:sp>
      <p:sp>
        <p:nvSpPr>
          <p:cNvPr id="7" name="Line 3" descr="3.  Spla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3.  Splash!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لَ" descr="ل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َ" descr="ب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بَ" descr="ب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لَ" descr="ل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َ" descr="ب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بَ" descr="ب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لَ" descr="ل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َ" descr="ب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لَ" descr="ل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َ" descr="ب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لَ" descr="ل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َ" descr="ب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لَ" descr="ل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َ" descr="ب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لَ" descr="ل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op-Up Lette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Pop-Up Letters</a:t>
            </a:r>
          </a:p>
        </p:txBody>
      </p:sp>
      <p:sp>
        <p:nvSpPr>
          <p:cNvPr id="5" name="Line 1" descr="1.  Letters pop out of the hole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Letters pop out of the holes.</a:t>
            </a:r>
          </a:p>
        </p:txBody>
      </p:sp>
      <p:sp>
        <p:nvSpPr>
          <p:cNvPr id="6" name="Line 2" descr="2.  Tap the one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ones that match.</a:t>
            </a:r>
          </a:p>
        </p:txBody>
      </p:sp>
      <p:sp>
        <p:nvSpPr>
          <p:cNvPr id="7" name="Line 3" descr="3.  Bonk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Bonk!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َ" descr="ظ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َ" descr="ب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أَ" descr="أ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فَ" descr="ف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بَ" descr="ب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َ" descr="ظ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َ" descr="ب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أَ" descr="أ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فَ" descr="ف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بَ" descr="ب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َ" descr="ظ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أَ" descr="أ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فَ" descr="ف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بَ" descr="ب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َ" descr="ظ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أَ" descr="أ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فَ" descr="ف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بَ" descr="ب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َ" descr="ظ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َ" descr="ب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أَ" descr="أ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فَ" descr="ف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َ" descr="ظ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َ" descr="ب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أَ" descr="أ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فَ" descr="ف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َ" descr="ب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َ" descr="ظ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أَ" descr="أ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َ" descr="ص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فَ" descr="ف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تَ" descr="تَ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بَ" descr="ب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َ" descr="ث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تَ" descr="تَ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بَ" descr="ب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َ" descr="ث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تَ" descr="ت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بَ" descr="ب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َ" descr="ث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تَ" descr="ت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بَ" descr="ب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َ" descr="ث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بَ" descr="ب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َ" descr="ث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بَ" descr="ب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َ" descr="ث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بَ" descr="ب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ثَ" descr="ث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َ" descr="ي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دَ" descr="دَ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َ" descr="م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تَ" descr="ت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َ" descr="ي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دَ" descr="دَ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َ" descr="م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تَ" descr="ت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تَ" descr="ت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َ" descr="ي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دَ" descr="د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َ" descr="م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ord Trai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Word Train</a:t>
            </a:r>
          </a:p>
        </p:txBody>
      </p:sp>
      <p:sp>
        <p:nvSpPr>
          <p:cNvPr id="5" name="Line 1" descr="1.  Tap the letters in ord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the letters in order.</a:t>
            </a:r>
          </a:p>
        </p:txBody>
      </p:sp>
      <p:sp>
        <p:nvSpPr>
          <p:cNvPr id="6" name="Line 2" descr="2.  They ride in the wagons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They ride in the wagons.</a:t>
            </a:r>
          </a:p>
        </p:txBody>
      </p:sp>
      <p:sp>
        <p:nvSpPr>
          <p:cNvPr id="7" name="Line 3" descr="3.  Tap GO and read the wor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Tap GO and read the word!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صَدَ" descr="حَصَد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حَصَدَ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صَ" descr="ص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Card دَ" descr="د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Card حَ" descr="ح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صَدَ" descr="حَصَد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حَصَدَ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صَ" descr="ص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Card دَ" descr="د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صَدَ" descr="حَصَد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حَصَدَ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Wagon letter 2" descr="ص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Card دَ" descr="د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صَدَ" descr="حَصَد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حَصَدَ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Wagon letter 2" descr="ص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Wagon letter 3" descr="د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صَدَ" descr="حَصَد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حَصَدَ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صَ" descr="ص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1" name="Card دَ" descr="د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Card حَ" descr="ح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صَدَ" descr="حَصَد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حَصَدَ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صَ" descr="ص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Card دَ" descr="د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صَدَ" descr="حَصَد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حَصَدَ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Wagon letter 2" descr="ص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Wagon letter 3" descr="د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Word" descr="حَصَد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حَصَدَ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ثَ" descr="ث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َ" descr="ح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ثَ" descr="ثَ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ثَ" descr="ث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َ" descr="ح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ثَ" descr="ثَ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َ" descr="ح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ثَ" descr="ث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َ" descr="ح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ثَ" descr="ث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ثَ" descr="ث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َ" descr="ح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ثَ" descr="ث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َ" descr="ح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غَ" descr="غ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َ" descr="ح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ثَ" descr="ث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أَ" descr="أ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ثَ" descr="ث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بَ" descr="ب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كَ" descr="ك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ثَ" descr="ث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أَ" descr="أ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ثَ" descr="ث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بَ" descr="ب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كَ" descr="ك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ذَ" descr="ذ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أَ" descr="أ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ثَ" descr="ث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بَ" descr="ب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َ" descr="ك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ذَ" descr="ذ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أَ" descr="أ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ثَ" descr="ث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بَ" descr="ب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َ" descr="ك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ثَ" descr="ث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أَ" descr="أ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بَ" descr="ب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َ" descr="ك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ثَ" descr="ث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أَ" descr="أ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بَ" descr="ب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َ" descr="ك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َ" descr="ث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ذَ" descr="ذ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أَ" descr="أ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بَ" descr="ب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كَ" descr="ك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Go back and open anoth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Go back and open another!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َ" descr="ت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َ" descr="أ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َصَ" descr="تَص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تَصَ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َ" descr="ب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َغَ" descr="بَغ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بَغَ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َأَ" descr="ثَأ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ثَأَ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َبَ" descr="أَب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أَبَ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َ" descr="ث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َ" descr="و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" descr="خ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نَ" descr="ن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َ" descr="و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" descr="خ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نَ" descr="ن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َ" descr="و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" descr="خ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َ" descr="ن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َ" descr="و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" descr="خ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َ" descr="ن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َ" descr="وَ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" descr="خ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َ" descr="وَ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" descr="خ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َ" descr="و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َ" descr="ف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َ" descr="خ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َ" descr="ن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َ" descr="ز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هَ" descr="ه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عَ" descr="ع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َ" descr="ن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َ" descr="ز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هَ" descr="ه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عَ" descr="ع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َ" descr="ن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زَ" descr="ز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هَ" descr="ه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عَ" descr="ع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َ" descr="ي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غَ" descr="غ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يَ" descr="ي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6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لَ" descr="لَ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َ" descr="ي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غَ" descr="غ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يَ" descr="ي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6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لَ" descr="لَ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غَ" descr="غ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يَ" descr="ي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لَ" descr="لَ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غَ" descr="غ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يَ" descr="ي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لَ" descr="لَ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َ" descr="ي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غَ" descr="غ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لَ" descr="لَ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َ" descr="ي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غَ" descr="غ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لَ" descr="لَ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زَ" descr="ز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غَ" descr="غ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لَ" descr="ل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َ" descr="ي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خَ" descr="خ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َ" descr="ي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َ" descr="ي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خَ" descr="خ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َ" descr="ي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خَ" descr="خ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يَ" descr="ي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خَ" descr="خ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يَ" descr="ي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َ" descr="ي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خَ" descr="خ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" descr="ق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يَ" descr="ي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خَ" descr="خ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َ" descr="ي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َ" descr="ق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خَ" descr="خ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جَ" descr="ج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رَعَ" descr="زَر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زَرَعَ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Card عَ" descr="ع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ard زَ" descr="ز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رَعَ" descr="زَر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زَرَعَ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ز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عَ" descr="ع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رَعَ" descr="زَر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زَرَعَ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ز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1" name="Wagon letter 2" descr="ر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عَ" descr="ع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رَعَ" descr="زَر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زَرَعَ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ز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1" name="Wagon letter 2" descr="ر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رَعَ" descr="زَر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زَرَعَ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Card عَ" descr="ع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ard زَ" descr="ز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رَعَ" descr="زَر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زَرَعَ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ز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عَ" descr="ع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زَرَعَ" descr="زَر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زَرَعَ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ز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1" name="Wagon letter 2" descr="ر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Word" descr="زَرَع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زَرَعَ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َ" descr="ج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َ" descr="ش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زَ" descr="ز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مَ" descr="م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َ" descr="ج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َ" descr="ج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َ" descr="ش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زَ" descr="ز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مَ" descr="م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َ" descr="ج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شَ" descr="شَ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0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زَ" descr="ز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مَ" descr="مَ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شَ" descr="شَ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0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زَ" descr="زَ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مَ" descr="مَ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َ" descr="ج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َ" descr="ش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زَ" descr="ز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مَ" descr="م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جَ" descr="ج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شَ" descr="ش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زَ" descr="ز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مَ" descr="م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شَ" descr="ش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زَ" descr="ز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مَ" descr="م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َ" descr="ش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خَ" descr="خ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" descr="ح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جَ" descr="جَ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َ" descr="ش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خَ" descr="خ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" descr="ح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جَ" descr="جَ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َ" descr="ج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َ" descr="ش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خَ" descr="خ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" descr="ح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َ" descr="ظ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" descr="ن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َ" descr="ظ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َ" descr="ن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حَ" descr="ح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ظَ" descr="ظ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" descr="ن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حَ" descr="ح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ظَ" descr="ظ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" descr="ن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ظَ" descr="ظ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" descr="ن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وَ" descr="و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َ" descr="ح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ظَ" descr="ظ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َ" descr="ن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وَ" descr="و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9" name="Fish letter 3 ظَ" descr="ظ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نَ" descr="ن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وَ" descr="و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3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3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َ" descr="ذ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حَ" descr="ح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حَ" descr="ح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تَ" descr="ت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َ" descr="ذ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حَ" descr="ح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حَ" descr="ح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تَ" descr="ت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َ" descr="ذ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حَ" descr="ح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َ" descr="ت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َ" descr="ذ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حَ" descr="ح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َ" descr="ت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َ" descr="ذ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حَ" descr="ح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َ" descr="ت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َ" descr="ج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َ" descr="ذ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حَ" descr="ح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َ" descr="ت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َ" descr="ح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جَ" descr="ج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َ" descr="غ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َ" descr="ذ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تَ" descr="ت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َ" descr="ج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َصَ" descr="نَص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نَصَ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َذَ" descr="جَذ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جَذَ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َصَ" descr="حَص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حَصَ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َخَ" descr="يَخ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يَخَ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َ" descr="ح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َ" descr="ن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َ" descr="ي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َ" descr="ه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" descr="ج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َ" descr="ض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َ" descr="خ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خَ" descr="خ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َ" descr="ه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" descr="ج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َ" descr="ض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َ" descr="خ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خَ" descr="خ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َ" descr="ه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" descr="ج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َ" descr="ض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خَ" descr="خ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َ" descr="ه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" descr="ج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َ" descr="ض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خَ" descr="خ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َ" descr="ه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" descr="ج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َ" descr="ض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َ" descr="خ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َ" descr="ه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" descr="ج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َ" descr="ض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َ" descr="خ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َ" descr="ه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َ" descr="ج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َ" descr="ض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أَ" descr="أ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خَ" descr="خ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ثَ" descr="ث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نَ" descr="نَ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أَ" descr="أ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خَ" descr="خ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ثَ" descr="ث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نَ" descr="نَ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خَ" descr="خ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أَ" descr="أ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ثَ" descr="ث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نَ" descr="ن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بَخَ" descr="طَبَخ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طَبَخَ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طَ" descr="ط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خَ" descr="خ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Card بَ" descr="ب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بَخَ" descr="طَبَخ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طَبَخَ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خَ" descr="خ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Card بَ" descr="ب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بَخَ" descr="طَبَخ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طَبَخَ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letter 2" descr="ب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ard خَ" descr="خ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بَخَ" descr="طَبَخ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طَبَخَ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letter 2" descr="ب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Wagon letter 3" descr="خ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بَخَ" descr="طَبَخ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طَبَخَ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طَ" descr="ط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خَ" descr="خ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Card بَ" descr="ب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بَخَ" descr="طَبَخ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طَبَخَ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خَ" descr="خ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Card بَ" descr="ب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بَخَ" descr="طَبَخ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طَبَخَ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letter 2" descr="ب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Wagon letter 3" descr="خ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Word" descr="طَبَخ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طَبَخَ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َ" descr="د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تَ" descr="ت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ذَ" descr="ذ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دَ" descr="د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َ" descr="د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تَ" descr="ت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ذَ" descr="ذ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دَ" descr="د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قَ" descr="ق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تَ" descr="ت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ذَ" descr="ذ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دَ" descr="د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قَ" descr="ق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تَ" descr="ت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ذَ" descr="ذ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دَ" descr="د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َ" descr="د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تَ" descr="ت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ذَ" descr="ذ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َ" descr="د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َ" descr="ق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تَ" descr="ت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ذَ" descr="ذ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قَ" descr="ق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تَ" descr="ت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ذَ" descr="ذ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ظَ" descr="ظ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َ" descr="ح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َ" descr="د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دَ" descr="د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ظَ" descr="ظ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َ" descr="ح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َ" descr="د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دَ" descr="د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ظَ" descr="ظ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َ" descr="ح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دَ" descr="د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ظَ" descr="ظ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َ" descr="ح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دَ" descr="د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ظَ" descr="ظ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َ" descr="ح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َ" descr="د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ظَ" descr="ظ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َ" descr="ح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َ" descr="د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َ" descr="ج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َ" descr="د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ظَ" descr="ظ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َ" descr="ح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جَ" descr="ج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َ" descr="ك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ذَ" descr="ذ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ذَ" descr="ذ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َ" descr="ك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ذَ" descr="ذ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ذَ" descr="ذ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َ" descr="ك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َ" descr="ن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ذَ" descr="ذ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َ" descr="ك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َ" descr="ن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ذَ" descr="ذ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َ" descr="ك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ذَ" descr="ذ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َ" descr="ك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ذَ" descr="ذ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كَ" descr="ك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َ" descr="ت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َ" descr="ن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َ" descr="د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لَ" descr="لَ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كَ" descr="ك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ذَ" descr="ذ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َ" descr="د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لَ" descr="لَ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كَ" descr="ك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ذَ" descr="ذ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َ" descr="ذ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َ" descr="د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لَ" descr="ل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كَ" descr="ك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َ" descr="أ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" descr="ر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" descr="رَ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َ" descr="أ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" descr="ر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َ" descr="رَ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َ" descr="أ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َ" descr="ر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َ" descr="أ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َ" descr="ر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َ" descr="أ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" descr="ر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َ" descr="أ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رَ" descr="ر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َ" descr="أ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خَ" descr="خ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" descr="ر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َ" descr="س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" descr="ر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خَ" descr="خ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" descr="ر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َ" descr="س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َ" descr="ر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خَ" descr="خ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َ" descr="س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َ" descr="ر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َ" descr="س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َ" descr="ر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" descr="ر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َ" descr="س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" descr="ر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َ" descr="س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َ" descr="خ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َ" descr="ر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شَ" descr="ش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َ" descr="س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خَ" descr="خ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َذَ" descr="خَذ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خَذَ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َ" descr="خ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َرَ" descr="ذَر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ذَرَ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َ" descr="ر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َ" descr="د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َكَ" descr="رَك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رَكَ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َبَ" descr="دَب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دَبَ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َ" descr="ذ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بَحَثَ" descr="بَحَث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بَحَثَ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بَ" descr="ب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ard ثَ" descr="ث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بَحَثَ" descr="بَحَث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بَحَثَ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ب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ard ثَ" descr="ث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بَحَثَ" descr="بَحَث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بَحَثَ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ب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Wagon letter 2" descr="ح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ard ثَ" descr="ث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بَحَثَ" descr="بَحَث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بَحَثَ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ب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Wagon letter 2" descr="ح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Wagon letter 3" descr="ث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بَحَثَ" descr="بَحَث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بَحَثَ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بَ" descr="ب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ard ثَ" descr="ث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بَحَثَ" descr="بَحَث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بَحَثَ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ب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Card ثَ" descr="ث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بَحَثَ" descr="بَحَث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بَحَثَ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ب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Wagon letter 2" descr="ح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Wagon letter 3" descr="ث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Word" descr="بَحَث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بَحَثَ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" descr="ف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" descr="ق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زَ" descr="ز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" descr="ف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" descr="ق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زَ" descr="ز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" descr="ف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قَ" descr="ق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َ" descr="ز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" descr="ف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قَ" descr="ق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َ" descr="ز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" descr="ف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" descr="ق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" descr="ف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" descr="ق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َ" descr="ف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رَ" descr="ر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قَ" descr="ق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تَ" descr="ت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َ" descr="ز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صَ" descr="ص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شَ" descr="ش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تَ" descr="ت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َ" descr="ز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صَ" descr="ص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شَ" descr="ش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َ" descr="ز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تَ" descr="ت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صَ" descr="ص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شَ" descr="ش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" descr="ه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َ" descr="س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سَ" descr="س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" descr="ه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َ" descr="س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سَ" descr="س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" descr="ه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َ" descr="س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" descr="ه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َ" descr="س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" descr="ه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َ" descr="س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" descr="ه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َ" descr="س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هَ" descr="ه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وَ" descr="و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سَ" descr="س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َ" descr="ف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سَ" descr="س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يَ" descr="ي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سَ" descr="س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َ" descr="ف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سَ" descr="س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يَ" descr="ي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َ" descr="ف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سَ" descr="س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َ" descr="ي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َ" descr="ف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سَ" descr="س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َ" descr="ي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سَ" descr="س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َ" descr="ف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َ" descr="ي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سَ" descr="س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َ" descr="ف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َ" descr="ي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َ" descr="س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َ" descr="ك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َ" descr="ذ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َ" descr="ف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يَ" descr="ي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سَمَ" descr="رَسَ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رَسَمَ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لَبَ" descr="طَلَ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طَلَبَ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خَذَ" descr="أَخَذ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كَلَ" descr="أَك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عَدَ" descr="وَعَ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وَعَدَ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َلَبَ" descr="طَلَ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طَلَبَ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خَذَ" descr="أَخَذ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كَلَ" descr="أَك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عَدَ" descr="وَعَ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وَعَدَ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طَعَ" descr="قَط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قَطَعَ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خَذَ" descr="أَخَذ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كَلَ" descr="أَك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عَدَ" descr="وَعَ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وَعَدَ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طَعَ" descr="قَط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قَطَعَ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أَلَ" descr="سَأ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سَأَلَ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أَكَلَ" descr="أَك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أَكَلَ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عَدَ" descr="وَعَ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وَعَدَ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طَعَ" descr="قَط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قَطَعَ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أَلَ" descr="سَأ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سَأَلَ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جَعَ" descr="رَج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رَجَعَ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وَعَدَ" descr="وَعَ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وَعَدَ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قَطَعَ" descr="قَط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قَطَعَ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أَلَ" descr="سَأ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سَأَلَ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جَعَ" descr="رَج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رَجَعَ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جَدَ" descr="سَجَد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سَجَدَ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َ" descr="ش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َ" descr="ث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شَ" descr="ش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َ" descr="ش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َ" descr="ث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شَ" descr="ش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َ" descr="ل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َ" descr="ث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َ" descr="ن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شَ" descr="ش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َ" descr="ل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َ" descr="ث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َ" descr="ن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شَ" descr="ش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َ" descr="ش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َ" descr="ث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شَ" descr="ش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َ" descr="ث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َ" descr="ن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َ" descr="ل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َ" descr="ث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َ" descr="ن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وَ" descr="و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شَ" descr="ش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تَ" descr="ت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قَ" descr="قَ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وَ" descr="وَ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شَ" descr="ش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11" name="Food 3" descr="Foo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تَ" descr="تَ">
            <a:hlinkClick action="ppaction://hlinksldjump" r:id="rId6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قَ" descr="قَ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َ" descr="ش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وَ" descr="و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تَ" descr="ت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قَ" descr="ق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َأَ" descr="قَرَأ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قَرَأَ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قَ" descr="ق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Card رَ" descr="ر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أَ" descr="أ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َأَ" descr="قَرَأ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قَرَأَ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أَ" descr="أ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َأَ" descr="قَرَأ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قَرَأَ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Wagon letter 2" descr="ر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أَ" descr="أ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َأَ" descr="قَرَأ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قَرَأَ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Wagon letter 2" descr="ر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Wagon letter 3" descr="أ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َأَ" descr="قَرَأ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قَرَأَ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قَ" descr="ق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Card رَ" descr="ر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أَ" descr="أ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َأَ" descr="قَرَأ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قَرَأَ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أَ" descr="أ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َأَ" descr="قَرَأ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قَرَأَ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Wagon letter 2" descr="ر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Wagon letter 3" descr="أ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Word" descr="قَرَأ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قَرَأَ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صَ" descr="ص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َ" descr="ت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" descr="ص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َ" descr="ح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َ" descr="ق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صَ" descr="ص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َ" descr="ت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صَ" descr="ص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حَ" descr="ح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َ" descr="ق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تَ" descr="ت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صَ" descr="ص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َ" descr="ح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َ" descr="ق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تَ" descr="ت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صَ" descr="ص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َ" descr="ح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َ" descr="ق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صَ" descr="ص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َ" descr="ت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َ" descr="ح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َ" descr="ق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صَ" descr="ص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َ" descr="ت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حَ" descr="ح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َ" descr="ق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تَ" descr="ت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حَ" descr="ح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قَ" descr="ق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َ" descr="ص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َ" descr="ن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َ" descr="ق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هَ" descr="ه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َ" descr="ص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َ" descr="ن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َ" descr="ق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صَ" descr="ص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هَ" descr="ه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نَ" descr="ن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َ" descr="ق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َ" descr="ص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هَ" descr="ه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نَ" descr="ن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َ" descr="ق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صَ" descr="ص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هَ" descr="ه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َ" descr="ص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َ" descr="ن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َ" descr="ق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هَ" descr="ه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َ" descr="ص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َ" descr="ن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َ" descr="ق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هَ" descr="ه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َ" descr="ص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نَ" descr="ن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َ" descr="ق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عَ" descr="ع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هَ" descr="ه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َ" descr="ش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َ" descr="س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َدَ" descr="صَد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صَدَ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َيَ" descr="سَي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سَيَ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َرَ" descr="شَر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شَرَ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َيَ" descr="زَي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زَيَ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َ" descr="ص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َ" descr="ز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ضَ" descr="ض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َ" descr="ض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فَ" descr="ف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سَ" descr="س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ضَ" descr="ض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َ" descr="ض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فَ" descr="ف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سَ" descr="س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ضَ" descr="ض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فَ" descr="ف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سَ" descr="س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ضَ" descr="ض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فَ" descr="فَ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سَ" descr="س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ضَ" descr="ض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فَ" descr="فَ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سَ" descr="سَ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ضَ" descr="ض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فَ" descr="فَ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سَ" descr="سَ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َ" descr="ز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فَ" descr="ف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سَ" descr="س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ضَ" descr="ض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َ" descr="ج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خَ" descr="خ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َ" descr="و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ضَ" descr="ض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َ" descr="ج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خَ" descr="خ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َ" descr="و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َ" descr="ض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جَ" descr="ج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خَ" descr="خ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وَ" descr="و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وَ" descr="و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َ" descr="ن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َ" descr="طَ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ضَ" descr="ض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وَ" descr="و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َ" descr="ن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َ" descr="طَ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ضَ" descr="ض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نَ" descr="ن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َ" descr="ط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َ" descr="ض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نَ" descr="ن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َ" descr="طَ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َ" descr="ض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َ" descr="ن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َ" descr="ض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َ" descr="ط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وَ" descr="و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َ" descr="ن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َ" descr="ض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وَ" descr="و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نَ" descr="ن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ضَ" descr="ض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طَ" descr="ط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َ" descr="ه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" descr="ز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لَ" descr="ل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طَ" descr="ط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طَ" descr="ط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َ" descr="ه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" descr="ز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لَ" descr="ل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طَ" descr="ط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َ" descr="ه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َ" descr="ز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لَ" descr="ل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َ" descr="ط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َ" descr="ه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َ" descr="ز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لَ" descr="ل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َ" descr="ط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طَ" descr="ط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َ" descr="ه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" descr="ز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لَ" descr="ل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طَ" descr="ط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َ" descr="ه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َ" descr="ز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لَ" descr="ل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َ" descr="ط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مَ" descr="م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َ" descr="ه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َ" descr="ز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لَ" descr="ل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سَلَ" descr="غَسَ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غَسَلَ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غَ" descr="غ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سَ" descr="س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Card لَ" descr="ل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سَلَ" descr="غَسَ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غَسَلَ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سَ" descr="س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Card لَ" descr="ل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سَلَ" descr="غَسَ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غَسَلَ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Wagon letter 2" descr="س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Card لَ" descr="ل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سَلَ" descr="غَسَ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غَسَلَ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Wagon letter 2" descr="س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Wagon letter 3" descr="ل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سَلَ" descr="غَسَ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غَسَلَ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غَ" descr="غ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سَ" descr="س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Card لَ" descr="ل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سَلَ" descr="غَسَ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غَسَلَ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Card سَ" descr="س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Card لَ" descr="ل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غَسَلَ" descr="غَسَ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غَسَلَ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غ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1" name="Wagon letter 2" descr="س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Wagon letter 3" descr="ل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Word" descr="غَسَل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غَسَلَ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َ" descr="ن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َ" descr="ظَ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وَ" descr="و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َ" descr="ج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َ" descr="نَ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َ" descr="ظَ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وَ" descr="و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َ" descr="ج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نَ" descr="ن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ظَ" descr="ظ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وَ" descr="و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نَ" descr="ن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ظَ" descr="ظ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وَ" descr="و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َ" descr="ن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وَ" descr="و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َ" descr="ظ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نَ" descr="ن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وَ" descr="و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نَ" descr="ن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وَ" descr="و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جَ" descr="ج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غَ" descr="غ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لَ" descr="ل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َ" descr="أ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ظَ" descr="ظ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غَ" descr="غ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لَ" descr="ل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َ" descr="أ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ظَ" descr="ظ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َ" descr="ظ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غَ" descr="غ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لَ" descr="ل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َ" descr="أ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" descr="ع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زَ" descr="ز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عَ" descr="ع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َ" descr="س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فَ" descr="ف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" descr="ع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زَ" descr="ز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عَ" descr="ع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َ" descr="س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فَ" descr="ف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زَ" descr="ز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عَ" descr="ع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سَ" descr="س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فَ" descr="ف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زَ" descr="ز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عَ" descr="ع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سَ" descr="س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فَ" descr="ف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" descr="ع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زَ" descr="ز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سَ" descr="س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فَ" descr="ف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َ" descr="ع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زَ" descr="ز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سَ" descr="س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فَ" descr="ف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زَ" descr="ز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سَ" descr="س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فَ" descr="ف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َ" descr="ح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كَ" descr="ك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عَ" descr="ع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َ" descr="م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َ" descr="ع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ظَ" descr="ظ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َ" descr="ح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كَ" descr="ك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عَ" descr="ع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َ" descr="م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َ" descr="ع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ظَ" descr="ظ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َ" descr="ح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كَ" descr="ك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مَ" descr="م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ظَ" descr="ظ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َ" descr="ح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كَ" descr="ك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مَ" descr="م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ظَ" descr="ظ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َ" descr="ح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كَ" descr="ك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عَ" descr="ع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َ" descr="م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ظَ" descr="ظ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َ" descr="ح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كَ" descr="ك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عَ" descr="ع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َ" descr="م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ظَ" descr="ظ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َ" descr="ع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َ" descr="ح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كَ" descr="ك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مَ" descr="م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ظَ" descr="ظ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َلَ" descr="عَ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عَلَ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َكَ" descr="ظَك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ظَكَ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َ" descr="ط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َ" descr="ع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َ" descr="ض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َ" descr="ظ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َحَ" descr="ضَح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ضَحَ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َرَ" descr="طَر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طَرَ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َ" descr="غ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غَ" descr="غ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َ" descr="ص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َ" descr="ذ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َ" descr="ج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َ" descr="غ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غَ" descr="غ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َ" descr="ص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َ" descr="ذ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َ" descr="ج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غَ" descr="غ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َ" descr="ص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َ" descr="ذ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غَ" descr="غ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َ" descr="ص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َ" descr="ذ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َ" descr="غ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َ" descr="ص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َ" descr="ذ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َ" descr="غ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َ" descr="ص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َ" descr="ذ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َ" descr="ج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3 صَ" descr="ص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ذَ" descr="ذَ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جَ" descr="ج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84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84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َ" descr="ز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غَ" descr="غَ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كَ" descr="ك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يَ" descr="ي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َ" descr="ز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غَ" descr="غَ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كَ" descr="ك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يَ" descr="يَ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غَ" descr="غ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َ" descr="ز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كَ" descr="ك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يَ" descr="ي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َرَ" descr="نَظَ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نَظَرَ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Card ظَ" descr="ظ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Card نَ" descr="ن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َرَ" descr="نَظَ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نَظَرَ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ظَ" descr="ظ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َرَ" descr="نَظَ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نَظَرَ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Wagon letter 2" descr="ظ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َرَ" descr="نَظَ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نَظَرَ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Wagon letter 2" descr="ظ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Wagon letter 3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َرَ" descr="نَظَ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نَظَرَ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Card ظَ" descr="ظ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Card نَ" descr="ن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َرَ" descr="نَظَ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نَظَرَ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ظَ" descr="ظ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َرَ" descr="نَظَ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نَظَرَ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Wagon letter 2" descr="ظ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Wagon letter 3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Word" descr="نَظَر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نَظَرَ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لَ" descr="ل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" descr="ف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فَ" descr="فَ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َ" descr="ح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لَ" descr="ل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" descr="ف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فَ" descr="فَ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َ" descr="ح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لَ" descr="ل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فَ" descr="ف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حَ" descr="ح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لَ" descr="ل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فَ" descr="ف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حَ" descr="ح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لَ" descr="ل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" descr="ف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حَ" descr="ح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لَ" descr="ل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َ" descr="ف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حَ" descr="ح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َ" descr="ض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لَ" descr="ل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حَ" descr="ح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َ" descr="ف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َ" descr="قَ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َ" descr="ض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تَ" descr="ت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يَ" descr="ي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َ" descr="ف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َ" descr="قَ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ضَ" descr="ض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تَ" descr="تَ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يَ" descr="ي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َ" descr="ق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َ" descr="ض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تَ" descr="ت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َ" descr="ي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َ" descr="ق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َ" descr="ض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تَ" descr="ت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َ" descr="ي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َ" descr="ف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َ" descr="ق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َ" descr="ض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تَ" descr="ت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َ" descr="ي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َ" descr="ف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َ" descr="ق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ضَ" descr="ض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تَ" descr="ت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َ" descr="ي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َ" descr="ف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قَ" descr="ق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ضَ" descr="ض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تَ" descr="ت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يَ" descr="ي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يَ" descr="ي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" descr="ق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قَ" descr="ق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يَ" descr="ي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" descr="ق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قَ" descr="ق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يَ" descr="ي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قَ" descr="ق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يَ" descr="ي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قَ" descr="ق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يَ" descr="ي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" descr="ق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يَ" descr="ي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قَ" descr="ق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َ" descr="ض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َ" descr="ب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يَ" descr="ي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َ" descr="م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َ" descr="ق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دَ" descr="د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أَ" descr="أ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َ" descr="م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َ" descr="ق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دَ" descr="د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أَ" descr="أَ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َ" descr="ق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َ" descr="م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دَ" descr="د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أَ" descr="أ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َ" descr="ث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َ" descr="أ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َ" descr="ك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َ" descr="م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كَ" descr="كَ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َ" descr="ث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َ" descr="أ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َ" descr="ك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َ" descr="م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كَ" descr="كَ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َ" descr="ث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َ" descr="أ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َ" descr="م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َ" descr="ك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َ" descr="ث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َ" descr="أ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َ" descr="م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َ" descr="ك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َ" descr="ث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َ" descr="أ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َ" descr="ك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َ" descr="م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َ" descr="ثَ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َ" descr="أ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َ" descr="ك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َ" descr="م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َ" descr="ث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َ" descr="أ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َ" descr="م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َ" descr="د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َ" descr="ج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شَ" descr="ش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كَ" descr="ك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كَ" descr="ك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َ" descr="د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َ" descr="ج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شَ" descr="ش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كَ" descr="ك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كَ" descr="ك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َ" descr="د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َ" descr="ج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شَ" descr="ش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َ" descr="ك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َ" descr="د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َ" descr="ج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شَ" descr="ش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َ" descr="ك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َ" descr="د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َ" descr="ج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شَ" descr="ش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كَ" descr="ك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َ" descr="د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َ" descr="ج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شَ" descr="ش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كَ" descr="ك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َ" descr="ك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دَ" descr="د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َ" descr="ج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شَ" descr="ش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َحَ" descr="قَح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قَحَ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َشَ" descr="كَش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كَشَ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َ" descr="ف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َ" descr="ق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َضَ" descr="غَض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غَضَ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َهَ" descr="فَه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فَهَ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َ" descr="غ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َ" descr="ك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لَسَ" descr="جَلَس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لَ" descr="ل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1" name="Card جَ" descr="ج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ard سَ" descr="س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لَسَ" descr="جَلَس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Card لَ" descr="ل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ard سَ" descr="س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لَسَ" descr="جَلَس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letter 2" descr="ل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ard سَ" descr="س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لَسَ" descr="جَلَس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letter 2" descr="ل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Wagon letter 3" descr="س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لَسَ" descr="جَلَس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لَ" descr="ل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1" name="Card جَ" descr="ج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Card سَ" descr="س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لَسَ" descr="جَلَس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Card لَ" descr="ل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ard سَ" descr="س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لَسَ" descr="جَلَس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letter 2" descr="ل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Wagon letter 3" descr="س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Word" descr="جَلَس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خَ" descr="خ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َ" descr="ل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َ" descr="ل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خَ" descr="خ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َ" descr="لَ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َ" descr="لَ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خَ" descr="خ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َ" descr="ل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خَ" descr="خ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َ" descr="لَ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خَ" descr="خ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َ" descr="ل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خَ" descr="خ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لَ" descr="ل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خَ" descr="خ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زَ" descr="ز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رَ" descr="رَ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صَ" descr="ص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" descr="ن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" descr="ح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لَ" descr="لَ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صَ" descr="ص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" descr="نَ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" descr="حَ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لَ" descr="لَ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َ" descr="ل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صَ" descr="ص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َ" descr="ن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َ" descr="ح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َ" descr="ه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َ" descr="م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َ" descr="م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عَ" descr="ع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شَ" descr="ش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َ" descr="ه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َ" descr="م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مَ" descr="مَ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عَ" descr="ع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شَ" descr="ش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َ" descr="ه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مَ" descr="م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َ" descr="عَ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شَ" descr="شَ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َ" descr="ه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مَ" descr="م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َ" descr="عَ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شَ" descr="شَ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َ" descr="ه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َ" descr="م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َ" descr="ع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شَ" descr="ش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َ" descr="ه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َ" descr="م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َ" descr="عَ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شَ" descr="ش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َ" descr="ه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عَ" descr="عَ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شَ" descr="ش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َ" descr="ز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" descr="ر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كَ" descr="ك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مَ" descr="م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َ" descr="ز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" descr="ر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كَ" descr="ك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مَ" descr="مَ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َ" descr="ز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رَ" descr="ر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كَ" descr="ك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مَ" descr="م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َ" descr="ز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رَ" descr="ر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كَ" descr="ك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مَ" descr="م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َ" descr="ز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" descr="ر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كَ" descr="ك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َ" descr="ز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َ" descr="م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َ" descr="ر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كَ" descr="كَ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َ" descr="ث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َ" descr="م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َ" descr="زَ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رَ" descr="ر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كَ" descr="كَ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َ" descr="ث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" descr="ق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َ" descr="ه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هَ" descr="هَ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زَ" descr="ز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" descr="ق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َ" descr="ه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هَ" descr="هَ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زَ" descr="ز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" descr="ق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هَ" descr="ه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َ" descr="ز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" descr="قَ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هَ" descr="هَ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َ" descr="زَ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" descr="ق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َ" descr="ه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َ" descr="ز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" descr="قَ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هَ" descr="هَ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َ" descr="زَ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َ" descr="قَ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َ" descr="لَ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زَ" descr="زَ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هَ" descr="ه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َ" descr="صَ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طَ" descr="طَ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رَ" descr="رَ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هَ" descr="ه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َ" descr="صَ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طَ" descr="طَ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رَ" descr="رَ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هَ" descr="هَ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هَ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صَ" descr="ص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طَ" descr="ط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رَ" descr="رَ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َعَ" descr="جَم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عَ" descr="ع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1" name="Card مَ" descr="م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ard جَ" descr="ج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َعَ" descr="جَم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Card عَ" descr="ع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ard مَ" descr="م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َعَ" descr="جَم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letter 2" descr="م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ard عَ" descr="ع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َعَ" descr="جَم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letter 2" descr="م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َعَ" descr="جَم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عَ" descr="ع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1" name="Card مَ" descr="م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Card جَ" descr="ج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َعَ" descr="جَم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Card عَ" descr="ع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ard مَ" descr="م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َمَعَ" descr="جَمَ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1" name="Wagon letter 2" descr="مَ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Word" descr="جَمَع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جَمَعَ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جَ" descr="ج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َ" descr="ص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وَ" descr="و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جَ" descr="ج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َ" descr="ص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وَ" descr="و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وَ" descr="و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جَ" descr="ج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َ" descr="ص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جَ" descr="ج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َ" descr="صَ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وَ" descr="و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جَ" descr="ج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َ" descr="ص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وَ" descr="و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جَ" descr="ج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َ" descr="ص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وَ" descr="وَ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جَ" descr="ج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صَ" descr="ص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َ" descr="خ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وَ" descr="و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َ" descr="ظ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وَ" descr="و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ضَ" descr="ض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وَ" descr="و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َ" descr="ظ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وَ" descr="وَ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ضَ" descr="ض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ظَ" descr="ظ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وَ" descr="و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ضَ" descr="ض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ظَ" descr="ظَ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وَ" descr="وَ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ضَ" descr="ضَ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وَ" descr="و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َ" descr="ظ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ضَ" descr="ض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وَ" descr="وَ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َ" descr="فَ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َ" descr="ظَ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َ" descr="عَ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ضَ" descr="ضَ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َ" descr="وَ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فَ" descr="فَ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ظَ" descr="ظَ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عَ" descr="عَ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ضَ" descr="ضَ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رَ" descr="لَر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لَرَ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" descr="ه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" descr="و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َ" descr="م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َأَ" descr="هَأ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هَأَ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َ" descr="ل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َفَ" descr="مَف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مَفَ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َخَ" descr="وَخَ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وَخَ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فَتَحَ" descr="فَتَح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َسَحَ" descr="مَسَح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مَسَحَ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َرَجَ" descr="خَرَج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خَرَجَ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تَبَ" descr="كَتَ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كَعَ" descr="رَك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رَكَعَ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مَسَحَ" descr="مَسَح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مَسَحَ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َرَجَ" descr="خَرَج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خَرَجَ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تَبَ" descr="كَتَ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كَعَ" descr="رَك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رَكَعَ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َخَلَ" descr="دَخ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دَخَلَ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َرَجَ" descr="خَرَج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خَرَجَ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تَبَ" descr="كَتَ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كَعَ" descr="رَك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رَكَعَ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َخَلَ" descr="دَخ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دَخَلَ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َبَرَ" descr="صَبَ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صَبَرَ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تَبَ" descr="كَتَ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كَعَ" descr="رَك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رَكَعَ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َخَلَ" descr="دَخ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دَخَلَ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َبَرَ" descr="صَبَ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صَبَرَ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زَلَ" descr="نَز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نَزَلَ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َكَعَ" descr="رَكَ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رَكَعَ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َخَلَ" descr="دَخ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دَخَلَ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َبَرَ" descr="صَبَ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صَبَرَ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زَلَ" descr="نَز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نَزَلَ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مَلَ" descr="حَمَ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حَمَلَ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