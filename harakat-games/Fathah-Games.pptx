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boing.wav" ContentType="audio/wav"/>
  <Override PartName="/ppt/media/snd_bonk.wav" ContentType="audio/wav"/>
  <Override PartName="/ppt/media/snd_cheer.wav" ContentType="audio/wav"/>
  <Override PartName="/ppt/media/snd_ding.wav" ContentType="audio/wav"/>
  <Override PartName="/ppt/media/snd_munch.wav" ContentType="audio/wav"/>
  <Override PartName="/ppt/media/snd_pop.wav" ContentType="audio/wav"/>
  <Override PartName="/ppt/media/snd_splash.wav" ContentType="audio/wav"/>
  <Override PartName="/ppt/media/snd_tada.wav" ContentType="audio/wav"/>
  <Override PartName="/ppt/media/snd_vroom.wav" ContentType="audio/wav"/>
  <Override PartName="/ppt/media/snd_whistle.wav" ContentType="audio/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slide" Target="slide4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slide" Target="slide6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slide" Target="slide8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10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4.png"/><Relationship Id="rId7" Type="http://schemas.openxmlformats.org/officeDocument/2006/relationships/slide" Target="slide11.xml"/><Relationship Id="rId8" Type="http://schemas.openxmlformats.org/officeDocument/2006/relationships/audio" Target="../media/snd_pop.wav"/><Relationship Id="rId9" Type="http://schemas.openxmlformats.org/officeDocument/2006/relationships/audio" Target="../media/snd_boing.wav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11.png"/><Relationship Id="rId8" Type="http://schemas.openxmlformats.org/officeDocument/2006/relationships/slide" Target="slide12.xml"/><Relationship Id="rId9" Type="http://schemas.openxmlformats.org/officeDocument/2006/relationships/audio" Target="../media/snd_boing.wav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Relationship Id="rId4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14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25.png"/><Relationship Id="rId5" Type="http://schemas.openxmlformats.org/officeDocument/2006/relationships/image" Target="../media/image13.png"/><Relationship Id="rId6" Type="http://schemas.openxmlformats.org/officeDocument/2006/relationships/image" Target="../media/image15.png"/><Relationship Id="rId7" Type="http://schemas.openxmlformats.org/officeDocument/2006/relationships/slide" Target="slide15.xml"/><Relationship Id="rId8" Type="http://schemas.openxmlformats.org/officeDocument/2006/relationships/audio" Target="../media/snd_boing.wav"/><Relationship Id="rId9" Type="http://schemas.openxmlformats.org/officeDocument/2006/relationships/audio" Target="../media/snd_splash.wav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16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6.png"/><Relationship Id="rId4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6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slide" Target="slide18.xml"/><Relationship Id="rId12" Type="http://schemas.openxmlformats.org/officeDocument/2006/relationships/audio" Target="../media/snd_tada.wav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5.png"/><Relationship Id="rId7" Type="http://schemas.openxmlformats.org/officeDocument/2006/relationships/slide" Target="slide19.xml"/><Relationship Id="rId8" Type="http://schemas.openxmlformats.org/officeDocument/2006/relationships/audio" Target="../media/snd_boing.wav"/><Relationship Id="rId9" Type="http://schemas.openxmlformats.org/officeDocument/2006/relationships/audio" Target="../media/snd_pop.wav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slide" Target="slide20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image" Target="../media/image25.png"/><Relationship Id="rId7" Type="http://schemas.openxmlformats.org/officeDocument/2006/relationships/slide" Target="slide21.xml"/><Relationship Id="rId8" Type="http://schemas.openxmlformats.org/officeDocument/2006/relationships/audio" Target="../media/snd_splash.wav"/><Relationship Id="rId9" Type="http://schemas.openxmlformats.org/officeDocument/2006/relationships/audio" Target="../media/snd_boing.wav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22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23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slide" Target="slide24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0.png"/><Relationship Id="rId10" Type="http://schemas.openxmlformats.org/officeDocument/2006/relationships/slide" Target="slide25.xml"/><Relationship Id="rId11" Type="http://schemas.openxmlformats.org/officeDocument/2006/relationships/audio" Target="../media/snd_boing.wav"/><Relationship Id="rId12" Type="http://schemas.openxmlformats.org/officeDocument/2006/relationships/image" Target="../media/image40.png"/><Relationship Id="rId13" Type="http://schemas.openxmlformats.org/officeDocument/2006/relationships/audio" Target="../media/snd_munch.wav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5.png"/><Relationship Id="rId4" Type="http://schemas.openxmlformats.org/officeDocument/2006/relationships/image" Target="../media/image15.png"/><Relationship Id="rId5" Type="http://schemas.openxmlformats.org/officeDocument/2006/relationships/image" Target="../media/image13.png"/><Relationship Id="rId6" Type="http://schemas.openxmlformats.org/officeDocument/2006/relationships/slide" Target="slide26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27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6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slide" Target="slide28.xml"/><Relationship Id="rId12" Type="http://schemas.openxmlformats.org/officeDocument/2006/relationships/audio" Target="../media/snd_tada.wav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35.png"/><Relationship Id="rId4" Type="http://schemas.openxmlformats.org/officeDocument/2006/relationships/image" Target="../media/image5.png"/><Relationship Id="rId5" Type="http://schemas.openxmlformats.org/officeDocument/2006/relationships/image" Target="../media/image19.png"/><Relationship Id="rId6" Type="http://schemas.openxmlformats.org/officeDocument/2006/relationships/slide" Target="slide29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11.png"/><Relationship Id="rId8" Type="http://schemas.openxmlformats.org/officeDocument/2006/relationships/slide" Target="slide30.xml"/><Relationship Id="rId9" Type="http://schemas.openxmlformats.org/officeDocument/2006/relationships/audio" Target="../media/snd_boing.wav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31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13.png"/><Relationship Id="rId6" Type="http://schemas.openxmlformats.org/officeDocument/2006/relationships/image" Target="../media/image16.png"/><Relationship Id="rId7" Type="http://schemas.openxmlformats.org/officeDocument/2006/relationships/slide" Target="slide32.xml"/><Relationship Id="rId8" Type="http://schemas.openxmlformats.org/officeDocument/2006/relationships/audio" Target="../media/snd_splash.wav"/><Relationship Id="rId9" Type="http://schemas.openxmlformats.org/officeDocument/2006/relationships/audio" Target="../media/snd_boing.wav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33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Relationship Id="rId6" Type="http://schemas.openxmlformats.org/officeDocument/2006/relationships/image" Target="../media/image4.png"/><Relationship Id="rId7" Type="http://schemas.openxmlformats.org/officeDocument/2006/relationships/slide" Target="slide34.xml"/><Relationship Id="rId8" Type="http://schemas.openxmlformats.org/officeDocument/2006/relationships/audio" Target="../media/snd_pop.wav"/><Relationship Id="rId9" Type="http://schemas.openxmlformats.org/officeDocument/2006/relationships/audio" Target="../media/snd_boing.wav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36.png"/><Relationship Id="rId7" Type="http://schemas.openxmlformats.org/officeDocument/2006/relationships/image" Target="../media/image12.png"/><Relationship Id="rId8" Type="http://schemas.openxmlformats.org/officeDocument/2006/relationships/slide" Target="slide35.xml"/><Relationship Id="rId9" Type="http://schemas.openxmlformats.org/officeDocument/2006/relationships/audio" Target="../media/snd_boing.wav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16.png"/><Relationship Id="rId5" Type="http://schemas.openxmlformats.org/officeDocument/2006/relationships/image" Target="../media/image25.png"/><Relationship Id="rId6" Type="http://schemas.openxmlformats.org/officeDocument/2006/relationships/slide" Target="slide36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37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6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slide" Target="slide38.xml"/><Relationship Id="rId12" Type="http://schemas.openxmlformats.org/officeDocument/2006/relationships/audio" Target="../media/snd_tada.wav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39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5.png"/><Relationship Id="rId6" Type="http://schemas.openxmlformats.org/officeDocument/2006/relationships/slide" Target="slide40.xml"/><Relationship Id="rId7" Type="http://schemas.openxmlformats.org/officeDocument/2006/relationships/audio" Target="../media/snd_pop.wav"/><Relationship Id="rId8" Type="http://schemas.openxmlformats.org/officeDocument/2006/relationships/audio" Target="../media/snd_boing.wav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36.png"/><Relationship Id="rId7" Type="http://schemas.openxmlformats.org/officeDocument/2006/relationships/image" Target="../media/image21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slide" Target="slide41.xml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Relationship Id="rId13" Type="http://schemas.openxmlformats.org/officeDocument/2006/relationships/audio" Target="../media/snd_boing.wav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25.png"/><Relationship Id="rId5" Type="http://schemas.openxmlformats.org/officeDocument/2006/relationships/image" Target="../media/image17.png"/><Relationship Id="rId6" Type="http://schemas.openxmlformats.org/officeDocument/2006/relationships/slide" Target="slide42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43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7.png"/><Relationship Id="rId4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7.png"/><Relationship Id="rId4" Type="http://schemas.openxmlformats.org/officeDocument/2006/relationships/image" Target="../media/image39.png"/><Relationship Id="rId5" Type="http://schemas.openxmlformats.org/officeDocument/2006/relationships/slide" Target="slide45.xml"/><Relationship Id="rId6" Type="http://schemas.openxmlformats.org/officeDocument/2006/relationships/audio" Target="../media/snd_ding.wav"/><Relationship Id="rId7" Type="http://schemas.openxmlformats.org/officeDocument/2006/relationships/audio" Target="../media/snd_vroom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20.png"/><Relationship Id="rId5" Type="http://schemas.openxmlformats.org/officeDocument/2006/relationships/image" Target="../media/image2.png"/><Relationship Id="rId6" Type="http://schemas.openxmlformats.org/officeDocument/2006/relationships/slide" Target="slide46.xml"/><Relationship Id="rId7" Type="http://schemas.openxmlformats.org/officeDocument/2006/relationships/audio" Target="../media/snd_boing.wav"/><Relationship Id="rId8" Type="http://schemas.openxmlformats.org/officeDocument/2006/relationships/audio" Target="../media/snd_pop.wav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36.png"/><Relationship Id="rId7" Type="http://schemas.openxmlformats.org/officeDocument/2006/relationships/image" Target="../media/image11.png"/><Relationship Id="rId8" Type="http://schemas.openxmlformats.org/officeDocument/2006/relationships/image" Target="../media/image21.png"/><Relationship Id="rId9" Type="http://schemas.openxmlformats.org/officeDocument/2006/relationships/slide" Target="slide47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48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3.png"/><Relationship Id="rId6" Type="http://schemas.openxmlformats.org/officeDocument/2006/relationships/slide" Target="slide49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50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6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slide" Target="slide51.xml"/><Relationship Id="rId12" Type="http://schemas.openxmlformats.org/officeDocument/2006/relationships/audio" Target="../media/snd_tada.wav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20.png"/><Relationship Id="rId5" Type="http://schemas.openxmlformats.org/officeDocument/2006/relationships/image" Target="../media/image5.png"/><Relationship Id="rId6" Type="http://schemas.openxmlformats.org/officeDocument/2006/relationships/slide" Target="slide52.xml"/><Relationship Id="rId7" Type="http://schemas.openxmlformats.org/officeDocument/2006/relationships/audio" Target="../media/snd_pop.wav"/><Relationship Id="rId8" Type="http://schemas.openxmlformats.org/officeDocument/2006/relationships/audio" Target="../media/snd_boing.wav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21.png"/><Relationship Id="rId8" Type="http://schemas.openxmlformats.org/officeDocument/2006/relationships/image" Target="../media/image10.png"/><Relationship Id="rId9" Type="http://schemas.openxmlformats.org/officeDocument/2006/relationships/slide" Target="slide53.xml"/><Relationship Id="rId10" Type="http://schemas.openxmlformats.org/officeDocument/2006/relationships/image" Target="../media/image40.png"/><Relationship Id="rId11" Type="http://schemas.openxmlformats.org/officeDocument/2006/relationships/audio" Target="../media/snd_munch.wav"/><Relationship Id="rId12" Type="http://schemas.openxmlformats.org/officeDocument/2006/relationships/audio" Target="../media/snd_boing.wav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5.png"/><Relationship Id="rId4" Type="http://schemas.openxmlformats.org/officeDocument/2006/relationships/image" Target="../media/image17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Relationship Id="rId7" Type="http://schemas.openxmlformats.org/officeDocument/2006/relationships/slide" Target="slide54.xml"/><Relationship Id="rId8" Type="http://schemas.openxmlformats.org/officeDocument/2006/relationships/audio" Target="../media/snd_boing.wav"/><Relationship Id="rId9" Type="http://schemas.openxmlformats.org/officeDocument/2006/relationships/audio" Target="../media/snd_splash.wav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55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56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5.png"/><Relationship Id="rId7" Type="http://schemas.openxmlformats.org/officeDocument/2006/relationships/slide" Target="slide57.xml"/><Relationship Id="rId8" Type="http://schemas.openxmlformats.org/officeDocument/2006/relationships/audio" Target="../media/snd_boing.wav"/><Relationship Id="rId9" Type="http://schemas.openxmlformats.org/officeDocument/2006/relationships/audio" Target="../media/snd_pop.wav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11.png"/><Relationship Id="rId8" Type="http://schemas.openxmlformats.org/officeDocument/2006/relationships/image" Target="../media/image10.png"/><Relationship Id="rId9" Type="http://schemas.openxmlformats.org/officeDocument/2006/relationships/image" Target="../media/image12.png"/><Relationship Id="rId10" Type="http://schemas.openxmlformats.org/officeDocument/2006/relationships/slide" Target="slide58.xml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Relationship Id="rId13" Type="http://schemas.openxmlformats.org/officeDocument/2006/relationships/audio" Target="../media/snd_boing.wav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slide" Target="slide59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60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6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slide" Target="slide61.xml"/><Relationship Id="rId12" Type="http://schemas.openxmlformats.org/officeDocument/2006/relationships/audio" Target="../media/snd_tada.wav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9.png"/><Relationship Id="rId4" Type="http://schemas.openxmlformats.org/officeDocument/2006/relationships/image" Target="../media/image35.png"/><Relationship Id="rId5" Type="http://schemas.openxmlformats.org/officeDocument/2006/relationships/image" Target="../media/image20.png"/><Relationship Id="rId6" Type="http://schemas.openxmlformats.org/officeDocument/2006/relationships/slide" Target="slide62.xml"/><Relationship Id="rId7" Type="http://schemas.openxmlformats.org/officeDocument/2006/relationships/audio" Target="../media/snd_pop.wav"/><Relationship Id="rId8" Type="http://schemas.openxmlformats.org/officeDocument/2006/relationships/audio" Target="../media/snd_boing.wav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36.png"/><Relationship Id="rId8" Type="http://schemas.openxmlformats.org/officeDocument/2006/relationships/image" Target="../media/image10.png"/><Relationship Id="rId9" Type="http://schemas.openxmlformats.org/officeDocument/2006/relationships/image" Target="../media/image21.png"/><Relationship Id="rId10" Type="http://schemas.openxmlformats.org/officeDocument/2006/relationships/slide" Target="slide63.xml"/><Relationship Id="rId11" Type="http://schemas.openxmlformats.org/officeDocument/2006/relationships/audio" Target="../media/snd_boing.wav"/><Relationship Id="rId12" Type="http://schemas.openxmlformats.org/officeDocument/2006/relationships/image" Target="../media/image40.png"/><Relationship Id="rId13" Type="http://schemas.openxmlformats.org/officeDocument/2006/relationships/audio" Target="../media/snd_munch.wav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64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17.png"/><Relationship Id="rId6" Type="http://schemas.openxmlformats.org/officeDocument/2006/relationships/slide" Target="slide65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66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0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slide" Target="slide67.xml"/><Relationship Id="rId8" Type="http://schemas.openxmlformats.org/officeDocument/2006/relationships/audio" Target="../media/snd_pop.wav"/><Relationship Id="rId9" Type="http://schemas.openxmlformats.org/officeDocument/2006/relationships/audio" Target="../media/snd_boing.wav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11.png"/><Relationship Id="rId8" Type="http://schemas.openxmlformats.org/officeDocument/2006/relationships/image" Target="../media/image21.png"/><Relationship Id="rId9" Type="http://schemas.openxmlformats.org/officeDocument/2006/relationships/slide" Target="slide68.xml"/><Relationship Id="rId10" Type="http://schemas.openxmlformats.org/officeDocument/2006/relationships/audio" Target="../media/snd_boing.wav"/><Relationship Id="rId11" Type="http://schemas.openxmlformats.org/officeDocument/2006/relationships/image" Target="../media/image40.png"/><Relationship Id="rId12" Type="http://schemas.openxmlformats.org/officeDocument/2006/relationships/audio" Target="../media/snd_munch.wav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image" Target="../media/image25.png"/><Relationship Id="rId6" Type="http://schemas.openxmlformats.org/officeDocument/2006/relationships/slide" Target="slide69.xml"/><Relationship Id="rId7" Type="http://schemas.openxmlformats.org/officeDocument/2006/relationships/audio" Target="../media/snd_boing.wav"/><Relationship Id="rId8" Type="http://schemas.openxmlformats.org/officeDocument/2006/relationships/audio" Target="../media/snd_splash.wav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70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6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slide" Target="slide71.xml"/><Relationship Id="rId12" Type="http://schemas.openxmlformats.org/officeDocument/2006/relationships/audio" Target="../media/snd_tada.wav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72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Relationship Id="rId6" Type="http://schemas.openxmlformats.org/officeDocument/2006/relationships/image" Target="../media/image2.png"/><Relationship Id="rId7" Type="http://schemas.openxmlformats.org/officeDocument/2006/relationships/slide" Target="slide73.xml"/><Relationship Id="rId8" Type="http://schemas.openxmlformats.org/officeDocument/2006/relationships/audio" Target="../media/snd_boing.wav"/><Relationship Id="rId9" Type="http://schemas.openxmlformats.org/officeDocument/2006/relationships/audio" Target="../media/snd_pop.wav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36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slide" Target="slide74.xml"/><Relationship Id="rId11" Type="http://schemas.openxmlformats.org/officeDocument/2006/relationships/audio" Target="../media/snd_boing.wav"/><Relationship Id="rId12" Type="http://schemas.openxmlformats.org/officeDocument/2006/relationships/image" Target="../media/image40.png"/><Relationship Id="rId13" Type="http://schemas.openxmlformats.org/officeDocument/2006/relationships/audio" Target="../media/snd_munch.wav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5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slide" Target="slide75.xml"/><Relationship Id="rId7" Type="http://schemas.openxmlformats.org/officeDocument/2006/relationships/audio" Target="../media/snd_splash.wav"/><Relationship Id="rId8" Type="http://schemas.openxmlformats.org/officeDocument/2006/relationships/audio" Target="../media/snd_boing.wav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76.xml"/><Relationship Id="rId4" Type="http://schemas.openxmlformats.org/officeDocument/2006/relationships/audio" Target="../media/snd_bonk.wav"/><Relationship Id="rId5" Type="http://schemas.openxmlformats.org/officeDocument/2006/relationships/audio" Target="../media/snd_boing.wav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slide" Target="slide77.xml"/><Relationship Id="rId8" Type="http://schemas.openxmlformats.org/officeDocument/2006/relationships/audio" Target="../media/snd_boing.wav"/><Relationship Id="rId9" Type="http://schemas.openxmlformats.org/officeDocument/2006/relationships/audio" Target="../media/snd_pop.wav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12.png"/><Relationship Id="rId8" Type="http://schemas.openxmlformats.org/officeDocument/2006/relationships/slide" Target="slide78.xml"/><Relationship Id="rId9" Type="http://schemas.openxmlformats.org/officeDocument/2006/relationships/image" Target="../media/image40.png"/><Relationship Id="rId10" Type="http://schemas.openxmlformats.org/officeDocument/2006/relationships/audio" Target="../media/snd_munch.wav"/><Relationship Id="rId11" Type="http://schemas.openxmlformats.org/officeDocument/2006/relationships/audio" Target="../media/snd_boing.wav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2.png"/><Relationship Id="rId4" Type="http://schemas.openxmlformats.org/officeDocument/2006/relationships/image" Target="../media/image24.png"/><Relationship Id="rId5" Type="http://schemas.openxmlformats.org/officeDocument/2006/relationships/slide" Target="slide79.xml"/><Relationship Id="rId6" Type="http://schemas.openxmlformats.org/officeDocument/2006/relationships/audio" Target="../media/snd_ding.wav"/><Relationship Id="rId7" Type="http://schemas.openxmlformats.org/officeDocument/2006/relationships/image" Target="../media/image40.png"/><Relationship Id="rId8" Type="http://schemas.openxmlformats.org/officeDocument/2006/relationships/audio" Target="../media/snd_whistle.wav"/><Relationship Id="rId9" Type="http://schemas.openxmlformats.org/officeDocument/2006/relationships/audio" Target="../media/snd_cheer.wav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5.png"/><Relationship Id="rId4" Type="http://schemas.openxmlformats.org/officeDocument/2006/relationships/image" Target="../media/image17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Relationship Id="rId7" Type="http://schemas.openxmlformats.org/officeDocument/2006/relationships/slide" Target="slide80.xml"/><Relationship Id="rId8" Type="http://schemas.openxmlformats.org/officeDocument/2006/relationships/audio" Target="../media/snd_boing.wav"/><Relationship Id="rId9" Type="http://schemas.openxmlformats.org/officeDocument/2006/relationships/audio" Target="../media/snd_splash.wav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81.xml"/><Relationship Id="rId4" Type="http://schemas.openxmlformats.org/officeDocument/2006/relationships/audio" Target="../media/snd_boing.wav"/><Relationship Id="rId5" Type="http://schemas.openxmlformats.org/officeDocument/2006/relationships/audio" Target="../media/snd_bonk.wav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6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slide" Target="slide82.xml"/><Relationship Id="rId12" Type="http://schemas.openxmlformats.org/officeDocument/2006/relationships/audio" Target="../media/snd_tada.wav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7.png"/><Relationship Id="rId4" Type="http://schemas.openxmlformats.org/officeDocument/2006/relationships/image" Target="../media/image39.png"/><Relationship Id="rId5" Type="http://schemas.openxmlformats.org/officeDocument/2006/relationships/slide" Target="slide83.xml"/><Relationship Id="rId6" Type="http://schemas.openxmlformats.org/officeDocument/2006/relationships/audio" Target="../media/snd_ding.wav"/><Relationship Id="rId7" Type="http://schemas.openxmlformats.org/officeDocument/2006/relationships/audio" Target="../media/snd_vroom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audio" Target="../media/snd_cheer.wav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2286000" y="1079500"/>
            <a:ext cx="7620000" cy="3556000"/>
          </a:xfrm>
          <a:prstGeom prst="roundRect">
            <a:avLst>
              <a:gd name="adj" fmla="val 10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Fathah Games"/>
          <p:cNvSpPr/>
          <p:nvPr/>
        </p:nvSpPr>
        <p:spPr>
          <a:xfrm>
            <a:off x="2540000" y="1333500"/>
            <a:ext cx="7112000" cy="9525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7000" b="1" lang="en-US">
                <a:solidFill>
                  <a:srgbClr val="8A6CF0"/>
                </a:solidFill>
                <a:latin typeface="Arial"/>
                <a:cs typeface="Arial"/>
              </a:rPr>
              <a:t>Fathah Games</a:t>
            </a:r>
          </a:p>
        </p:txBody>
      </p:sp>
      <p:sp>
        <p:nvSpPr>
          <p:cNvPr id="5" name="Letters" descr="بَ  تَ  نَ  مَ"/>
          <p:cNvSpPr/>
          <p:nvPr/>
        </p:nvSpPr>
        <p:spPr>
          <a:xfrm>
            <a:off x="2540000" y="2349500"/>
            <a:ext cx="7112000" cy="1397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600" b="1" lang="ar-SA">
                <a:solidFill>
                  <a:srgbClr val="2E2640"/>
                </a:solidFill>
                <a:latin typeface="Arial"/>
                <a:cs typeface="Arial"/>
              </a:rPr>
              <a:t>بَ  تَ  نَ  مَ</a:t>
            </a:r>
          </a:p>
        </p:txBody>
      </p:sp>
      <p:sp>
        <p:nvSpPr>
          <p:cNvPr id="6" name="Subtitle" descr="Tap, pop, feed, catch and race!"/>
          <p:cNvSpPr/>
          <p:nvPr/>
        </p:nvSpPr>
        <p:spPr>
          <a:xfrm>
            <a:off x="2540000" y="3746500"/>
            <a:ext cx="7112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Tap, pop, feed, catch and race!</a:t>
            </a:r>
          </a:p>
        </p:txBody>
      </p:sp>
      <p:sp>
        <p:nvSpPr>
          <p:cNvPr id="7" name="Start" descr="Start ▶">
            <a:hlinkClick action="ppaction://hlinksldjump" r:id="rId3"/>
          </p:cNvPr>
          <p:cNvSpPr/>
          <p:nvPr/>
        </p:nvSpPr>
        <p:spPr>
          <a:xfrm>
            <a:off x="4826000" y="5016500"/>
            <a:ext cx="25400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Start ▶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Balloon Pop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4100" b="1" lang="en-US">
                <a:solidFill>
                  <a:srgbClr val="8A6CF0"/>
                </a:solidFill>
                <a:latin typeface="Arial"/>
                <a:cs typeface="Arial"/>
              </a:rPr>
              <a:t>How to play: Balloon Pop</a:t>
            </a:r>
          </a:p>
        </p:txBody>
      </p:sp>
      <p:sp>
        <p:nvSpPr>
          <p:cNvPr id="5" name="Line 1" descr="1.  Read the word at the top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Read the word at the top.</a:t>
            </a:r>
          </a:p>
        </p:txBody>
      </p:sp>
      <p:sp>
        <p:nvSpPr>
          <p:cNvPr id="6" name="Line 2" descr="2.  Tap the balloons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balloons that match.</a:t>
            </a:r>
          </a:p>
        </p:txBody>
      </p:sp>
      <p:sp>
        <p:nvSpPr>
          <p:cNvPr id="7" name="Line 3" descr="3.  Pop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Pop! You get a star.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2032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ظ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2" name="Balloon 2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و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15" name="Balloon 3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ب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18" name="Balloon 4 أ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أ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grpSp>
        <p:nvGrpSpPr>
          <p:cNvPr id="21" name="Balloon 5 أ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أ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8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Feed the Monster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400" b="1" lang="en-US">
                <a:solidFill>
                  <a:srgbClr val="8A6CF0"/>
                </a:solidFill>
                <a:latin typeface="Arial"/>
                <a:cs typeface="Arial"/>
              </a:rPr>
              <a:t>How to play: Feed the Monster</a:t>
            </a:r>
          </a:p>
        </p:txBody>
      </p:sp>
      <p:sp>
        <p:nvSpPr>
          <p:cNvPr id="5" name="Line 1" descr="1.  The monster wants one sound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The monster wants one sound.</a:t>
            </a:r>
          </a:p>
        </p:txBody>
      </p:sp>
      <p:sp>
        <p:nvSpPr>
          <p:cNvPr id="6" name="Line 2" descr="2.  Tap the right food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right food.</a:t>
            </a:r>
          </a:p>
        </p:txBody>
      </p:sp>
      <p:sp>
        <p:nvSpPr>
          <p:cNvPr id="7" name="Line 3" descr="3.  Wrong food? “No, thanks!”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Wrong food? “No, thanks!”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2032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ت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ت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grpSp>
        <p:nvGrpSpPr>
          <p:cNvPr id="12" name="Food 2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ل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15" name="Food 3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ه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grpSp>
        <p:nvGrpSpPr>
          <p:cNvPr id="18" name="Food 4 أ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أ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Catch the Fish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8A6CF0"/>
                </a:solidFill>
                <a:latin typeface="Arial"/>
                <a:cs typeface="Arial"/>
              </a:rPr>
              <a:t>How to play: Catch the Fish</a:t>
            </a:r>
          </a:p>
        </p:txBody>
      </p:sp>
      <p:sp>
        <p:nvSpPr>
          <p:cNvPr id="5" name="Line 1" descr="1.  The fish are swimming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1.  The fish are swimming.</a:t>
            </a:r>
          </a:p>
        </p:txBody>
      </p:sp>
      <p:sp>
        <p:nvSpPr>
          <p:cNvPr id="6" name="Line 2" descr="2.  Tap the fish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2.  Tap the fish that match.</a:t>
            </a:r>
          </a:p>
        </p:txBody>
      </p:sp>
      <p:sp>
        <p:nvSpPr>
          <p:cNvPr id="7" name="Line 3" descr="3.  Splash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3.  Splash! You get a star.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b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“ba”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ل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12" name="Fish 2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ح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5" name="Fish 3 ذ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ذ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grpSp>
        <p:nvGrpSpPr>
          <p:cNvPr id="18" name="Fish 4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ب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21" name="Fish 5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ب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8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Pop-Up Letters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8A6CF0"/>
                </a:solidFill>
                <a:latin typeface="Arial"/>
                <a:cs typeface="Arial"/>
              </a:rPr>
              <a:t>How to play: Pop-Up Letters</a:t>
            </a:r>
          </a:p>
        </p:txBody>
      </p:sp>
      <p:sp>
        <p:nvSpPr>
          <p:cNvPr id="5" name="Line 1" descr="1.  Letters pop out of the holes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Letters pop out of the holes.</a:t>
            </a:r>
          </a:p>
        </p:txBody>
      </p:sp>
      <p:sp>
        <p:nvSpPr>
          <p:cNvPr id="6" name="Line 2" descr="2.  Tap the ones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ones that match.</a:t>
            </a:r>
          </a:p>
        </p:txBody>
      </p:sp>
      <p:sp>
        <p:nvSpPr>
          <p:cNvPr id="7" name="Line 3" descr="3.  Bonk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Bonk! You get a star.</a:t>
            </a:r>
          </a:p>
        </p:txBody>
      </p:sp>
      <p:sp>
        <p:nvSpPr>
          <p:cNvPr id="8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b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“ba”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صَ" descr="ص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بَ" descr="ب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ظَ" descr="ظ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بَ" descr="ب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أَ" descr="أ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بَ" descr="ب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t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“ta”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ت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ت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grpSp>
        <p:nvGrpSpPr>
          <p:cNvPr id="12" name="Balloon 2 ي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ي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grpSp>
        <p:nvGrpSpPr>
          <p:cNvPr id="15" name="Balloon 3 ق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ق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grpSp>
        <p:nvGrpSpPr>
          <p:cNvPr id="18" name="Balloon 4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غ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21" name="Balloon 5 ت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ت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t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“ta”!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ي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ي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grpSp>
        <p:nvGrpSpPr>
          <p:cNvPr id="12" name="Food 2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ض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grpSp>
        <p:nvGrpSpPr>
          <p:cNvPr id="15" name="Food 3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ش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8" name="Food 4 ت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ت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sp>
        <p:nvSpPr>
          <p:cNvPr id="21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Word Train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4300" b="1" lang="en-US">
                <a:solidFill>
                  <a:srgbClr val="8A6CF0"/>
                </a:solidFill>
                <a:latin typeface="Arial"/>
                <a:cs typeface="Arial"/>
              </a:rPr>
              <a:t>How to play: Word Train</a:t>
            </a:r>
          </a:p>
        </p:txBody>
      </p:sp>
      <p:sp>
        <p:nvSpPr>
          <p:cNvPr id="5" name="Line 1" descr="1.  Tap letters to fill the wagons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100" b="1" lang="en-US">
                <a:solidFill>
                  <a:srgbClr val="2E2640"/>
                </a:solidFill>
                <a:latin typeface="Arial"/>
                <a:cs typeface="Arial"/>
              </a:rPr>
              <a:t>1.  Tap letters to fill the wagons.</a:t>
            </a:r>
          </a:p>
        </p:txBody>
      </p:sp>
      <p:sp>
        <p:nvSpPr>
          <p:cNvPr id="6" name="Line 2" descr="2.  Read the word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100" b="1" lang="en-US">
                <a:solidFill>
                  <a:srgbClr val="2E2640"/>
                </a:solidFill>
                <a:latin typeface="Arial"/>
                <a:cs typeface="Arial"/>
              </a:rPr>
              <a:t>2.  Read the word.</a:t>
            </a:r>
          </a:p>
        </p:txBody>
      </p:sp>
      <p:sp>
        <p:nvSpPr>
          <p:cNvPr id="7" name="Line 3" descr="3.  Tap GO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100" b="1" lang="en-US">
                <a:solidFill>
                  <a:srgbClr val="2E2640"/>
                </a:solidFill>
                <a:latin typeface="Arial"/>
                <a:cs typeface="Arial"/>
              </a:rPr>
              <a:t>3.  Tap GO!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ḥaṣad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“ḥaṣada”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ح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0" name="Wagon letter 2" descr="ص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1" name="Wagon letter 3" descr="د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2" name="Card صَ" descr="ص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3" name="Card دَ" descr="د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4" name="Card حَ" descr="ح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حَصَد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حَصَدَ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th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“tha”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ز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grpSp>
        <p:nvGrpSpPr>
          <p:cNvPr id="12" name="Fish 2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غ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15" name="Fish 3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ث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grpSp>
        <p:nvGrpSpPr>
          <p:cNvPr id="18" name="Fish 4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ح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21" name="Fish 5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ث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th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“tha”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ثَ" descr="ث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مَ" descr="م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بَ" descr="ب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تَ" descr="ت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ثَ" descr="ث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ثَ" descr="ث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Mystery Gifts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800" b="1" lang="en-US">
                <a:solidFill>
                  <a:srgbClr val="8A6CF0"/>
                </a:solidFill>
                <a:latin typeface="Arial"/>
                <a:cs typeface="Arial"/>
              </a:rPr>
              <a:t>How to play: Mystery Gifts</a:t>
            </a:r>
          </a:p>
        </p:txBody>
      </p:sp>
      <p:sp>
        <p:nvSpPr>
          <p:cNvPr id="5" name="Line 1" descr="1.  Tap a gift to open it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1.  Tap a gift to open it.</a:t>
            </a:r>
          </a:p>
        </p:txBody>
      </p:sp>
      <p:sp>
        <p:nvSpPr>
          <p:cNvPr id="6" name="Line 2" descr="2.  Read what is inside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2.  Read what is inside.</a:t>
            </a:r>
          </a:p>
        </p:txBody>
      </p:sp>
      <p:sp>
        <p:nvSpPr>
          <p:cNvPr id="7" name="Line 3" descr="3.  Open them all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3.  Open them all!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أَ" descr="أ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تَدَ" descr="تَد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تَدَ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بَقَ" descr="بَقَ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بَقَ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أَصَ" descr="أَص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أَصَ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ثَيَ" descr="ثَي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ثَيَ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تَ" descr="ت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بَ" descr="ب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ثَ" descr="ث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n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“na”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غ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12" name="Balloon 2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ن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15" name="Balloon 3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ش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8" name="Balloon 4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ه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grpSp>
        <p:nvGrpSpPr>
          <p:cNvPr id="21" name="Balloon 5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ن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n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“na”!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خ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2" name="Food 2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ث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grpSp>
        <p:nvGrpSpPr>
          <p:cNvPr id="15" name="Food 3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ن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18" name="Food 4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ز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-0.1204 E" pathEditMode="relative" ptsTypes="AA">
                                      <p:cBhvr>
                                        <p:cTn id="3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y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“ya”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ي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ي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grpSp>
        <p:nvGrpSpPr>
          <p:cNvPr id="12" name="Fish 2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ه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grpSp>
        <p:nvGrpSpPr>
          <p:cNvPr id="15" name="Fish 3 ي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ي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grpSp>
        <p:nvGrpSpPr>
          <p:cNvPr id="18" name="Fish 4 أ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أ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grpSp>
        <p:nvGrpSpPr>
          <p:cNvPr id="21" name="Fish 5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غ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y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“ya”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تَ" descr="ت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يَ" descr="ي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يَ" descr="ي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غَ" descr="غ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جَ" descr="ج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يَ" descr="ي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zara'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“zara'a”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ز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sp>
        <p:nvSpPr>
          <p:cNvPr id="10" name="Wagon letter 2" descr="ر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1" name="Wagon letter 3" descr="ع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2" name="Card رَ" descr="ر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3" name="Card زَ" descr="ز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sp>
        <p:nvSpPr>
          <p:cNvPr id="14" name="Card عَ" descr="ع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زَرَع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زَرَعَ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j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“ja”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أ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أ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grpSp>
        <p:nvGrpSpPr>
          <p:cNvPr id="12" name="Balloon 2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ج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15" name="Balloon 3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ظ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8" name="Balloon 4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ج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21" name="Balloon 5 د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د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j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“ja”!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ن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12" name="Food 2 ع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ع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grpSp>
        <p:nvGrpSpPr>
          <p:cNvPr id="15" name="Food 3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ج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18" name="Food 4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ث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-0.1204 E" pathEditMode="relative" ptsTypes="AA">
                                      <p:cBhvr>
                                        <p:cTn id="3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ḥ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“ḥa”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ض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grpSp>
        <p:nvGrpSpPr>
          <p:cNvPr id="12" name="Fish 2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ح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5" name="Fish 3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ح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8" name="Fish 4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غ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21" name="Fish 5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ج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ḥ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“ḥa”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حَ" descr="ح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لَ" descr="ل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حَ" descr="ح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جَ" descr="ج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زَ" descr="ز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حَ" descr="ح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نَ" descr="ن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نَيَ" descr="نَي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نَيَ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يَحَ" descr="يَحَ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يَحَ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حَ" descr="ح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جَ" descr="ج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جَثَ" descr="جَث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جَثَ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يَ" descr="ي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حَخَ" descr="حَخ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حَخَ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kh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“kha”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أ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أ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grpSp>
        <p:nvGrpSpPr>
          <p:cNvPr id="12" name="Balloon 2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ث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grpSp>
        <p:nvGrpSpPr>
          <p:cNvPr id="15" name="Balloon 3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خ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8" name="Balloon 4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ص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21" name="Balloon 5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خ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kh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“kha”!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ر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ر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grpSp>
        <p:nvGrpSpPr>
          <p:cNvPr id="12" name="Food 2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خ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5" name="Food 3 ي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ي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grpSp>
        <p:nvGrpSpPr>
          <p:cNvPr id="18" name="Food 4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ز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sp>
        <p:nvSpPr>
          <p:cNvPr id="21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0.2130 E" pathEditMode="relative" ptsTypes="AA">
                                      <p:cBhvr>
                                        <p:cTn id="1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ṭabakh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1900" b="1" lang="en-US">
                <a:solidFill>
                  <a:srgbClr val="2E2640"/>
                </a:solidFill>
                <a:latin typeface="Arial"/>
                <a:cs typeface="Arial"/>
              </a:rPr>
              <a:t>Build the word:  “ṭabakha”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ط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sp>
        <p:nvSpPr>
          <p:cNvPr id="10" name="Wagon letter 2" descr="ب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1" name="Wagon letter 3" descr="خ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2" name="Card بَ" descr="ب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Card طَ" descr="ط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sp>
        <p:nvSpPr>
          <p:cNvPr id="14" name="Card خَ" descr="خ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طَبَخ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طَبَخَ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d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“da”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د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د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grpSp>
        <p:nvGrpSpPr>
          <p:cNvPr id="12" name="Fish 2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و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15" name="Fish 3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ل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18" name="Fish 4 د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د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grpSp>
        <p:nvGrpSpPr>
          <p:cNvPr id="21" name="Fish 5 ذ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ذ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d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“da”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فَ" descr="ف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دَ" descr="د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دَ" descr="د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دَ" descr="د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يَ" descr="ي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حَ" descr="ح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dh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“dha”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ذ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ذ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grpSp>
        <p:nvGrpSpPr>
          <p:cNvPr id="12" name="Balloon 2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ش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5" name="Balloon 3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ح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8" name="Balloon 4 ر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ر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grpSp>
        <p:nvGrpSpPr>
          <p:cNvPr id="21" name="Balloon 5 ذ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ذ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dh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“dha”!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خ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2" name="Food 2 ذ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ذ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grpSp>
        <p:nvGrpSpPr>
          <p:cNvPr id="15" name="Food 3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ج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18" name="Food 4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ن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21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0.2130 E" pathEditMode="relative" ptsTypes="AA">
                                      <p:cBhvr>
                                        <p:cTn id="1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r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“ra”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ر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ر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grpSp>
        <p:nvGrpSpPr>
          <p:cNvPr id="12" name="Fish 2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ح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5" name="Fish 3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ز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grpSp>
        <p:nvGrpSpPr>
          <p:cNvPr id="18" name="Fish 4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غ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21" name="Fish 5 ر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ر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r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“ra”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رَ" descr="ر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ذَ" descr="ذ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لَ" descr="ل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وَ" descr="و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رَ" descr="ر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رَ" descr="ر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رَأَ" descr="رَأ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رَأَ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خَحَ" descr="خَح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خَحَ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ذَعَ" descr="ذَعَ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ذَعَ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دَزَ" descr="دَز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دَزَ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ذَ" descr="ذ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دَ" descr="د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رَ" descr="ر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خَ" descr="خ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baḥath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1900" b="1" lang="en-US">
                <a:solidFill>
                  <a:srgbClr val="2E2640"/>
                </a:solidFill>
                <a:latin typeface="Arial"/>
                <a:cs typeface="Arial"/>
              </a:rPr>
              <a:t>Build the word:  “baḥatha”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ب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0" name="Wagon letter 2" descr="ح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1" name="Wagon letter 3" descr="ث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12" name="Card بَ" descr="ب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Card حَ" descr="ح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4" name="Card ثَ" descr="ث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بَحَث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بَحَثَ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z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“za”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ز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grpSp>
        <p:nvGrpSpPr>
          <p:cNvPr id="12" name="Balloon 2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ش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5" name="Balloon 3 ط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ط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grpSp>
        <p:nvGrpSpPr>
          <p:cNvPr id="18" name="Balloon 4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ز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grpSp>
        <p:nvGrpSpPr>
          <p:cNvPr id="21" name="Balloon 5 ق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ق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z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“za”!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ز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ز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grpSp>
        <p:nvGrpSpPr>
          <p:cNvPr id="12" name="Food 2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ب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15" name="Food 3 ف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ف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grpSp>
        <p:nvGrpSpPr>
          <p:cNvPr id="18" name="Food 4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ض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s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“sa”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س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س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grpSp>
        <p:nvGrpSpPr>
          <p:cNvPr id="12" name="Fish 2 س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س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grpSp>
        <p:nvGrpSpPr>
          <p:cNvPr id="15" name="Fish 3 ت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ت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grpSp>
        <p:nvGrpSpPr>
          <p:cNvPr id="18" name="Fish 4 ك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ك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grpSp>
        <p:nvGrpSpPr>
          <p:cNvPr id="21" name="Fish 5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ش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s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“sa”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ضَ" descr="ض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سَ" descr="س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شَ" descr="ش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ذَ" descr="ذ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سَ" descr="س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سَ" descr="س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Team Race (class game)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800" b="1" lang="en-US">
                <a:solidFill>
                  <a:srgbClr val="8A6CF0"/>
                </a:solidFill>
                <a:latin typeface="Arial"/>
                <a:cs typeface="Arial"/>
              </a:rPr>
              <a:t>How to play: Team Race (class game)</a:t>
            </a:r>
          </a:p>
        </p:txBody>
      </p:sp>
      <p:sp>
        <p:nvSpPr>
          <p:cNvPr id="5" name="Line 1" descr="1.  Two teams: Red and Blue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1.  Two teams: Red and Blue.</a:t>
            </a:r>
          </a:p>
        </p:txBody>
      </p:sp>
      <p:sp>
        <p:nvSpPr>
          <p:cNvPr id="6" name="Line 2" descr="2.  Read, then tap your team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2.  Read, then tap your team.</a:t>
            </a:r>
          </a:p>
        </p:txBody>
      </p:sp>
      <p:sp>
        <p:nvSpPr>
          <p:cNvPr id="7" name="Line 3" descr="3.  First car to finish wins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3.  First car to finish wins!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Word 1" descr="رَسَ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رَسَمَ</a:t>
            </a:r>
          </a:p>
        </p:txBody>
      </p:sp>
      <p:sp>
        <p:nvSpPr>
          <p:cNvPr id="25" name="Word 2" descr="طَلَ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طَلَبَ</a:t>
            </a:r>
          </a:p>
        </p:txBody>
      </p:sp>
      <p:sp>
        <p:nvSpPr>
          <p:cNvPr id="26" name="Word 3" descr="أَخَذ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أَخَذَ</a:t>
            </a:r>
          </a:p>
        </p:txBody>
      </p:sp>
      <p:sp>
        <p:nvSpPr>
          <p:cNvPr id="27" name="Word 4" descr="أَكَ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أَكَلَ</a:t>
            </a:r>
          </a:p>
        </p:txBody>
      </p:sp>
      <p:sp>
        <p:nvSpPr>
          <p:cNvPr id="28" name="Word 5" descr="وَعَ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وَعَدَ</a:t>
            </a:r>
          </a:p>
        </p:txBody>
      </p:sp>
      <p:sp>
        <p:nvSpPr>
          <p:cNvPr id="29" name="Word 6" descr="قَطَع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قَطَعَ</a:t>
            </a:r>
          </a:p>
        </p:txBody>
      </p:sp>
      <p:sp>
        <p:nvSpPr>
          <p:cNvPr id="30" name="Word 7" descr="سَأَ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سَأَلَ</a:t>
            </a:r>
          </a:p>
        </p:txBody>
      </p:sp>
      <p:sp>
        <p:nvSpPr>
          <p:cNvPr id="31" name="Word 8" descr="رَجَع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رَجَعَ</a:t>
            </a:r>
          </a:p>
        </p:txBody>
      </p:sp>
      <p:sp>
        <p:nvSpPr>
          <p:cNvPr id="32" name="Word 9" descr="سَجَ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سَجَدَ</a:t>
            </a:r>
          </a:p>
        </p:txBody>
      </p:sp>
      <p:sp>
        <p:nvSpPr>
          <p:cNvPr id="33" name="Word 10" descr="ذَهَ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ذَهَبَ</a:t>
            </a:r>
          </a:p>
        </p:txBody>
      </p:sp>
      <p:sp>
        <p:nvSpPr>
          <p:cNvPr id="34" name="Next word 1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5" name="Next word 2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6" name="Next word 3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7" name="Next word 4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8" name="Next word 5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9" name="Next word 6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0" name="Next word 7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1" name="Next word 8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2" name="Next word 9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pic>
        <p:nvPicPr>
          <p:cNvPr id="43" name="Red car 1" descr="Red car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44" name="Red car 2" descr="Red car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0" y="3810000"/>
            <a:ext cx="1460500" cy="800100"/>
          </a:xfrm>
          <a:prstGeom prst="rect">
            <a:avLst/>
          </a:prstGeom>
        </p:spPr>
      </p:pic>
      <p:pic>
        <p:nvPicPr>
          <p:cNvPr id="45" name="Red car 3" descr="Red car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3810000"/>
            <a:ext cx="1460500" cy="800100"/>
          </a:xfrm>
          <a:prstGeom prst="rect">
            <a:avLst/>
          </a:prstGeom>
        </p:spPr>
      </p:pic>
      <p:pic>
        <p:nvPicPr>
          <p:cNvPr id="46" name="Red car 4" descr="Red car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47" name="Red car 5" descr="Red car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0" y="3810000"/>
            <a:ext cx="1460500" cy="800100"/>
          </a:xfrm>
          <a:prstGeom prst="rect">
            <a:avLst/>
          </a:prstGeom>
        </p:spPr>
      </p:pic>
      <p:pic>
        <p:nvPicPr>
          <p:cNvPr id="48" name="Red car 6" descr="Red car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10000"/>
            <a:ext cx="1460500" cy="800100"/>
          </a:xfrm>
          <a:prstGeom prst="rect">
            <a:avLst/>
          </a:prstGeom>
        </p:spPr>
      </p:pic>
      <p:pic>
        <p:nvPicPr>
          <p:cNvPr id="49" name="Red car 7" descr="Red car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50" name="Red car 8" descr="Red car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3810000"/>
            <a:ext cx="1460500" cy="800100"/>
          </a:xfrm>
          <a:prstGeom prst="rect">
            <a:avLst/>
          </a:prstGeom>
        </p:spPr>
      </p:pic>
      <p:sp>
        <p:nvSpPr>
          <p:cNvPr id="51" name="Red wins" descr="Red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team wins!</a:t>
            </a:r>
          </a:p>
        </p:txBody>
      </p:sp>
      <p:sp>
        <p:nvSpPr>
          <p:cNvPr id="52" name="Red point 1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3" name="Red point 2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4" name="Red point 3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5" name="Red point 4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6" name="Red point 5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7" name="Red point 6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8" name="Red point 7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pic>
        <p:nvPicPr>
          <p:cNvPr id="59" name="Blue car 1" descr="Blue car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pic>
        <p:nvPicPr>
          <p:cNvPr id="60" name="Blue car 2" descr="Blue car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0" y="5334000"/>
            <a:ext cx="1460500" cy="800100"/>
          </a:xfrm>
          <a:prstGeom prst="rect">
            <a:avLst/>
          </a:prstGeom>
        </p:spPr>
      </p:pic>
      <p:pic>
        <p:nvPicPr>
          <p:cNvPr id="61" name="Blue car 3" descr="Blue car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5334000"/>
            <a:ext cx="1460500" cy="800100"/>
          </a:xfrm>
          <a:prstGeom prst="rect">
            <a:avLst/>
          </a:prstGeom>
        </p:spPr>
      </p:pic>
      <p:pic>
        <p:nvPicPr>
          <p:cNvPr id="62" name="Blue car 4" descr="Blue car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pic>
        <p:nvPicPr>
          <p:cNvPr id="63" name="Blue car 5" descr="Blue car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5334000"/>
            <a:ext cx="1460500" cy="800100"/>
          </a:xfrm>
          <a:prstGeom prst="rect">
            <a:avLst/>
          </a:prstGeom>
        </p:spPr>
      </p:pic>
      <p:pic>
        <p:nvPicPr>
          <p:cNvPr id="64" name="Blue car 6" descr="Blue car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334000"/>
            <a:ext cx="1460500" cy="800100"/>
          </a:xfrm>
          <a:prstGeom prst="rect">
            <a:avLst/>
          </a:prstGeom>
        </p:spPr>
      </p:pic>
      <p:pic>
        <p:nvPicPr>
          <p:cNvPr id="65" name="Blue car 7" descr="Blue car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pic>
        <p:nvPicPr>
          <p:cNvPr id="66" name="Blue car 8" descr="Blue car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5334000"/>
            <a:ext cx="1460500" cy="800100"/>
          </a:xfrm>
          <a:prstGeom prst="rect">
            <a:avLst/>
          </a:prstGeom>
        </p:spPr>
      </p:pic>
      <p:sp>
        <p:nvSpPr>
          <p:cNvPr id="67" name="Blue wins" descr="Blue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team wins!</a:t>
            </a:r>
          </a:p>
        </p:txBody>
      </p:sp>
      <p:sp>
        <p:nvSpPr>
          <p:cNvPr id="68" name="Blue point 1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69" name="Blue point 2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0" name="Blue point 3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1" name="Blue point 4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2" name="Blue point 5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3" name="Blue point 6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4" name="Blue point 7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85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" fill="hold">
                      <p:stCondLst>
                        <p:cond delay="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9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31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2" fill="hold">
                      <p:stCondLst>
                        <p:cond delay="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55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6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79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0" fill="hold">
                      <p:stCondLst>
                        <p:cond delay="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9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09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0" fill="hold">
                      <p:stCondLst>
                        <p:cond delay="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21" restart="whenNotActive" fill="hold" evtFilter="cancelBubble" nodeType="interactiveSeq">
                <p:stCondLst>
                  <p:cond evt="onClick" delay="0">
                    <p:tgtEl>
                      <p:spTgt spid="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2" fill="hold">
                      <p:stCondLst>
                        <p:cond delay="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1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3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4" fill="hold">
                      <p:stCondLst>
                        <p:cond delay="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>
                      <p:stCondLst>
                        <p:cond delay="0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8" fill="hold">
                      <p:stCondLst>
                        <p:cond delay="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69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0" fill="hold">
                      <p:stCondLst>
                        <p:cond delay="0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7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8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7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sh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“sha”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خ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2" name="Balloon 2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ش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5" name="Balloon 3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ش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8" name="Balloon 4 م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م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grpSp>
        <p:nvGrpSpPr>
          <p:cNvPr id="21" name="Balloon 5 ي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ي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sh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“sha”!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خ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2" name="Food 2 ك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ك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grpSp>
        <p:nvGrpSpPr>
          <p:cNvPr id="15" name="Food 3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ث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grpSp>
        <p:nvGrpSpPr>
          <p:cNvPr id="18" name="Food 4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ش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6406 -0.1204 E" pathEditMode="relative" ptsTypes="AA">
                                      <p:cBhvr>
                                        <p:cTn id="46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qara'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“qara'a”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ق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0" name="Wagon letter 2" descr="ر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1" name="Wagon letter 3" descr="أ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sp>
        <p:nvSpPr>
          <p:cNvPr id="12" name="Card قَ" descr="ق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3" name="Card أَ" descr="أ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أَ</a:t>
            </a:r>
          </a:p>
        </p:txBody>
      </p:sp>
      <p:sp>
        <p:nvSpPr>
          <p:cNvPr id="14" name="Card رَ" descr="ر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قَرَأ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قَرَأَ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ṣ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“ṣa”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خ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خ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grpSp>
        <p:nvGrpSpPr>
          <p:cNvPr id="12" name="Fish 2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ص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15" name="Fish 3 م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م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grpSp>
        <p:nvGrpSpPr>
          <p:cNvPr id="18" name="Fish 4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ص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21" name="Fish 5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ح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ṣ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“ṣa”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صَ" descr="ص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صَ" descr="ص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صَ" descr="ص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حَ" descr="ح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قَ" descr="ق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تَ" descr="ت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سَ" descr="س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زَ" descr="ز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شَسَ" descr="شَسَ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شَسَ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شَ" descr="ش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صَبَ" descr="صَب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صَبَ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صَ" descr="ص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سَبَ" descr="سَب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سَبَ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زَدَ" descr="زَد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زَدَ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ḍ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“ḍa”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ض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grpSp>
        <p:nvGrpSpPr>
          <p:cNvPr id="12" name="Balloon 2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ش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5" name="Balloon 3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ح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grpSp>
        <p:nvGrpSpPr>
          <p:cNvPr id="18" name="Balloon 4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و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21" name="Balloon 5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ض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ḍ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“ḍa”!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ض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grpSp>
        <p:nvGrpSpPr>
          <p:cNvPr id="12" name="Food 2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ش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5" name="Food 3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ظ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8" name="Food 4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ج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ṭ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“ṭa”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ي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ي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grpSp>
        <p:nvGrpSpPr>
          <p:cNvPr id="12" name="Fish 2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ه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grpSp>
        <p:nvGrpSpPr>
          <p:cNvPr id="15" name="Fish 3 ط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ط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grpSp>
        <p:nvGrpSpPr>
          <p:cNvPr id="18" name="Fish 4 ط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ط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grpSp>
        <p:nvGrpSpPr>
          <p:cNvPr id="21" name="Fish 5 ع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ع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ṭ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“ṭa”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غَ" descr="غ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طَ" descr="ط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مَ" descr="م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سَ" descr="س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طَ" descr="ط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طَ" descr="ط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ghasal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1900" b="1" lang="en-US">
                <a:solidFill>
                  <a:srgbClr val="2E2640"/>
                </a:solidFill>
                <a:latin typeface="Arial"/>
                <a:cs typeface="Arial"/>
              </a:rPr>
              <a:t>Build the word:  “ghasala”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غ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sp>
        <p:nvSpPr>
          <p:cNvPr id="10" name="Wagon letter 2" descr="س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1" name="Wagon letter 3" descr="ل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2" name="Card لَ" descr="ل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3" name="Card غَ" descr="غ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sp>
        <p:nvSpPr>
          <p:cNvPr id="14" name="Card سَ" descr="س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غَسَل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غَسَلَ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ẓ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“ẓa”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ه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grpSp>
        <p:nvGrpSpPr>
          <p:cNvPr id="12" name="Balloon 2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ظ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5" name="Balloon 3 م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م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grpSp>
        <p:nvGrpSpPr>
          <p:cNvPr id="18" name="Balloon 4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ل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21" name="Balloon 5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ظ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ẓ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“ẓa”!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ظ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2" name="Food 2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ب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15" name="Food 3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ث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grpSp>
        <p:nvGrpSpPr>
          <p:cNvPr id="18" name="Food 4 ت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ت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'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“'a”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ع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ع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grpSp>
        <p:nvGrpSpPr>
          <p:cNvPr id="12" name="Fish 2 ف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ف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grpSp>
        <p:nvGrpSpPr>
          <p:cNvPr id="15" name="Fish 3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ص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18" name="Fish 4 ع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ع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grpSp>
        <p:nvGrpSpPr>
          <p:cNvPr id="21" name="Fish 5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ض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'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“'a”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عَ" descr="ع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خَ" descr="خ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رَ" descr="ر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كَ" descr="ك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عَ" descr="ع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عَ" descr="ع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2" dur="90" fill="hold" repeatCount="3000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ضَحَ" descr="ضَح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ضَحَ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ظَفَ" descr="ظَف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ظَفَ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عَهَ" descr="عَهَ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عَهَ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ضَ" descr="ض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طَ" descr="ط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ظَ" descr="ظ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عَ" descr="ع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طَظَ" descr="طَظ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طَظَ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gh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“gha”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غ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12" name="Balloon 2 ف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ف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grpSp>
        <p:nvGrpSpPr>
          <p:cNvPr id="15" name="Balloon 3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غ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18" name="Balloon 4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ل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21" name="Balloon 5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ج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gh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“gha”!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د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د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grpSp>
        <p:nvGrpSpPr>
          <p:cNvPr id="12" name="Food 2 ث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ث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ثَ</a:t>
            </a:r>
          </a:p>
        </p:txBody>
      </p:sp>
      <p:grpSp>
        <p:nvGrpSpPr>
          <p:cNvPr id="15" name="Food 3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غ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18" name="Food 4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ظ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-0.1204 E" pathEditMode="relative" ptsTypes="AA">
                                      <p:cBhvr>
                                        <p:cTn id="3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naẓar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“naẓara”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ن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10" name="Wagon letter 2" descr="ظ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sp>
        <p:nvSpPr>
          <p:cNvPr id="11" name="Wagon letter 3" descr="ر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2" name="Card رَ" descr="ر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13" name="Card نَ" descr="ن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14" name="Card ظَ" descr="ظ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نَظَر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نَظَرَ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f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“fa”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ع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ع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grpSp>
        <p:nvGrpSpPr>
          <p:cNvPr id="12" name="Fish 2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ب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15" name="Fish 3 ف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ف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grpSp>
        <p:nvGrpSpPr>
          <p:cNvPr id="18" name="Fish 4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غ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21" name="Fish 5 ف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ف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f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“fa”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خَ" descr="خ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فَ" descr="ف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طَ" descr="ط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فَ" descr="ف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رَ" descr="ر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فَ" descr="ف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8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q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“qa”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ق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ق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grpSp>
        <p:nvGrpSpPr>
          <p:cNvPr id="12" name="Balloon 2 ق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ق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grpSp>
        <p:nvGrpSpPr>
          <p:cNvPr id="15" name="Balloon 3 ذ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ذ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grpSp>
        <p:nvGrpSpPr>
          <p:cNvPr id="18" name="Balloon 4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غ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21" name="Balloon 5 ف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ف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4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q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“qa”!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ر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ر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grpSp>
        <p:nvGrpSpPr>
          <p:cNvPr id="12" name="Food 2 م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م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grpSp>
        <p:nvGrpSpPr>
          <p:cNvPr id="15" name="Food 3 ق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ق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grpSp>
        <p:nvGrpSpPr>
          <p:cNvPr id="18" name="Food 4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ه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sp>
        <p:nvSpPr>
          <p:cNvPr id="21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-0.1204 E" pathEditMode="relative" ptsTypes="AA">
                                      <p:cBhvr>
                                        <p:cTn id="3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k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“ka”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ب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12" name="Fish 2 ك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ك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grpSp>
        <p:nvGrpSpPr>
          <p:cNvPr id="15" name="Fish 3 ظ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ظ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grpSp>
        <p:nvGrpSpPr>
          <p:cNvPr id="18" name="Fish 4 ك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ك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grpSp>
        <p:nvGrpSpPr>
          <p:cNvPr id="21" name="Fish 5 ت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ت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150" fill="hold"/>
                                        <p:tgtEl>
                                          <p:spTgt spid="18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k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“ka”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ظَ" descr="ظ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كَ" descr="ك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كَ" descr="ك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نَ" descr="ن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حَ" descr="ح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كَ" descr="ك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غَ" descr="غ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فَ" descr="ف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قَ" descr="قَ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كَبَ" descr="كَب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كَبَ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فَلَ" descr="فَل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فَلَ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قَثَ" descr="قَث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قَثَ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غَدَ" descr="غَد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غَدَ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كَ" descr="ك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jalas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“jalasa”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ج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10" name="Wagon letter 2" descr="ل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Wagon letter 3" descr="س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2" name="Card جَ" descr="ج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13" name="Card لَ" descr="ل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4" name="Card سَ" descr="س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جَلَس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جَلَسَ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l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“la”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غ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غ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غَ</a:t>
            </a:r>
          </a:p>
        </p:txBody>
      </p:sp>
      <p:grpSp>
        <p:nvGrpSpPr>
          <p:cNvPr id="12" name="Balloon 2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ل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15" name="Balloon 3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ل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18" name="Balloon 4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ن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21" name="Balloon 5 ح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ح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150" fill="hold"/>
                                        <p:tgtEl>
                                          <p:spTgt spid="12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0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6" dur="90" fill="hold" repeatCount="3000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l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“la”!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ش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ش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grpSp>
        <p:nvGrpSpPr>
          <p:cNvPr id="12" name="Food 2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ن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15" name="Food 3 ل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ل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18" name="Food 4 ف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ف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فَ</a:t>
            </a:r>
          </a:p>
        </p:txBody>
      </p:sp>
      <p:sp>
        <p:nvSpPr>
          <p:cNvPr id="21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-0.1204 E" pathEditMode="relative" ptsTypes="AA">
                                      <p:cBhvr>
                                        <p:cTn id="3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m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“ma”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م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م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grpSp>
        <p:nvGrpSpPr>
          <p:cNvPr id="12" name="Fish 2 ص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ص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grpSp>
        <p:nvGrpSpPr>
          <p:cNvPr id="15" name="Fish 3 ك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ك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grpSp>
        <p:nvGrpSpPr>
          <p:cNvPr id="18" name="Fish 4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ض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grpSp>
        <p:nvGrpSpPr>
          <p:cNvPr id="21" name="Fish 5 م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م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2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50" fill="hold"/>
                                        <p:tgtEl>
                                          <p:spTgt spid="9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0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36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m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“ma”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مَ" descr="م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مَ" descr="م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ضَ" descr="ض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مَ" descr="م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شَ" descr="ش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زَ" descr="ز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6" dur="90" fill="hold" repeatCount="3000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2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66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72" dur="90" fill="hold" repeatCount="3000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 “h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Pop  “ha”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Balloon 1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Balloon picture 1" descr="Balloon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1" descr="وَ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12" name="Balloon 2 ن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Balloon picture 2" descr="Balloon 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4" name="Balloon letter 2" descr="نَ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نَ</a:t>
            </a:r>
          </a:p>
        </p:txBody>
      </p:sp>
      <p:grpSp>
        <p:nvGrpSpPr>
          <p:cNvPr id="15" name="Balloon 3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Balloon picture 3" descr="Balloon 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3" descr="هَ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grpSp>
        <p:nvGrpSpPr>
          <p:cNvPr id="18" name="Balloon 4 ك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Balloon picture 4" descr="Balloon 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20" name="Balloon letter 4" descr="كَ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grpSp>
        <p:nvGrpSpPr>
          <p:cNvPr id="21" name="Balloon 5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Balloon picture 5" descr="Balloon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23" name="Balloon letter 5" descr="هَ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20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18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5000" y="125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  “ha”!"/>
          <p:cNvSpPr/>
          <p:nvPr/>
        </p:nvSpPr>
        <p:spPr>
          <a:xfrm>
            <a:off x="3048000" y="190500"/>
            <a:ext cx="609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  “ha”!</a:t>
            </a:r>
          </a:p>
        </p:txBody>
      </p:sp>
      <p:pic>
        <p:nvPicPr>
          <p:cNvPr id="5" name="Monster (hungry)" descr="Monster (hungry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6" name="Monster (chewing)" descr="Monster (chewing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Monster (no thanks)" descr="Monster (no than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sp>
        <p:nvSpPr>
          <p:cNvPr id="8" name="Yummy" descr="Yummy!"/>
          <p:cNvSpPr/>
          <p:nvPr/>
        </p:nvSpPr>
        <p:spPr>
          <a:xfrm>
            <a:off x="3556000" y="1460500"/>
            <a:ext cx="2413000" cy="1270000"/>
          </a:xfrm>
          <a:prstGeom prst="cloudCallout">
            <a:avLst/>
          </a:prstGeom>
          <a:solidFill>
            <a:srgbClr val="FFFFFF"/>
          </a:solidFill>
          <a:ln w="381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grpSp>
        <p:nvGrpSpPr>
          <p:cNvPr id="9" name="Food 1 ه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ood picture 1" descr="Food 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11" name="Food letter 1" descr="هَ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grpSp>
        <p:nvGrpSpPr>
          <p:cNvPr id="12" name="Food 2 ج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ood picture 2" descr="Food 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4" name="Food letter 2" descr="جَ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grpSp>
        <p:nvGrpSpPr>
          <p:cNvPr id="15" name="Food 3 ر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ood picture 3" descr="Food 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7" name="Food letter 3" descr="رَ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رَ</a:t>
            </a:r>
          </a:p>
        </p:txBody>
      </p:sp>
      <p:grpSp>
        <p:nvGrpSpPr>
          <p:cNvPr id="18" name="Food 4 ك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ood picture 4" descr="Food 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20" name="Food letter 4" descr="كَ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كَ</a:t>
            </a:r>
          </a:p>
        </p:txBody>
      </p:sp>
      <p:sp>
        <p:nvSpPr>
          <p:cNvPr id="21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sound anchor" descr="sound anchor (invisible)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323 0.2130 E" pathEditMode="relative" ptsTypes="AA">
                                      <p:cBhvr>
                                        <p:cTn id="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munc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7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1" dur="90" fill="hold" repeatCount="3000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5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1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:  “jama'a”  then tap GO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Build the word:  “jama'a”  then tap GO!</a:t>
            </a:r>
          </a:p>
        </p:txBody>
      </p:sp>
      <p:pic>
        <p:nvPicPr>
          <p:cNvPr id="5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6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7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8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9" name="Wagon letter 1" descr="ج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10" name="Wagon letter 2" descr="مَ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1" name="Wagon letter 3" descr="ع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2" name="Card عَ" descr="عَ"/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Card جَ" descr="جَ"/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جَ</a:t>
            </a:r>
          </a:p>
        </p:txBody>
      </p:sp>
      <p:sp>
        <p:nvSpPr>
          <p:cNvPr id="14" name="Card مَ" descr="مَ"/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5" name="GO button" descr="GO!"/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6" name="Word" descr="جَمَعَ"/>
          <p:cNvSpPr/>
          <p:nvPr/>
        </p:nvSpPr>
        <p:spPr>
          <a:xfrm>
            <a:off x="2921000" y="2984500"/>
            <a:ext cx="6350000" cy="19050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9600" b="1" lang="ar-SA">
                <a:solidFill>
                  <a:srgbClr val="2E2640"/>
                </a:solidFill>
                <a:latin typeface="Arial"/>
                <a:cs typeface="Arial"/>
              </a:rPr>
              <a:t>جَمَعَ</a:t>
            </a:r>
          </a:p>
        </p:txBody>
      </p:sp>
      <p:sp>
        <p:nvSpPr>
          <p:cNvPr id="17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1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udio>
                                      <p:cMediaNode vol="90000">
                                        <p:cTn id="3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whistle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3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5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7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9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1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4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3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55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53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 “w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Catch  “wa”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Fish 1 ط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0" name="Fish picture 1" descr="Fish 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11" name="Fish letter 1" descr="طَ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طَ</a:t>
            </a:r>
          </a:p>
        </p:txBody>
      </p:sp>
      <p:grpSp>
        <p:nvGrpSpPr>
          <p:cNvPr id="12" name="Fish 2 ض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3" name="Fish picture 2" descr="Fish 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4" name="Fish letter 2" descr="ضَ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ضَ</a:t>
            </a:r>
          </a:p>
        </p:txBody>
      </p:sp>
      <p:grpSp>
        <p:nvGrpSpPr>
          <p:cNvPr id="15" name="Fish 3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6" name="Fish picture 3" descr="Fish 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7" name="Fish letter 3" descr="وَ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18" name="Fish 4 ب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Fish picture 4" descr="Fish 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20" name="Fish letter 4" descr="بَ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grpSp>
        <p:nvGrpSpPr>
          <p:cNvPr id="21" name="Fish 5 وَ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2" name="Fish picture 5" descr="Fish 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23" name="Fish letter 5" descr="وَ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2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350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800" fill="hold" repeatCount="indefinite" autoRev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6" dur="90" fill="hold" repeatCount="3000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22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1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2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4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8" dur="150" fill="hold"/>
                                        <p:tgtEl>
                                          <p:spTgt spid="21"/>
                                        </p:tgtEl>
                                      </p:cBhvr>
                                      <p:by x="120000" y="120000"/>
                                    </p:animScale>
                                    <p:audio>
                                      <p:cMediaNode vol="90000">
                                        <p:cTn id="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spla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 “wa”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Tap every  “wa”</a:t>
            </a:r>
          </a:p>
        </p:txBody>
      </p:sp>
      <p:sp>
        <p:nvSpPr>
          <p:cNvPr id="5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place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tar 3"/>
          <p:cNvSpPr/>
          <p:nvPr/>
        </p:nvSpPr>
        <p:spPr>
          <a:xfrm>
            <a:off x="12954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1 ذَ" descr="ذَ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ذَ</a:t>
            </a:r>
          </a:p>
        </p:txBody>
      </p:sp>
      <p:sp>
        <p:nvSpPr>
          <p:cNvPr id="13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2 وَ" descr="وَ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5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3 وَ" descr="وَ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7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4 مَ" descr="مَ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9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ile 5 قَ" descr="قَ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21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ile 6 وَ" descr="وَ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23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23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9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18" dur="90" fill="hold" repeatCount="3000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2" dur="90" fill="hold" repeatCount="3000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">
                                      <p:cBhvr>
                                        <p:cTn id="58" dur="90" fill="hold" repeatCount="3000" autoRev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bo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5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udio>
                                      <p:cMediaNode vol="90000">
                                        <p:cTn id="6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on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sp>
        <p:nvSpPr>
          <p:cNvPr id="5" name="Card 1 لَ" descr="لَ"/>
          <p:cNvSpPr/>
          <p:nvPr/>
        </p:nvSpPr>
        <p:spPr>
          <a:xfrm>
            <a:off x="1047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grpSp>
        <p:nvGrpSpPr>
          <p:cNvPr id="6" name="Gift 1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7" name="Gift box 1" descr="Gift box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8" name="Gift lid 1" descr="Gift li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sp>
        <p:nvSpPr>
          <p:cNvPr id="9" name="Card 2 مَ" descr="مَ"/>
          <p:cNvSpPr/>
          <p:nvPr/>
        </p:nvSpPr>
        <p:spPr>
          <a:xfrm>
            <a:off x="3714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grpSp>
        <p:nvGrpSpPr>
          <p:cNvPr id="10" name="Gift 2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1" name="Gift box 2" descr="Gift box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12" name="Gift lid 2" descr="Gift lid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sp>
        <p:nvSpPr>
          <p:cNvPr id="13" name="Card 3 وَ" descr="وَ"/>
          <p:cNvSpPr/>
          <p:nvPr/>
        </p:nvSpPr>
        <p:spPr>
          <a:xfrm>
            <a:off x="6381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grpSp>
        <p:nvGrpSpPr>
          <p:cNvPr id="14" name="Gift 3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5" name="Gift box 3" descr="Gift box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6" name="Gift lid 3" descr="Gift lid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sp>
        <p:nvSpPr>
          <p:cNvPr id="17" name="Card 4 وَدَ" descr="وَدَ"/>
          <p:cNvSpPr/>
          <p:nvPr/>
        </p:nvSpPr>
        <p:spPr>
          <a:xfrm>
            <a:off x="9048750" y="2063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وَدَ</a:t>
            </a:r>
          </a:p>
        </p:txBody>
      </p:sp>
      <p:grpSp>
        <p:nvGrpSpPr>
          <p:cNvPr id="18" name="Gift 4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19" name="Gift box 4" descr="Gift box 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20" name="Gift lid 4" descr="Gift lid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sp>
        <p:nvSpPr>
          <p:cNvPr id="21" name="Card 5 مَصَ" descr="مَصَ"/>
          <p:cNvSpPr/>
          <p:nvPr/>
        </p:nvSpPr>
        <p:spPr>
          <a:xfrm>
            <a:off x="1047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مَصَ</a:t>
            </a:r>
          </a:p>
        </p:txBody>
      </p:sp>
      <p:grpSp>
        <p:nvGrpSpPr>
          <p:cNvPr id="22" name="Gift 5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3" name="Gift box 5" descr="Gift box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24" name="Gift lid 5" descr="Gift lid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sp>
        <p:nvSpPr>
          <p:cNvPr id="25" name="Card 6 هَنَ" descr="هَنَ"/>
          <p:cNvSpPr/>
          <p:nvPr/>
        </p:nvSpPr>
        <p:spPr>
          <a:xfrm>
            <a:off x="3714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هَنَ</a:t>
            </a:r>
          </a:p>
        </p:txBody>
      </p:sp>
      <p:grpSp>
        <p:nvGrpSpPr>
          <p:cNvPr id="26" name="Gift 6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27" name="Gift box 6" descr="Gift box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28" name="Gift lid 6" descr="Gift lid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sp>
        <p:nvSpPr>
          <p:cNvPr id="29" name="Card 7 هَ" descr="هَ"/>
          <p:cNvSpPr/>
          <p:nvPr/>
        </p:nvSpPr>
        <p:spPr>
          <a:xfrm>
            <a:off x="6381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هَ</a:t>
            </a:r>
          </a:p>
        </p:txBody>
      </p:sp>
      <p:grpSp>
        <p:nvGrpSpPr>
          <p:cNvPr id="30" name="Gift 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1" name="Gift box 7" descr="Gift box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32" name="Gift lid 7" descr="Gift lid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sp>
        <p:nvSpPr>
          <p:cNvPr id="33" name="Card 8 لَضَ" descr="لَضَ"/>
          <p:cNvSpPr/>
          <p:nvPr/>
        </p:nvSpPr>
        <p:spPr>
          <a:xfrm>
            <a:off x="9048750" y="4476750"/>
            <a:ext cx="2095500" cy="152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200" b="1" lang="ar-SA">
                <a:solidFill>
                  <a:srgbClr val="2E2640"/>
                </a:solidFill>
                <a:latin typeface="Arial"/>
                <a:cs typeface="Arial"/>
              </a:rPr>
              <a:t>لَضَ</a:t>
            </a:r>
          </a:p>
        </p:txBody>
      </p:sp>
      <p:grpSp>
        <p:nvGrpSpPr>
          <p:cNvPr id="34" name="Gift 8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pic>
        <p:nvPicPr>
          <p:cNvPr id="35" name="Gift box 8" descr="Gift box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36" name="Gift lid 8" descr="Gift lid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37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1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1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31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3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0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4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49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5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5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0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200 E" pathEditMode="relative" ptsTypes="AA">
                                      <p:cBhvr>
                                        <p:cTn id="6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udio>
                                      <p:cMediaNode vol="90000">
                                        <p:cTn id="6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tada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Word 1" descr="فَتَح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فَتَحَ</a:t>
            </a:r>
          </a:p>
        </p:txBody>
      </p:sp>
      <p:sp>
        <p:nvSpPr>
          <p:cNvPr id="25" name="Word 2" descr="مَسَح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مَسَحَ</a:t>
            </a:r>
          </a:p>
        </p:txBody>
      </p:sp>
      <p:sp>
        <p:nvSpPr>
          <p:cNvPr id="26" name="Word 3" descr="خَرَج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خَرَجَ</a:t>
            </a:r>
          </a:p>
        </p:txBody>
      </p:sp>
      <p:sp>
        <p:nvSpPr>
          <p:cNvPr id="27" name="Word 4" descr="كَتَ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كَتَبَ</a:t>
            </a:r>
          </a:p>
        </p:txBody>
      </p:sp>
      <p:sp>
        <p:nvSpPr>
          <p:cNvPr id="28" name="Word 5" descr="رَكَع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رَكَعَ</a:t>
            </a:r>
          </a:p>
        </p:txBody>
      </p:sp>
      <p:sp>
        <p:nvSpPr>
          <p:cNvPr id="29" name="Word 6" descr="دَخَ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دَخَلَ</a:t>
            </a:r>
          </a:p>
        </p:txBody>
      </p:sp>
      <p:sp>
        <p:nvSpPr>
          <p:cNvPr id="30" name="Word 7" descr="صَبَر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صَبَرَ</a:t>
            </a:r>
          </a:p>
        </p:txBody>
      </p:sp>
      <p:sp>
        <p:nvSpPr>
          <p:cNvPr id="31" name="Word 8" descr="نَزَ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نَزَلَ</a:t>
            </a:r>
          </a:p>
        </p:txBody>
      </p:sp>
      <p:sp>
        <p:nvSpPr>
          <p:cNvPr id="32" name="Word 9" descr="حَمَ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حَمَلَ</a:t>
            </a:r>
          </a:p>
        </p:txBody>
      </p:sp>
      <p:sp>
        <p:nvSpPr>
          <p:cNvPr id="33" name="Word 10" descr="ظَهَر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ظَهَرَ</a:t>
            </a:r>
          </a:p>
        </p:txBody>
      </p:sp>
      <p:sp>
        <p:nvSpPr>
          <p:cNvPr id="34" name="Next word 1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5" name="Next word 2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6" name="Next word 3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7" name="Next word 4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8" name="Next word 5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39" name="Next word 6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0" name="Next word 7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1" name="Next word 8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sp>
        <p:nvSpPr>
          <p:cNvPr id="42" name="Next word 9" descr="Next word ▶"/>
          <p:cNvSpPr/>
          <p:nvPr/>
        </p:nvSpPr>
        <p:spPr>
          <a:xfrm>
            <a:off x="8509000" y="1778000"/>
            <a:ext cx="2413000" cy="6985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508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400" b="1" lang="en-US">
                <a:solidFill>
                  <a:srgbClr val="FFFFFF"/>
                </a:solidFill>
                <a:latin typeface="Arial"/>
                <a:cs typeface="Arial"/>
              </a:rPr>
              <a:t>Next word ▶</a:t>
            </a:r>
          </a:p>
        </p:txBody>
      </p:sp>
      <p:pic>
        <p:nvPicPr>
          <p:cNvPr id="43" name="Red car 1" descr="Red car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44" name="Red car 2" descr="Red car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000" y="3810000"/>
            <a:ext cx="1460500" cy="800100"/>
          </a:xfrm>
          <a:prstGeom prst="rect">
            <a:avLst/>
          </a:prstGeom>
        </p:spPr>
      </p:pic>
      <p:pic>
        <p:nvPicPr>
          <p:cNvPr id="45" name="Red car 3" descr="Red car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3810000"/>
            <a:ext cx="1460500" cy="800100"/>
          </a:xfrm>
          <a:prstGeom prst="rect">
            <a:avLst/>
          </a:prstGeom>
        </p:spPr>
      </p:pic>
      <p:pic>
        <p:nvPicPr>
          <p:cNvPr id="46" name="Red car 4" descr="Red car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47" name="Red car 5" descr="Red car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0" y="3810000"/>
            <a:ext cx="1460500" cy="800100"/>
          </a:xfrm>
          <a:prstGeom prst="rect">
            <a:avLst/>
          </a:prstGeom>
        </p:spPr>
      </p:pic>
      <p:pic>
        <p:nvPicPr>
          <p:cNvPr id="48" name="Red car 6" descr="Red car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810000"/>
            <a:ext cx="1460500" cy="800100"/>
          </a:xfrm>
          <a:prstGeom prst="rect">
            <a:avLst/>
          </a:prstGeom>
        </p:spPr>
      </p:pic>
      <p:pic>
        <p:nvPicPr>
          <p:cNvPr id="49" name="Red car 7" descr="Red car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50" name="Red car 8" descr="Red car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0" y="3810000"/>
            <a:ext cx="1460500" cy="800100"/>
          </a:xfrm>
          <a:prstGeom prst="rect">
            <a:avLst/>
          </a:prstGeom>
        </p:spPr>
      </p:pic>
      <p:sp>
        <p:nvSpPr>
          <p:cNvPr id="51" name="Red wins" descr="Red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team wins!</a:t>
            </a:r>
          </a:p>
        </p:txBody>
      </p:sp>
      <p:sp>
        <p:nvSpPr>
          <p:cNvPr id="52" name="Red point 1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3" name="Red point 2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4" name="Red point 3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5" name="Red point 4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6" name="Red point 5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7" name="Red point 6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58" name="Red point 7" descr="Red ✓"/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pic>
        <p:nvPicPr>
          <p:cNvPr id="59" name="Blue car 1" descr="Blue car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pic>
        <p:nvPicPr>
          <p:cNvPr id="60" name="Blue car 2" descr="Blue car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00" y="5334000"/>
            <a:ext cx="1460500" cy="800100"/>
          </a:xfrm>
          <a:prstGeom prst="rect">
            <a:avLst/>
          </a:prstGeom>
        </p:spPr>
      </p:pic>
      <p:pic>
        <p:nvPicPr>
          <p:cNvPr id="61" name="Blue car 3" descr="Blue car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5334000"/>
            <a:ext cx="1460500" cy="800100"/>
          </a:xfrm>
          <a:prstGeom prst="rect">
            <a:avLst/>
          </a:prstGeom>
        </p:spPr>
      </p:pic>
      <p:pic>
        <p:nvPicPr>
          <p:cNvPr id="62" name="Blue car 4" descr="Blue car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pic>
        <p:nvPicPr>
          <p:cNvPr id="63" name="Blue car 5" descr="Blue car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0" y="5334000"/>
            <a:ext cx="1460500" cy="800100"/>
          </a:xfrm>
          <a:prstGeom prst="rect">
            <a:avLst/>
          </a:prstGeom>
        </p:spPr>
      </p:pic>
      <p:pic>
        <p:nvPicPr>
          <p:cNvPr id="64" name="Blue car 6" descr="Blue car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334000"/>
            <a:ext cx="1460500" cy="800100"/>
          </a:xfrm>
          <a:prstGeom prst="rect">
            <a:avLst/>
          </a:prstGeom>
        </p:spPr>
      </p:pic>
      <p:pic>
        <p:nvPicPr>
          <p:cNvPr id="65" name="Blue car 7" descr="Blue car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pic>
        <p:nvPicPr>
          <p:cNvPr id="66" name="Blue car 8" descr="Blue car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5334000"/>
            <a:ext cx="1460500" cy="800100"/>
          </a:xfrm>
          <a:prstGeom prst="rect">
            <a:avLst/>
          </a:prstGeom>
        </p:spPr>
      </p:pic>
      <p:sp>
        <p:nvSpPr>
          <p:cNvPr id="67" name="Blue wins" descr="Blue team wins!"/>
          <p:cNvSpPr/>
          <p:nvPr/>
        </p:nvSpPr>
        <p:spPr>
          <a:xfrm>
            <a:off x="3556000" y="1905000"/>
            <a:ext cx="5080000" cy="1397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team wins!</a:t>
            </a:r>
          </a:p>
        </p:txBody>
      </p:sp>
      <p:sp>
        <p:nvSpPr>
          <p:cNvPr id="68" name="Blue point 1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69" name="Blue point 2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0" name="Blue point 3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1" name="Blue point 4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2" name="Blue point 5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3" name="Blue point 6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4" name="Blue point 7" descr="Blue ✓"/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7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3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49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4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4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6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5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5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>
                      <p:stCondLst>
                        <p:cond delay="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6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7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85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" fill="hold">
                      <p:stCondLst>
                        <p:cond delay="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7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97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9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9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31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2" fill="hold">
                      <p:stCondLst>
                        <p:cond delay="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2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2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3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55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4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67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8" fill="hold">
                      <p:stCondLst>
                        <p:cond delay="0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6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79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0" fill="hold">
                      <p:stCondLst>
                        <p:cond delay="0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7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1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9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09" restart="whenNotActive" fill="hold" evtFilter="cancelBubble" nodeType="interactiveSeq">
                <p:stCondLst>
                  <p:cond evt="onClick" delay="0">
                    <p:tgtEl>
                      <p:spTgt spid="6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0" fill="hold">
                      <p:stCondLst>
                        <p:cond delay="0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0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21" restart="whenNotActive" fill="hold" evtFilter="cancelBubble" nodeType="interactiveSeq">
                <p:stCondLst>
                  <p:cond evt="onClick" delay="0">
                    <p:tgtEl>
                      <p:spTgt spid="6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2" fill="hold">
                      <p:stCondLst>
                        <p:cond delay="0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1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1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33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4" fill="hold">
                      <p:stCondLst>
                        <p:cond delay="0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>
                      <p:stCondLst>
                        <p:cond delay="0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3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57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8" fill="hold">
                      <p:stCondLst>
                        <p:cond delay="0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5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69" restart="whenNotActive" fill="hold" evtFilter="cancelBubble" nodeType="interactiveSeq">
                <p:stCondLst>
                  <p:cond evt="onClick" delay="0">
                    <p:tgtEl>
                      <p:spTgt spid="7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0" fill="hold">
                      <p:stCondLst>
                        <p:cond delay="0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6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6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  <p:seq concurrent="1" nextAc="seek">
              <p:cTn id="287" restart="whenNotActive" fill="hold" evtFilter="cancelBubble" nodeType="interactiveSeq">
                <p:stCondLst>
                  <p:cond evt="onClick" delay="0">
                    <p:tgtEl>
                      <p:spTgt spid="7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8" fill="hold">
                      <p:stCondLst>
                        <p:cond delay="0"/>
                      </p:stCondLst>
                      <p:childTnLst>
                        <p:par>
                          <p:cTn id="289" fill="hold">
                            <p:stCondLst>
                              <p:cond delay="0"/>
                            </p:stCondLst>
                            <p:childTnLst>
                              <p:par>
                                <p:cTn id="27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90000">
                                        <p:cTn id="27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vroom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27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53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8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2921000" y="1270000"/>
            <a:ext cx="6350000" cy="3175000"/>
          </a:xfrm>
          <a:prstGeom prst="roundRect">
            <a:avLst>
              <a:gd name="adj" fmla="val 10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Well done" descr="Well done!"/>
          <p:cNvSpPr/>
          <p:nvPr/>
        </p:nvSpPr>
        <p:spPr>
          <a:xfrm>
            <a:off x="3175000" y="1587500"/>
            <a:ext cx="5842000" cy="1016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6900" b="1" lang="en-US">
                <a:solidFill>
                  <a:srgbClr val="8A6CF0"/>
                </a:solidFill>
                <a:latin typeface="Arial"/>
                <a:cs typeface="Arial"/>
              </a:rPr>
              <a:t>Well done!</a:t>
            </a:r>
          </a:p>
        </p:txBody>
      </p:sp>
      <p:sp>
        <p:nvSpPr>
          <p:cNvPr id="5" name="Star 1"/>
          <p:cNvSpPr/>
          <p:nvPr/>
        </p:nvSpPr>
        <p:spPr>
          <a:xfrm>
            <a:off x="3556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2"/>
          <p:cNvSpPr/>
          <p:nvPr/>
        </p:nvSpPr>
        <p:spPr>
          <a:xfrm>
            <a:off x="46355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3"/>
          <p:cNvSpPr/>
          <p:nvPr/>
        </p:nvSpPr>
        <p:spPr>
          <a:xfrm>
            <a:off x="5715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4"/>
          <p:cNvSpPr/>
          <p:nvPr/>
        </p:nvSpPr>
        <p:spPr>
          <a:xfrm>
            <a:off x="67945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5"/>
          <p:cNvSpPr/>
          <p:nvPr/>
        </p:nvSpPr>
        <p:spPr>
          <a:xfrm>
            <a:off x="7874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lay again" descr="↺  Play again">
            <a:hlinkClick action="ppaction://hlinksldjump" r:id="rId3"/>
          </p:cNvPr>
          <p:cNvSpPr/>
          <p:nvPr/>
        </p:nvSpPr>
        <p:spPr>
          <a:xfrm>
            <a:off x="4508500" y="4953000"/>
            <a:ext cx="3175000" cy="889000"/>
          </a:xfrm>
          <a:prstGeom prst="roundRect">
            <a:avLst>
              <a:gd name="adj" fmla="val 30000"/>
            </a:avLst>
          </a:prstGeom>
          <a:solidFill>
            <a:srgbClr val="1971C2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FFFFFF"/>
                </a:solidFill>
                <a:latin typeface="Arial"/>
                <a:cs typeface="Arial"/>
              </a:rPr>
              <a:t>↺  Play again</a:t>
            </a:r>
          </a:p>
        </p:txBody>
      </p:sp>
      <p:pic>
        <p:nvPicPr>
          <p:cNvPr id="11" name="sound anchor" descr="sound anchor (invisibl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</dc:title>
  <dc:subject>Interactive reading games for children</dc:subject>
  <dc:creator>Claude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