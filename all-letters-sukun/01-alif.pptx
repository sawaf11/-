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5625" dirty="0"/>
          </a:p>
        </p:txBody>
      </p:sp>
      <p:sp>
        <p:nvSpPr>
          <p:cNvPr id="14" name="F1 sukun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156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أَبۡ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أَتۡ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أَثۡ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أَجۡ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أَحۡ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أَخۡ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أَدۡ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بَأۡتَ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تَأۡثَ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ثَأۡجَ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جَأۡحَ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حَأۡخَ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خَأۡدَ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دَأۡبَ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بَأۡ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تَأۡ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ثَأۡ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جَأۡ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حَأۡ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خَأۡ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دَأۡ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sukun 01-alif</dc:title>
  <dc:subject>PptxGenJS Presentation</dc:subject>
  <dc:creator>PptxGenJS</dc:creator>
  <cp:lastModifiedBy>PptxGenJS</cp:lastModifiedBy>
  <cp:revision>1</cp:revision>
  <dcterms:created xsi:type="dcterms:W3CDTF">2026-10-10T05:17:14Z</dcterms:created>
  <dcterms:modified xsi:type="dcterms:W3CDTF">2026-10-10T05:17:14Z</dcterms:modified>
</cp:coreProperties>
</file>