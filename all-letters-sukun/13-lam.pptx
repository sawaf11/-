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لَذۡ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لَرۡ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لَزۡ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لَسۡ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لَشۡ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لَصۡ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لَضۡ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لَطۡ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لَظۡ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لَعۡ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لَغۡ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لَفۡ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لَقۡ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لَكۡ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دَلۡذَ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ذَلۡرَ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رَلۡزَ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زَلۡسَ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سَلۡشَ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شَلۡصَ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صَلۡضَ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ضَلۡطَ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طَلۡظَ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ظَلۡعَ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عَلۡغَ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غَلۡفَ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فَلۡقَ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قَلۡكَ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8F3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4FAE5B"/>
          </a:solidFill>
          <a:ln w="12700">
            <a:solidFill>
              <a:srgbClr val="4FAE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F8F4E"/>
          </a:solidFill>
          <a:ln w="12700">
            <a:solidFill>
              <a:srgbClr val="2F8F4E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AF9DF"/>
          </a:solidFill>
          <a:ln w="12700">
            <a:solidFill>
              <a:srgbClr val="EAF9D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4A2"/>
          </a:solidFill>
          <a:ln w="12700">
            <a:solidFill>
              <a:srgbClr val="FFB4A2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A7F62"/>
          </a:solidFill>
          <a:ln w="12700">
            <a:solidFill>
              <a:srgbClr val="2A7F62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13-lam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