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</p:sldIdLst>
  <p:notesMasterIdLst>
    <p:notesMasterId r:id="rId1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notesMaster" Target="notesMasters/notesMaster1.xml"/><Relationship Id="rId158" Type="http://schemas.openxmlformats.org/officeDocument/2006/relationships/presProps" Target="presProps.xml"/><Relationship Id="rId159" Type="http://schemas.openxmlformats.org/officeDocument/2006/relationships/viewProps" Target="viewProps.xml"/><Relationship Id="rId160" Type="http://schemas.openxmlformats.org/officeDocument/2006/relationships/theme" Target="theme/theme1.xml"/><Relationship Id="rId1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فَنۡقَ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قَنۡكَ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كَنۡلَ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لَنۡمَ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فَيۡقَ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قَيۡكَ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كَيۡلَ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لَيۡمَ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مَيۡنَ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نَيۡهَ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هَيۡوَ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155</Slides>
  <Notes>155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155</vt:i4>
      </vt:variant>
    </vt:vector>
  </HeadingPairs>
  <TitlesOfParts>
    <vt:vector size="1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03-noon-ya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