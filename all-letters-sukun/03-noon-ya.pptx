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كَنۡلَ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لَنۡمَ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كَيۡلَ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لَيۡمَ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مَيۡنَ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نَيۡهَ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هَيۡوَ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03-noon-ya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