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notesMaster" Target="notesMasters/notesMaster1.xml"/><Relationship Id="rId69" Type="http://schemas.openxmlformats.org/officeDocument/2006/relationships/presProps" Target="presProps.xml"/><Relationship Id="rId70" Type="http://schemas.openxmlformats.org/officeDocument/2006/relationships/viewProps" Target="viewProps.xml"/><Relationship Id="rId71" Type="http://schemas.openxmlformats.org/officeDocument/2006/relationships/theme" Target="theme/theme1.xml"/><Relationship Id="rId7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625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15625" dirty="0"/>
          </a:p>
        </p:txBody>
      </p:sp>
      <p:sp>
        <p:nvSpPr>
          <p:cNvPr id="14" name="F1 sukun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625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1562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جَأۡ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جَبۡ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جَتۡ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جَثۡ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جَحۡ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جَخۡ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جَدۡ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أَجۡبَ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بَجۡتَ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تَجۡثَ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ثَجۡحَ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حَجۡخَ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خَجۡدَ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دَجۡأَ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أَجۡ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بَجۡ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تَجۡ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ثَجۡ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حَجۡ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خَجۡ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دَجۡ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625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15625" dirty="0"/>
          </a:p>
        </p:txBody>
      </p:sp>
      <p:sp>
        <p:nvSpPr>
          <p:cNvPr id="14" name="F1 sukun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625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1562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حَأۡ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حَبۡ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حَتۡ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حَثۡ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حَجۡ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حَخۡ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حَدۡ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أَحۡبَ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بَحۡتَ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تَحۡثَ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ثَحۡجَ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جَحۡخَ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خَحۡدَ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دَحۡأَ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أَحۡ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بَحۡ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تَحۡ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ثَحۡ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جَحۡ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خَحۡ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دَحۡ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625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15625" dirty="0"/>
          </a:p>
        </p:txBody>
      </p:sp>
      <p:sp>
        <p:nvSpPr>
          <p:cNvPr id="14" name="F1 sukun"/>
          <p:cNvSpPr txBox="1"/>
          <p:nvPr/>
        </p:nvSpPr>
        <p:spPr>
          <a:xfrm>
            <a:off x="3017520" y="10972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625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1562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خَأۡ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خَبۡ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خَتۡ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خَثۡ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خَجۡ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خَحۡ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خَدۡ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أَخۡبَ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بَخۡتَ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تَخۡثَ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ثَخۡجَ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جَخۡحَ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حَخۡدَ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0" name="F1 suku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2" name="F2 suku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825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4" name="F3 suku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دَخۡأَ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أَخۡ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بَخۡ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تَخۡ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ثَخۡ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جَخۡ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حَخۡ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7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9BE564"/>
          </a:solidFill>
          <a:ln w="12700">
            <a:solidFill>
              <a:srgbClr val="9BE564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FCF4A"/>
          </a:solidFill>
          <a:ln w="12700">
            <a:solidFill>
              <a:srgbClr val="6FCF4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FA0"/>
          </a:solidFill>
          <a:ln w="12700">
            <a:solidFill>
              <a:srgbClr val="FFEFA0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3"/>
          </a:solidFill>
          <a:ln w="12700">
            <a:solidFill>
              <a:srgbClr val="FF8FA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7B54"/>
          </a:solidFill>
          <a:ln w="12700">
            <a:solidFill>
              <a:srgbClr val="FF7B54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11250" dirty="0"/>
          </a:p>
        </p:txBody>
      </p:sp>
      <p:sp>
        <p:nvSpPr>
          <p:cNvPr id="18" name="F1 suku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1125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11250" dirty="0"/>
          </a:p>
        </p:txBody>
      </p:sp>
      <p:sp>
        <p:nvSpPr>
          <p:cNvPr id="20" name="F2 suku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1125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دَخۡ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66</Slides>
  <Notes>66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6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sukun 04-jeem-ha-kha</dc:title>
  <dc:subject>PptxGenJS Presentation</dc:subject>
  <dc:creator>PptxGenJS</dc:creator>
  <cp:lastModifiedBy>PptxGenJS</cp:lastModifiedBy>
  <cp:revision>1</cp:revision>
  <dcterms:created xsi:type="dcterms:W3CDTF">2026-10-10T05:17:15Z</dcterms:created>
  <dcterms:modified xsi:type="dcterms:W3CDTF">2026-10-10T05:17:15Z</dcterms:modified>
</cp:coreProperties>
</file>