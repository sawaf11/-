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cheer.wav" ContentType="audio/wav"/>
  <Override PartName="/ppt/media/snd_ding.wav" ContentType="audio/wav"/>
  <Override PartName="/ppt/media/snd_pop.wav" ContentType="audio/wav"/>
  <Override PartName="/ppt/media/snd_sparkle.wav" ContentType="audio/wav"/>
  <Override PartName="/ppt/media/snd_splash.wav" ContentType="audio/wav"/>
  <Override PartName="/ppt/media/snd_tada.wav" ContentType="audio/wav"/>
  <Override PartName="/ppt/media/snd_whoosh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9.xml"/><Relationship Id="rId7" Type="http://schemas.openxmlformats.org/officeDocument/2006/relationships/slide" Target="slide4.xml"/><Relationship Id="rId8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5.xml"/><Relationship Id="rId8" Type="http://schemas.openxmlformats.org/officeDocument/2006/relationships/slide" Target="slide10.xml"/><Relationship Id="rId9" Type="http://schemas.openxmlformats.org/officeDocument/2006/relationships/slide" Target="slide14.xml"/><Relationship Id="rId10" Type="http://schemas.openxmlformats.org/officeDocument/2006/relationships/audio" Target="../media/snd_pop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.xml"/><Relationship Id="rId8" Type="http://schemas.openxmlformats.org/officeDocument/2006/relationships/slide" Target="slide6.xml"/><Relationship Id="rId9" Type="http://schemas.openxmlformats.org/officeDocument/2006/relationships/slide" Target="slide14.xml"/><Relationship Id="rId10" Type="http://schemas.openxmlformats.org/officeDocument/2006/relationships/audio" Target="../media/snd_pop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2.xml"/><Relationship Id="rId8" Type="http://schemas.openxmlformats.org/officeDocument/2006/relationships/slide" Target="slide7.xml"/><Relationship Id="rId9" Type="http://schemas.openxmlformats.org/officeDocument/2006/relationships/slide" Target="slide14.xml"/><Relationship Id="rId10" Type="http://schemas.openxmlformats.org/officeDocument/2006/relationships/audio" Target="../media/snd_pop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8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audio" Target="../media/snd_pop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14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9.xml"/><Relationship Id="rId7" Type="http://schemas.openxmlformats.org/officeDocument/2006/relationships/slide" Target="slide4.xml"/><Relationship Id="rId8" Type="http://schemas.openxmlformats.org/officeDocument/2006/relationships/slide" Target="slide14.xml"/><Relationship Id="rId9" Type="http://schemas.openxmlformats.org/officeDocument/2006/relationships/audio" Target="../media/snd_boing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5.xml"/><Relationship Id="rId8" Type="http://schemas.openxmlformats.org/officeDocument/2006/relationships/slide" Target="slide10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.xml"/><Relationship Id="rId8" Type="http://schemas.openxmlformats.org/officeDocument/2006/relationships/slide" Target="slide6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2.xml"/><Relationship Id="rId8" Type="http://schemas.openxmlformats.org/officeDocument/2006/relationships/slide" Target="slide7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8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21.xml"/><Relationship Id="rId8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17.xml"/><Relationship Id="rId9" Type="http://schemas.openxmlformats.org/officeDocument/2006/relationships/slide" Target="slide22.xml"/><Relationship Id="rId10" Type="http://schemas.openxmlformats.org/officeDocument/2006/relationships/slide" Target="slide26.xml"/><Relationship Id="rId11" Type="http://schemas.openxmlformats.org/officeDocument/2006/relationships/audio" Target="../media/snd_din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3.xml"/><Relationship Id="rId10" Type="http://schemas.openxmlformats.org/officeDocument/2006/relationships/slide" Target="slide18.xml"/><Relationship Id="rId11" Type="http://schemas.openxmlformats.org/officeDocument/2006/relationships/slide" Target="slide26.xml"/><Relationship Id="rId12" Type="http://schemas.openxmlformats.org/officeDocument/2006/relationships/audio" Target="../media/snd_ding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9.xml"/><Relationship Id="rId10" Type="http://schemas.openxmlformats.org/officeDocument/2006/relationships/slide" Target="slide24.xml"/><Relationship Id="rId11" Type="http://schemas.openxmlformats.org/officeDocument/2006/relationships/slide" Target="slide26.xml"/><Relationship Id="rId12" Type="http://schemas.openxmlformats.org/officeDocument/2006/relationships/audio" Target="../media/snd_din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25.xml"/><Relationship Id="rId10" Type="http://schemas.openxmlformats.org/officeDocument/2006/relationships/slide" Target="slide20.xml"/><Relationship Id="rId11" Type="http://schemas.openxmlformats.org/officeDocument/2006/relationships/slide" Target="slide26.xml"/><Relationship Id="rId12" Type="http://schemas.openxmlformats.org/officeDocument/2006/relationships/audio" Target="../media/snd_ding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" Target="slide26.xml"/><Relationship Id="rId9" Type="http://schemas.openxmlformats.org/officeDocument/2006/relationships/audio" Target="../media/snd_tada.wav"/><Relationship Id="rId10" Type="http://schemas.openxmlformats.org/officeDocument/2006/relationships/image" Target="../media/image37.png"/><Relationship Id="rId11" Type="http://schemas.openxmlformats.org/officeDocument/2006/relationships/audio" Target="../media/snd_cheer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21.xml"/><Relationship Id="rId8" Type="http://schemas.openxmlformats.org/officeDocument/2006/relationships/slide" Target="slide16.xml"/><Relationship Id="rId9" Type="http://schemas.openxmlformats.org/officeDocument/2006/relationships/slide" Target="slide26.xml"/><Relationship Id="rId10" Type="http://schemas.openxmlformats.org/officeDocument/2006/relationships/audio" Target="../media/snd_boing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17.xml"/><Relationship Id="rId9" Type="http://schemas.openxmlformats.org/officeDocument/2006/relationships/slide" Target="slide22.xml"/><Relationship Id="rId10" Type="http://schemas.openxmlformats.org/officeDocument/2006/relationships/slide" Target="slide26.xml"/><Relationship Id="rId11" Type="http://schemas.openxmlformats.org/officeDocument/2006/relationships/audio" Target="../media/snd_boing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3.xml"/><Relationship Id="rId10" Type="http://schemas.openxmlformats.org/officeDocument/2006/relationships/slide" Target="slide18.xml"/><Relationship Id="rId11" Type="http://schemas.openxmlformats.org/officeDocument/2006/relationships/slide" Target="slide26.xml"/><Relationship Id="rId12" Type="http://schemas.openxmlformats.org/officeDocument/2006/relationships/audio" Target="../media/snd_boing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9.xml"/><Relationship Id="rId10" Type="http://schemas.openxmlformats.org/officeDocument/2006/relationships/slide" Target="slide24.xml"/><Relationship Id="rId11" Type="http://schemas.openxmlformats.org/officeDocument/2006/relationships/slide" Target="slide26.xml"/><Relationship Id="rId12" Type="http://schemas.openxmlformats.org/officeDocument/2006/relationships/audio" Target="../media/snd_boing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25.xml"/><Relationship Id="rId10" Type="http://schemas.openxmlformats.org/officeDocument/2006/relationships/slide" Target="slide20.xml"/><Relationship Id="rId11" Type="http://schemas.openxmlformats.org/officeDocument/2006/relationships/slide" Target="slide26.xml"/><Relationship Id="rId12" Type="http://schemas.openxmlformats.org/officeDocument/2006/relationships/audio" Target="../media/snd_boing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slide" Target="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8.xml"/><Relationship Id="rId6" Type="http://schemas.openxmlformats.org/officeDocument/2006/relationships/slide" Target="slide33.xml"/><Relationship Id="rId7" Type="http://schemas.openxmlformats.org/officeDocument/2006/relationships/slide" Target="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9.xml"/><Relationship Id="rId6" Type="http://schemas.openxmlformats.org/officeDocument/2006/relationships/slide" Target="slide34.xml"/><Relationship Id="rId7" Type="http://schemas.openxmlformats.org/officeDocument/2006/relationships/slide" Target="slide38.xml"/><Relationship Id="rId8" Type="http://schemas.openxmlformats.org/officeDocument/2006/relationships/audio" Target="../media/snd_ding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0.xml"/><Relationship Id="rId6" Type="http://schemas.openxmlformats.org/officeDocument/2006/relationships/slide" Target="slide35.xml"/><Relationship Id="rId7" Type="http://schemas.openxmlformats.org/officeDocument/2006/relationships/slide" Target="slide38.xml"/><Relationship Id="rId8" Type="http://schemas.openxmlformats.org/officeDocument/2006/relationships/audio" Target="../media/snd_ding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1.xml"/><Relationship Id="rId6" Type="http://schemas.openxmlformats.org/officeDocument/2006/relationships/slide" Target="slide36.xml"/><Relationship Id="rId7" Type="http://schemas.openxmlformats.org/officeDocument/2006/relationships/slide" Target="slide38.xml"/><Relationship Id="rId8" Type="http://schemas.openxmlformats.org/officeDocument/2006/relationships/audio" Target="../media/snd_ding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2.xml"/><Relationship Id="rId6" Type="http://schemas.openxmlformats.org/officeDocument/2006/relationships/slide" Target="slide37.xml"/><Relationship Id="rId7" Type="http://schemas.openxmlformats.org/officeDocument/2006/relationships/slide" Target="slide38.xml"/><Relationship Id="rId8" Type="http://schemas.openxmlformats.org/officeDocument/2006/relationships/audio" Target="../media/snd_ding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38.xml"/><Relationship Id="rId4" Type="http://schemas.openxmlformats.org/officeDocument/2006/relationships/audio" Target="../media/snd_tada.wav"/><Relationship Id="rId5" Type="http://schemas.openxmlformats.org/officeDocument/2006/relationships/image" Target="../media/image37.png"/><Relationship Id="rId6" Type="http://schemas.openxmlformats.org/officeDocument/2006/relationships/audio" Target="../media/snd_cheer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8.xml"/><Relationship Id="rId6" Type="http://schemas.openxmlformats.org/officeDocument/2006/relationships/slide" Target="slide33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9.xml"/><Relationship Id="rId6" Type="http://schemas.openxmlformats.org/officeDocument/2006/relationships/slide" Target="slide34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0.xml"/><Relationship Id="rId6" Type="http://schemas.openxmlformats.org/officeDocument/2006/relationships/slide" Target="slide35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1.xml"/><Relationship Id="rId6" Type="http://schemas.openxmlformats.org/officeDocument/2006/relationships/slide" Target="slide36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2.xml"/><Relationship Id="rId6" Type="http://schemas.openxmlformats.org/officeDocument/2006/relationships/slide" Target="slide37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png"/><Relationship Id="rId4" Type="http://schemas.openxmlformats.org/officeDocument/2006/relationships/slide" Target="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5.xml"/><Relationship Id="rId5" Type="http://schemas.openxmlformats.org/officeDocument/2006/relationships/slide" Target="slide40.xml"/><Relationship Id="rId6" Type="http://schemas.openxmlformats.org/officeDocument/2006/relationships/slide" Target="slide5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6.xml"/><Relationship Id="rId5" Type="http://schemas.openxmlformats.org/officeDocument/2006/relationships/slide" Target="slide41.xml"/><Relationship Id="rId6" Type="http://schemas.openxmlformats.org/officeDocument/2006/relationships/slide" Target="slide50.xml"/><Relationship Id="rId7" Type="http://schemas.openxmlformats.org/officeDocument/2006/relationships/audio" Target="../media/snd_whoosh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2.xml"/><Relationship Id="rId5" Type="http://schemas.openxmlformats.org/officeDocument/2006/relationships/slide" Target="slide47.xml"/><Relationship Id="rId6" Type="http://schemas.openxmlformats.org/officeDocument/2006/relationships/slide" Target="slide50.xml"/><Relationship Id="rId7" Type="http://schemas.openxmlformats.org/officeDocument/2006/relationships/audio" Target="../media/snd_whoosh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8.xml"/><Relationship Id="rId5" Type="http://schemas.openxmlformats.org/officeDocument/2006/relationships/slide" Target="slide43.xml"/><Relationship Id="rId6" Type="http://schemas.openxmlformats.org/officeDocument/2006/relationships/slide" Target="slide50.xml"/><Relationship Id="rId7" Type="http://schemas.openxmlformats.org/officeDocument/2006/relationships/audio" Target="../media/snd_whoosh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9.xml"/><Relationship Id="rId5" Type="http://schemas.openxmlformats.org/officeDocument/2006/relationships/slide" Target="slide44.xml"/><Relationship Id="rId6" Type="http://schemas.openxmlformats.org/officeDocument/2006/relationships/slide" Target="slide50.xml"/><Relationship Id="rId7" Type="http://schemas.openxmlformats.org/officeDocument/2006/relationships/audio" Target="../media/snd_whoosh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50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5.xml"/><Relationship Id="rId5" Type="http://schemas.openxmlformats.org/officeDocument/2006/relationships/slide" Target="slide40.xml"/><Relationship Id="rId6" Type="http://schemas.openxmlformats.org/officeDocument/2006/relationships/slide" Target="slide50.xml"/><Relationship Id="rId7" Type="http://schemas.openxmlformats.org/officeDocument/2006/relationships/audio" Target="../media/snd_boing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6.xml"/><Relationship Id="rId5" Type="http://schemas.openxmlformats.org/officeDocument/2006/relationships/slide" Target="slide41.xml"/><Relationship Id="rId6" Type="http://schemas.openxmlformats.org/officeDocument/2006/relationships/slide" Target="slide50.xml"/><Relationship Id="rId7" Type="http://schemas.openxmlformats.org/officeDocument/2006/relationships/audio" Target="../media/snd_boing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2.xml"/><Relationship Id="rId5" Type="http://schemas.openxmlformats.org/officeDocument/2006/relationships/slide" Target="slide47.xml"/><Relationship Id="rId6" Type="http://schemas.openxmlformats.org/officeDocument/2006/relationships/slide" Target="slide50.xml"/><Relationship Id="rId7" Type="http://schemas.openxmlformats.org/officeDocument/2006/relationships/audio" Target="../media/snd_boing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8.xml"/><Relationship Id="rId5" Type="http://schemas.openxmlformats.org/officeDocument/2006/relationships/slide" Target="slide43.xml"/><Relationship Id="rId6" Type="http://schemas.openxmlformats.org/officeDocument/2006/relationships/slide" Target="slide50.xml"/><Relationship Id="rId7" Type="http://schemas.openxmlformats.org/officeDocument/2006/relationships/audio" Target="../media/snd_boing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9.xml"/><Relationship Id="rId5" Type="http://schemas.openxmlformats.org/officeDocument/2006/relationships/slide" Target="slide44.xml"/><Relationship Id="rId6" Type="http://schemas.openxmlformats.org/officeDocument/2006/relationships/slide" Target="slide50.xml"/><Relationship Id="rId7" Type="http://schemas.openxmlformats.org/officeDocument/2006/relationships/audio" Target="../media/snd_boing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Relationship Id="rId4" Type="http://schemas.openxmlformats.org/officeDocument/2006/relationships/slide" Target="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7.xml"/><Relationship Id="rId6" Type="http://schemas.openxmlformats.org/officeDocument/2006/relationships/slide" Target="slide52.xml"/><Relationship Id="rId7" Type="http://schemas.openxmlformats.org/officeDocument/2006/relationships/slide" Target="slide6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3.xml"/><Relationship Id="rId6" Type="http://schemas.openxmlformats.org/officeDocument/2006/relationships/slide" Target="slide58.xml"/><Relationship Id="rId7" Type="http://schemas.openxmlformats.org/officeDocument/2006/relationships/slide" Target="slide62.xml"/><Relationship Id="rId8" Type="http://schemas.openxmlformats.org/officeDocument/2006/relationships/audio" Target="../media/snd_splash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9.xml"/><Relationship Id="rId6" Type="http://schemas.openxmlformats.org/officeDocument/2006/relationships/slide" Target="slide54.xml"/><Relationship Id="rId7" Type="http://schemas.openxmlformats.org/officeDocument/2006/relationships/slide" Target="slide62.xml"/><Relationship Id="rId8" Type="http://schemas.openxmlformats.org/officeDocument/2006/relationships/audio" Target="../media/snd_splash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5.xml"/><Relationship Id="rId6" Type="http://schemas.openxmlformats.org/officeDocument/2006/relationships/slide" Target="slide60.xml"/><Relationship Id="rId7" Type="http://schemas.openxmlformats.org/officeDocument/2006/relationships/slide" Target="slide62.xml"/><Relationship Id="rId8" Type="http://schemas.openxmlformats.org/officeDocument/2006/relationships/audio" Target="../media/snd_splash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61.xml"/><Relationship Id="rId6" Type="http://schemas.openxmlformats.org/officeDocument/2006/relationships/slide" Target="slide56.xml"/><Relationship Id="rId7" Type="http://schemas.openxmlformats.org/officeDocument/2006/relationships/slide" Target="slide62.xml"/><Relationship Id="rId8" Type="http://schemas.openxmlformats.org/officeDocument/2006/relationships/audio" Target="../media/snd_splash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62.xml"/><Relationship Id="rId6" Type="http://schemas.openxmlformats.org/officeDocument/2006/relationships/audio" Target="../media/snd_tada.wav"/><Relationship Id="rId7" Type="http://schemas.openxmlformats.org/officeDocument/2006/relationships/image" Target="../media/image37.png"/><Relationship Id="rId8" Type="http://schemas.openxmlformats.org/officeDocument/2006/relationships/audio" Target="../media/snd_cheer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7.xml"/><Relationship Id="rId6" Type="http://schemas.openxmlformats.org/officeDocument/2006/relationships/slide" Target="slide52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3.xml"/><Relationship Id="rId6" Type="http://schemas.openxmlformats.org/officeDocument/2006/relationships/slide" Target="slide58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9.xml"/><Relationship Id="rId6" Type="http://schemas.openxmlformats.org/officeDocument/2006/relationships/slide" Target="slide54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5.xml"/><Relationship Id="rId6" Type="http://schemas.openxmlformats.org/officeDocument/2006/relationships/slide" Target="slide60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61.xml"/><Relationship Id="rId6" Type="http://schemas.openxmlformats.org/officeDocument/2006/relationships/slide" Target="slide56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Relationship Id="rId4" Type="http://schemas.openxmlformats.org/officeDocument/2006/relationships/slide" Target="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64.xml"/><Relationship Id="rId5" Type="http://schemas.openxmlformats.org/officeDocument/2006/relationships/slide" Target="slide69.xml"/><Relationship Id="rId6" Type="http://schemas.openxmlformats.org/officeDocument/2006/relationships/slide" Target="slide7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70.xml"/><Relationship Id="rId6" Type="http://schemas.openxmlformats.org/officeDocument/2006/relationships/slide" Target="slide65.xml"/><Relationship Id="rId7" Type="http://schemas.openxmlformats.org/officeDocument/2006/relationships/slide" Target="slide74.xml"/><Relationship Id="rId8" Type="http://schemas.openxmlformats.org/officeDocument/2006/relationships/audio" Target="../media/snd_sparkle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66.xml"/><Relationship Id="rId6" Type="http://schemas.openxmlformats.org/officeDocument/2006/relationships/slide" Target="slide71.xml"/><Relationship Id="rId7" Type="http://schemas.openxmlformats.org/officeDocument/2006/relationships/slide" Target="slide74.xml"/><Relationship Id="rId8" Type="http://schemas.openxmlformats.org/officeDocument/2006/relationships/audio" Target="../media/snd_sparkle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67.xml"/><Relationship Id="rId6" Type="http://schemas.openxmlformats.org/officeDocument/2006/relationships/slide" Target="slide72.xml"/><Relationship Id="rId7" Type="http://schemas.openxmlformats.org/officeDocument/2006/relationships/slide" Target="slide74.xml"/><Relationship Id="rId8" Type="http://schemas.openxmlformats.org/officeDocument/2006/relationships/audio" Target="../media/snd_sparkle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73.xml"/><Relationship Id="rId6" Type="http://schemas.openxmlformats.org/officeDocument/2006/relationships/slide" Target="slide68.xml"/><Relationship Id="rId7" Type="http://schemas.openxmlformats.org/officeDocument/2006/relationships/slide" Target="slide74.xml"/><Relationship Id="rId8" Type="http://schemas.openxmlformats.org/officeDocument/2006/relationships/audio" Target="../media/snd_sparkle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74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64.xml"/><Relationship Id="rId5" Type="http://schemas.openxmlformats.org/officeDocument/2006/relationships/slide" Target="slide69.xml"/><Relationship Id="rId6" Type="http://schemas.openxmlformats.org/officeDocument/2006/relationships/slide" Target="slide74.xml"/><Relationship Id="rId7" Type="http://schemas.openxmlformats.org/officeDocument/2006/relationships/audio" Target="../media/snd_boing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70.xml"/><Relationship Id="rId6" Type="http://schemas.openxmlformats.org/officeDocument/2006/relationships/slide" Target="slide65.xml"/><Relationship Id="rId7" Type="http://schemas.openxmlformats.org/officeDocument/2006/relationships/slide" Target="slide74.xml"/><Relationship Id="rId8" Type="http://schemas.openxmlformats.org/officeDocument/2006/relationships/audio" Target="../media/snd_boing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66.xml"/><Relationship Id="rId6" Type="http://schemas.openxmlformats.org/officeDocument/2006/relationships/slide" Target="slide71.xml"/><Relationship Id="rId7" Type="http://schemas.openxmlformats.org/officeDocument/2006/relationships/slide" Target="slide74.xml"/><Relationship Id="rId8" Type="http://schemas.openxmlformats.org/officeDocument/2006/relationships/audio" Target="../media/snd_boing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67.xml"/><Relationship Id="rId6" Type="http://schemas.openxmlformats.org/officeDocument/2006/relationships/slide" Target="slide72.xml"/><Relationship Id="rId7" Type="http://schemas.openxmlformats.org/officeDocument/2006/relationships/slide" Target="slide74.xml"/><Relationship Id="rId8" Type="http://schemas.openxmlformats.org/officeDocument/2006/relationships/audio" Target="../media/snd_boing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73.xml"/><Relationship Id="rId6" Type="http://schemas.openxmlformats.org/officeDocument/2006/relationships/slide" Target="slide68.xml"/><Relationship Id="rId7" Type="http://schemas.openxmlformats.org/officeDocument/2006/relationships/slide" Target="slide74.xml"/><Relationship Id="rId8" Type="http://schemas.openxmlformats.org/officeDocument/2006/relationships/audio" Target="../media/snd_boing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75.xml"/><Relationship Id="rId6" Type="http://schemas.openxmlformats.org/officeDocument/2006/relationships/slide" Target="slide80.xml"/><Relationship Id="rId7" Type="http://schemas.openxmlformats.org/officeDocument/2006/relationships/slide" Target="slide8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76.xml"/><Relationship Id="rId6" Type="http://schemas.openxmlformats.org/officeDocument/2006/relationships/slide" Target="slide81.xml"/><Relationship Id="rId7" Type="http://schemas.openxmlformats.org/officeDocument/2006/relationships/slide" Target="slide85.xml"/><Relationship Id="rId8" Type="http://schemas.openxmlformats.org/officeDocument/2006/relationships/audio" Target="../media/snd_ding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77.xml"/><Relationship Id="rId6" Type="http://schemas.openxmlformats.org/officeDocument/2006/relationships/slide" Target="slide82.xml"/><Relationship Id="rId7" Type="http://schemas.openxmlformats.org/officeDocument/2006/relationships/slide" Target="slide85.xml"/><Relationship Id="rId8" Type="http://schemas.openxmlformats.org/officeDocument/2006/relationships/audio" Target="../media/snd_ding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78.xml"/><Relationship Id="rId6" Type="http://schemas.openxmlformats.org/officeDocument/2006/relationships/slide" Target="slide83.xml"/><Relationship Id="rId7" Type="http://schemas.openxmlformats.org/officeDocument/2006/relationships/slide" Target="slide85.xml"/><Relationship Id="rId8" Type="http://schemas.openxmlformats.org/officeDocument/2006/relationships/audio" Target="../media/snd_d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79.xml"/><Relationship Id="rId6" Type="http://schemas.openxmlformats.org/officeDocument/2006/relationships/slide" Target="slide84.xml"/><Relationship Id="rId7" Type="http://schemas.openxmlformats.org/officeDocument/2006/relationships/slide" Target="slide85.xml"/><Relationship Id="rId8" Type="http://schemas.openxmlformats.org/officeDocument/2006/relationships/audio" Target="../media/snd_ding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85.xml"/><Relationship Id="rId4" Type="http://schemas.openxmlformats.org/officeDocument/2006/relationships/audio" Target="../media/snd_tada.wav"/><Relationship Id="rId5" Type="http://schemas.openxmlformats.org/officeDocument/2006/relationships/image" Target="../media/image37.png"/><Relationship Id="rId6" Type="http://schemas.openxmlformats.org/officeDocument/2006/relationships/audio" Target="../media/snd_cheer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75.xml"/><Relationship Id="rId6" Type="http://schemas.openxmlformats.org/officeDocument/2006/relationships/slide" Target="slide80.xml"/><Relationship Id="rId7" Type="http://schemas.openxmlformats.org/officeDocument/2006/relationships/slide" Target="slide85.xml"/><Relationship Id="rId8" Type="http://schemas.openxmlformats.org/officeDocument/2006/relationships/audio" Target="../media/snd_boing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76.xml"/><Relationship Id="rId6" Type="http://schemas.openxmlformats.org/officeDocument/2006/relationships/slide" Target="slide81.xml"/><Relationship Id="rId7" Type="http://schemas.openxmlformats.org/officeDocument/2006/relationships/slide" Target="slide85.xml"/><Relationship Id="rId8" Type="http://schemas.openxmlformats.org/officeDocument/2006/relationships/audio" Target="../media/snd_boing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77.xml"/><Relationship Id="rId6" Type="http://schemas.openxmlformats.org/officeDocument/2006/relationships/slide" Target="slide82.xml"/><Relationship Id="rId7" Type="http://schemas.openxmlformats.org/officeDocument/2006/relationships/slide" Target="slide85.xml"/><Relationship Id="rId8" Type="http://schemas.openxmlformats.org/officeDocument/2006/relationships/audio" Target="../media/snd_boing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78.xml"/><Relationship Id="rId6" Type="http://schemas.openxmlformats.org/officeDocument/2006/relationships/slide" Target="slide83.xml"/><Relationship Id="rId7" Type="http://schemas.openxmlformats.org/officeDocument/2006/relationships/slide" Target="slide85.xml"/><Relationship Id="rId8" Type="http://schemas.openxmlformats.org/officeDocument/2006/relationships/audio" Target="../media/snd_boing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79.xml"/><Relationship Id="rId6" Type="http://schemas.openxmlformats.org/officeDocument/2006/relationships/slide" Target="slide84.xml"/><Relationship Id="rId7" Type="http://schemas.openxmlformats.org/officeDocument/2006/relationships/slide" Target="slide85.xml"/><Relationship Id="rId8" Type="http://schemas.openxmlformats.org/officeDocument/2006/relationships/audio" Target="../media/snd_boing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png"/><Relationship Id="rId4" Type="http://schemas.openxmlformats.org/officeDocument/2006/relationships/slide" Target="slide8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87.xml"/><Relationship Id="rId8" Type="http://schemas.openxmlformats.org/officeDocument/2006/relationships/slide" Target="slide92.xml"/><Relationship Id="rId9" Type="http://schemas.openxmlformats.org/officeDocument/2006/relationships/slide" Target="slide9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3.xml"/><Relationship Id="rId8" Type="http://schemas.openxmlformats.org/officeDocument/2006/relationships/slide" Target="slide88.xml"/><Relationship Id="rId9" Type="http://schemas.openxmlformats.org/officeDocument/2006/relationships/slide" Target="slide97.xml"/><Relationship Id="rId10" Type="http://schemas.openxmlformats.org/officeDocument/2006/relationships/audio" Target="../media/snd_sparkle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4.xml"/><Relationship Id="rId8" Type="http://schemas.openxmlformats.org/officeDocument/2006/relationships/slide" Target="slide89.xml"/><Relationship Id="rId9" Type="http://schemas.openxmlformats.org/officeDocument/2006/relationships/slide" Target="slide97.xml"/><Relationship Id="rId10" Type="http://schemas.openxmlformats.org/officeDocument/2006/relationships/audio" Target="../media/snd_sparkle.wav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5.xml"/><Relationship Id="rId8" Type="http://schemas.openxmlformats.org/officeDocument/2006/relationships/slide" Target="slide90.xml"/><Relationship Id="rId9" Type="http://schemas.openxmlformats.org/officeDocument/2006/relationships/slide" Target="slide97.xml"/><Relationship Id="rId10" Type="http://schemas.openxmlformats.org/officeDocument/2006/relationships/audio" Target="../media/snd_sparkle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6.xml"/><Relationship Id="rId8" Type="http://schemas.openxmlformats.org/officeDocument/2006/relationships/slide" Target="slide91.xml"/><Relationship Id="rId9" Type="http://schemas.openxmlformats.org/officeDocument/2006/relationships/slide" Target="slide97.xml"/><Relationship Id="rId10" Type="http://schemas.openxmlformats.org/officeDocument/2006/relationships/audio" Target="../media/snd_sparkle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7.xml"/><Relationship Id="rId8" Type="http://schemas.openxmlformats.org/officeDocument/2006/relationships/audio" Target="../media/snd_tada.wav"/><Relationship Id="rId9" Type="http://schemas.openxmlformats.org/officeDocument/2006/relationships/image" Target="../media/image37.png"/><Relationship Id="rId10" Type="http://schemas.openxmlformats.org/officeDocument/2006/relationships/audio" Target="../media/snd_cheer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87.xml"/><Relationship Id="rId8" Type="http://schemas.openxmlformats.org/officeDocument/2006/relationships/slide" Target="slide92.xml"/><Relationship Id="rId9" Type="http://schemas.openxmlformats.org/officeDocument/2006/relationships/slide" Target="slide97.xml"/><Relationship Id="rId10" Type="http://schemas.openxmlformats.org/officeDocument/2006/relationships/audio" Target="../media/snd_boing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3.xml"/><Relationship Id="rId8" Type="http://schemas.openxmlformats.org/officeDocument/2006/relationships/slide" Target="slide88.xml"/><Relationship Id="rId9" Type="http://schemas.openxmlformats.org/officeDocument/2006/relationships/slide" Target="slide97.xml"/><Relationship Id="rId10" Type="http://schemas.openxmlformats.org/officeDocument/2006/relationships/audio" Target="../media/snd_boing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4.xml"/><Relationship Id="rId8" Type="http://schemas.openxmlformats.org/officeDocument/2006/relationships/slide" Target="slide89.xml"/><Relationship Id="rId9" Type="http://schemas.openxmlformats.org/officeDocument/2006/relationships/slide" Target="slide97.xml"/><Relationship Id="rId10" Type="http://schemas.openxmlformats.org/officeDocument/2006/relationships/audio" Target="../media/snd_boing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5.xml"/><Relationship Id="rId8" Type="http://schemas.openxmlformats.org/officeDocument/2006/relationships/slide" Target="slide90.xml"/><Relationship Id="rId9" Type="http://schemas.openxmlformats.org/officeDocument/2006/relationships/slide" Target="slide97.xml"/><Relationship Id="rId10" Type="http://schemas.openxmlformats.org/officeDocument/2006/relationships/audio" Target="../media/snd_boing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96.xml"/><Relationship Id="rId8" Type="http://schemas.openxmlformats.org/officeDocument/2006/relationships/slide" Target="slide91.xml"/><Relationship Id="rId9" Type="http://schemas.openxmlformats.org/officeDocument/2006/relationships/slide" Target="slide97.xml"/><Relationship Id="rId10" Type="http://schemas.openxmlformats.org/officeDocument/2006/relationships/audio" Target="../media/snd_boing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1.png"/><Relationship Id="rId4" Type="http://schemas.openxmlformats.org/officeDocument/2006/relationships/slide" Target="slide98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4.xml"/><Relationship Id="rId6" Type="http://schemas.openxmlformats.org/officeDocument/2006/relationships/slide" Target="slide99.xml"/><Relationship Id="rId7" Type="http://schemas.openxmlformats.org/officeDocument/2006/relationships/slide" Target="slide109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0.xml"/><Relationship Id="rId6" Type="http://schemas.openxmlformats.org/officeDocument/2006/relationships/slide" Target="slide105.xml"/><Relationship Id="rId7" Type="http://schemas.openxmlformats.org/officeDocument/2006/relationships/slide" Target="slide109.xml"/><Relationship Id="rId8" Type="http://schemas.openxmlformats.org/officeDocument/2006/relationships/audio" Target="../media/snd_ding.wav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1.xml"/><Relationship Id="rId6" Type="http://schemas.openxmlformats.org/officeDocument/2006/relationships/slide" Target="slide106.xml"/><Relationship Id="rId7" Type="http://schemas.openxmlformats.org/officeDocument/2006/relationships/slide" Target="slide109.xml"/><Relationship Id="rId8" Type="http://schemas.openxmlformats.org/officeDocument/2006/relationships/audio" Target="../media/snd_ding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2.xml"/><Relationship Id="rId6" Type="http://schemas.openxmlformats.org/officeDocument/2006/relationships/slide" Target="slide107.xml"/><Relationship Id="rId7" Type="http://schemas.openxmlformats.org/officeDocument/2006/relationships/slide" Target="slide109.xml"/><Relationship Id="rId8" Type="http://schemas.openxmlformats.org/officeDocument/2006/relationships/audio" Target="../media/snd_ding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3.xml"/><Relationship Id="rId6" Type="http://schemas.openxmlformats.org/officeDocument/2006/relationships/slide" Target="slide108.xml"/><Relationship Id="rId7" Type="http://schemas.openxmlformats.org/officeDocument/2006/relationships/slide" Target="slide109.xml"/><Relationship Id="rId8" Type="http://schemas.openxmlformats.org/officeDocument/2006/relationships/audio" Target="../media/snd_ding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9.xml"/><Relationship Id="rId6" Type="http://schemas.openxmlformats.org/officeDocument/2006/relationships/audio" Target="../media/snd_tada.wav"/><Relationship Id="rId7" Type="http://schemas.openxmlformats.org/officeDocument/2006/relationships/image" Target="../media/image37.png"/><Relationship Id="rId8" Type="http://schemas.openxmlformats.org/officeDocument/2006/relationships/audio" Target="../media/snd_cheer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4.xml"/><Relationship Id="rId6" Type="http://schemas.openxmlformats.org/officeDocument/2006/relationships/slide" Target="slide99.xml"/><Relationship Id="rId7" Type="http://schemas.openxmlformats.org/officeDocument/2006/relationships/slide" Target="slide109.xml"/><Relationship Id="rId8" Type="http://schemas.openxmlformats.org/officeDocument/2006/relationships/audio" Target="../media/snd_boing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0.xml"/><Relationship Id="rId6" Type="http://schemas.openxmlformats.org/officeDocument/2006/relationships/slide" Target="slide105.xml"/><Relationship Id="rId7" Type="http://schemas.openxmlformats.org/officeDocument/2006/relationships/slide" Target="slide109.xml"/><Relationship Id="rId8" Type="http://schemas.openxmlformats.org/officeDocument/2006/relationships/audio" Target="../media/snd_boing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1.xml"/><Relationship Id="rId6" Type="http://schemas.openxmlformats.org/officeDocument/2006/relationships/slide" Target="slide106.xml"/><Relationship Id="rId7" Type="http://schemas.openxmlformats.org/officeDocument/2006/relationships/slide" Target="slide109.xml"/><Relationship Id="rId8" Type="http://schemas.openxmlformats.org/officeDocument/2006/relationships/audio" Target="../media/snd_boing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2.xml"/><Relationship Id="rId6" Type="http://schemas.openxmlformats.org/officeDocument/2006/relationships/slide" Target="slide107.xml"/><Relationship Id="rId7" Type="http://schemas.openxmlformats.org/officeDocument/2006/relationships/slide" Target="slide109.xml"/><Relationship Id="rId8" Type="http://schemas.openxmlformats.org/officeDocument/2006/relationships/audio" Target="../media/snd_boing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103.xml"/><Relationship Id="rId6" Type="http://schemas.openxmlformats.org/officeDocument/2006/relationships/slide" Target="slide108.xml"/><Relationship Id="rId7" Type="http://schemas.openxmlformats.org/officeDocument/2006/relationships/slide" Target="slide109.xml"/><Relationship Id="rId8" Type="http://schemas.openxmlformats.org/officeDocument/2006/relationships/audio" Target="../media/snd_boing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115.xml"/><Relationship Id="rId7" Type="http://schemas.openxmlformats.org/officeDocument/2006/relationships/slide" Target="slide110.xml"/><Relationship Id="rId8" Type="http://schemas.openxmlformats.org/officeDocument/2006/relationships/slide" Target="slide120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1.xml"/><Relationship Id="rId8" Type="http://schemas.openxmlformats.org/officeDocument/2006/relationships/slide" Target="slide116.xml"/><Relationship Id="rId9" Type="http://schemas.openxmlformats.org/officeDocument/2006/relationships/slide" Target="slide120.xml"/><Relationship Id="rId10" Type="http://schemas.openxmlformats.org/officeDocument/2006/relationships/audio" Target="../media/snd_pop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7.xml"/><Relationship Id="rId8" Type="http://schemas.openxmlformats.org/officeDocument/2006/relationships/slide" Target="slide112.xml"/><Relationship Id="rId9" Type="http://schemas.openxmlformats.org/officeDocument/2006/relationships/slide" Target="slide120.xml"/><Relationship Id="rId10" Type="http://schemas.openxmlformats.org/officeDocument/2006/relationships/audio" Target="../media/snd_pop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8.xml"/><Relationship Id="rId8" Type="http://schemas.openxmlformats.org/officeDocument/2006/relationships/slide" Target="slide113.xml"/><Relationship Id="rId9" Type="http://schemas.openxmlformats.org/officeDocument/2006/relationships/slide" Target="slide120.xml"/><Relationship Id="rId10" Type="http://schemas.openxmlformats.org/officeDocument/2006/relationships/audio" Target="../media/snd_pop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4.xml"/><Relationship Id="rId8" Type="http://schemas.openxmlformats.org/officeDocument/2006/relationships/slide" Target="slide119.xml"/><Relationship Id="rId9" Type="http://schemas.openxmlformats.org/officeDocument/2006/relationships/slide" Target="slide120.xml"/><Relationship Id="rId10" Type="http://schemas.openxmlformats.org/officeDocument/2006/relationships/audio" Target="../media/snd_pop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120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115.xml"/><Relationship Id="rId7" Type="http://schemas.openxmlformats.org/officeDocument/2006/relationships/slide" Target="slide110.xml"/><Relationship Id="rId8" Type="http://schemas.openxmlformats.org/officeDocument/2006/relationships/slide" Target="slide120.xml"/><Relationship Id="rId9" Type="http://schemas.openxmlformats.org/officeDocument/2006/relationships/audio" Target="../media/snd_boing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1.xml"/><Relationship Id="rId8" Type="http://schemas.openxmlformats.org/officeDocument/2006/relationships/slide" Target="slide116.xml"/><Relationship Id="rId9" Type="http://schemas.openxmlformats.org/officeDocument/2006/relationships/slide" Target="slide120.xml"/><Relationship Id="rId10" Type="http://schemas.openxmlformats.org/officeDocument/2006/relationships/audio" Target="../media/snd_boing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7.xml"/><Relationship Id="rId8" Type="http://schemas.openxmlformats.org/officeDocument/2006/relationships/slide" Target="slide112.xml"/><Relationship Id="rId9" Type="http://schemas.openxmlformats.org/officeDocument/2006/relationships/slide" Target="slide120.xml"/><Relationship Id="rId10" Type="http://schemas.openxmlformats.org/officeDocument/2006/relationships/audio" Target="../media/snd_boing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8.xml"/><Relationship Id="rId8" Type="http://schemas.openxmlformats.org/officeDocument/2006/relationships/slide" Target="slide113.xml"/><Relationship Id="rId9" Type="http://schemas.openxmlformats.org/officeDocument/2006/relationships/slide" Target="slide120.xml"/><Relationship Id="rId10" Type="http://schemas.openxmlformats.org/officeDocument/2006/relationships/audio" Target="../media/snd_boing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4.xml"/><Relationship Id="rId8" Type="http://schemas.openxmlformats.org/officeDocument/2006/relationships/slide" Target="slide119.xml"/><Relationship Id="rId9" Type="http://schemas.openxmlformats.org/officeDocument/2006/relationships/slide" Target="slide120.xml"/><Relationship Id="rId10" Type="http://schemas.openxmlformats.org/officeDocument/2006/relationships/audio" Target="../media/snd_boing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126.xml"/><Relationship Id="rId8" Type="http://schemas.openxmlformats.org/officeDocument/2006/relationships/slide" Target="slide121.xml"/><Relationship Id="rId9" Type="http://schemas.openxmlformats.org/officeDocument/2006/relationships/slide" Target="slide13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127.xml"/><Relationship Id="rId9" Type="http://schemas.openxmlformats.org/officeDocument/2006/relationships/slide" Target="slide122.xml"/><Relationship Id="rId10" Type="http://schemas.openxmlformats.org/officeDocument/2006/relationships/slide" Target="slide131.xml"/><Relationship Id="rId11" Type="http://schemas.openxmlformats.org/officeDocument/2006/relationships/audio" Target="../media/snd_ding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28.xml"/><Relationship Id="rId10" Type="http://schemas.openxmlformats.org/officeDocument/2006/relationships/slide" Target="slide123.xml"/><Relationship Id="rId11" Type="http://schemas.openxmlformats.org/officeDocument/2006/relationships/slide" Target="slide131.xml"/><Relationship Id="rId12" Type="http://schemas.openxmlformats.org/officeDocument/2006/relationships/audio" Target="../media/snd_ding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29.xml"/><Relationship Id="rId10" Type="http://schemas.openxmlformats.org/officeDocument/2006/relationships/slide" Target="slide124.xml"/><Relationship Id="rId11" Type="http://schemas.openxmlformats.org/officeDocument/2006/relationships/slide" Target="slide131.xml"/><Relationship Id="rId12" Type="http://schemas.openxmlformats.org/officeDocument/2006/relationships/audio" Target="../media/snd_ding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125.xml"/><Relationship Id="rId10" Type="http://schemas.openxmlformats.org/officeDocument/2006/relationships/slide" Target="slide130.xml"/><Relationship Id="rId11" Type="http://schemas.openxmlformats.org/officeDocument/2006/relationships/slide" Target="slide131.xml"/><Relationship Id="rId12" Type="http://schemas.openxmlformats.org/officeDocument/2006/relationships/audio" Target="../media/snd_ding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" Target="slide131.xml"/><Relationship Id="rId9" Type="http://schemas.openxmlformats.org/officeDocument/2006/relationships/audio" Target="../media/snd_tada.wav"/><Relationship Id="rId10" Type="http://schemas.openxmlformats.org/officeDocument/2006/relationships/image" Target="../media/image37.png"/><Relationship Id="rId11" Type="http://schemas.openxmlformats.org/officeDocument/2006/relationships/audio" Target="../media/snd_cheer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126.xml"/><Relationship Id="rId8" Type="http://schemas.openxmlformats.org/officeDocument/2006/relationships/slide" Target="slide121.xml"/><Relationship Id="rId9" Type="http://schemas.openxmlformats.org/officeDocument/2006/relationships/slide" Target="slide131.xml"/><Relationship Id="rId10" Type="http://schemas.openxmlformats.org/officeDocument/2006/relationships/audio" Target="../media/snd_boing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127.xml"/><Relationship Id="rId9" Type="http://schemas.openxmlformats.org/officeDocument/2006/relationships/slide" Target="slide122.xml"/><Relationship Id="rId10" Type="http://schemas.openxmlformats.org/officeDocument/2006/relationships/slide" Target="slide131.xml"/><Relationship Id="rId11" Type="http://schemas.openxmlformats.org/officeDocument/2006/relationships/audio" Target="../media/snd_boing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28.xml"/><Relationship Id="rId10" Type="http://schemas.openxmlformats.org/officeDocument/2006/relationships/slide" Target="slide123.xml"/><Relationship Id="rId11" Type="http://schemas.openxmlformats.org/officeDocument/2006/relationships/slide" Target="slide131.xml"/><Relationship Id="rId12" Type="http://schemas.openxmlformats.org/officeDocument/2006/relationships/audio" Target="../media/snd_boing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29.xml"/><Relationship Id="rId10" Type="http://schemas.openxmlformats.org/officeDocument/2006/relationships/slide" Target="slide124.xml"/><Relationship Id="rId11" Type="http://schemas.openxmlformats.org/officeDocument/2006/relationships/slide" Target="slide131.xml"/><Relationship Id="rId12" Type="http://schemas.openxmlformats.org/officeDocument/2006/relationships/audio" Target="../media/snd_boing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125.xml"/><Relationship Id="rId10" Type="http://schemas.openxmlformats.org/officeDocument/2006/relationships/slide" Target="slide130.xml"/><Relationship Id="rId11" Type="http://schemas.openxmlformats.org/officeDocument/2006/relationships/slide" Target="slide131.xml"/><Relationship Id="rId12" Type="http://schemas.openxmlformats.org/officeDocument/2006/relationships/audio" Target="../media/snd_boing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32.xml"/><Relationship Id="rId6" Type="http://schemas.openxmlformats.org/officeDocument/2006/relationships/slide" Target="slide137.xml"/><Relationship Id="rId7" Type="http://schemas.openxmlformats.org/officeDocument/2006/relationships/slide" Target="slide14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33.xml"/><Relationship Id="rId6" Type="http://schemas.openxmlformats.org/officeDocument/2006/relationships/slide" Target="slide138.xml"/><Relationship Id="rId7" Type="http://schemas.openxmlformats.org/officeDocument/2006/relationships/slide" Target="slide142.xml"/><Relationship Id="rId8" Type="http://schemas.openxmlformats.org/officeDocument/2006/relationships/audio" Target="../media/snd_ding.wav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34.xml"/><Relationship Id="rId6" Type="http://schemas.openxmlformats.org/officeDocument/2006/relationships/slide" Target="slide139.xml"/><Relationship Id="rId7" Type="http://schemas.openxmlformats.org/officeDocument/2006/relationships/slide" Target="slide142.xml"/><Relationship Id="rId8" Type="http://schemas.openxmlformats.org/officeDocument/2006/relationships/audio" Target="../media/snd_ding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35.xml"/><Relationship Id="rId6" Type="http://schemas.openxmlformats.org/officeDocument/2006/relationships/slide" Target="slide140.xml"/><Relationship Id="rId7" Type="http://schemas.openxmlformats.org/officeDocument/2006/relationships/slide" Target="slide142.xml"/><Relationship Id="rId8" Type="http://schemas.openxmlformats.org/officeDocument/2006/relationships/audio" Target="../media/snd_ding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36.xml"/><Relationship Id="rId6" Type="http://schemas.openxmlformats.org/officeDocument/2006/relationships/slide" Target="slide141.xml"/><Relationship Id="rId7" Type="http://schemas.openxmlformats.org/officeDocument/2006/relationships/slide" Target="slide142.xml"/><Relationship Id="rId8" Type="http://schemas.openxmlformats.org/officeDocument/2006/relationships/audio" Target="../media/snd_ding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142.xml"/><Relationship Id="rId4" Type="http://schemas.openxmlformats.org/officeDocument/2006/relationships/audio" Target="../media/snd_tada.wav"/><Relationship Id="rId5" Type="http://schemas.openxmlformats.org/officeDocument/2006/relationships/image" Target="../media/image37.png"/><Relationship Id="rId6" Type="http://schemas.openxmlformats.org/officeDocument/2006/relationships/audio" Target="../media/snd_cheer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32.xml"/><Relationship Id="rId6" Type="http://schemas.openxmlformats.org/officeDocument/2006/relationships/slide" Target="slide137.xml"/><Relationship Id="rId7" Type="http://schemas.openxmlformats.org/officeDocument/2006/relationships/slide" Target="slide142.xml"/><Relationship Id="rId8" Type="http://schemas.openxmlformats.org/officeDocument/2006/relationships/audio" Target="../media/snd_boing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33.xml"/><Relationship Id="rId6" Type="http://schemas.openxmlformats.org/officeDocument/2006/relationships/slide" Target="slide138.xml"/><Relationship Id="rId7" Type="http://schemas.openxmlformats.org/officeDocument/2006/relationships/slide" Target="slide142.xml"/><Relationship Id="rId8" Type="http://schemas.openxmlformats.org/officeDocument/2006/relationships/audio" Target="../media/snd_boing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34.xml"/><Relationship Id="rId6" Type="http://schemas.openxmlformats.org/officeDocument/2006/relationships/slide" Target="slide139.xml"/><Relationship Id="rId7" Type="http://schemas.openxmlformats.org/officeDocument/2006/relationships/slide" Target="slide142.xml"/><Relationship Id="rId8" Type="http://schemas.openxmlformats.org/officeDocument/2006/relationships/audio" Target="../media/snd_boing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35.xml"/><Relationship Id="rId6" Type="http://schemas.openxmlformats.org/officeDocument/2006/relationships/slide" Target="slide140.xml"/><Relationship Id="rId7" Type="http://schemas.openxmlformats.org/officeDocument/2006/relationships/slide" Target="slide142.xml"/><Relationship Id="rId8" Type="http://schemas.openxmlformats.org/officeDocument/2006/relationships/audio" Target="../media/snd_boing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36.xml"/><Relationship Id="rId6" Type="http://schemas.openxmlformats.org/officeDocument/2006/relationships/slide" Target="slide141.xml"/><Relationship Id="rId7" Type="http://schemas.openxmlformats.org/officeDocument/2006/relationships/slide" Target="slide142.xml"/><Relationship Id="rId8" Type="http://schemas.openxmlformats.org/officeDocument/2006/relationships/audio" Target="../media/snd_boing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43.xml"/><Relationship Id="rId5" Type="http://schemas.openxmlformats.org/officeDocument/2006/relationships/slide" Target="slide148.xml"/><Relationship Id="rId6" Type="http://schemas.openxmlformats.org/officeDocument/2006/relationships/slide" Target="slide153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49.xml"/><Relationship Id="rId5" Type="http://schemas.openxmlformats.org/officeDocument/2006/relationships/slide" Target="slide144.xml"/><Relationship Id="rId6" Type="http://schemas.openxmlformats.org/officeDocument/2006/relationships/slide" Target="slide153.xml"/><Relationship Id="rId7" Type="http://schemas.openxmlformats.org/officeDocument/2006/relationships/audio" Target="../media/snd_whoosh.wav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0.xml"/><Relationship Id="rId5" Type="http://schemas.openxmlformats.org/officeDocument/2006/relationships/slide" Target="slide145.xml"/><Relationship Id="rId6" Type="http://schemas.openxmlformats.org/officeDocument/2006/relationships/slide" Target="slide153.xml"/><Relationship Id="rId7" Type="http://schemas.openxmlformats.org/officeDocument/2006/relationships/audio" Target="../media/snd_whoosh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1.xml"/><Relationship Id="rId5" Type="http://schemas.openxmlformats.org/officeDocument/2006/relationships/slide" Target="slide146.xml"/><Relationship Id="rId6" Type="http://schemas.openxmlformats.org/officeDocument/2006/relationships/slide" Target="slide153.xml"/><Relationship Id="rId7" Type="http://schemas.openxmlformats.org/officeDocument/2006/relationships/audio" Target="../media/snd_whoosh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2.xml"/><Relationship Id="rId5" Type="http://schemas.openxmlformats.org/officeDocument/2006/relationships/slide" Target="slide147.xml"/><Relationship Id="rId6" Type="http://schemas.openxmlformats.org/officeDocument/2006/relationships/slide" Target="slide153.xml"/><Relationship Id="rId7" Type="http://schemas.openxmlformats.org/officeDocument/2006/relationships/audio" Target="../media/snd_whoosh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3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43.xml"/><Relationship Id="rId5" Type="http://schemas.openxmlformats.org/officeDocument/2006/relationships/slide" Target="slide148.xml"/><Relationship Id="rId6" Type="http://schemas.openxmlformats.org/officeDocument/2006/relationships/slide" Target="slide153.xml"/><Relationship Id="rId7" Type="http://schemas.openxmlformats.org/officeDocument/2006/relationships/audio" Target="../media/snd_boing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49.xml"/><Relationship Id="rId5" Type="http://schemas.openxmlformats.org/officeDocument/2006/relationships/slide" Target="slide144.xml"/><Relationship Id="rId6" Type="http://schemas.openxmlformats.org/officeDocument/2006/relationships/slide" Target="slide153.xml"/><Relationship Id="rId7" Type="http://schemas.openxmlformats.org/officeDocument/2006/relationships/audio" Target="../media/snd_boing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0.xml"/><Relationship Id="rId5" Type="http://schemas.openxmlformats.org/officeDocument/2006/relationships/slide" Target="slide145.xml"/><Relationship Id="rId6" Type="http://schemas.openxmlformats.org/officeDocument/2006/relationships/slide" Target="slide153.xml"/><Relationship Id="rId7" Type="http://schemas.openxmlformats.org/officeDocument/2006/relationships/audio" Target="../media/snd_boing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1.xml"/><Relationship Id="rId5" Type="http://schemas.openxmlformats.org/officeDocument/2006/relationships/slide" Target="slide146.xml"/><Relationship Id="rId6" Type="http://schemas.openxmlformats.org/officeDocument/2006/relationships/slide" Target="slide153.xml"/><Relationship Id="rId7" Type="http://schemas.openxmlformats.org/officeDocument/2006/relationships/audio" Target="../media/snd_boing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2.xml"/><Relationship Id="rId5" Type="http://schemas.openxmlformats.org/officeDocument/2006/relationships/slide" Target="slide147.xml"/><Relationship Id="rId6" Type="http://schemas.openxmlformats.org/officeDocument/2006/relationships/slide" Target="slide153.xml"/><Relationship Id="rId7" Type="http://schemas.openxmlformats.org/officeDocument/2006/relationships/audio" Target="../media/snd_boing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9.xml"/><Relationship Id="rId6" Type="http://schemas.openxmlformats.org/officeDocument/2006/relationships/slide" Target="slide154.xml"/><Relationship Id="rId7" Type="http://schemas.openxmlformats.org/officeDocument/2006/relationships/slide" Target="slide164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0.xml"/><Relationship Id="rId6" Type="http://schemas.openxmlformats.org/officeDocument/2006/relationships/slide" Target="slide155.xml"/><Relationship Id="rId7" Type="http://schemas.openxmlformats.org/officeDocument/2006/relationships/slide" Target="slide164.xml"/><Relationship Id="rId8" Type="http://schemas.openxmlformats.org/officeDocument/2006/relationships/audio" Target="../media/snd_splash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1.xml"/><Relationship Id="rId6" Type="http://schemas.openxmlformats.org/officeDocument/2006/relationships/slide" Target="slide156.xml"/><Relationship Id="rId7" Type="http://schemas.openxmlformats.org/officeDocument/2006/relationships/slide" Target="slide164.xml"/><Relationship Id="rId8" Type="http://schemas.openxmlformats.org/officeDocument/2006/relationships/audio" Target="../media/snd_splash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2.xml"/><Relationship Id="rId6" Type="http://schemas.openxmlformats.org/officeDocument/2006/relationships/slide" Target="slide157.xml"/><Relationship Id="rId7" Type="http://schemas.openxmlformats.org/officeDocument/2006/relationships/slide" Target="slide164.xml"/><Relationship Id="rId8" Type="http://schemas.openxmlformats.org/officeDocument/2006/relationships/audio" Target="../media/snd_splash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3.xml"/><Relationship Id="rId6" Type="http://schemas.openxmlformats.org/officeDocument/2006/relationships/slide" Target="slide158.xml"/><Relationship Id="rId7" Type="http://schemas.openxmlformats.org/officeDocument/2006/relationships/slide" Target="slide164.xml"/><Relationship Id="rId8" Type="http://schemas.openxmlformats.org/officeDocument/2006/relationships/audio" Target="../media/snd_splash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4.xml"/><Relationship Id="rId6" Type="http://schemas.openxmlformats.org/officeDocument/2006/relationships/audio" Target="../media/snd_tada.wav"/><Relationship Id="rId7" Type="http://schemas.openxmlformats.org/officeDocument/2006/relationships/image" Target="../media/image37.png"/><Relationship Id="rId8" Type="http://schemas.openxmlformats.org/officeDocument/2006/relationships/audio" Target="../media/snd_cheer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9.xml"/><Relationship Id="rId6" Type="http://schemas.openxmlformats.org/officeDocument/2006/relationships/slide" Target="slide154.xml"/><Relationship Id="rId7" Type="http://schemas.openxmlformats.org/officeDocument/2006/relationships/slide" Target="slide164.xml"/><Relationship Id="rId8" Type="http://schemas.openxmlformats.org/officeDocument/2006/relationships/audio" Target="../media/snd_boing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0.xml"/><Relationship Id="rId6" Type="http://schemas.openxmlformats.org/officeDocument/2006/relationships/slide" Target="slide155.xml"/><Relationship Id="rId7" Type="http://schemas.openxmlformats.org/officeDocument/2006/relationships/slide" Target="slide164.xml"/><Relationship Id="rId8" Type="http://schemas.openxmlformats.org/officeDocument/2006/relationships/audio" Target="../media/snd_boing.wav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1.xml"/><Relationship Id="rId6" Type="http://schemas.openxmlformats.org/officeDocument/2006/relationships/slide" Target="slide156.xml"/><Relationship Id="rId7" Type="http://schemas.openxmlformats.org/officeDocument/2006/relationships/slide" Target="slide164.xml"/><Relationship Id="rId8" Type="http://schemas.openxmlformats.org/officeDocument/2006/relationships/audio" Target="../media/snd_boing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2.xml"/><Relationship Id="rId6" Type="http://schemas.openxmlformats.org/officeDocument/2006/relationships/slide" Target="slide157.xml"/><Relationship Id="rId7" Type="http://schemas.openxmlformats.org/officeDocument/2006/relationships/slide" Target="slide164.xml"/><Relationship Id="rId8" Type="http://schemas.openxmlformats.org/officeDocument/2006/relationships/audio" Target="../media/snd_boing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3.xml"/><Relationship Id="rId6" Type="http://schemas.openxmlformats.org/officeDocument/2006/relationships/slide" Target="slide158.xml"/><Relationship Id="rId7" Type="http://schemas.openxmlformats.org/officeDocument/2006/relationships/slide" Target="slide164.xml"/><Relationship Id="rId8" Type="http://schemas.openxmlformats.org/officeDocument/2006/relationships/audio" Target="../media/snd_boing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170.xml"/><Relationship Id="rId5" Type="http://schemas.openxmlformats.org/officeDocument/2006/relationships/slide" Target="slide165.xml"/><Relationship Id="rId6" Type="http://schemas.openxmlformats.org/officeDocument/2006/relationships/slide" Target="slide175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1.xml"/><Relationship Id="rId6" Type="http://schemas.openxmlformats.org/officeDocument/2006/relationships/slide" Target="slide166.xml"/><Relationship Id="rId7" Type="http://schemas.openxmlformats.org/officeDocument/2006/relationships/slide" Target="slide175.xml"/><Relationship Id="rId8" Type="http://schemas.openxmlformats.org/officeDocument/2006/relationships/audio" Target="../media/snd_sparkle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2.xml"/><Relationship Id="rId6" Type="http://schemas.openxmlformats.org/officeDocument/2006/relationships/slide" Target="slide167.xml"/><Relationship Id="rId7" Type="http://schemas.openxmlformats.org/officeDocument/2006/relationships/slide" Target="slide175.xml"/><Relationship Id="rId8" Type="http://schemas.openxmlformats.org/officeDocument/2006/relationships/audio" Target="../media/snd_sparkle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3.xml"/><Relationship Id="rId6" Type="http://schemas.openxmlformats.org/officeDocument/2006/relationships/slide" Target="slide168.xml"/><Relationship Id="rId7" Type="http://schemas.openxmlformats.org/officeDocument/2006/relationships/slide" Target="slide175.xml"/><Relationship Id="rId8" Type="http://schemas.openxmlformats.org/officeDocument/2006/relationships/audio" Target="../media/snd_sparkle.wav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4.xml"/><Relationship Id="rId6" Type="http://schemas.openxmlformats.org/officeDocument/2006/relationships/slide" Target="slide169.xml"/><Relationship Id="rId7" Type="http://schemas.openxmlformats.org/officeDocument/2006/relationships/slide" Target="slide175.xml"/><Relationship Id="rId8" Type="http://schemas.openxmlformats.org/officeDocument/2006/relationships/audio" Target="../media/snd_sparkle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175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170.xml"/><Relationship Id="rId5" Type="http://schemas.openxmlformats.org/officeDocument/2006/relationships/slide" Target="slide165.xml"/><Relationship Id="rId6" Type="http://schemas.openxmlformats.org/officeDocument/2006/relationships/slide" Target="slide175.xml"/><Relationship Id="rId7" Type="http://schemas.openxmlformats.org/officeDocument/2006/relationships/audio" Target="../media/snd_boing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1.xml"/><Relationship Id="rId6" Type="http://schemas.openxmlformats.org/officeDocument/2006/relationships/slide" Target="slide166.xml"/><Relationship Id="rId7" Type="http://schemas.openxmlformats.org/officeDocument/2006/relationships/slide" Target="slide175.xml"/><Relationship Id="rId8" Type="http://schemas.openxmlformats.org/officeDocument/2006/relationships/audio" Target="../media/snd_boing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2.xml"/><Relationship Id="rId6" Type="http://schemas.openxmlformats.org/officeDocument/2006/relationships/slide" Target="slide167.xml"/><Relationship Id="rId7" Type="http://schemas.openxmlformats.org/officeDocument/2006/relationships/slide" Target="slide175.xml"/><Relationship Id="rId8" Type="http://schemas.openxmlformats.org/officeDocument/2006/relationships/audio" Target="../media/snd_boing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3.xml"/><Relationship Id="rId6" Type="http://schemas.openxmlformats.org/officeDocument/2006/relationships/slide" Target="slide168.xml"/><Relationship Id="rId7" Type="http://schemas.openxmlformats.org/officeDocument/2006/relationships/slide" Target="slide175.xml"/><Relationship Id="rId8" Type="http://schemas.openxmlformats.org/officeDocument/2006/relationships/audio" Target="../media/snd_boing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4.xml"/><Relationship Id="rId6" Type="http://schemas.openxmlformats.org/officeDocument/2006/relationships/slide" Target="slide169.xml"/><Relationship Id="rId7" Type="http://schemas.openxmlformats.org/officeDocument/2006/relationships/slide" Target="slide175.xml"/><Relationship Id="rId8" Type="http://schemas.openxmlformats.org/officeDocument/2006/relationships/audio" Target="../media/snd_boing.wav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76.xml"/><Relationship Id="rId6" Type="http://schemas.openxmlformats.org/officeDocument/2006/relationships/slide" Target="slide181.xml"/><Relationship Id="rId7" Type="http://schemas.openxmlformats.org/officeDocument/2006/relationships/slide" Target="slide186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77.xml"/><Relationship Id="rId6" Type="http://schemas.openxmlformats.org/officeDocument/2006/relationships/slide" Target="slide182.xml"/><Relationship Id="rId7" Type="http://schemas.openxmlformats.org/officeDocument/2006/relationships/slide" Target="slide186.xml"/><Relationship Id="rId8" Type="http://schemas.openxmlformats.org/officeDocument/2006/relationships/audio" Target="../media/snd_ding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78.xml"/><Relationship Id="rId6" Type="http://schemas.openxmlformats.org/officeDocument/2006/relationships/slide" Target="slide183.xml"/><Relationship Id="rId7" Type="http://schemas.openxmlformats.org/officeDocument/2006/relationships/slide" Target="slide186.xml"/><Relationship Id="rId8" Type="http://schemas.openxmlformats.org/officeDocument/2006/relationships/audio" Target="../media/snd_ding.wav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79.xml"/><Relationship Id="rId6" Type="http://schemas.openxmlformats.org/officeDocument/2006/relationships/slide" Target="slide184.xml"/><Relationship Id="rId7" Type="http://schemas.openxmlformats.org/officeDocument/2006/relationships/slide" Target="slide186.xml"/><Relationship Id="rId8" Type="http://schemas.openxmlformats.org/officeDocument/2006/relationships/audio" Target="../media/snd_ding.wav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80.xml"/><Relationship Id="rId6" Type="http://schemas.openxmlformats.org/officeDocument/2006/relationships/slide" Target="slide185.xml"/><Relationship Id="rId7" Type="http://schemas.openxmlformats.org/officeDocument/2006/relationships/slide" Target="slide186.xml"/><Relationship Id="rId8" Type="http://schemas.openxmlformats.org/officeDocument/2006/relationships/audio" Target="../media/snd_ding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186.xml"/><Relationship Id="rId4" Type="http://schemas.openxmlformats.org/officeDocument/2006/relationships/audio" Target="../media/snd_tada.wav"/><Relationship Id="rId5" Type="http://schemas.openxmlformats.org/officeDocument/2006/relationships/image" Target="../media/image37.png"/><Relationship Id="rId6" Type="http://schemas.openxmlformats.org/officeDocument/2006/relationships/audio" Target="../media/snd_cheer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76.xml"/><Relationship Id="rId6" Type="http://schemas.openxmlformats.org/officeDocument/2006/relationships/slide" Target="slide181.xml"/><Relationship Id="rId7" Type="http://schemas.openxmlformats.org/officeDocument/2006/relationships/slide" Target="slide186.xml"/><Relationship Id="rId8" Type="http://schemas.openxmlformats.org/officeDocument/2006/relationships/audio" Target="../media/snd_boing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77.xml"/><Relationship Id="rId6" Type="http://schemas.openxmlformats.org/officeDocument/2006/relationships/slide" Target="slide182.xml"/><Relationship Id="rId7" Type="http://schemas.openxmlformats.org/officeDocument/2006/relationships/slide" Target="slide186.xml"/><Relationship Id="rId8" Type="http://schemas.openxmlformats.org/officeDocument/2006/relationships/audio" Target="../media/snd_boing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78.xml"/><Relationship Id="rId6" Type="http://schemas.openxmlformats.org/officeDocument/2006/relationships/slide" Target="slide183.xml"/><Relationship Id="rId7" Type="http://schemas.openxmlformats.org/officeDocument/2006/relationships/slide" Target="slide186.xml"/><Relationship Id="rId8" Type="http://schemas.openxmlformats.org/officeDocument/2006/relationships/audio" Target="../media/snd_boing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79.xml"/><Relationship Id="rId6" Type="http://schemas.openxmlformats.org/officeDocument/2006/relationships/slide" Target="slide184.xml"/><Relationship Id="rId7" Type="http://schemas.openxmlformats.org/officeDocument/2006/relationships/slide" Target="slide186.xml"/><Relationship Id="rId8" Type="http://schemas.openxmlformats.org/officeDocument/2006/relationships/audio" Target="../media/snd_boing.wav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80.xml"/><Relationship Id="rId6" Type="http://schemas.openxmlformats.org/officeDocument/2006/relationships/slide" Target="slide185.xml"/><Relationship Id="rId7" Type="http://schemas.openxmlformats.org/officeDocument/2006/relationships/slide" Target="slide186.xml"/><Relationship Id="rId8" Type="http://schemas.openxmlformats.org/officeDocument/2006/relationships/audio" Target="../media/snd_boing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4.png"/><Relationship Id="rId4" Type="http://schemas.openxmlformats.org/officeDocument/2006/relationships/slide" Target="slide18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193.xml"/><Relationship Id="rId7" Type="http://schemas.openxmlformats.org/officeDocument/2006/relationships/slide" Target="slide188.xml"/><Relationship Id="rId8" Type="http://schemas.openxmlformats.org/officeDocument/2006/relationships/slide" Target="slide22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194.xml"/><Relationship Id="rId7" Type="http://schemas.openxmlformats.org/officeDocument/2006/relationships/slide" Target="slide189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195.xml"/><Relationship Id="rId7" Type="http://schemas.openxmlformats.org/officeDocument/2006/relationships/slide" Target="slide190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196.xml"/><Relationship Id="rId7" Type="http://schemas.openxmlformats.org/officeDocument/2006/relationships/slide" Target="slide191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197.xml"/><Relationship Id="rId7" Type="http://schemas.openxmlformats.org/officeDocument/2006/relationships/slide" Target="slide192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199.xml"/><Relationship Id="rId7" Type="http://schemas.openxmlformats.org/officeDocument/2006/relationships/slide" Target="slide194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0.xml"/><Relationship Id="rId7" Type="http://schemas.openxmlformats.org/officeDocument/2006/relationships/slide" Target="slide195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1.xml"/><Relationship Id="rId7" Type="http://schemas.openxmlformats.org/officeDocument/2006/relationships/slide" Target="slide196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2.xml"/><Relationship Id="rId7" Type="http://schemas.openxmlformats.org/officeDocument/2006/relationships/slide" Target="slide197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3.xml"/><Relationship Id="rId7" Type="http://schemas.openxmlformats.org/officeDocument/2006/relationships/slide" Target="slide198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5.xml"/><Relationship Id="rId7" Type="http://schemas.openxmlformats.org/officeDocument/2006/relationships/slide" Target="slide200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6.xml"/><Relationship Id="rId7" Type="http://schemas.openxmlformats.org/officeDocument/2006/relationships/slide" Target="slide201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7.xml"/><Relationship Id="rId7" Type="http://schemas.openxmlformats.org/officeDocument/2006/relationships/slide" Target="slide202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8.xml"/><Relationship Id="rId7" Type="http://schemas.openxmlformats.org/officeDocument/2006/relationships/slide" Target="slide203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09.xml"/><Relationship Id="rId7" Type="http://schemas.openxmlformats.org/officeDocument/2006/relationships/slide" Target="slide204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11.xml"/><Relationship Id="rId7" Type="http://schemas.openxmlformats.org/officeDocument/2006/relationships/slide" Target="slide206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12.xml"/><Relationship Id="rId7" Type="http://schemas.openxmlformats.org/officeDocument/2006/relationships/slide" Target="slide207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13.xml"/><Relationship Id="rId7" Type="http://schemas.openxmlformats.org/officeDocument/2006/relationships/slide" Target="slide208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14.xml"/><Relationship Id="rId7" Type="http://schemas.openxmlformats.org/officeDocument/2006/relationships/slide" Target="slide209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15.xml"/><Relationship Id="rId7" Type="http://schemas.openxmlformats.org/officeDocument/2006/relationships/slide" Target="slide210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17.xml"/><Relationship Id="rId7" Type="http://schemas.openxmlformats.org/officeDocument/2006/relationships/slide" Target="slide212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18.xml"/><Relationship Id="rId7" Type="http://schemas.openxmlformats.org/officeDocument/2006/relationships/slide" Target="slide213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19.xml"/><Relationship Id="rId7" Type="http://schemas.openxmlformats.org/officeDocument/2006/relationships/slide" Target="slide214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0.xml"/><Relationship Id="rId7" Type="http://schemas.openxmlformats.org/officeDocument/2006/relationships/slide" Target="slide215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1.xml"/><Relationship Id="rId7" Type="http://schemas.openxmlformats.org/officeDocument/2006/relationships/slide" Target="slide216.xml"/><Relationship Id="rId8" Type="http://schemas.openxmlformats.org/officeDocument/2006/relationships/slide" Target="slide222.xml"/><Relationship Id="rId9" Type="http://schemas.openxmlformats.org/officeDocument/2006/relationships/audio" Target="../media/snd_pop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222.xml"/><Relationship Id="rId7" Type="http://schemas.openxmlformats.org/officeDocument/2006/relationships/audio" Target="../media/snd_cheer.wav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28.xml"/><Relationship Id="rId8" Type="http://schemas.openxmlformats.org/officeDocument/2006/relationships/slide" Target="slide223.xml"/><Relationship Id="rId9" Type="http://schemas.openxmlformats.org/officeDocument/2006/relationships/slide" Target="slide233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29.xml"/><Relationship Id="rId8" Type="http://schemas.openxmlformats.org/officeDocument/2006/relationships/slide" Target="slide224.xml"/><Relationship Id="rId9" Type="http://schemas.openxmlformats.org/officeDocument/2006/relationships/slide" Target="slide233.xml"/><Relationship Id="rId10" Type="http://schemas.openxmlformats.org/officeDocument/2006/relationships/audio" Target="../media/snd_sparkle.wav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30.xml"/><Relationship Id="rId8" Type="http://schemas.openxmlformats.org/officeDocument/2006/relationships/slide" Target="slide225.xml"/><Relationship Id="rId9" Type="http://schemas.openxmlformats.org/officeDocument/2006/relationships/slide" Target="slide233.xml"/><Relationship Id="rId10" Type="http://schemas.openxmlformats.org/officeDocument/2006/relationships/audio" Target="../media/snd_sparkle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26.xml"/><Relationship Id="rId8" Type="http://schemas.openxmlformats.org/officeDocument/2006/relationships/slide" Target="slide231.xml"/><Relationship Id="rId9" Type="http://schemas.openxmlformats.org/officeDocument/2006/relationships/slide" Target="slide233.xml"/><Relationship Id="rId10" Type="http://schemas.openxmlformats.org/officeDocument/2006/relationships/audio" Target="../media/snd_sparkle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32.xml"/><Relationship Id="rId8" Type="http://schemas.openxmlformats.org/officeDocument/2006/relationships/slide" Target="slide227.xml"/><Relationship Id="rId9" Type="http://schemas.openxmlformats.org/officeDocument/2006/relationships/slide" Target="slide233.xml"/><Relationship Id="rId10" Type="http://schemas.openxmlformats.org/officeDocument/2006/relationships/audio" Target="../media/snd_sparkle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33.xml"/><Relationship Id="rId8" Type="http://schemas.openxmlformats.org/officeDocument/2006/relationships/audio" Target="../media/snd_tada.wav"/><Relationship Id="rId9" Type="http://schemas.openxmlformats.org/officeDocument/2006/relationships/image" Target="../media/image37.png"/><Relationship Id="rId10" Type="http://schemas.openxmlformats.org/officeDocument/2006/relationships/audio" Target="../media/snd_cheer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28.xml"/><Relationship Id="rId8" Type="http://schemas.openxmlformats.org/officeDocument/2006/relationships/slide" Target="slide223.xml"/><Relationship Id="rId9" Type="http://schemas.openxmlformats.org/officeDocument/2006/relationships/slide" Target="slide233.xml"/><Relationship Id="rId10" Type="http://schemas.openxmlformats.org/officeDocument/2006/relationships/audio" Target="../media/snd_boing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29.xml"/><Relationship Id="rId8" Type="http://schemas.openxmlformats.org/officeDocument/2006/relationships/slide" Target="slide224.xml"/><Relationship Id="rId9" Type="http://schemas.openxmlformats.org/officeDocument/2006/relationships/slide" Target="slide233.xml"/><Relationship Id="rId10" Type="http://schemas.openxmlformats.org/officeDocument/2006/relationships/audio" Target="../media/snd_boing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30.xml"/><Relationship Id="rId8" Type="http://schemas.openxmlformats.org/officeDocument/2006/relationships/slide" Target="slide225.xml"/><Relationship Id="rId9" Type="http://schemas.openxmlformats.org/officeDocument/2006/relationships/slide" Target="slide233.xml"/><Relationship Id="rId10" Type="http://schemas.openxmlformats.org/officeDocument/2006/relationships/audio" Target="../media/snd_boing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26.xml"/><Relationship Id="rId8" Type="http://schemas.openxmlformats.org/officeDocument/2006/relationships/slide" Target="slide231.xml"/><Relationship Id="rId9" Type="http://schemas.openxmlformats.org/officeDocument/2006/relationships/slide" Target="slide233.xml"/><Relationship Id="rId10" Type="http://schemas.openxmlformats.org/officeDocument/2006/relationships/audio" Target="../media/snd_boing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32.xml"/><Relationship Id="rId8" Type="http://schemas.openxmlformats.org/officeDocument/2006/relationships/slide" Target="slide227.xml"/><Relationship Id="rId9" Type="http://schemas.openxmlformats.org/officeDocument/2006/relationships/slide" Target="slide233.xml"/><Relationship Id="rId10" Type="http://schemas.openxmlformats.org/officeDocument/2006/relationships/audio" Target="../media/snd_boing.wav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39.xml"/><Relationship Id="rId6" Type="http://schemas.openxmlformats.org/officeDocument/2006/relationships/slide" Target="slide234.xml"/><Relationship Id="rId7" Type="http://schemas.openxmlformats.org/officeDocument/2006/relationships/slide" Target="slide244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35.xml"/><Relationship Id="rId6" Type="http://schemas.openxmlformats.org/officeDocument/2006/relationships/slide" Target="slide240.xml"/><Relationship Id="rId7" Type="http://schemas.openxmlformats.org/officeDocument/2006/relationships/slide" Target="slide244.xml"/><Relationship Id="rId8" Type="http://schemas.openxmlformats.org/officeDocument/2006/relationships/audio" Target="../media/snd_ding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36.xml"/><Relationship Id="rId6" Type="http://schemas.openxmlformats.org/officeDocument/2006/relationships/slide" Target="slide241.xml"/><Relationship Id="rId7" Type="http://schemas.openxmlformats.org/officeDocument/2006/relationships/slide" Target="slide244.xml"/><Relationship Id="rId8" Type="http://schemas.openxmlformats.org/officeDocument/2006/relationships/audio" Target="../media/snd_ding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42.xml"/><Relationship Id="rId6" Type="http://schemas.openxmlformats.org/officeDocument/2006/relationships/slide" Target="slide237.xml"/><Relationship Id="rId7" Type="http://schemas.openxmlformats.org/officeDocument/2006/relationships/slide" Target="slide244.xml"/><Relationship Id="rId8" Type="http://schemas.openxmlformats.org/officeDocument/2006/relationships/audio" Target="../media/snd_ding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38.xml"/><Relationship Id="rId6" Type="http://schemas.openxmlformats.org/officeDocument/2006/relationships/slide" Target="slide243.xml"/><Relationship Id="rId7" Type="http://schemas.openxmlformats.org/officeDocument/2006/relationships/slide" Target="slide244.xml"/><Relationship Id="rId8" Type="http://schemas.openxmlformats.org/officeDocument/2006/relationships/audio" Target="../media/snd_ding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44.xml"/><Relationship Id="rId6" Type="http://schemas.openxmlformats.org/officeDocument/2006/relationships/audio" Target="../media/snd_tada.wav"/><Relationship Id="rId7" Type="http://schemas.openxmlformats.org/officeDocument/2006/relationships/image" Target="../media/image37.png"/><Relationship Id="rId8" Type="http://schemas.openxmlformats.org/officeDocument/2006/relationships/audio" Target="../media/snd_cheer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39.xml"/><Relationship Id="rId6" Type="http://schemas.openxmlformats.org/officeDocument/2006/relationships/slide" Target="slide234.xml"/><Relationship Id="rId7" Type="http://schemas.openxmlformats.org/officeDocument/2006/relationships/slide" Target="slide244.xml"/><Relationship Id="rId8" Type="http://schemas.openxmlformats.org/officeDocument/2006/relationships/audio" Target="../media/snd_boing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35.xml"/><Relationship Id="rId6" Type="http://schemas.openxmlformats.org/officeDocument/2006/relationships/slide" Target="slide240.xml"/><Relationship Id="rId7" Type="http://schemas.openxmlformats.org/officeDocument/2006/relationships/slide" Target="slide244.xml"/><Relationship Id="rId8" Type="http://schemas.openxmlformats.org/officeDocument/2006/relationships/audio" Target="../media/snd_boing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36.xml"/><Relationship Id="rId6" Type="http://schemas.openxmlformats.org/officeDocument/2006/relationships/slide" Target="slide241.xml"/><Relationship Id="rId7" Type="http://schemas.openxmlformats.org/officeDocument/2006/relationships/slide" Target="slide244.xml"/><Relationship Id="rId8" Type="http://schemas.openxmlformats.org/officeDocument/2006/relationships/audio" Target="../media/snd_boing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42.xml"/><Relationship Id="rId6" Type="http://schemas.openxmlformats.org/officeDocument/2006/relationships/slide" Target="slide237.xml"/><Relationship Id="rId7" Type="http://schemas.openxmlformats.org/officeDocument/2006/relationships/slide" Target="slide244.xml"/><Relationship Id="rId8" Type="http://schemas.openxmlformats.org/officeDocument/2006/relationships/audio" Target="../media/snd_boing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238.xml"/><Relationship Id="rId6" Type="http://schemas.openxmlformats.org/officeDocument/2006/relationships/slide" Target="slide243.xml"/><Relationship Id="rId7" Type="http://schemas.openxmlformats.org/officeDocument/2006/relationships/slide" Target="slide244.xml"/><Relationship Id="rId8" Type="http://schemas.openxmlformats.org/officeDocument/2006/relationships/audio" Target="../media/snd_boing.wav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250.xml"/><Relationship Id="rId7" Type="http://schemas.openxmlformats.org/officeDocument/2006/relationships/slide" Target="slide245.xml"/><Relationship Id="rId8" Type="http://schemas.openxmlformats.org/officeDocument/2006/relationships/slide" Target="slide255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1.xml"/><Relationship Id="rId8" Type="http://schemas.openxmlformats.org/officeDocument/2006/relationships/slide" Target="slide246.xml"/><Relationship Id="rId9" Type="http://schemas.openxmlformats.org/officeDocument/2006/relationships/slide" Target="slide255.xml"/><Relationship Id="rId10" Type="http://schemas.openxmlformats.org/officeDocument/2006/relationships/audio" Target="../media/snd_pop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2.xml"/><Relationship Id="rId8" Type="http://schemas.openxmlformats.org/officeDocument/2006/relationships/slide" Target="slide247.xml"/><Relationship Id="rId9" Type="http://schemas.openxmlformats.org/officeDocument/2006/relationships/slide" Target="slide255.xml"/><Relationship Id="rId10" Type="http://schemas.openxmlformats.org/officeDocument/2006/relationships/audio" Target="../media/snd_pop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48.xml"/><Relationship Id="rId8" Type="http://schemas.openxmlformats.org/officeDocument/2006/relationships/slide" Target="slide253.xml"/><Relationship Id="rId9" Type="http://schemas.openxmlformats.org/officeDocument/2006/relationships/slide" Target="slide255.xml"/><Relationship Id="rId10" Type="http://schemas.openxmlformats.org/officeDocument/2006/relationships/audio" Target="../media/snd_pop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4.xml"/><Relationship Id="rId8" Type="http://schemas.openxmlformats.org/officeDocument/2006/relationships/slide" Target="slide249.xml"/><Relationship Id="rId9" Type="http://schemas.openxmlformats.org/officeDocument/2006/relationships/slide" Target="slide255.xml"/><Relationship Id="rId10" Type="http://schemas.openxmlformats.org/officeDocument/2006/relationships/audio" Target="../media/snd_pop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255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250.xml"/><Relationship Id="rId7" Type="http://schemas.openxmlformats.org/officeDocument/2006/relationships/slide" Target="slide245.xml"/><Relationship Id="rId8" Type="http://schemas.openxmlformats.org/officeDocument/2006/relationships/slide" Target="slide255.xml"/><Relationship Id="rId9" Type="http://schemas.openxmlformats.org/officeDocument/2006/relationships/audio" Target="../media/snd_boing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1.xml"/><Relationship Id="rId8" Type="http://schemas.openxmlformats.org/officeDocument/2006/relationships/slide" Target="slide246.xml"/><Relationship Id="rId9" Type="http://schemas.openxmlformats.org/officeDocument/2006/relationships/slide" Target="slide255.xml"/><Relationship Id="rId10" Type="http://schemas.openxmlformats.org/officeDocument/2006/relationships/audio" Target="../media/snd_boing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2.xml"/><Relationship Id="rId8" Type="http://schemas.openxmlformats.org/officeDocument/2006/relationships/slide" Target="slide247.xml"/><Relationship Id="rId9" Type="http://schemas.openxmlformats.org/officeDocument/2006/relationships/slide" Target="slide255.xml"/><Relationship Id="rId10" Type="http://schemas.openxmlformats.org/officeDocument/2006/relationships/audio" Target="../media/snd_boing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48.xml"/><Relationship Id="rId8" Type="http://schemas.openxmlformats.org/officeDocument/2006/relationships/slide" Target="slide253.xml"/><Relationship Id="rId9" Type="http://schemas.openxmlformats.org/officeDocument/2006/relationships/slide" Target="slide255.xml"/><Relationship Id="rId10" Type="http://schemas.openxmlformats.org/officeDocument/2006/relationships/audio" Target="../media/snd_boing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4.xml"/><Relationship Id="rId8" Type="http://schemas.openxmlformats.org/officeDocument/2006/relationships/slide" Target="slide249.xml"/><Relationship Id="rId9" Type="http://schemas.openxmlformats.org/officeDocument/2006/relationships/slide" Target="slide255.xml"/><Relationship Id="rId10" Type="http://schemas.openxmlformats.org/officeDocument/2006/relationships/audio" Target="../media/snd_boing.wav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256.xml"/><Relationship Id="rId8" Type="http://schemas.openxmlformats.org/officeDocument/2006/relationships/slide" Target="slide261.xml"/><Relationship Id="rId9" Type="http://schemas.openxmlformats.org/officeDocument/2006/relationships/slide" Target="slide266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262.xml"/><Relationship Id="rId9" Type="http://schemas.openxmlformats.org/officeDocument/2006/relationships/slide" Target="slide257.xml"/><Relationship Id="rId10" Type="http://schemas.openxmlformats.org/officeDocument/2006/relationships/slide" Target="slide266.xml"/><Relationship Id="rId11" Type="http://schemas.openxmlformats.org/officeDocument/2006/relationships/audio" Target="../media/snd_ding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63.xml"/><Relationship Id="rId10" Type="http://schemas.openxmlformats.org/officeDocument/2006/relationships/slide" Target="slide258.xml"/><Relationship Id="rId11" Type="http://schemas.openxmlformats.org/officeDocument/2006/relationships/slide" Target="slide266.xml"/><Relationship Id="rId12" Type="http://schemas.openxmlformats.org/officeDocument/2006/relationships/audio" Target="../media/snd_ding.wav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64.xml"/><Relationship Id="rId10" Type="http://schemas.openxmlformats.org/officeDocument/2006/relationships/slide" Target="slide259.xml"/><Relationship Id="rId11" Type="http://schemas.openxmlformats.org/officeDocument/2006/relationships/slide" Target="slide266.xml"/><Relationship Id="rId12" Type="http://schemas.openxmlformats.org/officeDocument/2006/relationships/audio" Target="../media/snd_ding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265.xml"/><Relationship Id="rId10" Type="http://schemas.openxmlformats.org/officeDocument/2006/relationships/slide" Target="slide260.xml"/><Relationship Id="rId11" Type="http://schemas.openxmlformats.org/officeDocument/2006/relationships/slide" Target="slide266.xml"/><Relationship Id="rId12" Type="http://schemas.openxmlformats.org/officeDocument/2006/relationships/audio" Target="../media/snd_ding.wav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" Target="slide266.xml"/><Relationship Id="rId9" Type="http://schemas.openxmlformats.org/officeDocument/2006/relationships/audio" Target="../media/snd_tada.wav"/><Relationship Id="rId10" Type="http://schemas.openxmlformats.org/officeDocument/2006/relationships/image" Target="../media/image37.png"/><Relationship Id="rId11" Type="http://schemas.openxmlformats.org/officeDocument/2006/relationships/audio" Target="../media/snd_cheer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256.xml"/><Relationship Id="rId8" Type="http://schemas.openxmlformats.org/officeDocument/2006/relationships/slide" Target="slide261.xml"/><Relationship Id="rId9" Type="http://schemas.openxmlformats.org/officeDocument/2006/relationships/slide" Target="slide266.xml"/><Relationship Id="rId10" Type="http://schemas.openxmlformats.org/officeDocument/2006/relationships/audio" Target="../media/snd_boing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262.xml"/><Relationship Id="rId9" Type="http://schemas.openxmlformats.org/officeDocument/2006/relationships/slide" Target="slide257.xml"/><Relationship Id="rId10" Type="http://schemas.openxmlformats.org/officeDocument/2006/relationships/slide" Target="slide266.xml"/><Relationship Id="rId11" Type="http://schemas.openxmlformats.org/officeDocument/2006/relationships/audio" Target="../media/snd_boing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63.xml"/><Relationship Id="rId10" Type="http://schemas.openxmlformats.org/officeDocument/2006/relationships/slide" Target="slide258.xml"/><Relationship Id="rId11" Type="http://schemas.openxmlformats.org/officeDocument/2006/relationships/slide" Target="slide266.xml"/><Relationship Id="rId12" Type="http://schemas.openxmlformats.org/officeDocument/2006/relationships/audio" Target="../media/snd_boing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64.xml"/><Relationship Id="rId10" Type="http://schemas.openxmlformats.org/officeDocument/2006/relationships/slide" Target="slide259.xml"/><Relationship Id="rId11" Type="http://schemas.openxmlformats.org/officeDocument/2006/relationships/slide" Target="slide266.xml"/><Relationship Id="rId12" Type="http://schemas.openxmlformats.org/officeDocument/2006/relationships/audio" Target="../media/snd_boing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265.xml"/><Relationship Id="rId10" Type="http://schemas.openxmlformats.org/officeDocument/2006/relationships/slide" Target="slide260.xml"/><Relationship Id="rId11" Type="http://schemas.openxmlformats.org/officeDocument/2006/relationships/slide" Target="slide266.xml"/><Relationship Id="rId12" Type="http://schemas.openxmlformats.org/officeDocument/2006/relationships/audio" Target="../media/snd_boing.wav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67.xml"/><Relationship Id="rId6" Type="http://schemas.openxmlformats.org/officeDocument/2006/relationships/slide" Target="slide272.xml"/><Relationship Id="rId7" Type="http://schemas.openxmlformats.org/officeDocument/2006/relationships/slide" Target="slide27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68.xml"/><Relationship Id="rId6" Type="http://schemas.openxmlformats.org/officeDocument/2006/relationships/slide" Target="slide273.xml"/><Relationship Id="rId7" Type="http://schemas.openxmlformats.org/officeDocument/2006/relationships/slide" Target="slide277.xml"/><Relationship Id="rId8" Type="http://schemas.openxmlformats.org/officeDocument/2006/relationships/audio" Target="../media/snd_ding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69.xml"/><Relationship Id="rId6" Type="http://schemas.openxmlformats.org/officeDocument/2006/relationships/slide" Target="slide274.xml"/><Relationship Id="rId7" Type="http://schemas.openxmlformats.org/officeDocument/2006/relationships/slide" Target="slide277.xml"/><Relationship Id="rId8" Type="http://schemas.openxmlformats.org/officeDocument/2006/relationships/audio" Target="../media/snd_ding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70.xml"/><Relationship Id="rId6" Type="http://schemas.openxmlformats.org/officeDocument/2006/relationships/slide" Target="slide275.xml"/><Relationship Id="rId7" Type="http://schemas.openxmlformats.org/officeDocument/2006/relationships/slide" Target="slide277.xml"/><Relationship Id="rId8" Type="http://schemas.openxmlformats.org/officeDocument/2006/relationships/audio" Target="../media/snd_ding.wav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71.xml"/><Relationship Id="rId6" Type="http://schemas.openxmlformats.org/officeDocument/2006/relationships/slide" Target="slide276.xml"/><Relationship Id="rId7" Type="http://schemas.openxmlformats.org/officeDocument/2006/relationships/slide" Target="slide277.xml"/><Relationship Id="rId8" Type="http://schemas.openxmlformats.org/officeDocument/2006/relationships/audio" Target="../media/snd_ding.wav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277.xml"/><Relationship Id="rId4" Type="http://schemas.openxmlformats.org/officeDocument/2006/relationships/audio" Target="../media/snd_tada.wav"/><Relationship Id="rId5" Type="http://schemas.openxmlformats.org/officeDocument/2006/relationships/image" Target="../media/image37.png"/><Relationship Id="rId6" Type="http://schemas.openxmlformats.org/officeDocument/2006/relationships/audio" Target="../media/snd_cheer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67.xml"/><Relationship Id="rId6" Type="http://schemas.openxmlformats.org/officeDocument/2006/relationships/slide" Target="slide272.xml"/><Relationship Id="rId7" Type="http://schemas.openxmlformats.org/officeDocument/2006/relationships/slide" Target="slide277.xml"/><Relationship Id="rId8" Type="http://schemas.openxmlformats.org/officeDocument/2006/relationships/audio" Target="../media/snd_boing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68.xml"/><Relationship Id="rId6" Type="http://schemas.openxmlformats.org/officeDocument/2006/relationships/slide" Target="slide273.xml"/><Relationship Id="rId7" Type="http://schemas.openxmlformats.org/officeDocument/2006/relationships/slide" Target="slide277.xml"/><Relationship Id="rId8" Type="http://schemas.openxmlformats.org/officeDocument/2006/relationships/audio" Target="../media/snd_boing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69.xml"/><Relationship Id="rId6" Type="http://schemas.openxmlformats.org/officeDocument/2006/relationships/slide" Target="slide274.xml"/><Relationship Id="rId7" Type="http://schemas.openxmlformats.org/officeDocument/2006/relationships/slide" Target="slide277.xml"/><Relationship Id="rId8" Type="http://schemas.openxmlformats.org/officeDocument/2006/relationships/audio" Target="../media/snd_boing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70.xml"/><Relationship Id="rId6" Type="http://schemas.openxmlformats.org/officeDocument/2006/relationships/slide" Target="slide275.xml"/><Relationship Id="rId7" Type="http://schemas.openxmlformats.org/officeDocument/2006/relationships/slide" Target="slide277.xml"/><Relationship Id="rId8" Type="http://schemas.openxmlformats.org/officeDocument/2006/relationships/audio" Target="../media/snd_boing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71.xml"/><Relationship Id="rId6" Type="http://schemas.openxmlformats.org/officeDocument/2006/relationships/slide" Target="slide276.xml"/><Relationship Id="rId7" Type="http://schemas.openxmlformats.org/officeDocument/2006/relationships/slide" Target="slide277.xml"/><Relationship Id="rId8" Type="http://schemas.openxmlformats.org/officeDocument/2006/relationships/audio" Target="../media/snd_boing.wav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78.xml"/><Relationship Id="rId5" Type="http://schemas.openxmlformats.org/officeDocument/2006/relationships/slide" Target="slide283.xml"/><Relationship Id="rId6" Type="http://schemas.openxmlformats.org/officeDocument/2006/relationships/slide" Target="slide288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4.xml"/><Relationship Id="rId5" Type="http://schemas.openxmlformats.org/officeDocument/2006/relationships/slide" Target="slide279.xml"/><Relationship Id="rId6" Type="http://schemas.openxmlformats.org/officeDocument/2006/relationships/slide" Target="slide288.xml"/><Relationship Id="rId7" Type="http://schemas.openxmlformats.org/officeDocument/2006/relationships/audio" Target="../media/snd_whoosh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5.xml"/><Relationship Id="rId5" Type="http://schemas.openxmlformats.org/officeDocument/2006/relationships/slide" Target="slide280.xml"/><Relationship Id="rId6" Type="http://schemas.openxmlformats.org/officeDocument/2006/relationships/slide" Target="slide288.xml"/><Relationship Id="rId7" Type="http://schemas.openxmlformats.org/officeDocument/2006/relationships/audio" Target="../media/snd_whoosh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1.xml"/><Relationship Id="rId5" Type="http://schemas.openxmlformats.org/officeDocument/2006/relationships/slide" Target="slide286.xml"/><Relationship Id="rId6" Type="http://schemas.openxmlformats.org/officeDocument/2006/relationships/slide" Target="slide288.xml"/><Relationship Id="rId7" Type="http://schemas.openxmlformats.org/officeDocument/2006/relationships/audio" Target="../media/snd_whoosh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2.xml"/><Relationship Id="rId5" Type="http://schemas.openxmlformats.org/officeDocument/2006/relationships/slide" Target="slide287.xml"/><Relationship Id="rId6" Type="http://schemas.openxmlformats.org/officeDocument/2006/relationships/slide" Target="slide288.xml"/><Relationship Id="rId7" Type="http://schemas.openxmlformats.org/officeDocument/2006/relationships/audio" Target="../media/snd_whoosh.wav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8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78.xml"/><Relationship Id="rId5" Type="http://schemas.openxmlformats.org/officeDocument/2006/relationships/slide" Target="slide283.xml"/><Relationship Id="rId6" Type="http://schemas.openxmlformats.org/officeDocument/2006/relationships/slide" Target="slide288.xml"/><Relationship Id="rId7" Type="http://schemas.openxmlformats.org/officeDocument/2006/relationships/audio" Target="../media/snd_boing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4.xml"/><Relationship Id="rId5" Type="http://schemas.openxmlformats.org/officeDocument/2006/relationships/slide" Target="slide279.xml"/><Relationship Id="rId6" Type="http://schemas.openxmlformats.org/officeDocument/2006/relationships/slide" Target="slide288.xml"/><Relationship Id="rId7" Type="http://schemas.openxmlformats.org/officeDocument/2006/relationships/audio" Target="../media/snd_boing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5.xml"/><Relationship Id="rId5" Type="http://schemas.openxmlformats.org/officeDocument/2006/relationships/slide" Target="slide280.xml"/><Relationship Id="rId6" Type="http://schemas.openxmlformats.org/officeDocument/2006/relationships/slide" Target="slide288.xml"/><Relationship Id="rId7" Type="http://schemas.openxmlformats.org/officeDocument/2006/relationships/audio" Target="../media/snd_boing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1.xml"/><Relationship Id="rId5" Type="http://schemas.openxmlformats.org/officeDocument/2006/relationships/slide" Target="slide286.xml"/><Relationship Id="rId6" Type="http://schemas.openxmlformats.org/officeDocument/2006/relationships/slide" Target="slide288.xml"/><Relationship Id="rId7" Type="http://schemas.openxmlformats.org/officeDocument/2006/relationships/audio" Target="../media/snd_boing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2.xml"/><Relationship Id="rId5" Type="http://schemas.openxmlformats.org/officeDocument/2006/relationships/slide" Target="slide287.xml"/><Relationship Id="rId6" Type="http://schemas.openxmlformats.org/officeDocument/2006/relationships/slide" Target="slide288.xml"/><Relationship Id="rId7" Type="http://schemas.openxmlformats.org/officeDocument/2006/relationships/audio" Target="../media/snd_boing.wav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89.xml"/><Relationship Id="rId6" Type="http://schemas.openxmlformats.org/officeDocument/2006/relationships/slide" Target="slide294.xml"/><Relationship Id="rId7" Type="http://schemas.openxmlformats.org/officeDocument/2006/relationships/slide" Target="slide299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5.xml"/><Relationship Id="rId6" Type="http://schemas.openxmlformats.org/officeDocument/2006/relationships/slide" Target="slide290.xml"/><Relationship Id="rId7" Type="http://schemas.openxmlformats.org/officeDocument/2006/relationships/slide" Target="slide299.xml"/><Relationship Id="rId8" Type="http://schemas.openxmlformats.org/officeDocument/2006/relationships/audio" Target="../media/snd_splash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1.xml"/><Relationship Id="rId6" Type="http://schemas.openxmlformats.org/officeDocument/2006/relationships/slide" Target="slide296.xml"/><Relationship Id="rId7" Type="http://schemas.openxmlformats.org/officeDocument/2006/relationships/slide" Target="slide299.xml"/><Relationship Id="rId8" Type="http://schemas.openxmlformats.org/officeDocument/2006/relationships/audio" Target="../media/snd_splash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7.xml"/><Relationship Id="rId6" Type="http://schemas.openxmlformats.org/officeDocument/2006/relationships/slide" Target="slide292.xml"/><Relationship Id="rId7" Type="http://schemas.openxmlformats.org/officeDocument/2006/relationships/slide" Target="slide299.xml"/><Relationship Id="rId8" Type="http://schemas.openxmlformats.org/officeDocument/2006/relationships/audio" Target="../media/snd_splash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8.xml"/><Relationship Id="rId6" Type="http://schemas.openxmlformats.org/officeDocument/2006/relationships/slide" Target="slide293.xml"/><Relationship Id="rId7" Type="http://schemas.openxmlformats.org/officeDocument/2006/relationships/slide" Target="slide299.xml"/><Relationship Id="rId8" Type="http://schemas.openxmlformats.org/officeDocument/2006/relationships/audio" Target="../media/snd_splash.wav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9.xml"/><Relationship Id="rId6" Type="http://schemas.openxmlformats.org/officeDocument/2006/relationships/audio" Target="../media/snd_tada.wav"/><Relationship Id="rId7" Type="http://schemas.openxmlformats.org/officeDocument/2006/relationships/image" Target="../media/image37.png"/><Relationship Id="rId8" Type="http://schemas.openxmlformats.org/officeDocument/2006/relationships/audio" Target="../media/snd_cheer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89.xml"/><Relationship Id="rId6" Type="http://schemas.openxmlformats.org/officeDocument/2006/relationships/slide" Target="slide294.xml"/><Relationship Id="rId7" Type="http://schemas.openxmlformats.org/officeDocument/2006/relationships/slide" Target="slide299.xml"/><Relationship Id="rId8" Type="http://schemas.openxmlformats.org/officeDocument/2006/relationships/audio" Target="../media/snd_boing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5.xml"/><Relationship Id="rId6" Type="http://schemas.openxmlformats.org/officeDocument/2006/relationships/slide" Target="slide290.xml"/><Relationship Id="rId7" Type="http://schemas.openxmlformats.org/officeDocument/2006/relationships/slide" Target="slide299.xml"/><Relationship Id="rId8" Type="http://schemas.openxmlformats.org/officeDocument/2006/relationships/audio" Target="../media/snd_boing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1.xml"/><Relationship Id="rId6" Type="http://schemas.openxmlformats.org/officeDocument/2006/relationships/slide" Target="slide296.xml"/><Relationship Id="rId7" Type="http://schemas.openxmlformats.org/officeDocument/2006/relationships/slide" Target="slide299.xml"/><Relationship Id="rId8" Type="http://schemas.openxmlformats.org/officeDocument/2006/relationships/audio" Target="../media/snd_boing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7.xml"/><Relationship Id="rId6" Type="http://schemas.openxmlformats.org/officeDocument/2006/relationships/slide" Target="slide292.xml"/><Relationship Id="rId7" Type="http://schemas.openxmlformats.org/officeDocument/2006/relationships/slide" Target="slide299.xml"/><Relationship Id="rId8" Type="http://schemas.openxmlformats.org/officeDocument/2006/relationships/audio" Target="../media/snd_boing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8.xml"/><Relationship Id="rId6" Type="http://schemas.openxmlformats.org/officeDocument/2006/relationships/slide" Target="slide293.xml"/><Relationship Id="rId7" Type="http://schemas.openxmlformats.org/officeDocument/2006/relationships/slide" Target="slide299.xml"/><Relationship Id="rId8" Type="http://schemas.openxmlformats.org/officeDocument/2006/relationships/audio" Target="../media/snd_boing.wav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305.xml"/><Relationship Id="rId5" Type="http://schemas.openxmlformats.org/officeDocument/2006/relationships/slide" Target="slide300.xml"/><Relationship Id="rId6" Type="http://schemas.openxmlformats.org/officeDocument/2006/relationships/slide" Target="slide310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6.xml"/><Relationship Id="rId6" Type="http://schemas.openxmlformats.org/officeDocument/2006/relationships/slide" Target="slide301.xml"/><Relationship Id="rId7" Type="http://schemas.openxmlformats.org/officeDocument/2006/relationships/slide" Target="slide310.xml"/><Relationship Id="rId8" Type="http://schemas.openxmlformats.org/officeDocument/2006/relationships/audio" Target="../media/snd_sparkle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7.xml"/><Relationship Id="rId6" Type="http://schemas.openxmlformats.org/officeDocument/2006/relationships/slide" Target="slide302.xml"/><Relationship Id="rId7" Type="http://schemas.openxmlformats.org/officeDocument/2006/relationships/slide" Target="slide310.xml"/><Relationship Id="rId8" Type="http://schemas.openxmlformats.org/officeDocument/2006/relationships/audio" Target="../media/snd_sparkle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8.xml"/><Relationship Id="rId6" Type="http://schemas.openxmlformats.org/officeDocument/2006/relationships/slide" Target="slide303.xml"/><Relationship Id="rId7" Type="http://schemas.openxmlformats.org/officeDocument/2006/relationships/slide" Target="slide310.xml"/><Relationship Id="rId8" Type="http://schemas.openxmlformats.org/officeDocument/2006/relationships/audio" Target="../media/snd_sparkle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9.xml"/><Relationship Id="rId6" Type="http://schemas.openxmlformats.org/officeDocument/2006/relationships/slide" Target="slide304.xml"/><Relationship Id="rId7" Type="http://schemas.openxmlformats.org/officeDocument/2006/relationships/slide" Target="slide310.xml"/><Relationship Id="rId8" Type="http://schemas.openxmlformats.org/officeDocument/2006/relationships/audio" Target="../media/snd_sparkle.wav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310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305.xml"/><Relationship Id="rId5" Type="http://schemas.openxmlformats.org/officeDocument/2006/relationships/slide" Target="slide300.xml"/><Relationship Id="rId6" Type="http://schemas.openxmlformats.org/officeDocument/2006/relationships/slide" Target="slide310.xml"/><Relationship Id="rId7" Type="http://schemas.openxmlformats.org/officeDocument/2006/relationships/audio" Target="../media/snd_boing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6.xml"/><Relationship Id="rId6" Type="http://schemas.openxmlformats.org/officeDocument/2006/relationships/slide" Target="slide301.xml"/><Relationship Id="rId7" Type="http://schemas.openxmlformats.org/officeDocument/2006/relationships/slide" Target="slide310.xml"/><Relationship Id="rId8" Type="http://schemas.openxmlformats.org/officeDocument/2006/relationships/audio" Target="../media/snd_boing.wav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7.xml"/><Relationship Id="rId6" Type="http://schemas.openxmlformats.org/officeDocument/2006/relationships/slide" Target="slide302.xml"/><Relationship Id="rId7" Type="http://schemas.openxmlformats.org/officeDocument/2006/relationships/slide" Target="slide310.xml"/><Relationship Id="rId8" Type="http://schemas.openxmlformats.org/officeDocument/2006/relationships/audio" Target="../media/snd_boing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8.xml"/><Relationship Id="rId6" Type="http://schemas.openxmlformats.org/officeDocument/2006/relationships/slide" Target="slide303.xml"/><Relationship Id="rId7" Type="http://schemas.openxmlformats.org/officeDocument/2006/relationships/slide" Target="slide310.xml"/><Relationship Id="rId8" Type="http://schemas.openxmlformats.org/officeDocument/2006/relationships/audio" Target="../media/snd_boing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9.xml"/><Relationship Id="rId6" Type="http://schemas.openxmlformats.org/officeDocument/2006/relationships/slide" Target="slide304.xml"/><Relationship Id="rId7" Type="http://schemas.openxmlformats.org/officeDocument/2006/relationships/slide" Target="slide310.xml"/><Relationship Id="rId8" Type="http://schemas.openxmlformats.org/officeDocument/2006/relationships/audio" Target="../media/snd_boing.wav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11.xml"/><Relationship Id="rId6" Type="http://schemas.openxmlformats.org/officeDocument/2006/relationships/slide" Target="slide316.xml"/><Relationship Id="rId7" Type="http://schemas.openxmlformats.org/officeDocument/2006/relationships/slide" Target="slide321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12.xml"/><Relationship Id="rId6" Type="http://schemas.openxmlformats.org/officeDocument/2006/relationships/slide" Target="slide317.xml"/><Relationship Id="rId7" Type="http://schemas.openxmlformats.org/officeDocument/2006/relationships/slide" Target="slide321.xml"/><Relationship Id="rId8" Type="http://schemas.openxmlformats.org/officeDocument/2006/relationships/audio" Target="../media/snd_ding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13.xml"/><Relationship Id="rId6" Type="http://schemas.openxmlformats.org/officeDocument/2006/relationships/slide" Target="slide318.xml"/><Relationship Id="rId7" Type="http://schemas.openxmlformats.org/officeDocument/2006/relationships/slide" Target="slide321.xml"/><Relationship Id="rId8" Type="http://schemas.openxmlformats.org/officeDocument/2006/relationships/audio" Target="../media/snd_ding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14.xml"/><Relationship Id="rId6" Type="http://schemas.openxmlformats.org/officeDocument/2006/relationships/slide" Target="slide319.xml"/><Relationship Id="rId7" Type="http://schemas.openxmlformats.org/officeDocument/2006/relationships/slide" Target="slide321.xml"/><Relationship Id="rId8" Type="http://schemas.openxmlformats.org/officeDocument/2006/relationships/audio" Target="../media/snd_ding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15.xml"/><Relationship Id="rId6" Type="http://schemas.openxmlformats.org/officeDocument/2006/relationships/slide" Target="slide320.xml"/><Relationship Id="rId7" Type="http://schemas.openxmlformats.org/officeDocument/2006/relationships/slide" Target="slide321.xml"/><Relationship Id="rId8" Type="http://schemas.openxmlformats.org/officeDocument/2006/relationships/audio" Target="../media/snd_ding.wav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321.xml"/><Relationship Id="rId4" Type="http://schemas.openxmlformats.org/officeDocument/2006/relationships/audio" Target="../media/snd_tada.wav"/><Relationship Id="rId5" Type="http://schemas.openxmlformats.org/officeDocument/2006/relationships/image" Target="../media/image37.png"/><Relationship Id="rId6" Type="http://schemas.openxmlformats.org/officeDocument/2006/relationships/audio" Target="../media/snd_cheer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11.xml"/><Relationship Id="rId6" Type="http://schemas.openxmlformats.org/officeDocument/2006/relationships/slide" Target="slide316.xml"/><Relationship Id="rId7" Type="http://schemas.openxmlformats.org/officeDocument/2006/relationships/slide" Target="slide321.xml"/><Relationship Id="rId8" Type="http://schemas.openxmlformats.org/officeDocument/2006/relationships/audio" Target="../media/snd_boing.wav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12.xml"/><Relationship Id="rId6" Type="http://schemas.openxmlformats.org/officeDocument/2006/relationships/slide" Target="slide317.xml"/><Relationship Id="rId7" Type="http://schemas.openxmlformats.org/officeDocument/2006/relationships/slide" Target="slide321.xml"/><Relationship Id="rId8" Type="http://schemas.openxmlformats.org/officeDocument/2006/relationships/audio" Target="../media/snd_boing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13.xml"/><Relationship Id="rId6" Type="http://schemas.openxmlformats.org/officeDocument/2006/relationships/slide" Target="slide318.xml"/><Relationship Id="rId7" Type="http://schemas.openxmlformats.org/officeDocument/2006/relationships/slide" Target="slide321.xml"/><Relationship Id="rId8" Type="http://schemas.openxmlformats.org/officeDocument/2006/relationships/audio" Target="../media/snd_boing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14.xml"/><Relationship Id="rId6" Type="http://schemas.openxmlformats.org/officeDocument/2006/relationships/slide" Target="slide319.xml"/><Relationship Id="rId7" Type="http://schemas.openxmlformats.org/officeDocument/2006/relationships/slide" Target="slide321.xml"/><Relationship Id="rId8" Type="http://schemas.openxmlformats.org/officeDocument/2006/relationships/audio" Target="../media/snd_boing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15.xml"/><Relationship Id="rId6" Type="http://schemas.openxmlformats.org/officeDocument/2006/relationships/slide" Target="slide320.xml"/><Relationship Id="rId7" Type="http://schemas.openxmlformats.org/officeDocument/2006/relationships/slide" Target="slide321.xml"/><Relationship Id="rId8" Type="http://schemas.openxmlformats.org/officeDocument/2006/relationships/audio" Target="../media/snd_boing.wav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7.xml"/><Relationship Id="rId8" Type="http://schemas.openxmlformats.org/officeDocument/2006/relationships/slide" Target="slide322.xml"/><Relationship Id="rId9" Type="http://schemas.openxmlformats.org/officeDocument/2006/relationships/slide" Target="slide332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3.xml"/><Relationship Id="rId8" Type="http://schemas.openxmlformats.org/officeDocument/2006/relationships/slide" Target="slide328.xml"/><Relationship Id="rId9" Type="http://schemas.openxmlformats.org/officeDocument/2006/relationships/slide" Target="slide332.xml"/><Relationship Id="rId10" Type="http://schemas.openxmlformats.org/officeDocument/2006/relationships/audio" Target="../media/snd_sparkle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9.xml"/><Relationship Id="rId8" Type="http://schemas.openxmlformats.org/officeDocument/2006/relationships/slide" Target="slide324.xml"/><Relationship Id="rId9" Type="http://schemas.openxmlformats.org/officeDocument/2006/relationships/slide" Target="slide332.xml"/><Relationship Id="rId10" Type="http://schemas.openxmlformats.org/officeDocument/2006/relationships/audio" Target="../media/snd_sparkle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5.xml"/><Relationship Id="rId8" Type="http://schemas.openxmlformats.org/officeDocument/2006/relationships/slide" Target="slide330.xml"/><Relationship Id="rId9" Type="http://schemas.openxmlformats.org/officeDocument/2006/relationships/slide" Target="slide332.xml"/><Relationship Id="rId10" Type="http://schemas.openxmlformats.org/officeDocument/2006/relationships/audio" Target="../media/snd_sparkle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6.xml"/><Relationship Id="rId8" Type="http://schemas.openxmlformats.org/officeDocument/2006/relationships/slide" Target="slide331.xml"/><Relationship Id="rId9" Type="http://schemas.openxmlformats.org/officeDocument/2006/relationships/slide" Target="slide332.xml"/><Relationship Id="rId10" Type="http://schemas.openxmlformats.org/officeDocument/2006/relationships/audio" Target="../media/snd_sparkle.wav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32.xml"/><Relationship Id="rId8" Type="http://schemas.openxmlformats.org/officeDocument/2006/relationships/audio" Target="../media/snd_tada.wav"/><Relationship Id="rId9" Type="http://schemas.openxmlformats.org/officeDocument/2006/relationships/image" Target="../media/image37.png"/><Relationship Id="rId10" Type="http://schemas.openxmlformats.org/officeDocument/2006/relationships/audio" Target="../media/snd_cheer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7.xml"/><Relationship Id="rId8" Type="http://schemas.openxmlformats.org/officeDocument/2006/relationships/slide" Target="slide322.xml"/><Relationship Id="rId9" Type="http://schemas.openxmlformats.org/officeDocument/2006/relationships/slide" Target="slide332.xml"/><Relationship Id="rId10" Type="http://schemas.openxmlformats.org/officeDocument/2006/relationships/audio" Target="../media/snd_boing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3.xml"/><Relationship Id="rId8" Type="http://schemas.openxmlformats.org/officeDocument/2006/relationships/slide" Target="slide328.xml"/><Relationship Id="rId9" Type="http://schemas.openxmlformats.org/officeDocument/2006/relationships/slide" Target="slide332.xml"/><Relationship Id="rId10" Type="http://schemas.openxmlformats.org/officeDocument/2006/relationships/audio" Target="../media/snd_boing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9.xml"/><Relationship Id="rId8" Type="http://schemas.openxmlformats.org/officeDocument/2006/relationships/slide" Target="slide324.xml"/><Relationship Id="rId9" Type="http://schemas.openxmlformats.org/officeDocument/2006/relationships/slide" Target="slide332.xml"/><Relationship Id="rId10" Type="http://schemas.openxmlformats.org/officeDocument/2006/relationships/audio" Target="../media/snd_boing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5.xml"/><Relationship Id="rId8" Type="http://schemas.openxmlformats.org/officeDocument/2006/relationships/slide" Target="slide330.xml"/><Relationship Id="rId9" Type="http://schemas.openxmlformats.org/officeDocument/2006/relationships/slide" Target="slide332.xml"/><Relationship Id="rId10" Type="http://schemas.openxmlformats.org/officeDocument/2006/relationships/audio" Target="../media/snd_boing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326.xml"/><Relationship Id="rId8" Type="http://schemas.openxmlformats.org/officeDocument/2006/relationships/slide" Target="slide331.xml"/><Relationship Id="rId9" Type="http://schemas.openxmlformats.org/officeDocument/2006/relationships/slide" Target="slide332.xml"/><Relationship Id="rId10" Type="http://schemas.openxmlformats.org/officeDocument/2006/relationships/audio" Target="../media/snd_boing.wav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33.xml"/><Relationship Id="rId6" Type="http://schemas.openxmlformats.org/officeDocument/2006/relationships/slide" Target="slide338.xml"/><Relationship Id="rId7" Type="http://schemas.openxmlformats.org/officeDocument/2006/relationships/slide" Target="slide343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34.xml"/><Relationship Id="rId6" Type="http://schemas.openxmlformats.org/officeDocument/2006/relationships/slide" Target="slide339.xml"/><Relationship Id="rId7" Type="http://schemas.openxmlformats.org/officeDocument/2006/relationships/slide" Target="slide343.xml"/><Relationship Id="rId8" Type="http://schemas.openxmlformats.org/officeDocument/2006/relationships/audio" Target="../media/snd_ding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40.xml"/><Relationship Id="rId6" Type="http://schemas.openxmlformats.org/officeDocument/2006/relationships/slide" Target="slide335.xml"/><Relationship Id="rId7" Type="http://schemas.openxmlformats.org/officeDocument/2006/relationships/slide" Target="slide343.xml"/><Relationship Id="rId8" Type="http://schemas.openxmlformats.org/officeDocument/2006/relationships/audio" Target="../media/snd_ding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36.xml"/><Relationship Id="rId6" Type="http://schemas.openxmlformats.org/officeDocument/2006/relationships/slide" Target="slide341.xml"/><Relationship Id="rId7" Type="http://schemas.openxmlformats.org/officeDocument/2006/relationships/slide" Target="slide343.xml"/><Relationship Id="rId8" Type="http://schemas.openxmlformats.org/officeDocument/2006/relationships/audio" Target="../media/snd_ding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37.xml"/><Relationship Id="rId6" Type="http://schemas.openxmlformats.org/officeDocument/2006/relationships/slide" Target="slide342.xml"/><Relationship Id="rId7" Type="http://schemas.openxmlformats.org/officeDocument/2006/relationships/slide" Target="slide343.xml"/><Relationship Id="rId8" Type="http://schemas.openxmlformats.org/officeDocument/2006/relationships/audio" Target="../media/snd_ding.wav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43.xml"/><Relationship Id="rId6" Type="http://schemas.openxmlformats.org/officeDocument/2006/relationships/audio" Target="../media/snd_tada.wav"/><Relationship Id="rId7" Type="http://schemas.openxmlformats.org/officeDocument/2006/relationships/image" Target="../media/image37.png"/><Relationship Id="rId8" Type="http://schemas.openxmlformats.org/officeDocument/2006/relationships/audio" Target="../media/snd_cheer.wav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33.xml"/><Relationship Id="rId6" Type="http://schemas.openxmlformats.org/officeDocument/2006/relationships/slide" Target="slide338.xml"/><Relationship Id="rId7" Type="http://schemas.openxmlformats.org/officeDocument/2006/relationships/slide" Target="slide343.xml"/><Relationship Id="rId8" Type="http://schemas.openxmlformats.org/officeDocument/2006/relationships/audio" Target="../media/snd_boing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34.xml"/><Relationship Id="rId6" Type="http://schemas.openxmlformats.org/officeDocument/2006/relationships/slide" Target="slide339.xml"/><Relationship Id="rId7" Type="http://schemas.openxmlformats.org/officeDocument/2006/relationships/slide" Target="slide343.xml"/><Relationship Id="rId8" Type="http://schemas.openxmlformats.org/officeDocument/2006/relationships/audio" Target="../media/snd_boing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40.xml"/><Relationship Id="rId6" Type="http://schemas.openxmlformats.org/officeDocument/2006/relationships/slide" Target="slide335.xml"/><Relationship Id="rId7" Type="http://schemas.openxmlformats.org/officeDocument/2006/relationships/slide" Target="slide343.xml"/><Relationship Id="rId8" Type="http://schemas.openxmlformats.org/officeDocument/2006/relationships/audio" Target="../media/snd_boing.wav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36.xml"/><Relationship Id="rId6" Type="http://schemas.openxmlformats.org/officeDocument/2006/relationships/slide" Target="slide341.xml"/><Relationship Id="rId7" Type="http://schemas.openxmlformats.org/officeDocument/2006/relationships/slide" Target="slide343.xml"/><Relationship Id="rId8" Type="http://schemas.openxmlformats.org/officeDocument/2006/relationships/audio" Target="../media/snd_boing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slide" Target="slide337.xml"/><Relationship Id="rId6" Type="http://schemas.openxmlformats.org/officeDocument/2006/relationships/slide" Target="slide342.xml"/><Relationship Id="rId7" Type="http://schemas.openxmlformats.org/officeDocument/2006/relationships/slide" Target="slide343.xml"/><Relationship Id="rId8" Type="http://schemas.openxmlformats.org/officeDocument/2006/relationships/audio" Target="../media/snd_boing.wav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344.xml"/><Relationship Id="rId7" Type="http://schemas.openxmlformats.org/officeDocument/2006/relationships/slide" Target="slide349.xml"/><Relationship Id="rId8" Type="http://schemas.openxmlformats.org/officeDocument/2006/relationships/slide" Target="slide354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45.xml"/><Relationship Id="rId8" Type="http://schemas.openxmlformats.org/officeDocument/2006/relationships/slide" Target="slide350.xml"/><Relationship Id="rId9" Type="http://schemas.openxmlformats.org/officeDocument/2006/relationships/slide" Target="slide354.xml"/><Relationship Id="rId10" Type="http://schemas.openxmlformats.org/officeDocument/2006/relationships/audio" Target="../media/snd_pop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46.xml"/><Relationship Id="rId8" Type="http://schemas.openxmlformats.org/officeDocument/2006/relationships/slide" Target="slide351.xml"/><Relationship Id="rId9" Type="http://schemas.openxmlformats.org/officeDocument/2006/relationships/slide" Target="slide354.xml"/><Relationship Id="rId10" Type="http://schemas.openxmlformats.org/officeDocument/2006/relationships/audio" Target="../media/snd_pop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47.xml"/><Relationship Id="rId8" Type="http://schemas.openxmlformats.org/officeDocument/2006/relationships/slide" Target="slide352.xml"/><Relationship Id="rId9" Type="http://schemas.openxmlformats.org/officeDocument/2006/relationships/slide" Target="slide354.xml"/><Relationship Id="rId10" Type="http://schemas.openxmlformats.org/officeDocument/2006/relationships/audio" Target="../media/snd_pop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48.xml"/><Relationship Id="rId8" Type="http://schemas.openxmlformats.org/officeDocument/2006/relationships/slide" Target="slide353.xml"/><Relationship Id="rId9" Type="http://schemas.openxmlformats.org/officeDocument/2006/relationships/slide" Target="slide354.xml"/><Relationship Id="rId10" Type="http://schemas.openxmlformats.org/officeDocument/2006/relationships/audio" Target="../media/snd_pop.wav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354.xml"/><Relationship Id="rId5" Type="http://schemas.openxmlformats.org/officeDocument/2006/relationships/audio" Target="../media/snd_tada.wav"/><Relationship Id="rId6" Type="http://schemas.openxmlformats.org/officeDocument/2006/relationships/image" Target="../media/image37.png"/><Relationship Id="rId7" Type="http://schemas.openxmlformats.org/officeDocument/2006/relationships/audio" Target="../media/snd_cheer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344.xml"/><Relationship Id="rId7" Type="http://schemas.openxmlformats.org/officeDocument/2006/relationships/slide" Target="slide349.xml"/><Relationship Id="rId8" Type="http://schemas.openxmlformats.org/officeDocument/2006/relationships/slide" Target="slide354.xml"/><Relationship Id="rId9" Type="http://schemas.openxmlformats.org/officeDocument/2006/relationships/audio" Target="../media/snd_boing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45.xml"/><Relationship Id="rId8" Type="http://schemas.openxmlformats.org/officeDocument/2006/relationships/slide" Target="slide350.xml"/><Relationship Id="rId9" Type="http://schemas.openxmlformats.org/officeDocument/2006/relationships/slide" Target="slide354.xml"/><Relationship Id="rId10" Type="http://schemas.openxmlformats.org/officeDocument/2006/relationships/audio" Target="../media/snd_boing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46.xml"/><Relationship Id="rId8" Type="http://schemas.openxmlformats.org/officeDocument/2006/relationships/slide" Target="slide351.xml"/><Relationship Id="rId9" Type="http://schemas.openxmlformats.org/officeDocument/2006/relationships/slide" Target="slide354.xml"/><Relationship Id="rId10" Type="http://schemas.openxmlformats.org/officeDocument/2006/relationships/audio" Target="../media/snd_boing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47.xml"/><Relationship Id="rId8" Type="http://schemas.openxmlformats.org/officeDocument/2006/relationships/slide" Target="slide352.xml"/><Relationship Id="rId9" Type="http://schemas.openxmlformats.org/officeDocument/2006/relationships/slide" Target="slide354.xml"/><Relationship Id="rId10" Type="http://schemas.openxmlformats.org/officeDocument/2006/relationships/audio" Target="../media/snd_boing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48.xml"/><Relationship Id="rId8" Type="http://schemas.openxmlformats.org/officeDocument/2006/relationships/slide" Target="slide353.xml"/><Relationship Id="rId9" Type="http://schemas.openxmlformats.org/officeDocument/2006/relationships/slide" Target="slide354.xml"/><Relationship Id="rId10" Type="http://schemas.openxmlformats.org/officeDocument/2006/relationships/audio" Target="../media/snd_boing.wav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355.xml"/><Relationship Id="rId8" Type="http://schemas.openxmlformats.org/officeDocument/2006/relationships/slide" Target="slide360.xml"/><Relationship Id="rId9" Type="http://schemas.openxmlformats.org/officeDocument/2006/relationships/slide" Target="slide365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361.xml"/><Relationship Id="rId9" Type="http://schemas.openxmlformats.org/officeDocument/2006/relationships/slide" Target="slide356.xml"/><Relationship Id="rId10" Type="http://schemas.openxmlformats.org/officeDocument/2006/relationships/slide" Target="slide365.xml"/><Relationship Id="rId11" Type="http://schemas.openxmlformats.org/officeDocument/2006/relationships/audio" Target="../media/snd_ding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357.xml"/><Relationship Id="rId10" Type="http://schemas.openxmlformats.org/officeDocument/2006/relationships/slide" Target="slide362.xml"/><Relationship Id="rId11" Type="http://schemas.openxmlformats.org/officeDocument/2006/relationships/slide" Target="slide365.xml"/><Relationship Id="rId12" Type="http://schemas.openxmlformats.org/officeDocument/2006/relationships/audio" Target="../media/snd_ding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363.xml"/><Relationship Id="rId10" Type="http://schemas.openxmlformats.org/officeDocument/2006/relationships/slide" Target="slide358.xml"/><Relationship Id="rId11" Type="http://schemas.openxmlformats.org/officeDocument/2006/relationships/slide" Target="slide365.xml"/><Relationship Id="rId12" Type="http://schemas.openxmlformats.org/officeDocument/2006/relationships/audio" Target="../media/snd_ding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359.xml"/><Relationship Id="rId10" Type="http://schemas.openxmlformats.org/officeDocument/2006/relationships/slide" Target="slide364.xml"/><Relationship Id="rId11" Type="http://schemas.openxmlformats.org/officeDocument/2006/relationships/slide" Target="slide365.xml"/><Relationship Id="rId12" Type="http://schemas.openxmlformats.org/officeDocument/2006/relationships/audio" Target="../media/snd_ding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" Target="slide365.xml"/><Relationship Id="rId9" Type="http://schemas.openxmlformats.org/officeDocument/2006/relationships/audio" Target="../media/snd_tada.wav"/><Relationship Id="rId10" Type="http://schemas.openxmlformats.org/officeDocument/2006/relationships/image" Target="../media/image37.png"/><Relationship Id="rId11" Type="http://schemas.openxmlformats.org/officeDocument/2006/relationships/audio" Target="../media/snd_cheer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355.xml"/><Relationship Id="rId8" Type="http://schemas.openxmlformats.org/officeDocument/2006/relationships/slide" Target="slide360.xml"/><Relationship Id="rId9" Type="http://schemas.openxmlformats.org/officeDocument/2006/relationships/slide" Target="slide365.xml"/><Relationship Id="rId10" Type="http://schemas.openxmlformats.org/officeDocument/2006/relationships/audio" Target="../media/snd_boing.wav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361.xml"/><Relationship Id="rId9" Type="http://schemas.openxmlformats.org/officeDocument/2006/relationships/slide" Target="slide356.xml"/><Relationship Id="rId10" Type="http://schemas.openxmlformats.org/officeDocument/2006/relationships/slide" Target="slide365.xml"/><Relationship Id="rId11" Type="http://schemas.openxmlformats.org/officeDocument/2006/relationships/audio" Target="../media/snd_boing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357.xml"/><Relationship Id="rId10" Type="http://schemas.openxmlformats.org/officeDocument/2006/relationships/slide" Target="slide362.xml"/><Relationship Id="rId11" Type="http://schemas.openxmlformats.org/officeDocument/2006/relationships/slide" Target="slide365.xml"/><Relationship Id="rId12" Type="http://schemas.openxmlformats.org/officeDocument/2006/relationships/audio" Target="../media/snd_boing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363.xml"/><Relationship Id="rId10" Type="http://schemas.openxmlformats.org/officeDocument/2006/relationships/slide" Target="slide358.xml"/><Relationship Id="rId11" Type="http://schemas.openxmlformats.org/officeDocument/2006/relationships/slide" Target="slide365.xml"/><Relationship Id="rId12" Type="http://schemas.openxmlformats.org/officeDocument/2006/relationships/audio" Target="../media/snd_boing.wav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359.xml"/><Relationship Id="rId10" Type="http://schemas.openxmlformats.org/officeDocument/2006/relationships/slide" Target="slide364.xml"/><Relationship Id="rId11" Type="http://schemas.openxmlformats.org/officeDocument/2006/relationships/slide" Target="slide365.xml"/><Relationship Id="rId12" Type="http://schemas.openxmlformats.org/officeDocument/2006/relationships/audio" Target="../media/snd_boing.wav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66.xml"/><Relationship Id="rId6" Type="http://schemas.openxmlformats.org/officeDocument/2006/relationships/slide" Target="slide371.xml"/><Relationship Id="rId7" Type="http://schemas.openxmlformats.org/officeDocument/2006/relationships/slide" Target="slide376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67.xml"/><Relationship Id="rId6" Type="http://schemas.openxmlformats.org/officeDocument/2006/relationships/slide" Target="slide372.xml"/><Relationship Id="rId7" Type="http://schemas.openxmlformats.org/officeDocument/2006/relationships/slide" Target="slide376.xml"/><Relationship Id="rId8" Type="http://schemas.openxmlformats.org/officeDocument/2006/relationships/audio" Target="../media/snd_ding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68.xml"/><Relationship Id="rId6" Type="http://schemas.openxmlformats.org/officeDocument/2006/relationships/slide" Target="slide373.xml"/><Relationship Id="rId7" Type="http://schemas.openxmlformats.org/officeDocument/2006/relationships/slide" Target="slide376.xml"/><Relationship Id="rId8" Type="http://schemas.openxmlformats.org/officeDocument/2006/relationships/audio" Target="../media/snd_ding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69.xml"/><Relationship Id="rId6" Type="http://schemas.openxmlformats.org/officeDocument/2006/relationships/slide" Target="slide374.xml"/><Relationship Id="rId7" Type="http://schemas.openxmlformats.org/officeDocument/2006/relationships/slide" Target="slide376.xml"/><Relationship Id="rId8" Type="http://schemas.openxmlformats.org/officeDocument/2006/relationships/audio" Target="../media/snd_ding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70.xml"/><Relationship Id="rId6" Type="http://schemas.openxmlformats.org/officeDocument/2006/relationships/slide" Target="slide375.xml"/><Relationship Id="rId7" Type="http://schemas.openxmlformats.org/officeDocument/2006/relationships/slide" Target="slide376.xml"/><Relationship Id="rId8" Type="http://schemas.openxmlformats.org/officeDocument/2006/relationships/audio" Target="../media/snd_ding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376.xml"/><Relationship Id="rId4" Type="http://schemas.openxmlformats.org/officeDocument/2006/relationships/audio" Target="../media/snd_tada.wav"/><Relationship Id="rId5" Type="http://schemas.openxmlformats.org/officeDocument/2006/relationships/image" Target="../media/image37.png"/><Relationship Id="rId6" Type="http://schemas.openxmlformats.org/officeDocument/2006/relationships/audio" Target="../media/snd_cheer.wav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66.xml"/><Relationship Id="rId6" Type="http://schemas.openxmlformats.org/officeDocument/2006/relationships/slide" Target="slide371.xml"/><Relationship Id="rId7" Type="http://schemas.openxmlformats.org/officeDocument/2006/relationships/slide" Target="slide376.xml"/><Relationship Id="rId8" Type="http://schemas.openxmlformats.org/officeDocument/2006/relationships/audio" Target="../media/snd_boing.wav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67.xml"/><Relationship Id="rId6" Type="http://schemas.openxmlformats.org/officeDocument/2006/relationships/slide" Target="slide372.xml"/><Relationship Id="rId7" Type="http://schemas.openxmlformats.org/officeDocument/2006/relationships/slide" Target="slide376.xml"/><Relationship Id="rId8" Type="http://schemas.openxmlformats.org/officeDocument/2006/relationships/audio" Target="../media/snd_boing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68.xml"/><Relationship Id="rId6" Type="http://schemas.openxmlformats.org/officeDocument/2006/relationships/slide" Target="slide373.xml"/><Relationship Id="rId7" Type="http://schemas.openxmlformats.org/officeDocument/2006/relationships/slide" Target="slide376.xml"/><Relationship Id="rId8" Type="http://schemas.openxmlformats.org/officeDocument/2006/relationships/audio" Target="../media/snd_boing.wav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69.xml"/><Relationship Id="rId6" Type="http://schemas.openxmlformats.org/officeDocument/2006/relationships/slide" Target="slide374.xml"/><Relationship Id="rId7" Type="http://schemas.openxmlformats.org/officeDocument/2006/relationships/slide" Target="slide376.xml"/><Relationship Id="rId8" Type="http://schemas.openxmlformats.org/officeDocument/2006/relationships/audio" Target="../media/snd_boing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70.xml"/><Relationship Id="rId6" Type="http://schemas.openxmlformats.org/officeDocument/2006/relationships/slide" Target="slide375.xml"/><Relationship Id="rId7" Type="http://schemas.openxmlformats.org/officeDocument/2006/relationships/slide" Target="slide376.xml"/><Relationship Id="rId8" Type="http://schemas.openxmlformats.org/officeDocument/2006/relationships/audio" Target="../media/snd_boing.wav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82.xml"/><Relationship Id="rId7" Type="http://schemas.openxmlformats.org/officeDocument/2006/relationships/slide" Target="slide377.xml"/><Relationship Id="rId8" Type="http://schemas.openxmlformats.org/officeDocument/2006/relationships/slide" Target="slide411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83.xml"/><Relationship Id="rId7" Type="http://schemas.openxmlformats.org/officeDocument/2006/relationships/slide" Target="slide378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84.xml"/><Relationship Id="rId7" Type="http://schemas.openxmlformats.org/officeDocument/2006/relationships/slide" Target="slide379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85.xml"/><Relationship Id="rId7" Type="http://schemas.openxmlformats.org/officeDocument/2006/relationships/slide" Target="slide380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86.xml"/><Relationship Id="rId7" Type="http://schemas.openxmlformats.org/officeDocument/2006/relationships/slide" Target="slide381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88.xml"/><Relationship Id="rId7" Type="http://schemas.openxmlformats.org/officeDocument/2006/relationships/slide" Target="slide383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89.xml"/><Relationship Id="rId7" Type="http://schemas.openxmlformats.org/officeDocument/2006/relationships/slide" Target="slide384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90.xml"/><Relationship Id="rId7" Type="http://schemas.openxmlformats.org/officeDocument/2006/relationships/slide" Target="slide385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91.xml"/><Relationship Id="rId7" Type="http://schemas.openxmlformats.org/officeDocument/2006/relationships/slide" Target="slide386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92.xml"/><Relationship Id="rId7" Type="http://schemas.openxmlformats.org/officeDocument/2006/relationships/slide" Target="slide387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94.xml"/><Relationship Id="rId7" Type="http://schemas.openxmlformats.org/officeDocument/2006/relationships/slide" Target="slide389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95.xml"/><Relationship Id="rId7" Type="http://schemas.openxmlformats.org/officeDocument/2006/relationships/slide" Target="slide390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96.xml"/><Relationship Id="rId7" Type="http://schemas.openxmlformats.org/officeDocument/2006/relationships/slide" Target="slide391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97.xml"/><Relationship Id="rId7" Type="http://schemas.openxmlformats.org/officeDocument/2006/relationships/slide" Target="slide392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398.xml"/><Relationship Id="rId7" Type="http://schemas.openxmlformats.org/officeDocument/2006/relationships/slide" Target="slide393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0.xml"/><Relationship Id="rId7" Type="http://schemas.openxmlformats.org/officeDocument/2006/relationships/slide" Target="slide395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1.xml"/><Relationship Id="rId7" Type="http://schemas.openxmlformats.org/officeDocument/2006/relationships/slide" Target="slide396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2.xml"/><Relationship Id="rId7" Type="http://schemas.openxmlformats.org/officeDocument/2006/relationships/slide" Target="slide397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3.xml"/><Relationship Id="rId7" Type="http://schemas.openxmlformats.org/officeDocument/2006/relationships/slide" Target="slide398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4.xml"/><Relationship Id="rId7" Type="http://schemas.openxmlformats.org/officeDocument/2006/relationships/slide" Target="slide399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6.xml"/><Relationship Id="rId7" Type="http://schemas.openxmlformats.org/officeDocument/2006/relationships/slide" Target="slide401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7.xml"/><Relationship Id="rId7" Type="http://schemas.openxmlformats.org/officeDocument/2006/relationships/slide" Target="slide402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8.xml"/><Relationship Id="rId7" Type="http://schemas.openxmlformats.org/officeDocument/2006/relationships/slide" Target="slide403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09.xml"/><Relationship Id="rId7" Type="http://schemas.openxmlformats.org/officeDocument/2006/relationships/slide" Target="slide404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0.xml"/><Relationship Id="rId7" Type="http://schemas.openxmlformats.org/officeDocument/2006/relationships/slide" Target="slide405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slide" Target="slide411.xml"/><Relationship Id="rId7" Type="http://schemas.openxmlformats.org/officeDocument/2006/relationships/audio" Target="../media/snd_cheer.wav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37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amzat al-Wasl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200" b="1" lang="en-US">
                <a:solidFill>
                  <a:srgbClr val="8A6CF0"/>
                </a:solidFill>
                <a:latin typeface="Arial"/>
                <a:cs typeface="Arial"/>
              </a:rPr>
              <a:t>Hamzat al-Wasl Games</a:t>
            </a:r>
          </a:p>
        </p:txBody>
      </p:sp>
      <p:sp>
        <p:nvSpPr>
          <p:cNvPr id="5" name="Sample" descr="ٱلۡحَمۡدُ  ٱهۡدِنَا  ٱدۡعُ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  ٱهۡدِنَا  ٱدۡعُ</a:t>
            </a:r>
          </a:p>
        </p:txBody>
      </p:sp>
      <p:sp>
        <p:nvSpPr>
          <p:cNvPr id="6" name="Subtitle" descr="Start: say it.  Reading on: skip it!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Start: say it.  Reading on: skip it!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Dino Egg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500" b="1" lang="en-US">
                <a:solidFill>
                  <a:srgbClr val="8A6CF0"/>
                </a:solidFill>
                <a:latin typeface="Arial"/>
                <a:cs typeface="Arial"/>
              </a:rPr>
              <a:t>How to play: Dino Eggs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egg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egg.</a:t>
            </a:r>
          </a:p>
        </p:txBody>
      </p:sp>
      <p:sp>
        <p:nvSpPr>
          <p:cNvPr id="7" name="Line 3" descr="3.  Hatch all the baby dino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Hatch all the baby dinos!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875" y="2095500"/>
            <a:ext cx="161925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اَ" descr="اَ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اِ" descr="اِ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7" name="Egg 3" descr="Egg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اُ" descr="اُ">
            <a:hlinkClick action="ppaction://hlinksldjump" r:id="rId6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1" name="Find ٱمۡشُوا۟" descr="ٱمۡش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ٱمۡشُوا۟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اُشۡكُرُوا۟" descr="اُشۡكُرُوا۟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اُشۡكُرُوا۟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اَشۡكُرُوا۟" descr="اَشۡكُرُوا۟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اَشۡكُرُوا۟</a:t>
            </a:r>
          </a:p>
        </p:txBody>
      </p:sp>
      <p:pic>
        <p:nvPicPr>
          <p:cNvPr id="8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اِشۡكُرُوا۟" descr="اِشۡكُرُوا۟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اِشۡكُرُوا۟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2" name="Find ٱشۡكُرُوا۟" descr="ٱش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أَخَذَ" descr="أَخَذَ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pic>
        <p:nvPicPr>
          <p:cNvPr id="7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أَنۡتَ" descr="أَنۡتَ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أَنۡتَ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ٱعۡبُدُوا۟" descr="ٱعۡبُدُوا۟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ٱعۡبُدُوا۟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اَبۡنُوا۟" descr="اَبۡنُوا۟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اَبۡنُوا۟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اِبۡنُوا۟" descr="اِبۡنُوا۟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اِبۡنُوا۟</a:t>
            </a:r>
          </a:p>
        </p:txBody>
      </p:sp>
      <p:pic>
        <p:nvPicPr>
          <p:cNvPr id="10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اُبۡنُوا۟" descr="اُبۡنُوا۟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اُبۡنُوا۟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4" name="Find ٱبۡنُوا۟" descr="ٱبۡن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اِ" descr="اِ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اَ" descr="اَ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11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اُ" descr="ا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5" name="Find ٱصۡبِرۡ" descr="ٱصۡبِ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Baby dino 5" descr="Baby dino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5397500"/>
            <a:ext cx="1016000" cy="1016000"/>
          </a:xfrm>
          <a:prstGeom prst="rect">
            <a:avLst/>
          </a:prstGeom>
        </p:spPr>
      </p:pic>
      <p:sp>
        <p:nvSpPr>
          <p:cNvPr id="8" name="All the eggs hatched!" descr="All the eggs hatched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All the eggs hatched!</a:t>
            </a:r>
          </a:p>
        </p:txBody>
      </p:sp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اَ" descr="اَ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اِ" descr="اِ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7" name="Egg 3" descr="Egg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اُ" descr="اُ">
            <a:hlinkClick action="ppaction://hlinksldjump" r:id="rId6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2" name="Find ٱمۡشُوا۟" descr="ٱمۡش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ٱمۡشُوا۟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اُشۡكُرُوا۟" descr="اُشۡكُرُوا۟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اُشۡكُرُوا۟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اَشۡكُرُوا۟" descr="اَشۡكُرُوا۟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اَشۡكُرُوا۟</a:t>
            </a:r>
          </a:p>
        </p:txBody>
      </p:sp>
      <p:pic>
        <p:nvPicPr>
          <p:cNvPr id="8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اِشۡكُرُوا۟" descr="اِشۡكُرُوا۟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اِشۡكُرُوا۟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3" name="Find ٱشۡكُرُوا۟" descr="ٱش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أَخَذَ" descr="أَخَذَ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pic>
        <p:nvPicPr>
          <p:cNvPr id="7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أَنۡتَ" descr="أَنۡتَ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أَنۡتَ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ٱعۡبُدُوا۟" descr="ٱعۡبُدُوا۟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ٱعۡبُدُوا۟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اَبۡنُوا۟" descr="اَبۡنُوا۟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اَبۡنُوا۟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اِبۡنُوا۟" descr="اِبۡنُوا۟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اِبۡنُوا۟</a:t>
            </a:r>
          </a:p>
        </p:txBody>
      </p:sp>
      <p:pic>
        <p:nvPicPr>
          <p:cNvPr id="10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اُبۡنُوا۟" descr="اُبۡنُوا۟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اُبۡنُوا۟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5" name="Find ٱبۡنُوا۟" descr="ٱبۡن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اِ" descr="اِ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اَ" descr="اَ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11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اُ" descr="ا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6" name="Find ٱصۡبِرۡ" descr="ٱصۡبِ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law Machine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Claw Machine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Grab the right toy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Grab the right toy.</a:t>
            </a:r>
          </a:p>
        </p:txBody>
      </p:sp>
      <p:sp>
        <p:nvSpPr>
          <p:cNvPr id="7" name="Line 3" descr="3.  Win all the prize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Win all the prizes!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095500"/>
            <a:ext cx="1524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اُلنَّاسُ" descr="اُلنَّاس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اُلنَّاسُ</a:t>
            </a:r>
          </a:p>
        </p:txBody>
      </p:sp>
      <p:pic>
        <p:nvPicPr>
          <p:cNvPr id="7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اَلنَّاسُ" descr="اَلنَّاسُ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اَلنَّاسُ</a:t>
            </a:r>
          </a:p>
        </p:txBody>
      </p:sp>
      <p:pic>
        <p:nvPicPr>
          <p:cNvPr id="9" name="Toy 3" descr="To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اِلنَّاسُ" descr="اِلنَّاسُ">
            <a:hlinkClick action="ppaction://hlinksldjump" r:id="rId7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اِلنَّاسُ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3" name="Find ٱلنَّاسُ" descr="ٱلنَّا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ٱلۡقَمَرُ" descr="ٱلۡقَمَرُ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pic>
        <p:nvPicPr>
          <p:cNvPr id="8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إِنَّ" descr="إِنَّ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pic>
        <p:nvPicPr>
          <p:cNvPr id="10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أَحۡمَدُ" descr="أَحۡمَدُ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اُصۡبِرۡ" descr="اُصۡبِرۡ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اُصۡبِرۡ</a:t>
            </a:r>
          </a:p>
        </p:txBody>
      </p:sp>
      <p:pic>
        <p:nvPicPr>
          <p:cNvPr id="9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اَصۡبِرۡ" descr="اَصۡبِرۡ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اَصۡبِرۡ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اِصۡبِرۡ" descr="اِصۡبِرۡ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اِصۡبِرۡ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5" name="Find ٱصۡبِرۡ" descr="ٱصۡبِ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اَ" descr="اَ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اُ" descr="ا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12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اِ" descr="اِ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6" name="Find ٱلرَّحِيمُ" descr="ٱلرَّحِي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اُلنَّاسُ" descr="اُلنَّاس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اُلنَّاسُ</a:t>
            </a:r>
          </a:p>
        </p:txBody>
      </p:sp>
      <p:pic>
        <p:nvPicPr>
          <p:cNvPr id="11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اِلنَّاسُ" descr="اِلنَّاسُ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اِلنَّاسُ</a:t>
            </a:r>
          </a:p>
        </p:txBody>
      </p:sp>
      <p:pic>
        <p:nvPicPr>
          <p:cNvPr id="13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اَلنَّاسُ" descr="اَلنَّاس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اَلنَّاسُ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7" name="Find ٱلنَّاسُ" descr="ٱلنَّا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Prize 5" descr="Priz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81500"/>
            <a:ext cx="1206500" cy="1206500"/>
          </a:xfrm>
          <a:prstGeom prst="rect">
            <a:avLst/>
          </a:prstGeom>
        </p:spPr>
      </p:pic>
      <p:sp>
        <p:nvSpPr>
          <p:cNvPr id="9" name="You won all the toys!" descr="You won all the toys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won all the toys!</a:t>
            </a:r>
          </a:p>
        </p:txBody>
      </p:sp>
      <p:sp>
        <p:nvSpPr>
          <p:cNvPr id="10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9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اُلنَّاسُ" descr="اُلنَّاس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اُلنَّاسُ</a:t>
            </a:r>
          </a:p>
        </p:txBody>
      </p:sp>
      <p:pic>
        <p:nvPicPr>
          <p:cNvPr id="7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اَلنَّاسُ" descr="اَلنَّاسُ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اَلنَّاسُ</a:t>
            </a:r>
          </a:p>
        </p:txBody>
      </p:sp>
      <p:pic>
        <p:nvPicPr>
          <p:cNvPr id="9" name="Toy 3" descr="To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اِلنَّاسُ" descr="اِلنَّاسُ">
            <a:hlinkClick action="ppaction://hlinksldjump" r:id="rId7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اِلنَّاسُ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4" name="Find ٱلنَّاسُ" descr="ٱلنَّا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ٱلۡقَمَرُ" descr="ٱلۡقَمَرُ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pic>
        <p:nvPicPr>
          <p:cNvPr id="8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إِنَّ" descr="إِنَّ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pic>
        <p:nvPicPr>
          <p:cNvPr id="10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أَحۡمَدُ" descr="أَحۡمَدُ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اُصۡبِرۡ" descr="اُصۡبِرۡ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اُصۡبِرۡ</a:t>
            </a:r>
          </a:p>
        </p:txBody>
      </p:sp>
      <p:pic>
        <p:nvPicPr>
          <p:cNvPr id="9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اَصۡبِرۡ" descr="اَصۡبِرۡ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اَصۡبِرۡ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اِصۡبِرۡ" descr="اِصۡبِرۡ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اِصۡبِرۡ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6" name="Find ٱصۡبِرۡ" descr="ٱصۡبِ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اَ" descr="اَ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اُ" descr="ا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12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اِ" descr="اِ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7" name="Find ٱلرَّحِيمُ" descr="ٱلرَّحِي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اُلنَّاسُ" descr="اُلنَّاس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اُلنَّاسُ</a:t>
            </a:r>
          </a:p>
        </p:txBody>
      </p:sp>
      <p:pic>
        <p:nvPicPr>
          <p:cNvPr id="11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اِلنَّاسُ" descr="اِلنَّاسُ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اِلنَّاسُ</a:t>
            </a:r>
          </a:p>
        </p:txBody>
      </p:sp>
      <p:pic>
        <p:nvPicPr>
          <p:cNvPr id="13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اَلنَّاسُ" descr="اَلنَّاس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اَلنَّاسُ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8" name="Find ٱلنَّاسُ" descr="ٱلنَّا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19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Say It or Skip It?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8A6CF0"/>
                </a:solidFill>
                <a:latin typeface="Arial"/>
                <a:cs typeface="Arial"/>
              </a:rPr>
              <a:t>How to play: Say It or Skip It?</a:t>
            </a:r>
          </a:p>
        </p:txBody>
      </p:sp>
      <p:sp>
        <p:nvSpPr>
          <p:cNvPr id="5" name="Line 1" descr="1.  Look at the ٱ in the wor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1.  Look at the ٱ in the word.</a:t>
            </a:r>
          </a:p>
        </p:txBody>
      </p:sp>
      <p:sp>
        <p:nvSpPr>
          <p:cNvPr id="6" name="Line 2" descr="2.  Starting from it: say it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2.  Starting from it: say it.</a:t>
            </a:r>
          </a:p>
        </p:txBody>
      </p:sp>
      <p:sp>
        <p:nvSpPr>
          <p:cNvPr id="7" name="Line 3" descr="3.  Reading on to it: skip it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3.  Reading on to it: skip it.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صۡبِرۡ" descr="وَٱصۡبِرۡ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وَٱصۡبِرۡ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سۡجُدُوا۟" descr="ٱسۡجُد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ٱسۡجُدُوا۟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ذۡكُرُوا۟" descr="ٱذۡكُر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يَوۡمِ ٱلدِّينِ" descr="يَوۡمِ ٱلدِّين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يَوۡمِ ٱلدِّينِ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صۡبِرۡ" descr="ٱصۡبِرۡ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صۡبِرۡ" descr="وَٱصۡبِرۡ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وَٱصۡبِرۡ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سۡجُدُوا۟" descr="ٱسۡجُد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ٱسۡجُدُوا۟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ذۡكُرُوا۟" descr="ٱذۡكُر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يَوۡمِ ٱلدِّينِ" descr="يَوۡمِ ٱلدِّين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يَوۡمِ ٱلدِّينِ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صۡبِرۡ" descr="ٱصۡبِرۡ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Hot-Air Balloon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500" b="1" lang="en-US">
                <a:solidFill>
                  <a:srgbClr val="8A6CF0"/>
                </a:solidFill>
                <a:latin typeface="Arial"/>
                <a:cs typeface="Arial"/>
              </a:rPr>
              <a:t>How to play: Hot-Air Balloon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Fly up to the cloud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Fly up to the clouds!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773" y="2095500"/>
            <a:ext cx="1385455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اُلۡقَمَرُ" descr="اُلۡقَمَ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اُلۡقَمَرُ</a:t>
            </a:r>
          </a:p>
        </p:txBody>
      </p:sp>
      <p:sp>
        <p:nvSpPr>
          <p:cNvPr id="5" name="Answer 2 اِلۡقَمَرُ" descr="اِلۡقَمَر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اِلۡقَمَرُ</a:t>
            </a:r>
          </a:p>
        </p:txBody>
      </p:sp>
      <p:sp>
        <p:nvSpPr>
          <p:cNvPr id="6" name="Answer 3 اَلۡقَمَرُ" descr="اَلۡقَمَر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اَلۡقَمَرُ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9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اَ" descr="ا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5" name="Answer 2 اِ" descr="ا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6" name="Answer 3 اُ" descr="ا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9" name="Find ٱدۡخُلُوا۟" descr="ٱدۡخُل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اُنظُرۡ" descr="اُنظُر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اُنظُرۡ</a:t>
            </a:r>
          </a:p>
        </p:txBody>
      </p:sp>
      <p:sp>
        <p:nvSpPr>
          <p:cNvPr id="5" name="Answer 2 اِنظُرۡ" descr="اِنظُر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اِنظُرۡ</a:t>
            </a:r>
          </a:p>
        </p:txBody>
      </p:sp>
      <p:sp>
        <p:nvSpPr>
          <p:cNvPr id="6" name="Answer 3 اَنظُرۡ" descr="اَنظُر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اَنظُرۡ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9" name="Find ٱنظُرۡ" descr="ٱنظُ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ٱنظُرۡ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أَكَلَ" descr="أَكَ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5" name="Answer 2 أَخَذَ" descr="أَخَذ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sp>
        <p:nvSpPr>
          <p:cNvPr id="6" name="Answer 3 ٱكۡتُبۡ" descr="ٱكۡتُب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ٱكۡتُبۡ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اُفۡتَحۡ" descr="اُفۡتَح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اُفۡتَحۡ</a:t>
            </a:r>
          </a:p>
        </p:txBody>
      </p:sp>
      <p:sp>
        <p:nvSpPr>
          <p:cNvPr id="5" name="Answer 2 اِفۡتَحۡ" descr="اِفۡتَح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اِفۡتَحۡ</a:t>
            </a:r>
          </a:p>
        </p:txBody>
      </p:sp>
      <p:sp>
        <p:nvSpPr>
          <p:cNvPr id="6" name="Answer 3 اَفۡتَحۡ" descr="اَفۡتَحۡ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اَفۡتَحۡ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9" name="Find ٱفۡتَحۡ" descr="ٱفۡتَح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ٱفۡتَحۡ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016000"/>
            <a:ext cx="1905000" cy="2622550"/>
          </a:xfrm>
          <a:prstGeom prst="rect">
            <a:avLst/>
          </a:prstGeom>
        </p:spPr>
      </p:pic>
      <p:sp>
        <p:nvSpPr>
          <p:cNvPr id="4" name="Up in the sky!" descr="Up in the sky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Up in the sky!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اُلۡقَمَرُ" descr="اُلۡقَمَ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اُلۡقَمَرُ</a:t>
            </a:r>
          </a:p>
        </p:txBody>
      </p:sp>
      <p:sp>
        <p:nvSpPr>
          <p:cNvPr id="5" name="Answer 2 اِلۡقَمَرُ" descr="اِلۡقَمَر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اِلۡقَمَرُ</a:t>
            </a:r>
          </a:p>
        </p:txBody>
      </p:sp>
      <p:sp>
        <p:nvSpPr>
          <p:cNvPr id="6" name="Answer 3 اَلۡقَمَرُ" descr="اَلۡقَمَر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اَلۡقَمَرُ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اَ" descr="ا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5" name="Answer 2 اِ" descr="ا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6" name="Answer 3 اُ" descr="ا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دۡخُلُوا۟" descr="ٱدۡخُل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اُنظُرۡ" descr="اُنظُر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اُنظُرۡ</a:t>
            </a:r>
          </a:p>
        </p:txBody>
      </p:sp>
      <p:sp>
        <p:nvSpPr>
          <p:cNvPr id="5" name="Answer 2 اِنظُرۡ" descr="اِنظُر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اِنظُرۡ</a:t>
            </a:r>
          </a:p>
        </p:txBody>
      </p:sp>
      <p:sp>
        <p:nvSpPr>
          <p:cNvPr id="6" name="Answer 3 اَنظُرۡ" descr="اَنظُر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اَنظُرۡ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نظُرۡ" descr="ٱنظُ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ٱنظُرۡ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أَكَلَ" descr="أَكَ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5" name="Answer 2 أَخَذَ" descr="أَخَذ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sp>
        <p:nvSpPr>
          <p:cNvPr id="6" name="Answer 3 ٱكۡتُبۡ" descr="ٱكۡتُب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ٱكۡتُبۡ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اُفۡتَحۡ" descr="اُفۡتَح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اُفۡتَحۡ</a:t>
            </a:r>
          </a:p>
        </p:txBody>
      </p:sp>
      <p:sp>
        <p:nvSpPr>
          <p:cNvPr id="5" name="Answer 2 اِفۡتَحۡ" descr="اِفۡتَح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اِفۡتَحۡ</a:t>
            </a:r>
          </a:p>
        </p:txBody>
      </p:sp>
      <p:sp>
        <p:nvSpPr>
          <p:cNvPr id="6" name="Answer 3 اَفۡتَحۡ" descr="اَفۡتَحۡ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اَفۡتَحۡ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فۡتَحۡ" descr="ٱفۡتَح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ٱفۡتَحۡ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Sail Away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500" b="1" lang="en-US">
                <a:solidFill>
                  <a:srgbClr val="8A6CF0"/>
                </a:solidFill>
                <a:latin typeface="Arial"/>
                <a:cs typeface="Arial"/>
              </a:rPr>
              <a:t>How to play: Sail Away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Sail to the lighthous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Sail to the lighthouse!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123515"/>
            <a:ext cx="2095500" cy="1848971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اِ" descr="اِ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6" name="Answer 2 اَ" descr="اَ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7" name="Answer 3 اُ" descr="ا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دۡخُلُوا۟" descr="ٱدۡخُل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اَلشَّمۡسُ" descr="اَلشَّمۡس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اَلشَّمۡسُ</a:t>
            </a:r>
          </a:p>
        </p:txBody>
      </p:sp>
      <p:sp>
        <p:nvSpPr>
          <p:cNvPr id="6" name="Answer 2 اِلشَّمۡسُ" descr="اِلشَّمۡس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اِلشَّمۡسُ</a:t>
            </a:r>
          </a:p>
        </p:txBody>
      </p:sp>
      <p:sp>
        <p:nvSpPr>
          <p:cNvPr id="7" name="Answer 3 اُلشَّمۡسُ" descr="اُلشَّمۡس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اُلشَّمۡسُ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لشَّمۡسُ" descr="ٱلشَّمۡ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إِنَّ" descr="إِنَّ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6" name="Answer 2 أَكَلَ" descr="أَكَلَ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7" name="Answer 3 ٱبۡنُ" descr="ٱبۡن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ٱبۡنُ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اِذۡهَبۡ" descr="اِذۡهَب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اِذۡهَبۡ</a:t>
            </a:r>
          </a:p>
        </p:txBody>
      </p:sp>
      <p:sp>
        <p:nvSpPr>
          <p:cNvPr id="6" name="Answer 2 اُذۡهَبۡ" descr="اُذۡهَب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اُذۡهَبۡ</a:t>
            </a:r>
          </a:p>
        </p:txBody>
      </p:sp>
      <p:sp>
        <p:nvSpPr>
          <p:cNvPr id="7" name="Answer 3 اَذۡهَبۡ" descr="اَذۡهَبۡ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اَذۡهَبۡ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ذۡهَبۡ" descr="ٱذۡهَ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ٱذۡهَبۡ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اِ" descr="اِ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6" name="Answer 2 اَ" descr="اَ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7" name="Answer 3 اُ" descr="ا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كۡتُبۡ" descr="ٱكۡتُ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ٱكۡتُبۡ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3302000"/>
            <a:ext cx="2159000" cy="1905000"/>
          </a:xfrm>
          <a:prstGeom prst="rect">
            <a:avLst/>
          </a:prstGeom>
        </p:spPr>
      </p:pic>
      <p:sp>
        <p:nvSpPr>
          <p:cNvPr id="5" name="Land ahoy!" descr="Land ahoy!"/>
          <p:cNvSpPr/>
          <p:nvPr/>
        </p:nvSpPr>
        <p:spPr>
          <a:xfrm>
            <a:off x="5080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Land ahoy!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اِ" descr="اِ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6" name="Answer 2 اَ" descr="اَ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7" name="Answer 3 اُ" descr="ا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1" name="Find ٱدۡخُلُوا۟" descr="ٱدۡخُل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اَلشَّمۡسُ" descr="اَلشَّمۡس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اَلشَّمۡسُ</a:t>
            </a:r>
          </a:p>
        </p:txBody>
      </p:sp>
      <p:sp>
        <p:nvSpPr>
          <p:cNvPr id="6" name="Answer 2 اِلشَّمۡسُ" descr="اِلشَّمۡس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اِلشَّمۡسُ</a:t>
            </a:r>
          </a:p>
        </p:txBody>
      </p:sp>
      <p:sp>
        <p:nvSpPr>
          <p:cNvPr id="7" name="Answer 3 اُلشَّمۡسُ" descr="اُلشَّمۡس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اُلشَّمۡسُ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لشَّمۡسُ" descr="ٱلشَّمۡ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إِنَّ" descr="إِنَّ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6" name="Answer 2 أَكَلَ" descr="أَكَلَ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7" name="Answer 3 ٱبۡنُ" descr="ٱبۡن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ٱبۡنُ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اِذۡهَبۡ" descr="اِذۡهَب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اِذۡهَبۡ</a:t>
            </a:r>
          </a:p>
        </p:txBody>
      </p:sp>
      <p:sp>
        <p:nvSpPr>
          <p:cNvPr id="6" name="Answer 2 اُذۡهَبۡ" descr="اُذۡهَب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اُذۡهَبۡ</a:t>
            </a:r>
          </a:p>
        </p:txBody>
      </p:sp>
      <p:sp>
        <p:nvSpPr>
          <p:cNvPr id="7" name="Answer 3 اَذۡهَبۡ" descr="اَذۡهَبۡ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اَذۡهَبۡ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ذۡهَبۡ" descr="ٱذۡهَ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ٱذۡهَبۡ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اِ" descr="اِ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6" name="Answer 2 اَ" descr="اَ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7" name="Answer 3 اُ" descr="ا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1" name="Find ٱكۡتُبۡ" descr="ٱكۡتُ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ٱكۡتُبۡ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ookie Tray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Cookie Tray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Bake all the cookie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Bake all the cookies!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ُذۡكُرُوا۟" descr="اُذۡكُرُوا۟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اُذۡكُرُوا۟</a:t>
            </a:r>
          </a:p>
        </p:txBody>
      </p:sp>
      <p:sp>
        <p:nvSpPr>
          <p:cNvPr id="16" name="Answer 2 اَذۡكُرُوا۟" descr="اَذۡكُر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اَذۡكُرُوا۟</a:t>
            </a:r>
          </a:p>
        </p:txBody>
      </p:sp>
      <p:sp>
        <p:nvSpPr>
          <p:cNvPr id="17" name="Answer 3 اِذۡكُرُوا۟" descr="اِذۡكُرُوا۟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اِذۡكُرُوا۟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0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أَحۡمَدُ" descr="أَحۡمَد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sp>
        <p:nvSpPr>
          <p:cNvPr id="16" name="Answer 2 إِنَّ" descr="إِنَ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7" name="Answer 3 ٱلۡعِلۡمُ" descr="ٱلۡعِلۡم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ِسۡمُ" descr="اِسۡم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اِسۡمُ</a:t>
            </a:r>
          </a:p>
        </p:txBody>
      </p:sp>
      <p:sp>
        <p:nvSpPr>
          <p:cNvPr id="16" name="Answer 2 اُسۡمُ" descr="اُسۡم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اُسۡمُ</a:t>
            </a:r>
          </a:p>
        </p:txBody>
      </p:sp>
      <p:sp>
        <p:nvSpPr>
          <p:cNvPr id="17" name="Answer 3 اَسۡمُ" descr="اَسۡم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اَسۡمُ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0" name="Find ٱسۡمُ" descr="ٱسۡ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ٱسۡمُ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َ" descr="اَ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6" name="Answer 2 اِ" descr="اِ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7" name="Answer 3 اُ" descr="ا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20" name="Find ٱلۡبَيۡتُ" descr="ٱلۡبَيۡت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ِلۡقَمَرُ" descr="اِلۡقَمَر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اِلۡقَمَرُ</a:t>
            </a:r>
          </a:p>
        </p:txBody>
      </p:sp>
      <p:sp>
        <p:nvSpPr>
          <p:cNvPr id="16" name="Answer 2 اُلۡقَمَرُ" descr="اُلۡقَمَر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اُلۡقَمَرُ</a:t>
            </a:r>
          </a:p>
        </p:txBody>
      </p:sp>
      <p:sp>
        <p:nvSpPr>
          <p:cNvPr id="17" name="Answer 3 اَلۡقَمَرُ" descr="اَلۡقَمَر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اَلۡقَمَرُ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0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Cookies are ready!" descr="Cookies are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Cookies are ready!</a:t>
            </a:r>
          </a:p>
        </p:txBody>
      </p:sp>
      <p:sp>
        <p:nvSpPr>
          <p:cNvPr id="1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ُذۡكُرُوا۟" descr="اُذۡكُرُوا۟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اُذۡكُرُوا۟</a:t>
            </a:r>
          </a:p>
        </p:txBody>
      </p:sp>
      <p:sp>
        <p:nvSpPr>
          <p:cNvPr id="16" name="Answer 2 اَذۡكُرُوا۟" descr="اَذۡكُر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اَذۡكُرُوا۟</a:t>
            </a:r>
          </a:p>
        </p:txBody>
      </p:sp>
      <p:sp>
        <p:nvSpPr>
          <p:cNvPr id="17" name="Answer 3 اِذۡكُرُوا۟" descr="اِذۡكُرُوا۟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اِذۡكُرُوا۟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1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2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أَحۡمَدُ" descr="أَحۡمَد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sp>
        <p:nvSpPr>
          <p:cNvPr id="16" name="Answer 2 إِنَّ" descr="إِنَ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7" name="Answer 3 ٱلۡعِلۡمُ" descr="ٱلۡعِلۡم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ِسۡمُ" descr="اِسۡم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اِسۡمُ</a:t>
            </a:r>
          </a:p>
        </p:txBody>
      </p:sp>
      <p:sp>
        <p:nvSpPr>
          <p:cNvPr id="16" name="Answer 2 اُسۡمُ" descr="اُسۡم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اُسۡمُ</a:t>
            </a:r>
          </a:p>
        </p:txBody>
      </p:sp>
      <p:sp>
        <p:nvSpPr>
          <p:cNvPr id="17" name="Answer 3 اَسۡمُ" descr="اَسۡم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اَسۡمُ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1" name="Find ٱسۡمُ" descr="ٱسۡ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ٱسۡمُ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َ" descr="اَ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6" name="Answer 2 اِ" descr="اِ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7" name="Answer 3 اُ" descr="ا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21" name="Find ٱلۡبَيۡتُ" descr="ٱلۡبَيۡت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ِلۡقَمَرُ" descr="اِلۡقَمَر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اِلۡقَمَرُ</a:t>
            </a:r>
          </a:p>
        </p:txBody>
      </p:sp>
      <p:sp>
        <p:nvSpPr>
          <p:cNvPr id="16" name="Answer 2 اُلۡقَمَرُ" descr="اُلۡقَمَر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اُلۡقَمَرُ</a:t>
            </a:r>
          </a:p>
        </p:txBody>
      </p:sp>
      <p:sp>
        <p:nvSpPr>
          <p:cNvPr id="17" name="Answer 3 اَلۡقَمَرُ" descr="اَلۡقَمَر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اَلۡقَمَرُ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1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عِلۡمُ" descr="ٱلۡعِلۡم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فَٱسۡجُدُوا۟" descr="فَٱسۡجُد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فَٱسۡجُدُوا۟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ۡفَجۡرِ" descr="وَٱلۡفَجۡر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وَٱلۡفَجۡرِ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تَّقُوا۟" descr="وَٱتَّق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وَٱتَّقُوا۟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ُلِ ٱدۡعُوا۟" descr="قُلِ ٱدۡع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قُلِ ٱدۡعُوا۟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عِلۡمُ" descr="ٱلۡعِلۡم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فَٱسۡجُدُوا۟" descr="فَٱسۡجُد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فَٱسۡجُدُوا۟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ۡفَجۡرِ" descr="وَٱلۡفَجۡر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وَٱلۡفَجۡرِ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تَّقُوا۟" descr="وَٱتَّق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وَٱتَّقُوا۟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ُلِ ٱدۡعُوا۟" descr="قُلِ ٱدۡع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قُلِ ٱدۡعُوا۟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utterfly Ja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Butterfly Jar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Catch the right butterfly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Catch the right butterfly.</a:t>
            </a:r>
          </a:p>
        </p:txBody>
      </p:sp>
      <p:sp>
        <p:nvSpPr>
          <p:cNvPr id="7" name="Line 3" descr="3.  Fill the ja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Fill the jar!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209800"/>
            <a:ext cx="2095500" cy="16764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اَلۡقَمَرُ" descr="اَلۡقَمَر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اَلۡقَمَرُ</a:t>
            </a:r>
          </a:p>
        </p:txBody>
      </p:sp>
      <p:pic>
        <p:nvPicPr>
          <p:cNvPr id="6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اُلۡقَمَرُ" descr="اُلۡقَمَر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اُلۡقَمَرُ</a:t>
            </a:r>
          </a:p>
        </p:txBody>
      </p:sp>
      <p:pic>
        <p:nvPicPr>
          <p:cNvPr id="8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اِلۡقَمَرُ" descr="اِلۡقَمَر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اِلۡقَمَرُ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2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اَ" descr="اَ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7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اِ" descr="اِ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9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اُ" descr="ا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3" name="Find ٱمۡرَأَةٌ" descr="ٱمۡرَأَ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اِلۡحَمۡدُ" descr="اِلۡحَمۡد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اِلۡحَمۡدُ</a:t>
            </a:r>
          </a:p>
        </p:txBody>
      </p:sp>
      <p:pic>
        <p:nvPicPr>
          <p:cNvPr id="8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اَلۡحَمۡدُ" descr="اَلۡحَمۡد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اَلۡحَمۡدُ</a:t>
            </a:r>
          </a:p>
        </p:txBody>
      </p:sp>
      <p:pic>
        <p:nvPicPr>
          <p:cNvPr id="10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اُلۡحَمۡدُ" descr="اُلۡحَمۡد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اُلۡحَمۡدُ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4" name="Find ٱلۡحَمۡدُ" descr="ٱلۡحَمۡد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أُمٌّ" descr="أُمٌّ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pic>
        <p:nvPicPr>
          <p:cNvPr id="9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إِذَا" descr="إِذَا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ٱلرَّحِيمُ" descr="ٱلرَّحِيم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اُلرَّحِيمُ" descr="اُلرَّحِيم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اُلرَّحِيمُ</a:t>
            </a:r>
          </a:p>
        </p:txBody>
      </p:sp>
      <p:pic>
        <p:nvPicPr>
          <p:cNvPr id="10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اِلرَّحِيمُ" descr="اِلرَّحِيمُ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اِلرَّحِيمُ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اَلرَّحِيمُ" descr="اَلرَّحِيم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اَلرَّحِيمُ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6" name="Find ٱلرَّحِيمُ" descr="ٱلرَّحِي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Caught butterfly 5" descr="Caught butterfly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619500"/>
            <a:ext cx="698500" cy="558800"/>
          </a:xfrm>
          <a:prstGeom prst="rect">
            <a:avLst/>
          </a:prstGeom>
        </p:spPr>
      </p:pic>
      <p:sp>
        <p:nvSpPr>
          <p:cNvPr id="9" name="A jar full of butterflies!" descr="A jar full of butterflies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 jar full of butterflies!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اَلۡقَمَرُ" descr="اَلۡقَمَر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اَلۡقَمَرُ</a:t>
            </a:r>
          </a:p>
        </p:txBody>
      </p:sp>
      <p:pic>
        <p:nvPicPr>
          <p:cNvPr id="6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اُلۡقَمَرُ" descr="اُلۡقَمَر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اُلۡقَمَرُ</a:t>
            </a:r>
          </a:p>
        </p:txBody>
      </p:sp>
      <p:pic>
        <p:nvPicPr>
          <p:cNvPr id="8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اِلۡقَمَرُ" descr="اِلۡقَمَر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اِلۡقَمَرُ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3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اَ" descr="اَ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7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اِ" descr="اِ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9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اُ" descr="ا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4" name="Find ٱمۡرَأَةٌ" descr="ٱمۡرَأَ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اِلۡحَمۡدُ" descr="اِلۡحَمۡد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اِلۡحَمۡدُ</a:t>
            </a:r>
          </a:p>
        </p:txBody>
      </p:sp>
      <p:pic>
        <p:nvPicPr>
          <p:cNvPr id="8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اَلۡحَمۡدُ" descr="اَلۡحَمۡد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اَلۡحَمۡدُ</a:t>
            </a:r>
          </a:p>
        </p:txBody>
      </p:sp>
      <p:pic>
        <p:nvPicPr>
          <p:cNvPr id="10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اُلۡحَمۡدُ" descr="اُلۡحَمۡد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اُلۡحَمۡدُ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5" name="Find ٱلۡحَمۡدُ" descr="ٱلۡحَمۡد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أُمٌّ" descr="أُمٌّ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pic>
        <p:nvPicPr>
          <p:cNvPr id="9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إِذَا" descr="إِذَا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ٱلرَّحِيمُ" descr="ٱلرَّحِيم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اُلرَّحِيمُ" descr="اُلرَّحِيم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اُلرَّحِيمُ</a:t>
            </a:r>
          </a:p>
        </p:txBody>
      </p:sp>
      <p:pic>
        <p:nvPicPr>
          <p:cNvPr id="10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اِلرَّحِيمُ" descr="اِلرَّحِيمُ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اِلرَّحِيمُ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اَلرَّحِيمُ" descr="اَلرَّحِيم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اَلرَّحِيمُ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7" name="Find ٱلرَّحِيمُ" descr="ٱلرَّحِي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amel Tri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Camel Trip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Walk the camel to the wate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Walk the camel to the water!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165684"/>
            <a:ext cx="2095500" cy="1764632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اُ" descr="ا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6" name="Answer 2 اِ" descr="اِ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7" name="Answer 3 اَ" descr="اَ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هۡدِنَا" descr="ٱهۡدِنَ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ٱهۡدِنَا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اِصۡبِرۡ" descr="اِصۡبِر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اِصۡبِرۡ</a:t>
            </a:r>
          </a:p>
        </p:txBody>
      </p:sp>
      <p:sp>
        <p:nvSpPr>
          <p:cNvPr id="6" name="Answer 2 اُصۡبِرۡ" descr="اُصۡبِر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اُصۡبِرۡ</a:t>
            </a:r>
          </a:p>
        </p:txBody>
      </p:sp>
      <p:sp>
        <p:nvSpPr>
          <p:cNvPr id="7" name="Answer 3 اَصۡبِرۡ" descr="اَصۡبِرۡ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اَصۡبِرۡ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صۡبِرۡ" descr="ٱصۡبِ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ٱفۡتَحۡ" descr="ٱفۡتَح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ٱفۡتَحۡ</a:t>
            </a:r>
          </a:p>
        </p:txBody>
      </p:sp>
      <p:sp>
        <p:nvSpPr>
          <p:cNvPr id="6" name="Answer 2 أُخۡتٌ" descr="أُخۡتٌ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7" name="Answer 3 أَنۡتَ" descr="أَنۡتَ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أَنۡتَ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اَلۡقَمَرُ" descr="اَلۡقَمَ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اَلۡقَمَرُ</a:t>
            </a:r>
          </a:p>
        </p:txBody>
      </p:sp>
      <p:sp>
        <p:nvSpPr>
          <p:cNvPr id="6" name="Answer 2 اُلۡقَمَرُ" descr="اُلۡقَمَر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اُلۡقَمَرُ</a:t>
            </a:r>
          </a:p>
        </p:txBody>
      </p:sp>
      <p:sp>
        <p:nvSpPr>
          <p:cNvPr id="7" name="Answer 3 اِلۡقَمَرُ" descr="اِلۡقَمَر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اِلۡقَمَرُ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اُ" descr="ا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6" name="Answer 2 اَ" descr="اَ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7" name="Answer 3 اِ" descr="اِ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خۡرُجۡ" descr="ٱخۡرُج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3810000"/>
            <a:ext cx="2413000" cy="2032000"/>
          </a:xfrm>
          <a:prstGeom prst="rect">
            <a:avLst/>
          </a:prstGeom>
        </p:spPr>
      </p:pic>
      <p:sp>
        <p:nvSpPr>
          <p:cNvPr id="5" name="Water at last!" descr="Water at last!"/>
          <p:cNvSpPr/>
          <p:nvPr/>
        </p:nvSpPr>
        <p:spPr>
          <a:xfrm>
            <a:off x="5715000" y="2095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Water at last!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اُ" descr="ا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6" name="Answer 2 اِ" descr="اِ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7" name="Answer 3 اَ" descr="اَ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1" name="Find ٱهۡدِنَا" descr="ٱهۡدِنَ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ٱهۡدِنَا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اِصۡبِرۡ" descr="اِصۡبِر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اِصۡبِرۡ</a:t>
            </a:r>
          </a:p>
        </p:txBody>
      </p:sp>
      <p:sp>
        <p:nvSpPr>
          <p:cNvPr id="6" name="Answer 2 اُصۡبِرۡ" descr="اُصۡبِر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اُصۡبِرۡ</a:t>
            </a:r>
          </a:p>
        </p:txBody>
      </p:sp>
      <p:sp>
        <p:nvSpPr>
          <p:cNvPr id="7" name="Answer 3 اَصۡبِرۡ" descr="اَصۡبِرۡ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اَصۡبِرۡ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صۡبِرۡ" descr="ٱصۡبِ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ٱفۡتَحۡ" descr="ٱفۡتَح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ٱفۡتَحۡ</a:t>
            </a:r>
          </a:p>
        </p:txBody>
      </p:sp>
      <p:sp>
        <p:nvSpPr>
          <p:cNvPr id="6" name="Answer 2 أُخۡتٌ" descr="أُخۡتٌ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7" name="Answer 3 أَنۡتَ" descr="أَنۡتَ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أَنۡتَ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اَلۡقَمَرُ" descr="اَلۡقَمَ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اَلۡقَمَرُ</a:t>
            </a:r>
          </a:p>
        </p:txBody>
      </p:sp>
      <p:sp>
        <p:nvSpPr>
          <p:cNvPr id="6" name="Answer 2 اُلۡقَمَرُ" descr="اُلۡقَمَر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اُلۡقَمَرُ</a:t>
            </a:r>
          </a:p>
        </p:txBody>
      </p:sp>
      <p:sp>
        <p:nvSpPr>
          <p:cNvPr id="7" name="Answer 3 اِلۡقَمَرُ" descr="اِلۡقَمَر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اِلۡقَمَرُ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اُ" descr="ا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6" name="Answer 2 اَ" descr="اَ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7" name="Answer 3 اِ" descr="اِ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1" name="Find ٱخۡرُجۡ" descr="ٱخۡرُج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اِشۡكُرُوا۟" descr="اِشۡكُرُوا۟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اِشۡكُرُوا۟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اُشۡكُرُوا۟" descr="اُشۡكُرُوا۟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اُشۡكُرُوا۟</a:t>
            </a:r>
          </a:p>
        </p:txBody>
      </p:sp>
      <p:pic>
        <p:nvPicPr>
          <p:cNvPr id="7" name="Egg 3" descr="Egg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اَشۡكُرُوا۟" descr="اَشۡكُرُوا۟">
            <a:hlinkClick action="ppaction://hlinksldjump" r:id="rId6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اَشۡكُرُوا۟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شۡكُرُوا۟" descr="ٱش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ٱلشَّمۡسُ" descr="ٱلشَّمۡس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إِذَا" descr="إِذَا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pic>
        <p:nvPicPr>
          <p:cNvPr id="8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أَكَلَ" descr="أَكَلَ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اَفۡتَحۡ" descr="اَفۡتَحۡ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اَفۡتَحۡ</a:t>
            </a:r>
          </a:p>
        </p:txBody>
      </p:sp>
      <p:pic>
        <p:nvPicPr>
          <p:cNvPr id="7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اُفۡتَحۡ" descr="اُفۡتَحۡ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اُفۡتَحۡ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اِفۡتَحۡ" descr="اِفۡتَحۡ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اِفۡتَحۡ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3" name="Find ٱفۡتَحۡ" descr="ٱفۡتَح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ٱفۡتَحۡ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اَ" descr="اَ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اُ" descr="ا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10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اِ" descr="اِ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4" name="Find ٱعۡبُدُوا۟" descr="ٱعۡبُد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ٱعۡبُدُوا۟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اُدۡخُلُوا۟" descr="اُدۡخُلُوا۟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اُدۡخُلُوا۟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اِدۡخُلُوا۟" descr="اِدۡخُلُوا۟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اِدۡخُلُوا۟</a:t>
            </a:r>
          </a:p>
        </p:txBody>
      </p:sp>
      <p:pic>
        <p:nvPicPr>
          <p:cNvPr id="11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اَدۡخُلُوا۟" descr="اَدۡخُلُوا۟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اَدۡخُلُوا۟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5" name="Find ٱدۡخُلُوا۟" descr="ٱدۡخُل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Baby dino 5" descr="Baby dino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5397500"/>
            <a:ext cx="1016000" cy="1016000"/>
          </a:xfrm>
          <a:prstGeom prst="rect">
            <a:avLst/>
          </a:prstGeom>
        </p:spPr>
      </p:pic>
      <p:sp>
        <p:nvSpPr>
          <p:cNvPr id="8" name="All the eggs hatched!" descr="All the eggs hatched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All the eggs hatched!</a:t>
            </a:r>
          </a:p>
        </p:txBody>
      </p:sp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اِشۡكُرُوا۟" descr="اِشۡكُرُوا۟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اِشۡكُرُوا۟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اُشۡكُرُوا۟" descr="اُشۡكُرُوا۟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اُشۡكُرُوا۟</a:t>
            </a:r>
          </a:p>
        </p:txBody>
      </p:sp>
      <p:pic>
        <p:nvPicPr>
          <p:cNvPr id="7" name="Egg 3" descr="Egg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اَشۡكُرُوا۟" descr="اَشۡكُرُوا۟">
            <a:hlinkClick action="ppaction://hlinksldjump" r:id="rId6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اَشۡكُرُوا۟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2" name="Find ٱشۡكُرُوا۟" descr="ٱش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ٱلشَّمۡسُ" descr="ٱلشَّمۡس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إِذَا" descr="إِذَا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pic>
        <p:nvPicPr>
          <p:cNvPr id="8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أَكَلَ" descr="أَكَلَ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اَفۡتَحۡ" descr="اَفۡتَحۡ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اَفۡتَحۡ</a:t>
            </a:r>
          </a:p>
        </p:txBody>
      </p:sp>
      <p:pic>
        <p:nvPicPr>
          <p:cNvPr id="7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اُفۡتَحۡ" descr="اُفۡتَحۡ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اُفۡتَحۡ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اِفۡتَحۡ" descr="اِفۡتَحۡ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اِفۡتَحۡ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4" name="Find ٱفۡتَحۡ" descr="ٱفۡتَح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ٱفۡتَحۡ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اَ" descr="اَ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اُ" descr="ا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10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اِ" descr="اِ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5" name="Find ٱعۡبُدُوا۟" descr="ٱعۡبُد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ٱعۡبُدُوا۟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اُدۡخُلُوا۟" descr="اُدۡخُلُوا۟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اُدۡخُلُوا۟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اِدۡخُلُوا۟" descr="اِدۡخُلُوا۟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اِدۡخُلُوا۟</a:t>
            </a:r>
          </a:p>
        </p:txBody>
      </p:sp>
      <p:pic>
        <p:nvPicPr>
          <p:cNvPr id="11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اَدۡخُلُوا۟" descr="اَدۡخُلُوا۟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اَدۡخُلُوا۟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6" name="Find ٱدۡخُلُوا۟" descr="ٱدۡخُل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أَخَذَ" descr="أَخَذَ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pic>
        <p:nvPicPr>
          <p:cNvPr id="7" name="Toy 2" descr="To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إِنَّ" descr="إِنَّ">
            <a:hlinkClick action="ppaction://hlinksldjump" r:id="rId7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pic>
        <p:nvPicPr>
          <p:cNvPr id="9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ٱلرَّحِيمُ" descr="ٱلرَّحِيمُ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اَذۡكُرُوا۟" descr="اَذۡكُرُوا۟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اَذۡكُرُوا۟</a:t>
            </a:r>
          </a:p>
        </p:txBody>
      </p:sp>
      <p:pic>
        <p:nvPicPr>
          <p:cNvPr id="8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اِذۡكُرُوا۟" descr="اِذۡكُرُوا۟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اِذۡكُرُوا۟</a:t>
            </a:r>
          </a:p>
        </p:txBody>
      </p:sp>
      <p:pic>
        <p:nvPicPr>
          <p:cNvPr id="10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اُذۡكُرُوا۟" descr="اُذۡكُرُوا۟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اُذۡكُرُوا۟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4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اُ" descr="ا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اِ" descr="اِ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11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اَ" descr="اَ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5" name="Find ٱصۡبِرۡ" descr="ٱصۡبِ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اُذۡهَبۡ" descr="اُذۡهَبۡ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اُذۡهَبۡ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اِذۡهَبۡ" descr="اِذۡهَبۡ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اِذۡهَبۡ</a:t>
            </a:r>
          </a:p>
        </p:txBody>
      </p:sp>
      <p:pic>
        <p:nvPicPr>
          <p:cNvPr id="12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اَذۡهَبۡ" descr="اَذۡهَبۡ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اَذۡهَبۡ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6" name="Find ٱذۡهَبۡ" descr="ٱذۡهَ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ٱذۡهَبۡ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ٱسۡجُدُوا۟" descr="ٱسۡجُدُوا۟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ٱسۡجُدُوا۟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أُخۡتٌ" descr="أُخۡتٌ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pic>
        <p:nvPicPr>
          <p:cNvPr id="13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أَرۡضٌ" descr="أَرۡضٌ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أَرۡضٌ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Prize 5" descr="Priz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81500"/>
            <a:ext cx="1206500" cy="1206500"/>
          </a:xfrm>
          <a:prstGeom prst="rect">
            <a:avLst/>
          </a:prstGeom>
        </p:spPr>
      </p:pic>
      <p:sp>
        <p:nvSpPr>
          <p:cNvPr id="9" name="You won all the toys!" descr="You won all the toys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won all the toys!</a:t>
            </a:r>
          </a:p>
        </p:txBody>
      </p:sp>
      <p:sp>
        <p:nvSpPr>
          <p:cNvPr id="10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9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أَخَذَ" descr="أَخَذَ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pic>
        <p:nvPicPr>
          <p:cNvPr id="7" name="Toy 2" descr="To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إِنَّ" descr="إِنَّ">
            <a:hlinkClick action="ppaction://hlinksldjump" r:id="rId7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pic>
        <p:nvPicPr>
          <p:cNvPr id="9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ٱلرَّحِيمُ" descr="ٱلرَّحِيمُ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اَذۡكُرُوا۟" descr="اَذۡكُرُوا۟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اَذۡكُرُوا۟</a:t>
            </a:r>
          </a:p>
        </p:txBody>
      </p:sp>
      <p:pic>
        <p:nvPicPr>
          <p:cNvPr id="8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اِذۡكُرُوا۟" descr="اِذۡكُرُوا۟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اِذۡكُرُوا۟</a:t>
            </a:r>
          </a:p>
        </p:txBody>
      </p:sp>
      <p:pic>
        <p:nvPicPr>
          <p:cNvPr id="10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اُذۡكُرُوا۟" descr="اُذۡكُرُوا۟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اُذۡكُرُوا۟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5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اُ" descr="ا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اِ" descr="اِ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11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اَ" descr="اَ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6" name="Find ٱصۡبِرۡ" descr="ٱصۡبِ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اُذۡهَبۡ" descr="اُذۡهَبۡ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اُذۡهَبۡ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اِذۡهَبۡ" descr="اِذۡهَبۡ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اِذۡهَبۡ</a:t>
            </a:r>
          </a:p>
        </p:txBody>
      </p:sp>
      <p:pic>
        <p:nvPicPr>
          <p:cNvPr id="12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اَذۡهَبۡ" descr="اَذۡهَبۡ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اَذۡهَبۡ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7" name="Find ٱذۡهَبۡ" descr="ٱذۡهَ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ٱذۡهَبۡ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ٱسۡجُدُوا۟" descr="ٱسۡجُدُوا۟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ٱسۡجُدُوا۟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أُخۡتٌ" descr="أُخۡتٌ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pic>
        <p:nvPicPr>
          <p:cNvPr id="13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أَرۡضٌ" descr="أَرۡضٌ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أَرۡضٌ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شۡكُرُوا۟" descr="ٱشۡكُر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ُلِ ٱدۡعُوا۟" descr="قُلِ ٱدۡع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قُلِ ٱدۡعُوا۟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ۡعَصۡرِ" descr="وَٱلۡعَصۡر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وَٱلۡعَصۡرِ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لَّهُ" descr="ٱللَّه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ٱللَّهُ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بِسۡمِ ٱللَّهِ" descr="بِسۡمِ ٱللَّه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بِسۡمِ ٱللَّهِ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شۡكُرُوا۟" descr="ٱشۡكُر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ُلِ ٱدۡعُوا۟" descr="قُلِ ٱدۡع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قُلِ ٱدۡعُوا۟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ۡعَصۡرِ" descr="وَٱلۡعَصۡر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وَٱلۡعَصۡرِ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لَّهُ" descr="ٱللَّه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ٱللَّهُ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بِسۡمِ ٱللَّهِ" descr="بِسۡمِ ٱللَّه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بِسۡمِ ٱللَّهِ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اِ" descr="ا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5" name="Answer 2 اُ" descr="ا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6" name="Answer 3 اَ" descr="ا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9" name="Find ٱقۡرَأۡ" descr="ٱقۡرَأ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ٱقۡرَأۡ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اَقۡرَأۡ" descr="اَقۡرَأ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اَقۡرَأۡ</a:t>
            </a:r>
          </a:p>
        </p:txBody>
      </p:sp>
      <p:sp>
        <p:nvSpPr>
          <p:cNvPr id="5" name="Answer 2 اِقۡرَأۡ" descr="اِقۡرَأ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اِقۡرَأۡ</a:t>
            </a:r>
          </a:p>
        </p:txBody>
      </p:sp>
      <p:sp>
        <p:nvSpPr>
          <p:cNvPr id="6" name="Answer 3 اُقۡرَأۡ" descr="اُقۡرَأۡ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اُقۡرَأۡ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9" name="Find ٱقۡرَأۡ" descr="ٱقۡرَأ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ٱقۡرَأۡ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أَبٌ" descr="أَ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5" name="Answer 2 ٱبۡنُوا۟" descr="ٱبۡن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6" name="Answer 3 أُخۡتٌ" descr="أُخۡت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اُهۡدِنَا" descr="اُهۡدِن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اُهۡدِنَا</a:t>
            </a:r>
          </a:p>
        </p:txBody>
      </p:sp>
      <p:sp>
        <p:nvSpPr>
          <p:cNvPr id="5" name="Answer 2 اَهۡدِنَا" descr="اَهۡدِنَ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اَهۡدِنَا</a:t>
            </a:r>
          </a:p>
        </p:txBody>
      </p:sp>
      <p:sp>
        <p:nvSpPr>
          <p:cNvPr id="6" name="Answer 3 اِهۡدِنَا" descr="اِهۡدِن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اِهۡدِنَا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9" name="Find ٱهۡدِنَا" descr="ٱهۡدِنَ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ٱهۡدِنَا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اِ" descr="ا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5" name="Answer 2 اَ" descr="ا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6" name="Answer 3 اُ" descr="ا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9" name="Find ٱنظُرۡ" descr="ٱنظُ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ٱنظُرۡ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016000"/>
            <a:ext cx="1905000" cy="2622550"/>
          </a:xfrm>
          <a:prstGeom prst="rect">
            <a:avLst/>
          </a:prstGeom>
        </p:spPr>
      </p:pic>
      <p:sp>
        <p:nvSpPr>
          <p:cNvPr id="4" name="Up in the sky!" descr="Up in the sky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Up in the sky!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اِ" descr="ا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5" name="Answer 2 اُ" descr="ا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6" name="Answer 3 اَ" descr="ا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قۡرَأۡ" descr="ٱقۡرَأ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ٱقۡرَأۡ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اَقۡرَأۡ" descr="اَقۡرَأ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اَقۡرَأۡ</a:t>
            </a:r>
          </a:p>
        </p:txBody>
      </p:sp>
      <p:sp>
        <p:nvSpPr>
          <p:cNvPr id="5" name="Answer 2 اِقۡرَأۡ" descr="اِقۡرَأ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اِقۡرَأۡ</a:t>
            </a:r>
          </a:p>
        </p:txBody>
      </p:sp>
      <p:sp>
        <p:nvSpPr>
          <p:cNvPr id="6" name="Answer 3 اُقۡرَأۡ" descr="اُقۡرَأۡ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اُقۡرَأۡ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قۡرَأۡ" descr="ٱقۡرَأ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ٱقۡرَأۡ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أَبٌ" descr="أَ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5" name="Answer 2 ٱبۡنُوا۟" descr="ٱبۡن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6" name="Answer 3 أُخۡتٌ" descr="أُخۡت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اُهۡدِنَا" descr="اُهۡدِن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اُهۡدِنَا</a:t>
            </a:r>
          </a:p>
        </p:txBody>
      </p:sp>
      <p:sp>
        <p:nvSpPr>
          <p:cNvPr id="5" name="Answer 2 اَهۡدِنَا" descr="اَهۡدِنَ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اَهۡدِنَا</a:t>
            </a:r>
          </a:p>
        </p:txBody>
      </p:sp>
      <p:sp>
        <p:nvSpPr>
          <p:cNvPr id="6" name="Answer 3 اِهۡدِنَا" descr="اِهۡدِن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اِهۡدِنَا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هۡدِنَا" descr="ٱهۡدِنَ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ٱهۡدِنَا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اِ" descr="ا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5" name="Answer 2 اَ" descr="ا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6" name="Answer 3 اُ" descr="ا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نظُرۡ" descr="ٱنظُ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ٱنظُرۡ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اِلنَّاسُ" descr="اِلنَّاس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اِلنَّاسُ</a:t>
            </a:r>
          </a:p>
        </p:txBody>
      </p:sp>
      <p:sp>
        <p:nvSpPr>
          <p:cNvPr id="6" name="Answer 2 اُلنَّاسُ" descr="اُلنَّاس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اُلنَّاسُ</a:t>
            </a:r>
          </a:p>
        </p:txBody>
      </p:sp>
      <p:sp>
        <p:nvSpPr>
          <p:cNvPr id="7" name="Answer 3 اَلنَّاسُ" descr="اَلنَّاس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اَلنَّاسُ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لنَّاسُ" descr="ٱلنَّا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أُخۡتٌ" descr="أُخۡتٌ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6" name="Answer 2 ٱقۡرَأۡ" descr="ٱقۡرَأ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ٱقۡرَأۡ</a:t>
            </a:r>
          </a:p>
        </p:txBody>
      </p:sp>
      <p:sp>
        <p:nvSpPr>
          <p:cNvPr id="7" name="Answer 3 أَكَلَ" descr="أَكَلَ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اَقۡرَأۡ" descr="اَقۡرَأ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اَقۡرَأۡ</a:t>
            </a:r>
          </a:p>
        </p:txBody>
      </p:sp>
      <p:sp>
        <p:nvSpPr>
          <p:cNvPr id="6" name="Answer 2 اِقۡرَأۡ" descr="اِقۡرَأ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اِقۡرَأۡ</a:t>
            </a:r>
          </a:p>
        </p:txBody>
      </p:sp>
      <p:sp>
        <p:nvSpPr>
          <p:cNvPr id="7" name="Answer 3 اُقۡرَأۡ" descr="اُقۡرَأۡ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اُقۡرَأۡ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قۡرَأۡ" descr="ٱقۡرَأ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ٱقۡرَأۡ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اُ" descr="ا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6" name="Answer 2 اِ" descr="اِ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7" name="Answer 3 اَ" descr="اَ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جۡلِسۡ" descr="ٱجۡلِس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ٱجۡلِسۡ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اِلرَّحِيمُ" descr="اِلرَّحِيم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اِلرَّحِيمُ</a:t>
            </a:r>
          </a:p>
        </p:txBody>
      </p:sp>
      <p:sp>
        <p:nvSpPr>
          <p:cNvPr id="6" name="Answer 2 اُلرَّحِيمُ" descr="اُلرَّحِيم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اُلرَّحِيمُ</a:t>
            </a:r>
          </a:p>
        </p:txBody>
      </p:sp>
      <p:sp>
        <p:nvSpPr>
          <p:cNvPr id="7" name="Answer 3 اَلرَّحِيمُ" descr="اَلرَّحِيم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اَلرَّحِيمُ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لرَّحِيمُ" descr="ٱلرَّحِي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3302000"/>
            <a:ext cx="2159000" cy="1905000"/>
          </a:xfrm>
          <a:prstGeom prst="rect">
            <a:avLst/>
          </a:prstGeom>
        </p:spPr>
      </p:pic>
      <p:sp>
        <p:nvSpPr>
          <p:cNvPr id="5" name="Land ahoy!" descr="Land ahoy!"/>
          <p:cNvSpPr/>
          <p:nvPr/>
        </p:nvSpPr>
        <p:spPr>
          <a:xfrm>
            <a:off x="5080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Land ahoy!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اِلنَّاسُ" descr="اِلنَّاس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اِلنَّاسُ</a:t>
            </a:r>
          </a:p>
        </p:txBody>
      </p:sp>
      <p:sp>
        <p:nvSpPr>
          <p:cNvPr id="6" name="Answer 2 اُلنَّاسُ" descr="اُلنَّاس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اُلنَّاسُ</a:t>
            </a:r>
          </a:p>
        </p:txBody>
      </p:sp>
      <p:sp>
        <p:nvSpPr>
          <p:cNvPr id="7" name="Answer 3 اَلنَّاسُ" descr="اَلنَّاس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اَلنَّاسُ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لنَّاسُ" descr="ٱلنَّا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أُخۡتٌ" descr="أُخۡتٌ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6" name="Answer 2 ٱقۡرَأۡ" descr="ٱقۡرَأ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ٱقۡرَأۡ</a:t>
            </a:r>
          </a:p>
        </p:txBody>
      </p:sp>
      <p:sp>
        <p:nvSpPr>
          <p:cNvPr id="7" name="Answer 3 أَكَلَ" descr="أَكَلَ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اَقۡرَأۡ" descr="اَقۡرَأ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اَقۡرَأۡ</a:t>
            </a:r>
          </a:p>
        </p:txBody>
      </p:sp>
      <p:sp>
        <p:nvSpPr>
          <p:cNvPr id="6" name="Answer 2 اِقۡرَأۡ" descr="اِقۡرَأ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اِقۡرَأۡ</a:t>
            </a:r>
          </a:p>
        </p:txBody>
      </p:sp>
      <p:sp>
        <p:nvSpPr>
          <p:cNvPr id="7" name="Answer 3 اُقۡرَأۡ" descr="اُقۡرَأۡ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اُقۡرَأۡ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قۡرَأۡ" descr="ٱقۡرَأ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ٱقۡرَأۡ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اُ" descr="ا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6" name="Answer 2 اِ" descr="اِ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7" name="Answer 3 اَ" descr="اَ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1" name="Find ٱجۡلِسۡ" descr="ٱجۡلِس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ٱجۡلِسۡ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اِلرَّحِيمُ" descr="اِلرَّحِيم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اِلرَّحِيمُ</a:t>
            </a:r>
          </a:p>
        </p:txBody>
      </p:sp>
      <p:sp>
        <p:nvSpPr>
          <p:cNvPr id="6" name="Answer 2 اُلرَّحِيمُ" descr="اُلرَّحِيم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اُلرَّحِيمُ</a:t>
            </a:r>
          </a:p>
        </p:txBody>
      </p:sp>
      <p:sp>
        <p:nvSpPr>
          <p:cNvPr id="7" name="Answer 3 اَلرَّحِيمُ" descr="اَلرَّحِيم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اَلرَّحِيمُ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لرَّحِيمُ" descr="ٱلرَّحِي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إِنَّ" descr="إِن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6" name="Answer 2 أَبٌ" descr="أَب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17" name="Answer 3 ٱهۡدِنَا" descr="ٱهۡدِن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ٱهۡدِنَا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َدۡخُلُوا۟" descr="اَدۡخُلُوا۟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اَدۡخُلُوا۟</a:t>
            </a:r>
          </a:p>
        </p:txBody>
      </p:sp>
      <p:sp>
        <p:nvSpPr>
          <p:cNvPr id="16" name="Answer 2 اِدۡخُلُوا۟" descr="اِدۡخُل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اِدۡخُلُوا۟</a:t>
            </a:r>
          </a:p>
        </p:txBody>
      </p:sp>
      <p:sp>
        <p:nvSpPr>
          <p:cNvPr id="17" name="Answer 3 اُدۡخُلُوا۟" descr="اُدۡخُلُوا۟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اُدۡخُلُوا۟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0" name="Find ٱدۡخُلُوا۟" descr="ٱدۡخُل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ِ" descr="اِ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6" name="Answer 2 اَ" descr="ا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7" name="Answer 3 اُ" descr="ا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20" name="Find ٱخۡرُجۡ" descr="ٱخۡرُج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ِللَّهُ" descr="اِللَّه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اِللَّهُ</a:t>
            </a:r>
          </a:p>
        </p:txBody>
      </p:sp>
      <p:sp>
        <p:nvSpPr>
          <p:cNvPr id="16" name="Answer 2 اُللَّهُ" descr="اُللَّه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اُللَّهُ</a:t>
            </a:r>
          </a:p>
        </p:txBody>
      </p:sp>
      <p:sp>
        <p:nvSpPr>
          <p:cNvPr id="17" name="Answer 3 اَللَّهُ" descr="اَللَّه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اَللَّهُ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0" name="Find ٱللَّهُ" descr="ٱللَّه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ٱللَّهُ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أُخۡتٌ" descr="أُخۡتٌ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16" name="Answer 2 إِنَّ" descr="إِنَ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7" name="Answer 3 ٱمۡشُوا۟" descr="ٱمۡشُوا۟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ٱمۡشُوا۟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Cookies are ready!" descr="Cookies are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Cookies are ready!</a:t>
            </a:r>
          </a:p>
        </p:txBody>
      </p:sp>
      <p:sp>
        <p:nvSpPr>
          <p:cNvPr id="1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إِنَّ" descr="إِن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6" name="Answer 2 أَبٌ" descr="أَب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17" name="Answer 3 ٱهۡدِنَا" descr="ٱهۡدِن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ٱهۡدِنَا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َدۡخُلُوا۟" descr="اَدۡخُلُوا۟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اَدۡخُلُوا۟</a:t>
            </a:r>
          </a:p>
        </p:txBody>
      </p:sp>
      <p:sp>
        <p:nvSpPr>
          <p:cNvPr id="16" name="Answer 2 اِدۡخُلُوا۟" descr="اِدۡخُل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اِدۡخُلُوا۟</a:t>
            </a:r>
          </a:p>
        </p:txBody>
      </p:sp>
      <p:sp>
        <p:nvSpPr>
          <p:cNvPr id="17" name="Answer 3 اُدۡخُلُوا۟" descr="اُدۡخُلُوا۟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اُدۡخُلُوا۟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1" name="Find ٱدۡخُلُوا۟" descr="ٱدۡخُل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ِ" descr="اِ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6" name="Answer 2 اَ" descr="ا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7" name="Answer 3 اُ" descr="ا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21" name="Find ٱخۡرُجۡ" descr="ٱخۡرُج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ِللَّهُ" descr="اِللَّه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اِللَّهُ</a:t>
            </a:r>
          </a:p>
        </p:txBody>
      </p:sp>
      <p:sp>
        <p:nvSpPr>
          <p:cNvPr id="16" name="Answer 2 اُللَّهُ" descr="اُللَّه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اُللَّهُ</a:t>
            </a:r>
          </a:p>
        </p:txBody>
      </p:sp>
      <p:sp>
        <p:nvSpPr>
          <p:cNvPr id="17" name="Answer 3 اَللَّهُ" descr="اَللَّه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اَللَّهُ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1" name="Find ٱللَّهُ" descr="ٱللَّه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ٱللَّهُ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أُخۡتٌ" descr="أُخۡتٌ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16" name="Answer 2 إِنَّ" descr="إِنَ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7" name="Answer 3 ٱمۡشُوا۟" descr="ٱمۡشُوا۟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ٱمۡشُوا۟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ُلِ ٱدۡعُوا۟" descr="قُلِ ٱدۡع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قُلِ ٱدۡعُوا۟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مِنَ ٱللَّهِ" descr="مِنَ ٱللَّه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مِنَ ٱللَّهِ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فَٱسۡجُدُوا۟" descr="فَٱسۡجُد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فَٱسۡجُدُوا۟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ُلِ ٱدۡعُوا۟" descr="قُلِ ٱدۡع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قُلِ ٱدۡعُوا۟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شۡكُرُوا۟" descr="ٱشۡكُر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ُلِ ٱدۡعُوا۟" descr="قُلِ ٱدۡع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قُلِ ٱدۡعُوا۟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مِنَ ٱللَّهِ" descr="مِنَ ٱللَّه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مِنَ ٱللَّهِ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فَٱسۡجُدُوا۟" descr="فَٱسۡجُد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فَٱسۡجُدُوا۟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ُلِ ٱدۡعُوا۟" descr="قُلِ ٱدۡع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قُلِ ٱدۡعُوا۟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شۡكُرُوا۟" descr="ٱشۡكُر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Apple Tree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8A6CF0"/>
                </a:solidFill>
                <a:latin typeface="Arial"/>
                <a:cs typeface="Arial"/>
              </a:rPr>
              <a:t>How to play: Apple Tree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 the wor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Read the word, then tap your team.</a:t>
            </a:r>
          </a:p>
        </p:txBody>
      </p:sp>
      <p:sp>
        <p:nvSpPr>
          <p:cNvPr id="7" name="Line 3" descr="3.  First basket with 5 apples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First basket with 5 apples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375" y="2095500"/>
            <a:ext cx="174625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2413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3" name="Apple 10" descr="Appl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سۡجُدُوا۟" descr="ٱسۡجُد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ٱسۡجُدُوا۟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سۡمُ" descr="ٱسۡ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ٱسۡمُ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صۡبِرۡ" descr="ٱصۡبِرۡ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قۡرَأۡ" descr="ٱقۡرَأۡ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ٱقۡرَأۡ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مۡرَأَةٌ" descr="ٱمۡرَأَةٌ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سۡمُ" descr="ٱسۡ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ٱسۡمُ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صۡبِرۡ" descr="ٱصۡبِرۡ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قۡرَأۡ" descr="ٱقۡرَأۡ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ٱقۡرَأۡ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مۡرَأَةٌ" descr="ٱمۡرَأَةٌ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بِسۡمِ ٱللَّهِ" descr="بِسۡمِ ٱللَّهِ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بِسۡمِ ٱللَّهِ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صۡبِرۡ" descr="ٱصۡبِرۡ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قۡرَأۡ" descr="ٱقۡرَأۡ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ٱقۡرَأۡ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مۡرَأَةٌ" descr="ٱمۡرَأَةٌ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بِسۡمِ ٱللَّهِ" descr="بِسۡمِ ٱللَّهِ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بِسۡمِ ٱللَّهِ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بَيۡتُ" descr="ٱلۡبَيۡت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قۡرَأۡ" descr="ٱقۡرَأۡ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ٱقۡرَأۡ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مۡرَأَةٌ" descr="ٱمۡرَأَةٌ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بِسۡمِ ٱللَّهِ" descr="بِسۡمِ ٱللَّهِ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بِسۡمِ ٱللَّهِ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بَيۡتُ" descr="ٱلۡبَيۡت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عِلۡمُ" descr="ٱلۡعِلۡ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مۡرَأَةٌ" descr="ٱمۡرَأَةٌ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بِسۡمِ ٱللَّهِ" descr="بِسۡمِ ٱللَّهِ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بِسۡمِ ٱللَّهِ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بَيۡتُ" descr="ٱلۡبَيۡت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عِلۡمُ" descr="ٱلۡعِلۡ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دۡخُلُوا۟" descr="ٱدۡخُل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اَ" descr="اَ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6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اُ" descr="ا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8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اِ" descr="اِ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2" name="Find ٱدۡخُلُوا۟" descr="ٱدۡخُل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اِنظُرۡ" descr="اِنظُرۡ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اِنظُرۡ</a:t>
            </a:r>
          </a:p>
        </p:txBody>
      </p:sp>
      <p:pic>
        <p:nvPicPr>
          <p:cNvPr id="7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اُنظُرۡ" descr="اُنظُرۡ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اُنظُرۡ</a:t>
            </a:r>
          </a:p>
        </p:txBody>
      </p:sp>
      <p:pic>
        <p:nvPicPr>
          <p:cNvPr id="9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اَنظُرۡ" descr="اَنظُرۡ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اَنظُرۡ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3" name="Find ٱنظُرۡ" descr="ٱنظُ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ٱنظُرۡ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إِنَّ" descr="إِنَّ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pic>
        <p:nvPicPr>
          <p:cNvPr id="8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ٱشۡكُرُوا۟" descr="ٱشۡكُرُوا۟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pic>
        <p:nvPicPr>
          <p:cNvPr id="10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إِذَا" descr="إِذَا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اَلۡفِيلُ" descr="اَلۡفِيل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اَلۡفِيلُ</a:t>
            </a:r>
          </a:p>
        </p:txBody>
      </p:sp>
      <p:pic>
        <p:nvPicPr>
          <p:cNvPr id="9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اُلۡفِيلُ" descr="اُلۡفِيل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اُلۡفِيلُ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اِلۡفِيلُ" descr="اِلۡفِيل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اِلۡفِيلُ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5" name="Find ٱلۡفِيلُ" descr="ٱلۡفِيل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اِ" descr="اِ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10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اَ" descr="اَ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اُ" descr="ا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6" name="Find ٱدۡعُ" descr="ٱدۡع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ٱدۡعُ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Caught butterfly 5" descr="Caught butterfly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619500"/>
            <a:ext cx="698500" cy="558800"/>
          </a:xfrm>
          <a:prstGeom prst="rect">
            <a:avLst/>
          </a:prstGeom>
        </p:spPr>
      </p:pic>
      <p:sp>
        <p:nvSpPr>
          <p:cNvPr id="9" name="A jar full of butterflies!" descr="A jar full of butterflies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 jar full of butterflies!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اَ" descr="اَ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6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اُ" descr="ا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8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اِ" descr="اِ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3" name="Find ٱدۡخُلُوا۟" descr="ٱدۡخُل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اِنظُرۡ" descr="اِنظُرۡ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اِنظُرۡ</a:t>
            </a:r>
          </a:p>
        </p:txBody>
      </p:sp>
      <p:pic>
        <p:nvPicPr>
          <p:cNvPr id="7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اُنظُرۡ" descr="اُنظُرۡ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اُنظُرۡ</a:t>
            </a:r>
          </a:p>
        </p:txBody>
      </p:sp>
      <p:pic>
        <p:nvPicPr>
          <p:cNvPr id="9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اَنظُرۡ" descr="اَنظُرۡ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اَنظُرۡ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4" name="Find ٱنظُرۡ" descr="ٱنظُ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ٱنظُرۡ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إِنَّ" descr="إِنَّ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pic>
        <p:nvPicPr>
          <p:cNvPr id="8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ٱشۡكُرُوا۟" descr="ٱشۡكُرُوا۟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pic>
        <p:nvPicPr>
          <p:cNvPr id="10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إِذَا" descr="إِذَا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اَلۡفِيلُ" descr="اَلۡفِيل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اَلۡفِيلُ</a:t>
            </a:r>
          </a:p>
        </p:txBody>
      </p:sp>
      <p:pic>
        <p:nvPicPr>
          <p:cNvPr id="9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اُلۡفِيلُ" descr="اُلۡفِيل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اُلۡفِيلُ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اِلۡفِيلُ" descr="اِلۡفِيل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اِلۡفِيلُ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6" name="Find ٱلۡفِيلُ" descr="ٱلۡفِيل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اِ" descr="اِ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10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اَ" descr="اَ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اُ" descr="ا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7" name="Find ٱدۡعُ" descr="ٱدۡع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ٱدۡعُ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اُلنَّاسُ" descr="اُلنَّاس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اُلنَّاسُ</a:t>
            </a:r>
          </a:p>
        </p:txBody>
      </p:sp>
      <p:sp>
        <p:nvSpPr>
          <p:cNvPr id="6" name="Answer 2 اِلنَّاسُ" descr="اِلنَّاس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اِلنَّاسُ</a:t>
            </a:r>
          </a:p>
        </p:txBody>
      </p:sp>
      <p:sp>
        <p:nvSpPr>
          <p:cNvPr id="7" name="Answer 3 اَلنَّاسُ" descr="اَلنَّاس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اَلنَّاسُ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لنَّاسُ" descr="ٱلنَّا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ٱشۡكُرُوا۟" descr="ٱشۡكُرُوا۟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6" name="Answer 2 أَنۡتَ" descr="أَنۡتَ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أَنۡتَ</a:t>
            </a:r>
          </a:p>
        </p:txBody>
      </p:sp>
      <p:sp>
        <p:nvSpPr>
          <p:cNvPr id="7" name="Answer 3 أَكَلَ" descr="أَكَلَ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اُنظُرۡ" descr="اُنظُر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اُنظُرۡ</a:t>
            </a:r>
          </a:p>
        </p:txBody>
      </p:sp>
      <p:sp>
        <p:nvSpPr>
          <p:cNvPr id="6" name="Answer 2 اِنظُرۡ" descr="اِنظُر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اِنظُرۡ</a:t>
            </a:r>
          </a:p>
        </p:txBody>
      </p:sp>
      <p:sp>
        <p:nvSpPr>
          <p:cNvPr id="7" name="Answer 3 اَنظُرۡ" descr="اَنظُرۡ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اَنظُرۡ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نظُرۡ" descr="ٱنظُ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ٱنظُرۡ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اَ" descr="اَ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6" name="Answer 2 اُ" descr="ا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Answer 3 اِ" descr="اِ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بۡنُ" descr="ٱبۡ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اَلدِّينُ" descr="اَلدِّين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اَلدِّينُ</a:t>
            </a:r>
          </a:p>
        </p:txBody>
      </p:sp>
      <p:sp>
        <p:nvSpPr>
          <p:cNvPr id="6" name="Answer 2 اُلدِّينُ" descr="اُلدِّين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اُلدِّينُ</a:t>
            </a:r>
          </a:p>
        </p:txBody>
      </p:sp>
      <p:sp>
        <p:nvSpPr>
          <p:cNvPr id="7" name="Answer 3 اِلدِّينُ" descr="اِلدِّين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اِلدِّينُ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لدِّينُ" descr="ٱلدِّي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ٱلدِّينُ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3810000"/>
            <a:ext cx="2413000" cy="2032000"/>
          </a:xfrm>
          <a:prstGeom prst="rect">
            <a:avLst/>
          </a:prstGeom>
        </p:spPr>
      </p:pic>
      <p:sp>
        <p:nvSpPr>
          <p:cNvPr id="5" name="Water at last!" descr="Water at last!"/>
          <p:cNvSpPr/>
          <p:nvPr/>
        </p:nvSpPr>
        <p:spPr>
          <a:xfrm>
            <a:off x="5715000" y="2095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Water at last!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اُلنَّاسُ" descr="اُلنَّاس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اُلنَّاسُ</a:t>
            </a:r>
          </a:p>
        </p:txBody>
      </p:sp>
      <p:sp>
        <p:nvSpPr>
          <p:cNvPr id="6" name="Answer 2 اِلنَّاسُ" descr="اِلنَّاس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اِلنَّاسُ</a:t>
            </a:r>
          </a:p>
        </p:txBody>
      </p:sp>
      <p:sp>
        <p:nvSpPr>
          <p:cNvPr id="7" name="Answer 3 اَلنَّاسُ" descr="اَلنَّاس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اَلنَّاسُ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لنَّاسُ" descr="ٱلنَّا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ٱشۡكُرُوا۟" descr="ٱشۡكُرُوا۟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6" name="Answer 2 أَنۡتَ" descr="أَنۡتَ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أَنۡتَ</a:t>
            </a:r>
          </a:p>
        </p:txBody>
      </p:sp>
      <p:sp>
        <p:nvSpPr>
          <p:cNvPr id="7" name="Answer 3 أَكَلَ" descr="أَكَلَ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اُنظُرۡ" descr="اُنظُر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اُنظُرۡ</a:t>
            </a:r>
          </a:p>
        </p:txBody>
      </p:sp>
      <p:sp>
        <p:nvSpPr>
          <p:cNvPr id="6" name="Answer 2 اِنظُرۡ" descr="اِنظُرۡ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اِنظُرۡ</a:t>
            </a:r>
          </a:p>
        </p:txBody>
      </p:sp>
      <p:sp>
        <p:nvSpPr>
          <p:cNvPr id="7" name="Answer 3 اَنظُرۡ" descr="اَنظُرۡ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اَنظُرۡ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نظُرۡ" descr="ٱنظُ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ٱنظُرۡ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اَ" descr="اَ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6" name="Answer 2 اُ" descr="ا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Answer 3 اِ" descr="اِ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1" name="Find ٱبۡنُ" descr="ٱبۡ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اَلدِّينُ" descr="اَلدِّين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اَلدِّينُ</a:t>
            </a:r>
          </a:p>
        </p:txBody>
      </p:sp>
      <p:sp>
        <p:nvSpPr>
          <p:cNvPr id="6" name="Answer 2 اُلدِّينُ" descr="اُلدِّين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اُلدِّينُ</a:t>
            </a:r>
          </a:p>
        </p:txBody>
      </p:sp>
      <p:sp>
        <p:nvSpPr>
          <p:cNvPr id="7" name="Answer 3 اِلدِّينُ" descr="اِلدِّين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اِلدِّينُ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لدِّينُ" descr="ٱلدِّي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ٱلدِّينُ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أَبٌ" descr="أَبٌ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pic>
        <p:nvPicPr>
          <p:cNvPr id="5" name="Egg 2" descr="Egg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أُخۡتٌ" descr="أُخۡتٌ">
            <a:hlinkClick action="ppaction://hlinksldjump" r:id="rId6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pic>
        <p:nvPicPr>
          <p:cNvPr id="7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ٱخۡرُجۡ" descr="ٱخۡرُجۡ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اَسۡمُ" descr="اَسۡم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اَسۡمُ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اِسۡمُ" descr="اِسۡم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اِسۡمُ</a:t>
            </a:r>
          </a:p>
        </p:txBody>
      </p:sp>
      <p:pic>
        <p:nvPicPr>
          <p:cNvPr id="8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اُسۡمُ" descr="اُسۡم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اُسۡمُ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2" name="Find ٱسۡمُ" descr="ٱسۡ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ٱسۡمُ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اَ" descr="اَ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اِ" descr="اِ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9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اُ" descr="ا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3" name="Find ٱجۡلِسۡ" descr="ٱجۡلِس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ٱجۡلِسۡ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اُذۡكُرُوا۟" descr="اُذۡكُرُوا۟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اُذۡكُرُوا۟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اِذۡكُرُوا۟" descr="اِذۡكُرُوا۟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اِذۡكُرُوا۟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اَذۡكُرُوا۟" descr="اَذۡكُرُوا۟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اَذۡكُرُوا۟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4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أَخَذَ" descr="أَخَذَ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ٱشۡكُرُوا۟" descr="ٱشۡكُرُوا۟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pic>
        <p:nvPicPr>
          <p:cNvPr id="11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أَبٌ" descr="أَبٌ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Baby dino 5" descr="Baby dino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5397500"/>
            <a:ext cx="1016000" cy="1016000"/>
          </a:xfrm>
          <a:prstGeom prst="rect">
            <a:avLst/>
          </a:prstGeom>
        </p:spPr>
      </p:pic>
      <p:sp>
        <p:nvSpPr>
          <p:cNvPr id="8" name="All the eggs hatched!" descr="All the eggs hatched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All the eggs hatched!</a:t>
            </a:r>
          </a:p>
        </p:txBody>
      </p:sp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أَبٌ" descr="أَبٌ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pic>
        <p:nvPicPr>
          <p:cNvPr id="5" name="Egg 2" descr="Egg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أُخۡتٌ" descr="أُخۡتٌ">
            <a:hlinkClick action="ppaction://hlinksldjump" r:id="rId6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pic>
        <p:nvPicPr>
          <p:cNvPr id="7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ٱخۡرُجۡ" descr="ٱخۡرُجۡ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اَسۡمُ" descr="اَسۡم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اَسۡمُ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اِسۡمُ" descr="اِسۡم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اِسۡمُ</a:t>
            </a:r>
          </a:p>
        </p:txBody>
      </p:sp>
      <p:pic>
        <p:nvPicPr>
          <p:cNvPr id="8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اُسۡمُ" descr="اُسۡم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اُسۡمُ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3" name="Find ٱسۡمُ" descr="ٱسۡ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ٱسۡمُ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اَ" descr="اَ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اِ" descr="اِ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9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اُ" descr="ا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4" name="Find ٱجۡلِسۡ" descr="ٱجۡلِس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ٱجۡلِسۡ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اُذۡكُرُوا۟" descr="اُذۡكُرُوا۟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اُذۡكُرُوا۟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اِذۡكُرُوا۟" descr="اِذۡكُرُوا۟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اِذۡكُرُوا۟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اَذۡكُرُوا۟" descr="اَذۡكُرُوا۟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اَذۡكُرُوا۟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5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أَخَذَ" descr="أَخَذَ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ٱشۡكُرُوا۟" descr="ٱشۡكُرُوا۟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pic>
        <p:nvPicPr>
          <p:cNvPr id="11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أَبٌ" descr="أَبٌ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اَلۡعِلۡمُ" descr="اَلۡعِلۡم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اَلۡعِلۡمُ</a:t>
            </a:r>
          </a:p>
        </p:txBody>
      </p:sp>
      <p:pic>
        <p:nvPicPr>
          <p:cNvPr id="7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اِلۡعِلۡمُ" descr="اِلۡعِلۡمُ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اِلۡعِلۡمُ</a:t>
            </a:r>
          </a:p>
        </p:txBody>
      </p:sp>
      <p:pic>
        <p:nvPicPr>
          <p:cNvPr id="9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اُلۡعِلۡمُ" descr="اُلۡعِلۡمُ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اُلۡعِلۡمُ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3" name="Find ٱلۡعِلۡمُ" descr="ٱلۡعِلۡ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اِ" descr="اِ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8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اَ" descr="اَ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10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اُ" descr="اُ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4" name="Find ٱلشَّمۡسُ" descr="ٱلشَّمۡ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اُفۡتَحۡ" descr="اُفۡتَحۡ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اُفۡتَحۡ</a:t>
            </a:r>
          </a:p>
        </p:txBody>
      </p:sp>
      <p:pic>
        <p:nvPicPr>
          <p:cNvPr id="9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اَفۡتَحۡ" descr="اَفۡتَحۡ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اَفۡتَحۡ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اِفۡتَحۡ" descr="اِفۡتَحۡ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اِفۡتَحۡ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5" name="Find ٱفۡتَحۡ" descr="ٱفۡتَح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ٱفۡتَحۡ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أَرۡضٌ" descr="أَرۡضٌ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أَرۡضٌ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نظُرۡ" descr="ٱنظُرۡ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ٱنظُرۡ</a:t>
            </a:r>
          </a:p>
        </p:txBody>
      </p:sp>
      <p:pic>
        <p:nvPicPr>
          <p:cNvPr id="12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إِنَّ" descr="إِنَّ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اُلشَّمۡسُ" descr="اُلشَّمۡس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اُلشَّمۡسُ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اَلشَّمۡسُ" descr="اَلشَّمۡس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اَلشَّمۡسُ</a:t>
            </a:r>
          </a:p>
        </p:txBody>
      </p:sp>
      <p:pic>
        <p:nvPicPr>
          <p:cNvPr id="13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اِلشَّمۡسُ" descr="اِلشَّمۡسُ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اِلشَّمۡسُ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7" name="Find ٱلشَّمۡسُ" descr="ٱلشَّمۡ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Prize 5" descr="Priz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81500"/>
            <a:ext cx="1206500" cy="1206500"/>
          </a:xfrm>
          <a:prstGeom prst="rect">
            <a:avLst/>
          </a:prstGeom>
        </p:spPr>
      </p:pic>
      <p:sp>
        <p:nvSpPr>
          <p:cNvPr id="9" name="You won all the toys!" descr="You won all the toys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won all the toys!</a:t>
            </a:r>
          </a:p>
        </p:txBody>
      </p:sp>
      <p:sp>
        <p:nvSpPr>
          <p:cNvPr id="10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9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اَلۡعِلۡمُ" descr="اَلۡعِلۡم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اَلۡعِلۡمُ</a:t>
            </a:r>
          </a:p>
        </p:txBody>
      </p:sp>
      <p:pic>
        <p:nvPicPr>
          <p:cNvPr id="7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اِلۡعِلۡمُ" descr="اِلۡعِلۡمُ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اِلۡعِلۡمُ</a:t>
            </a:r>
          </a:p>
        </p:txBody>
      </p:sp>
      <p:pic>
        <p:nvPicPr>
          <p:cNvPr id="9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اُلۡعِلۡمُ" descr="اُلۡعِلۡمُ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اُلۡعِلۡمُ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4" name="Find ٱلۡعِلۡمُ" descr="ٱلۡعِلۡ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اِ" descr="اِ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8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اَ" descr="اَ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10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اُ" descr="اُ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5" name="Find ٱلشَّمۡسُ" descr="ٱلشَّمۡ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اُفۡتَحۡ" descr="اُفۡتَحۡ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اُفۡتَحۡ</a:t>
            </a:r>
          </a:p>
        </p:txBody>
      </p:sp>
      <p:pic>
        <p:nvPicPr>
          <p:cNvPr id="9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اَفۡتَحۡ" descr="اَفۡتَحۡ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اَفۡتَحۡ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اِفۡتَحۡ" descr="اِفۡتَحۡ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اِفۡتَحۡ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6" name="Find ٱفۡتَحۡ" descr="ٱفۡتَح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ٱفۡتَحۡ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أَرۡضٌ" descr="أَرۡضٌ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أَرۡضٌ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نظُرۡ" descr="ٱنظُرۡ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ٱنظُرۡ</a:t>
            </a:r>
          </a:p>
        </p:txBody>
      </p:sp>
      <p:pic>
        <p:nvPicPr>
          <p:cNvPr id="12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إِنَّ" descr="إِنَّ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اُلشَّمۡسُ" descr="اُلشَّمۡس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اُلشَّمۡسُ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اَلشَّمۡسُ" descr="اَلشَّمۡس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اَلشَّمۡسُ</a:t>
            </a:r>
          </a:p>
        </p:txBody>
      </p:sp>
      <p:pic>
        <p:nvPicPr>
          <p:cNvPr id="13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اِلشَّمۡسُ" descr="اِلشَّمۡسُ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اِلشَّمۡسُ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8" name="Find ٱلشَّمۡسُ" descr="ٱلشَّمۡ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19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شَّمۡسِ" descr="وَٱلشَّمۡس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وَٱلشَّمۡسِ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دۡخُلُوا۟" descr="ٱدۡخُل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حَمۡدُ" descr="ٱلۡحَمۡد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ۡعَصۡرِ" descr="وَٱلۡعَصۡر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وَٱلۡعَصۡرِ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بۡنُوا۟" descr="ٱبۡن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شَّمۡسِ" descr="وَٱلشَّمۡس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وَٱلشَّمۡسِ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دۡخُلُوا۟" descr="ٱدۡخُل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حَمۡدُ" descr="ٱلۡحَمۡد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ۡعَصۡرِ" descr="وَٱلۡعَصۡر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وَٱلۡعَصۡرِ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بۡنُوا۟" descr="ٱبۡن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اُنظُرۡ" descr="اُنظُر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اُنظُرۡ</a:t>
            </a:r>
          </a:p>
        </p:txBody>
      </p:sp>
      <p:sp>
        <p:nvSpPr>
          <p:cNvPr id="5" name="Answer 2 اِنظُرۡ" descr="اِنظُر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اِنظُرۡ</a:t>
            </a:r>
          </a:p>
        </p:txBody>
      </p:sp>
      <p:sp>
        <p:nvSpPr>
          <p:cNvPr id="6" name="Answer 3 اَنظُرۡ" descr="اَنظُر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اَنظُرۡ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9" name="Find ٱنظُرۡ" descr="ٱنظُ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ٱنظُرۡ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إِنَّ" descr="إِن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5" name="Answer 2 أَبٌ" descr="أَب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6" name="Answer 3 ٱلۡبَيۡتُ" descr="ٱلۡبَيۡت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اُلدِّينُ" descr="اُلدِّين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اُلدِّينُ</a:t>
            </a:r>
          </a:p>
        </p:txBody>
      </p:sp>
      <p:sp>
        <p:nvSpPr>
          <p:cNvPr id="5" name="Answer 2 اِلدِّينُ" descr="اِلدِّين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اِلدِّينُ</a:t>
            </a:r>
          </a:p>
        </p:txBody>
      </p:sp>
      <p:sp>
        <p:nvSpPr>
          <p:cNvPr id="6" name="Answer 3 اَلدِّينُ" descr="اَلدِّين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اَلدِّينُ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9" name="Find ٱلدِّينُ" descr="ٱلدِّي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ٱلدِّينُ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اَ" descr="ا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5" name="Answer 2 اِ" descr="ا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6" name="Answer 3 اُ" descr="ا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9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اِمۡرَأَةٌ" descr="اِمۡرَأ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اِمۡرَأَةٌ</a:t>
            </a:r>
          </a:p>
        </p:txBody>
      </p:sp>
      <p:sp>
        <p:nvSpPr>
          <p:cNvPr id="5" name="Answer 2 اُمۡرَأَةٌ" descr="اُمۡرَأَ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اُمۡرَأَةٌ</a:t>
            </a:r>
          </a:p>
        </p:txBody>
      </p:sp>
      <p:sp>
        <p:nvSpPr>
          <p:cNvPr id="6" name="Answer 3 اَمۡرَأَةٌ" descr="اَمۡرَأَ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اَمۡرَأَةٌ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9" name="Find ٱمۡرَأَةٌ" descr="ٱمۡرَأَ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016000"/>
            <a:ext cx="1905000" cy="2622550"/>
          </a:xfrm>
          <a:prstGeom prst="rect">
            <a:avLst/>
          </a:prstGeom>
        </p:spPr>
      </p:pic>
      <p:sp>
        <p:nvSpPr>
          <p:cNvPr id="4" name="Up in the sky!" descr="Up in the sky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Up in the sky!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اُنظُرۡ" descr="اُنظُر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اُنظُرۡ</a:t>
            </a:r>
          </a:p>
        </p:txBody>
      </p:sp>
      <p:sp>
        <p:nvSpPr>
          <p:cNvPr id="5" name="Answer 2 اِنظُرۡ" descr="اِنظُر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اِنظُرۡ</a:t>
            </a:r>
          </a:p>
        </p:txBody>
      </p:sp>
      <p:sp>
        <p:nvSpPr>
          <p:cNvPr id="6" name="Answer 3 اَنظُرۡ" descr="اَنظُر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اَنظُرۡ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نظُرۡ" descr="ٱنظُ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ٱنظُرۡ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إِنَّ" descr="إِن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5" name="Answer 2 أَبٌ" descr="أَب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6" name="Answer 3 ٱلۡبَيۡتُ" descr="ٱلۡبَيۡت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اُلدِّينُ" descr="اُلدِّين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اُلدِّينُ</a:t>
            </a:r>
          </a:p>
        </p:txBody>
      </p:sp>
      <p:sp>
        <p:nvSpPr>
          <p:cNvPr id="5" name="Answer 2 اِلدِّينُ" descr="اِلدِّين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اِلدِّينُ</a:t>
            </a:r>
          </a:p>
        </p:txBody>
      </p:sp>
      <p:sp>
        <p:nvSpPr>
          <p:cNvPr id="6" name="Answer 3 اَلدِّينُ" descr="اَلدِّين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اَلدِّينُ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لدِّينُ" descr="ٱلدِّي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ٱلدِّينُ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اَ" descr="ا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5" name="Answer 2 اِ" descr="ا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6" name="Answer 3 اُ" descr="ا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اِمۡرَأَةٌ" descr="اِمۡرَأ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اِمۡرَأَةٌ</a:t>
            </a:r>
          </a:p>
        </p:txBody>
      </p:sp>
      <p:sp>
        <p:nvSpPr>
          <p:cNvPr id="5" name="Answer 2 اُمۡرَأَةٌ" descr="اُمۡرَأَ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اُمۡرَأَةٌ</a:t>
            </a:r>
          </a:p>
        </p:txBody>
      </p:sp>
      <p:sp>
        <p:nvSpPr>
          <p:cNvPr id="6" name="Answer 3 اَمۡرَأَةٌ" descr="اَمۡرَأَ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اَمۡرَأَةٌ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مۡرَأَةٌ" descr="ٱمۡرَأَ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ٱخۡرُجۡ" descr="ٱخۡرُج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6" name="Answer 2 أُخۡتٌ" descr="أُخۡتٌ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7" name="Answer 3 أُمٌّ" descr="أُمٌّ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اِلۡقَمَرُ" descr="اِلۡقَمَ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اِلۡقَمَرُ</a:t>
            </a:r>
          </a:p>
        </p:txBody>
      </p:sp>
      <p:sp>
        <p:nvSpPr>
          <p:cNvPr id="6" name="Answer 2 اُلۡقَمَرُ" descr="اُلۡقَمَر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اُلۡقَمَرُ</a:t>
            </a:r>
          </a:p>
        </p:txBody>
      </p:sp>
      <p:sp>
        <p:nvSpPr>
          <p:cNvPr id="7" name="Answer 3 اَلۡقَمَرُ" descr="اَلۡقَمَر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اَلۡقَمَرُ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اِ" descr="اِ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6" name="Answer 2 اُ" descr="ا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Answer 3 اَ" descr="اَ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بۡنُ" descr="ٱبۡ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اُلدِّينُ" descr="اُلدِّين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اُلدِّينُ</a:t>
            </a:r>
          </a:p>
        </p:txBody>
      </p:sp>
      <p:sp>
        <p:nvSpPr>
          <p:cNvPr id="6" name="Answer 2 اِلدِّينُ" descr="اِلدِّين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اِلدِّينُ</a:t>
            </a:r>
          </a:p>
        </p:txBody>
      </p:sp>
      <p:sp>
        <p:nvSpPr>
          <p:cNvPr id="7" name="Answer 3 اَلدِّينُ" descr="اَلدِّين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اَلدِّينُ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لدِّينُ" descr="ٱلدِّي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ٱلدِّينُ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أَحۡمَدُ" descr="أَحۡمَد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sp>
        <p:nvSpPr>
          <p:cNvPr id="6" name="Answer 2 إِذَا" descr="إِذَا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sp>
        <p:nvSpPr>
          <p:cNvPr id="7" name="Answer 3 ٱدۡعُ" descr="ٱدۡع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ٱدۡعُ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3302000"/>
            <a:ext cx="2159000" cy="1905000"/>
          </a:xfrm>
          <a:prstGeom prst="rect">
            <a:avLst/>
          </a:prstGeom>
        </p:spPr>
      </p:pic>
      <p:sp>
        <p:nvSpPr>
          <p:cNvPr id="5" name="Land ahoy!" descr="Land ahoy!"/>
          <p:cNvSpPr/>
          <p:nvPr/>
        </p:nvSpPr>
        <p:spPr>
          <a:xfrm>
            <a:off x="5080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Land ahoy!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ٱخۡرُجۡ" descr="ٱخۡرُج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6" name="Answer 2 أُخۡتٌ" descr="أُخۡتٌ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7" name="Answer 3 أُمٌّ" descr="أُمٌّ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اِلۡقَمَرُ" descr="اِلۡقَمَ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اِلۡقَمَرُ</a:t>
            </a:r>
          </a:p>
        </p:txBody>
      </p:sp>
      <p:sp>
        <p:nvSpPr>
          <p:cNvPr id="6" name="Answer 2 اُلۡقَمَرُ" descr="اُلۡقَمَر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اُلۡقَمَرُ</a:t>
            </a:r>
          </a:p>
        </p:txBody>
      </p:sp>
      <p:sp>
        <p:nvSpPr>
          <p:cNvPr id="7" name="Answer 3 اَلۡقَمَرُ" descr="اَلۡقَمَر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اَلۡقَمَرُ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اِ" descr="اِ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6" name="Answer 2 اُ" descr="ا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Answer 3 اَ" descr="اَ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1" name="Find ٱبۡنُ" descr="ٱبۡ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اُلدِّينُ" descr="اُلدِّين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اُلدِّينُ</a:t>
            </a:r>
          </a:p>
        </p:txBody>
      </p:sp>
      <p:sp>
        <p:nvSpPr>
          <p:cNvPr id="6" name="Answer 2 اِلدِّينُ" descr="اِلدِّين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اِلدِّينُ</a:t>
            </a:r>
          </a:p>
        </p:txBody>
      </p:sp>
      <p:sp>
        <p:nvSpPr>
          <p:cNvPr id="7" name="Answer 3 اَلدِّينُ" descr="اَلدِّين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اَلدِّينُ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لدِّينُ" descr="ٱلدِّي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ٱلدِّينُ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أَحۡمَدُ" descr="أَحۡمَد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sp>
        <p:nvSpPr>
          <p:cNvPr id="6" name="Answer 2 إِذَا" descr="إِذَا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sp>
        <p:nvSpPr>
          <p:cNvPr id="7" name="Answer 3 ٱدۡعُ" descr="ٱدۡع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ٱدۡعُ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ِذۡكُرُوا۟" descr="اِذۡكُرُوا۟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اِذۡكُرُوا۟</a:t>
            </a:r>
          </a:p>
        </p:txBody>
      </p:sp>
      <p:sp>
        <p:nvSpPr>
          <p:cNvPr id="16" name="Answer 2 اُذۡكُرُوا۟" descr="اُذۡكُر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اُذۡكُرُوا۟</a:t>
            </a:r>
          </a:p>
        </p:txBody>
      </p:sp>
      <p:sp>
        <p:nvSpPr>
          <p:cNvPr id="17" name="Answer 3 اَذۡكُرُوا۟" descr="اَذۡكُرُوا۟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اَذۡكُرُوا۟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0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َ" descr="اَ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6" name="Answer 2 اُ" descr="ا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7" name="Answer 3 اِ" descr="ا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20" name="Find ٱشۡكُرُوا۟" descr="ٱش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َكۡتُبۡ" descr="اَكۡتُبۡ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اَكۡتُبۡ</a:t>
            </a:r>
          </a:p>
        </p:txBody>
      </p:sp>
      <p:sp>
        <p:nvSpPr>
          <p:cNvPr id="16" name="Answer 2 اِكۡتُبۡ" descr="اِكۡتُب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اِكۡتُبۡ</a:t>
            </a:r>
          </a:p>
        </p:txBody>
      </p:sp>
      <p:sp>
        <p:nvSpPr>
          <p:cNvPr id="17" name="Answer 3 اُكۡتُبۡ" descr="اُكۡتُبۡ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اُكۡتُبۡ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0" name="Find ٱكۡتُبۡ" descr="ٱكۡتُ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ٱكۡتُبۡ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أَكَلَ" descr="أَكَلَ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16" name="Answer 2 أَحۡمَدُ" descr="أَحۡمَد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sp>
        <p:nvSpPr>
          <p:cNvPr id="17" name="Answer 3 ٱعۡبُدُوا۟" descr="ٱعۡبُدُوا۟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ٱعۡبُدُوا۟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ُقۡرَأۡ" descr="اُقۡرَأۡ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اُقۡرَأۡ</a:t>
            </a:r>
          </a:p>
        </p:txBody>
      </p:sp>
      <p:sp>
        <p:nvSpPr>
          <p:cNvPr id="16" name="Answer 2 اَقۡرَأۡ" descr="اَقۡرَأ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اَقۡرَأۡ</a:t>
            </a:r>
          </a:p>
        </p:txBody>
      </p:sp>
      <p:sp>
        <p:nvSpPr>
          <p:cNvPr id="17" name="Answer 3 اِقۡرَأۡ" descr="اِقۡرَأۡ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اِقۡرَأۡ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0" name="Find ٱقۡرَأۡ" descr="ٱقۡرَأ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ٱقۡرَأۡ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Cookies are ready!" descr="Cookies are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Cookies are ready!</a:t>
            </a:r>
          </a:p>
        </p:txBody>
      </p:sp>
      <p:sp>
        <p:nvSpPr>
          <p:cNvPr id="1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ِذۡكُرُوا۟" descr="اِذۡكُرُوا۟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اِذۡكُرُوا۟</a:t>
            </a:r>
          </a:p>
        </p:txBody>
      </p:sp>
      <p:sp>
        <p:nvSpPr>
          <p:cNvPr id="16" name="Answer 2 اُذۡكُرُوا۟" descr="اُذۡكُر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اُذۡكُرُوا۟</a:t>
            </a:r>
          </a:p>
        </p:txBody>
      </p:sp>
      <p:sp>
        <p:nvSpPr>
          <p:cNvPr id="17" name="Answer 3 اَذۡكُرُوا۟" descr="اَذۡكُرُوا۟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اَذۡكُرُوا۟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1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2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َ" descr="اَ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6" name="Answer 2 اُ" descr="ا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7" name="Answer 3 اِ" descr="ا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21" name="Find ٱشۡكُرُوا۟" descr="ٱش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َكۡتُبۡ" descr="اَكۡتُبۡ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اَكۡتُبۡ</a:t>
            </a:r>
          </a:p>
        </p:txBody>
      </p:sp>
      <p:sp>
        <p:nvSpPr>
          <p:cNvPr id="16" name="Answer 2 اِكۡتُبۡ" descr="اِكۡتُب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اِكۡتُبۡ</a:t>
            </a:r>
          </a:p>
        </p:txBody>
      </p:sp>
      <p:sp>
        <p:nvSpPr>
          <p:cNvPr id="17" name="Answer 3 اُكۡتُبۡ" descr="اُكۡتُبۡ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اُكۡتُبۡ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1" name="Find ٱكۡتُبۡ" descr="ٱكۡتُ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ٱكۡتُبۡ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أَكَلَ" descr="أَكَلَ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16" name="Answer 2 أَحۡمَدُ" descr="أَحۡمَد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sp>
        <p:nvSpPr>
          <p:cNvPr id="17" name="Answer 3 ٱعۡبُدُوا۟" descr="ٱعۡبُدُوا۟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ٱعۡبُدُوا۟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ُقۡرَأۡ" descr="اُقۡرَأۡ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اُقۡرَأۡ</a:t>
            </a:r>
          </a:p>
        </p:txBody>
      </p:sp>
      <p:sp>
        <p:nvSpPr>
          <p:cNvPr id="16" name="Answer 2 اَقۡرَأۡ" descr="اَقۡرَأ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اَقۡرَأۡ</a:t>
            </a:r>
          </a:p>
        </p:txBody>
      </p:sp>
      <p:sp>
        <p:nvSpPr>
          <p:cNvPr id="17" name="Answer 3 اِقۡرَأۡ" descr="اِقۡرَأۡ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اِقۡرَأۡ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1" name="Find ٱقۡرَأۡ" descr="ٱقۡرَأ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ٱقۡرَأۡ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لَّيۡلِ" descr="وَٱللَّيۡل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وَٱللَّيۡلِ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نَّاسُ" descr="ٱلنَّاس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صۡبِرۡ" descr="وَٱصۡبِرۡ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وَٱصۡبِرۡ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بِسۡمِ ٱللَّهِ" descr="بِسۡمِ ٱللَّه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بِسۡمِ ٱللَّهِ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رَّحِيمُ" descr="ٱلرَّحِيم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لَّيۡلِ" descr="وَٱللَّيۡل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وَٱللَّيۡلِ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نَّاسُ" descr="ٱلنَّاس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صۡبِرۡ" descr="وَٱصۡبِرۡ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وَٱصۡبِرۡ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بِسۡمِ ٱللَّهِ" descr="بِسۡمِ ٱللَّه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بِسۡمِ ٱللَّهِ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رَّحِيمُ" descr="ٱلرَّحِيم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اَخۡرُجۡ" descr="اَخۡرُجۡ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اَخۡرُجۡ</a:t>
            </a:r>
          </a:p>
        </p:txBody>
      </p:sp>
      <p:pic>
        <p:nvPicPr>
          <p:cNvPr id="6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اِخۡرُجۡ" descr="اِخۡرُجۡ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اِخۡرُجۡ</a:t>
            </a:r>
          </a:p>
        </p:txBody>
      </p:sp>
      <p:pic>
        <p:nvPicPr>
          <p:cNvPr id="8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اُخۡرُجۡ" descr="اُخۡرُجۡ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اُخۡرُجۡ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2" name="Find ٱخۡرُجۡ" descr="ٱخۡرُج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ٱلدِّينُ" descr="ٱلدِّين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ٱلدِّينُ</a:t>
            </a:r>
          </a:p>
        </p:txBody>
      </p:sp>
      <p:pic>
        <p:nvPicPr>
          <p:cNvPr id="7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إِنَّ" descr="إِنَّ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pic>
        <p:nvPicPr>
          <p:cNvPr id="9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إِذَا" descr="إِذَا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اِدۡخُلُوا۟" descr="اِدۡخُلُوا۟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اِدۡخُلُوا۟</a:t>
            </a:r>
          </a:p>
        </p:txBody>
      </p:sp>
      <p:pic>
        <p:nvPicPr>
          <p:cNvPr id="8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اَدۡخُلُوا۟" descr="اَدۡخُلُوا۟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اَدۡخُلُوا۟</a:t>
            </a:r>
          </a:p>
        </p:txBody>
      </p:sp>
      <p:pic>
        <p:nvPicPr>
          <p:cNvPr id="10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اُدۡخُلُوا۟" descr="اُدۡخُلُوا۟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اُدۡخُلُوا۟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4" name="Find ٱدۡخُلُوا۟" descr="ٱدۡخُل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اُ" descr="ا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9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اَ" descr="اَ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اِ" descr="اِ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5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اَلۡقَمَرُ" descr="اَلۡقَمَر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اَلۡقَمَرُ</a:t>
            </a:r>
          </a:p>
        </p:txBody>
      </p:sp>
      <p:pic>
        <p:nvPicPr>
          <p:cNvPr id="10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اِلۡقَمَرُ" descr="اِلۡقَمَر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اِلۡقَمَرُ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اُلۡقَمَرُ" descr="اُلۡقَمَر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اُلۡقَمَرُ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6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Caught butterfly 5" descr="Caught butterfly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619500"/>
            <a:ext cx="698500" cy="558800"/>
          </a:xfrm>
          <a:prstGeom prst="rect">
            <a:avLst/>
          </a:prstGeom>
        </p:spPr>
      </p:pic>
      <p:sp>
        <p:nvSpPr>
          <p:cNvPr id="9" name="A jar full of butterflies!" descr="A jar full of butterflies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 jar full of butterflies!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اَخۡرُجۡ" descr="اَخۡرُجۡ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اَخۡرُجۡ</a:t>
            </a:r>
          </a:p>
        </p:txBody>
      </p:sp>
      <p:pic>
        <p:nvPicPr>
          <p:cNvPr id="6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اِخۡرُجۡ" descr="اِخۡرُجۡ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اِخۡرُجۡ</a:t>
            </a:r>
          </a:p>
        </p:txBody>
      </p:sp>
      <p:pic>
        <p:nvPicPr>
          <p:cNvPr id="8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اُخۡرُجۡ" descr="اُخۡرُجۡ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اُخۡرُجۡ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3" name="Find ٱخۡرُجۡ" descr="ٱخۡرُج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ٱلدِّينُ" descr="ٱلدِّين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ٱلدِّينُ</a:t>
            </a:r>
          </a:p>
        </p:txBody>
      </p:sp>
      <p:pic>
        <p:nvPicPr>
          <p:cNvPr id="7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إِنَّ" descr="إِنَّ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pic>
        <p:nvPicPr>
          <p:cNvPr id="9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إِذَا" descr="إِذَا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اِدۡخُلُوا۟" descr="اِدۡخُلُوا۟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اِدۡخُلُوا۟</a:t>
            </a:r>
          </a:p>
        </p:txBody>
      </p:sp>
      <p:pic>
        <p:nvPicPr>
          <p:cNvPr id="8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اَدۡخُلُوا۟" descr="اَدۡخُلُوا۟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اَدۡخُلُوا۟</a:t>
            </a:r>
          </a:p>
        </p:txBody>
      </p:sp>
      <p:pic>
        <p:nvPicPr>
          <p:cNvPr id="10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اُدۡخُلُوا۟" descr="اُدۡخُلُوا۟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اُدۡخُلُوا۟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5" name="Find ٱدۡخُلُوا۟" descr="ٱدۡخُل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اُ" descr="ا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9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اَ" descr="اَ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اِ" descr="اِ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6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اَلۡقَمَرُ" descr="اَلۡقَمَر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اَلۡقَمَرُ</a:t>
            </a:r>
          </a:p>
        </p:txBody>
      </p:sp>
      <p:pic>
        <p:nvPicPr>
          <p:cNvPr id="10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اِلۡقَمَرُ" descr="اِلۡقَمَر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اِلۡقَمَرُ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اُلۡقَمَرُ" descr="اُلۡقَمَر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اُلۡقَمَرُ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7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ٱخۡرُجۡ" descr="ٱخۡرُج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6" name="Answer 2 أُمٌّ" descr="أُمٌّ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sp>
        <p:nvSpPr>
          <p:cNvPr id="7" name="Answer 3 أَرۡضٌ" descr="أَرۡضٌ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أَرۡضٌ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اُعۡبُدُوا۟" descr="اُعۡبُدُوا۟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اُعۡبُدُوا۟</a:t>
            </a:r>
          </a:p>
        </p:txBody>
      </p:sp>
      <p:sp>
        <p:nvSpPr>
          <p:cNvPr id="6" name="Answer 2 اَعۡبُدُوا۟" descr="اَعۡبُدُوا۟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اَعۡبُدُوا۟</a:t>
            </a:r>
          </a:p>
        </p:txBody>
      </p:sp>
      <p:sp>
        <p:nvSpPr>
          <p:cNvPr id="7" name="Answer 3 اِعۡبُدُوا۟" descr="اِعۡبُدُوا۟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اِعۡبُدُوا۟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عۡبُدُوا۟" descr="ٱعۡبُد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ٱعۡبُدُوا۟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اِ" descr="اِ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6" name="Answer 2 اُ" descr="ا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Answer 3 اَ" descr="اَ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خۡرُجۡ" descr="ٱخۡرُج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اِثۡنَانِ" descr="اِثۡنَانِ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اِثۡنَانِ</a:t>
            </a:r>
          </a:p>
        </p:txBody>
      </p:sp>
      <p:sp>
        <p:nvSpPr>
          <p:cNvPr id="6" name="Answer 2 اُثۡنَانِ" descr="اُثۡنَانِ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اُثۡنَانِ</a:t>
            </a:r>
          </a:p>
        </p:txBody>
      </p:sp>
      <p:sp>
        <p:nvSpPr>
          <p:cNvPr id="7" name="Answer 3 اَثۡنَانِ" descr="اَثۡنَانِ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اَثۡنَانِ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ثۡنَانِ" descr="ٱثۡنَان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ٱثۡنَانِ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ٱمۡرَأَةٌ" descr="ٱمۡرَأَةٌ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6" name="Answer 2 أَبٌ" descr="أَبٌ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7" name="Answer 3 أَكَلَ" descr="أَكَلَ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3810000"/>
            <a:ext cx="2413000" cy="2032000"/>
          </a:xfrm>
          <a:prstGeom prst="rect">
            <a:avLst/>
          </a:prstGeom>
        </p:spPr>
      </p:pic>
      <p:sp>
        <p:nvSpPr>
          <p:cNvPr id="5" name="Water at last!" descr="Water at last!"/>
          <p:cNvSpPr/>
          <p:nvPr/>
        </p:nvSpPr>
        <p:spPr>
          <a:xfrm>
            <a:off x="5715000" y="2095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Water at last!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ٱخۡرُجۡ" descr="ٱخۡرُج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6" name="Answer 2 أُمٌّ" descr="أُمٌّ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sp>
        <p:nvSpPr>
          <p:cNvPr id="7" name="Answer 3 أَرۡضٌ" descr="أَرۡضٌ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أَرۡضٌ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اُعۡبُدُوا۟" descr="اُعۡبُدُوا۟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اُعۡبُدُوا۟</a:t>
            </a:r>
          </a:p>
        </p:txBody>
      </p:sp>
      <p:sp>
        <p:nvSpPr>
          <p:cNvPr id="6" name="Answer 2 اَعۡبُدُوا۟" descr="اَعۡبُدُوا۟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اَعۡبُدُوا۟</a:t>
            </a:r>
          </a:p>
        </p:txBody>
      </p:sp>
      <p:sp>
        <p:nvSpPr>
          <p:cNvPr id="7" name="Answer 3 اِعۡبُدُوا۟" descr="اِعۡبُدُوا۟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اِعۡبُدُوا۟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عۡبُدُوا۟" descr="ٱعۡبُد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ٱعۡبُدُوا۟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اِ" descr="اِ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6" name="Answer 2 اُ" descr="ا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Answer 3 اَ" descr="اَ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1" name="Find ٱخۡرُجۡ" descr="ٱخۡرُج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اِثۡنَانِ" descr="اِثۡنَانِ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اِثۡنَانِ</a:t>
            </a:r>
          </a:p>
        </p:txBody>
      </p:sp>
      <p:sp>
        <p:nvSpPr>
          <p:cNvPr id="6" name="Answer 2 اُثۡنَانِ" descr="اُثۡنَانِ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اُثۡنَانِ</a:t>
            </a:r>
          </a:p>
        </p:txBody>
      </p:sp>
      <p:sp>
        <p:nvSpPr>
          <p:cNvPr id="7" name="Answer 3 اَثۡنَانِ" descr="اَثۡنَانِ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اَثۡنَانِ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ثۡنَانِ" descr="ٱثۡنَانِ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ٱثۡنَانِ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ٱمۡرَأَةٌ" descr="ٱمۡرَأَةٌ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6" name="Answer 2 أَبٌ" descr="أَبٌ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7" name="Answer 3 أَكَلَ" descr="أَكَلَ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اُعۡبُدُوا۟" descr="اُعۡبُدُوا۟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اُعۡبُدُوا۟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اَعۡبُدُوا۟" descr="اَعۡبُدُوا۟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اَعۡبُدُوا۟</a:t>
            </a:r>
          </a:p>
        </p:txBody>
      </p:sp>
      <p:pic>
        <p:nvPicPr>
          <p:cNvPr id="7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اِعۡبُدُوا۟" descr="اِعۡبُدُوا۟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اِعۡبُدُوا۟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عۡبُدُوا۟" descr="ٱعۡبُد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ٱعۡبُدُوا۟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اُ" descr="ا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اَ" descr="اَ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8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اِ" descr="اِ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2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اِمۡشُوا۟" descr="اِمۡشُوا۟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اِمۡشُوا۟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اَمۡشُوا۟" descr="اَمۡشُوا۟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اَمۡشُوا۟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اُمۡشُوا۟" descr="اُمۡشُوا۟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اُمۡشُوا۟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3" name="Find ٱمۡشُوا۟" descr="ٱمۡش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ٱمۡشُوا۟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ٱلۡبَيۡتُ" descr="ٱلۡبَيۡت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أَخَذَ" descr="أَخَذَ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أَكَلَ" descr="أَكَلَ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اَلدِّينُ" descr="اَلدِّين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اَلدِّينُ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اِلدِّينُ" descr="اِلدِّين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اِلدِّينُ</a:t>
            </a:r>
          </a:p>
        </p:txBody>
      </p:sp>
      <p:pic>
        <p:nvPicPr>
          <p:cNvPr id="11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اُلدِّينُ" descr="اُلدِّين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اُلدِّينُ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5" name="Find ٱلدِّينُ" descr="ٱلدِّي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ٱلدِّينُ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Baby dino 5" descr="Baby dino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5397500"/>
            <a:ext cx="1016000" cy="1016000"/>
          </a:xfrm>
          <a:prstGeom prst="rect">
            <a:avLst/>
          </a:prstGeom>
        </p:spPr>
      </p:pic>
      <p:sp>
        <p:nvSpPr>
          <p:cNvPr id="8" name="All the eggs hatched!" descr="All the eggs hatched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All the eggs hatched!</a:t>
            </a:r>
          </a:p>
        </p:txBody>
      </p:sp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اُعۡبُدُوا۟" descr="اُعۡبُدُوا۟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اُعۡبُدُوا۟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اَعۡبُدُوا۟" descr="اَعۡبُدُوا۟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اَعۡبُدُوا۟</a:t>
            </a:r>
          </a:p>
        </p:txBody>
      </p:sp>
      <p:pic>
        <p:nvPicPr>
          <p:cNvPr id="7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اِعۡبُدُوا۟" descr="اِعۡبُدُوا۟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اِعۡبُدُوا۟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2" name="Find ٱعۡبُدُوا۟" descr="ٱعۡبُد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ٱعۡبُدُوا۟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اُ" descr="ا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اَ" descr="اَ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8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اِ" descr="اِ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3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اِمۡشُوا۟" descr="اِمۡشُوا۟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اِمۡشُوا۟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اَمۡشُوا۟" descr="اَمۡشُوا۟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اَمۡشُوا۟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اُمۡشُوا۟" descr="اُمۡشُوا۟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اُمۡشُوا۟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4" name="Find ٱمۡشُوا۟" descr="ٱمۡش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ٱمۡشُوا۟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ٱلۡبَيۡتُ" descr="ٱلۡبَيۡت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أَخَذَ" descr="أَخَذَ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أَكَلَ" descr="أَكَلَ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اَلدِّينُ" descr="اَلدِّين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اَلدِّينُ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اِلدِّينُ" descr="اِلدِّين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اِلدِّينُ</a:t>
            </a:r>
          </a:p>
        </p:txBody>
      </p:sp>
      <p:pic>
        <p:nvPicPr>
          <p:cNvPr id="11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اُلدِّينُ" descr="اُلدِّين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اُلدِّينُ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6" name="Find ٱلدِّينُ" descr="ٱلدِّي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ٱلدِّينُ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اَ" descr="اَ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7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اُ" descr="اُ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9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اِ" descr="اِ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3" name="Find ٱلنَّاسُ" descr="ٱلنَّا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اُبۡنُ" descr="اُبۡنُ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اُبۡنُ</a:t>
            </a:r>
          </a:p>
        </p:txBody>
      </p:sp>
      <p:pic>
        <p:nvPicPr>
          <p:cNvPr id="8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اِبۡنُ" descr="اِبۡنُ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اِبۡنُ</a:t>
            </a:r>
          </a:p>
        </p:txBody>
      </p:sp>
      <p:pic>
        <p:nvPicPr>
          <p:cNvPr id="10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اَبۡنُ" descr="اَبۡنُ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اَبۡنُ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4" name="Find ٱبۡنُ" descr="ٱبۡ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ٱلدِّينُ" descr="ٱلدِّين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ٱلدِّينُ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أَنۡتَ" descr="أَنۡتَ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أَنۡتَ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أَبٌ" descr="أَبٌ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5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اُرۡجِعۡ" descr="اُرۡجِعۡ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اُرۡجِعۡ</a:t>
            </a:r>
          </a:p>
        </p:txBody>
      </p:sp>
      <p:pic>
        <p:nvPicPr>
          <p:cNvPr id="10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اَرۡجِعۡ" descr="اَرۡجِعۡ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اَرۡجِعۡ</a:t>
            </a:r>
          </a:p>
        </p:txBody>
      </p:sp>
      <p:pic>
        <p:nvPicPr>
          <p:cNvPr id="12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اِرۡجِعۡ" descr="اِرۡجِعۡ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اِرۡجِعۡ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6" name="Find ٱرۡجِعۡ" descr="ٱرۡجِع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ٱرۡجِعۡ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اُ" descr="ا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اَ" descr="اَ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13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اِ" descr="اِ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7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Prize 5" descr="Priz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81500"/>
            <a:ext cx="1206500" cy="1206500"/>
          </a:xfrm>
          <a:prstGeom prst="rect">
            <a:avLst/>
          </a:prstGeom>
        </p:spPr>
      </p:pic>
      <p:sp>
        <p:nvSpPr>
          <p:cNvPr id="9" name="You won all the toys!" descr="You won all the toys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won all the toys!</a:t>
            </a:r>
          </a:p>
        </p:txBody>
      </p:sp>
      <p:sp>
        <p:nvSpPr>
          <p:cNvPr id="10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9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اَ" descr="اَ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7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اُ" descr="اُ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9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اِ" descr="اِ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4" name="Find ٱلنَّاسُ" descr="ٱلنَّا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اُبۡنُ" descr="اُبۡنُ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اُبۡنُ</a:t>
            </a:r>
          </a:p>
        </p:txBody>
      </p:sp>
      <p:pic>
        <p:nvPicPr>
          <p:cNvPr id="8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اِبۡنُ" descr="اِبۡنُ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اِبۡنُ</a:t>
            </a:r>
          </a:p>
        </p:txBody>
      </p:sp>
      <p:pic>
        <p:nvPicPr>
          <p:cNvPr id="10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اَبۡنُ" descr="اَبۡنُ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اَبۡنُ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5" name="Find ٱبۡنُ" descr="ٱبۡ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ٱلدِّينُ" descr="ٱلدِّين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ٱلدِّينُ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أَنۡتَ" descr="أَنۡتَ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أَنۡتَ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أَبٌ" descr="أَبٌ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اُرۡجِعۡ" descr="اُرۡجِعۡ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اُرۡجِعۡ</a:t>
            </a:r>
          </a:p>
        </p:txBody>
      </p:sp>
      <p:pic>
        <p:nvPicPr>
          <p:cNvPr id="10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اَرۡجِعۡ" descr="اَرۡجِعۡ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اَرۡجِعۡ</a:t>
            </a:r>
          </a:p>
        </p:txBody>
      </p:sp>
      <p:pic>
        <p:nvPicPr>
          <p:cNvPr id="12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اِرۡجِعۡ" descr="اِرۡجِعۡ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اِرۡجِعۡ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7" name="Find ٱرۡجِعۡ" descr="ٱرۡجِع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ٱرۡجِعۡ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اُ" descr="ا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اَ" descr="اَ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13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اِ" descr="اِ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8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9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بۡنُ" descr="ٱبۡن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ٱبۡنُ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لَّيۡلِ" descr="وَٱللَّيۡل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وَٱللَّيۡلِ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خۡرُجۡ" descr="ٱخۡرُجۡ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شَّمۡسِ" descr="وَٱلشَّمۡس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وَٱلشَّمۡسِ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تَّقُوا۟" descr="وَٱتَّق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وَٱتَّقُوا۟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بۡنُ" descr="ٱبۡن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ٱبۡنُ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لَّيۡلِ" descr="وَٱللَّيۡل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وَٱللَّيۡلِ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خۡرُجۡ" descr="ٱخۡرُجۡ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شَّمۡسِ" descr="وَٱلشَّمۡس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وَٱلشَّمۡسِ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تَّقُوا۟" descr="وَٱتَّق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وَٱتَّقُوا۟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2413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3" name="Apple 10" descr="Appl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وَٱلۡعَصۡرِ" descr="وَٱلۡعَصۡرِ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وَٱلۡعَصۡرِ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مۡرَأَةٌ" descr="ٱمۡرَأَةٌ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ذۡهَبۡ" descr="ٱذۡهَبۡ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ٱذۡهَبۡ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قَمَرُ" descr="ٱلۡقَمَر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بَيۡتُ" descr="ٱلۡبَيۡت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مۡرَأَةٌ" descr="ٱمۡرَأَةٌ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ذۡهَبۡ" descr="ٱذۡهَبۡ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ٱذۡهَبۡ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قَمَرُ" descr="ٱلۡقَمَر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بَيۡتُ" descr="ٱلۡبَيۡت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ثۡنَانِ" descr="ٱثۡنَانِ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ٱثۡنَانِ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ذۡهَبۡ" descr="ٱذۡهَبۡ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ٱذۡهَبۡ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قَمَرُ" descr="ٱلۡقَمَر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بَيۡتُ" descr="ٱلۡبَيۡت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ثۡنَانِ" descr="ٱثۡنَانِ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ٱثۡنَانِ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رَّحِيمُ" descr="ٱلرَّحِي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قَمَرُ" descr="ٱلۡقَمَر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بَيۡتُ" descr="ٱلۡبَيۡت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ثۡنَانِ" descr="ٱثۡنَانِ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ٱثۡنَانِ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رَّحِيمُ" descr="ٱلرَّحِي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وَٱلۡفَجۡرِ" descr="وَٱلۡفَجۡرِ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وَٱلۡفَجۡرِ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بَيۡتُ" descr="ٱلۡبَيۡت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ثۡنَانِ" descr="ٱثۡنَانِ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ٱثۡنَانِ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رَّحِيمُ" descr="ٱلرَّحِي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وَٱلۡفَجۡرِ" descr="وَٱلۡفَجۡرِ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وَٱلۡفَجۡرِ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مۡشُوا۟" descr="ٱمۡش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ٱمۡشُوا۟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Hamzat al-Wasl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