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cheer.wav" ContentType="audio/wav"/>
  <Override PartName="/ppt/media/snd_ding.wav" ContentType="audio/wav"/>
  <Override PartName="/ppt/media/snd_pop.wav" ContentType="audio/wav"/>
  <Override PartName="/ppt/media/snd_sparkle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.xml"/><Relationship Id="rId8" Type="http://schemas.openxmlformats.org/officeDocument/2006/relationships/slide" Target="slide6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.xml"/><Relationship Id="rId8" Type="http://schemas.openxmlformats.org/officeDocument/2006/relationships/slide" Target="slide7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3.xml"/><Relationship Id="rId8" Type="http://schemas.openxmlformats.org/officeDocument/2006/relationships/slide" Target="slide8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.xml"/><Relationship Id="rId8" Type="http://schemas.openxmlformats.org/officeDocument/2006/relationships/slide" Target="slide6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.xml"/><Relationship Id="rId8" Type="http://schemas.openxmlformats.org/officeDocument/2006/relationships/slide" Target="slide7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3.xml"/><Relationship Id="rId8" Type="http://schemas.openxmlformats.org/officeDocument/2006/relationships/slide" Target="slide8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2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audio" Target="../media/snd_d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8.xml"/><Relationship Id="rId10" Type="http://schemas.openxmlformats.org/officeDocument/2006/relationships/slide" Target="slide23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4.xml"/><Relationship Id="rId10" Type="http://schemas.openxmlformats.org/officeDocument/2006/relationships/slide" Target="slide19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Relationship Id="rId10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2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audio" Target="../media/snd_boing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8.xml"/><Relationship Id="rId10" Type="http://schemas.openxmlformats.org/officeDocument/2006/relationships/slide" Target="slide23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4.xml"/><Relationship Id="rId10" Type="http://schemas.openxmlformats.org/officeDocument/2006/relationships/slide" Target="slide19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8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0.xml"/><Relationship Id="rId5" Type="http://schemas.openxmlformats.org/officeDocument/2006/relationships/slide" Target="slide45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1.xml"/><Relationship Id="rId5" Type="http://schemas.openxmlformats.org/officeDocument/2006/relationships/slide" Target="slide46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0.xml"/><Relationship Id="rId5" Type="http://schemas.openxmlformats.org/officeDocument/2006/relationships/slide" Target="slide45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1.xml"/><Relationship Id="rId5" Type="http://schemas.openxmlformats.org/officeDocument/2006/relationships/slide" Target="slide46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0.xml"/><Relationship Id="rId6" Type="http://schemas.openxmlformats.org/officeDocument/2006/relationships/slide" Target="slide55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1.xml"/><Relationship Id="rId6" Type="http://schemas.openxmlformats.org/officeDocument/2006/relationships/slide" Target="slide56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0.xml"/><Relationship Id="rId6" Type="http://schemas.openxmlformats.org/officeDocument/2006/relationships/slide" Target="slide55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1.xml"/><Relationship Id="rId6" Type="http://schemas.openxmlformats.org/officeDocument/2006/relationships/slide" Target="slide56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1.xml"/><Relationship Id="rId6" Type="http://schemas.openxmlformats.org/officeDocument/2006/relationships/slide" Target="slide66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2.xml"/><Relationship Id="rId6" Type="http://schemas.openxmlformats.org/officeDocument/2006/relationships/slide" Target="slide67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8.xml"/><Relationship Id="rId6" Type="http://schemas.openxmlformats.org/officeDocument/2006/relationships/slide" Target="slide73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1.xml"/><Relationship Id="rId6" Type="http://schemas.openxmlformats.org/officeDocument/2006/relationships/slide" Target="slide66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2.xml"/><Relationship Id="rId6" Type="http://schemas.openxmlformats.org/officeDocument/2006/relationships/slide" Target="slide67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8.xml"/><Relationship Id="rId6" Type="http://schemas.openxmlformats.org/officeDocument/2006/relationships/slide" Target="slide73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5.xml"/><Relationship Id="rId6" Type="http://schemas.openxmlformats.org/officeDocument/2006/relationships/slide" Target="slide80.xml"/><Relationship Id="rId7" Type="http://schemas.openxmlformats.org/officeDocument/2006/relationships/slide" Target="slide8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85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5.xml"/><Relationship Id="rId6" Type="http://schemas.openxmlformats.org/officeDocument/2006/relationships/slide" Target="slide80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2.xml"/><Relationship Id="rId8" Type="http://schemas.openxmlformats.org/officeDocument/2006/relationships/slide" Target="slide87.xml"/><Relationship Id="rId9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89.xml"/><Relationship Id="rId8" Type="http://schemas.openxmlformats.org/officeDocument/2006/relationships/slide" Target="slide94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1.xml"/><Relationship Id="rId8" Type="http://schemas.openxmlformats.org/officeDocument/2006/relationships/slide" Target="slide96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7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2.xml"/><Relationship Id="rId8" Type="http://schemas.openxmlformats.org/officeDocument/2006/relationships/slide" Target="slide87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89.xml"/><Relationship Id="rId8" Type="http://schemas.openxmlformats.org/officeDocument/2006/relationships/slide" Target="slide94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1.xml"/><Relationship Id="rId8" Type="http://schemas.openxmlformats.org/officeDocument/2006/relationships/slide" Target="slide96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png"/><Relationship Id="rId4" Type="http://schemas.openxmlformats.org/officeDocument/2006/relationships/slide" Target="slide9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99.xml"/><Relationship Id="rId6" Type="http://schemas.openxmlformats.org/officeDocument/2006/relationships/slide" Target="slide104.xml"/><Relationship Id="rId7" Type="http://schemas.openxmlformats.org/officeDocument/2006/relationships/slide" Target="slide10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9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99.xml"/><Relationship Id="rId6" Type="http://schemas.openxmlformats.org/officeDocument/2006/relationships/slide" Target="slide104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5.xml"/><Relationship Id="rId7" Type="http://schemas.openxmlformats.org/officeDocument/2006/relationships/slide" Target="slide110.xml"/><Relationship Id="rId8" Type="http://schemas.openxmlformats.org/officeDocument/2006/relationships/slide" Target="slide1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6.xml"/><Relationship Id="rId8" Type="http://schemas.openxmlformats.org/officeDocument/2006/relationships/slide" Target="slide111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2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5.xml"/><Relationship Id="rId7" Type="http://schemas.openxmlformats.org/officeDocument/2006/relationships/slide" Target="slide110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6.xml"/><Relationship Id="rId8" Type="http://schemas.openxmlformats.org/officeDocument/2006/relationships/slide" Target="slide111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6.xml"/><Relationship Id="rId8" Type="http://schemas.openxmlformats.org/officeDocument/2006/relationships/slide" Target="slide121.xml"/><Relationship Id="rId9" Type="http://schemas.openxmlformats.org/officeDocument/2006/relationships/slide" Target="slide13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7.xml"/><Relationship Id="rId9" Type="http://schemas.openxmlformats.org/officeDocument/2006/relationships/slide" Target="slide122.xml"/><Relationship Id="rId10" Type="http://schemas.openxmlformats.org/officeDocument/2006/relationships/slide" Target="slide131.xml"/><Relationship Id="rId11" Type="http://schemas.openxmlformats.org/officeDocument/2006/relationships/audio" Target="../media/snd_d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8.xml"/><Relationship Id="rId10" Type="http://schemas.openxmlformats.org/officeDocument/2006/relationships/slide" Target="slide123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9.xml"/><Relationship Id="rId10" Type="http://schemas.openxmlformats.org/officeDocument/2006/relationships/slide" Target="slide124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5.xml"/><Relationship Id="rId10" Type="http://schemas.openxmlformats.org/officeDocument/2006/relationships/slide" Target="slide130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131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6.xml"/><Relationship Id="rId8" Type="http://schemas.openxmlformats.org/officeDocument/2006/relationships/slide" Target="slide121.xml"/><Relationship Id="rId9" Type="http://schemas.openxmlformats.org/officeDocument/2006/relationships/slide" Target="slide131.xml"/><Relationship Id="rId10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7.xml"/><Relationship Id="rId9" Type="http://schemas.openxmlformats.org/officeDocument/2006/relationships/slide" Target="slide122.xml"/><Relationship Id="rId10" Type="http://schemas.openxmlformats.org/officeDocument/2006/relationships/slide" Target="slide131.xml"/><Relationship Id="rId11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8.xml"/><Relationship Id="rId10" Type="http://schemas.openxmlformats.org/officeDocument/2006/relationships/slide" Target="slide123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9.xml"/><Relationship Id="rId10" Type="http://schemas.openxmlformats.org/officeDocument/2006/relationships/slide" Target="slide124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5.xml"/><Relationship Id="rId10" Type="http://schemas.openxmlformats.org/officeDocument/2006/relationships/slide" Target="slide130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2.xml"/><Relationship Id="rId6" Type="http://schemas.openxmlformats.org/officeDocument/2006/relationships/slide" Target="slide137.xml"/><Relationship Id="rId7" Type="http://schemas.openxmlformats.org/officeDocument/2006/relationships/slide" Target="slide14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142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2.xml"/><Relationship Id="rId6" Type="http://schemas.openxmlformats.org/officeDocument/2006/relationships/slide" Target="slide137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4.xml"/><Relationship Id="rId5" Type="http://schemas.openxmlformats.org/officeDocument/2006/relationships/slide" Target="slide149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6.xml"/><Relationship Id="rId5" Type="http://schemas.openxmlformats.org/officeDocument/2006/relationships/slide" Target="slide151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3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4.xml"/><Relationship Id="rId5" Type="http://schemas.openxmlformats.org/officeDocument/2006/relationships/slide" Target="slide149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6.xml"/><Relationship Id="rId5" Type="http://schemas.openxmlformats.org/officeDocument/2006/relationships/slide" Target="slide151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4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0.xml"/><Relationship Id="rId5" Type="http://schemas.openxmlformats.org/officeDocument/2006/relationships/slide" Target="slide165.xml"/><Relationship Id="rId6" Type="http://schemas.openxmlformats.org/officeDocument/2006/relationships/slide" Target="slide17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1.xml"/><Relationship Id="rId6" Type="http://schemas.openxmlformats.org/officeDocument/2006/relationships/slide" Target="slide166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7.xml"/><Relationship Id="rId6" Type="http://schemas.openxmlformats.org/officeDocument/2006/relationships/slide" Target="slide172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9.xml"/><Relationship Id="rId6" Type="http://schemas.openxmlformats.org/officeDocument/2006/relationships/slide" Target="slide174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75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0.xml"/><Relationship Id="rId5" Type="http://schemas.openxmlformats.org/officeDocument/2006/relationships/slide" Target="slide165.xml"/><Relationship Id="rId6" Type="http://schemas.openxmlformats.org/officeDocument/2006/relationships/slide" Target="slide175.xml"/><Relationship Id="rId7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1.xml"/><Relationship Id="rId6" Type="http://schemas.openxmlformats.org/officeDocument/2006/relationships/slide" Target="slide166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7.xml"/><Relationship Id="rId6" Type="http://schemas.openxmlformats.org/officeDocument/2006/relationships/slide" Target="slide172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9.xml"/><Relationship Id="rId6" Type="http://schemas.openxmlformats.org/officeDocument/2006/relationships/slide" Target="slide174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76.xml"/><Relationship Id="rId6" Type="http://schemas.openxmlformats.org/officeDocument/2006/relationships/slide" Target="slide181.xml"/><Relationship Id="rId7" Type="http://schemas.openxmlformats.org/officeDocument/2006/relationships/slide" Target="slide18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186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76.xml"/><Relationship Id="rId6" Type="http://schemas.openxmlformats.org/officeDocument/2006/relationships/slide" Target="slide181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slide" Target="slide18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3.xml"/><Relationship Id="rId7" Type="http://schemas.openxmlformats.org/officeDocument/2006/relationships/slide" Target="slide188.xml"/><Relationship Id="rId8" Type="http://schemas.openxmlformats.org/officeDocument/2006/relationships/slide" Target="slide22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4.xml"/><Relationship Id="rId7" Type="http://schemas.openxmlformats.org/officeDocument/2006/relationships/slide" Target="slide189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5.xml"/><Relationship Id="rId7" Type="http://schemas.openxmlformats.org/officeDocument/2006/relationships/slide" Target="slide19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6.xml"/><Relationship Id="rId7" Type="http://schemas.openxmlformats.org/officeDocument/2006/relationships/slide" Target="slide191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7.xml"/><Relationship Id="rId7" Type="http://schemas.openxmlformats.org/officeDocument/2006/relationships/slide" Target="slide19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9.xml"/><Relationship Id="rId7" Type="http://schemas.openxmlformats.org/officeDocument/2006/relationships/slide" Target="slide19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0.xml"/><Relationship Id="rId7" Type="http://schemas.openxmlformats.org/officeDocument/2006/relationships/slide" Target="slide195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1.xml"/><Relationship Id="rId7" Type="http://schemas.openxmlformats.org/officeDocument/2006/relationships/slide" Target="slide19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2.xml"/><Relationship Id="rId7" Type="http://schemas.openxmlformats.org/officeDocument/2006/relationships/slide" Target="slide197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3.xml"/><Relationship Id="rId7" Type="http://schemas.openxmlformats.org/officeDocument/2006/relationships/slide" Target="slide198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5.xml"/><Relationship Id="rId7" Type="http://schemas.openxmlformats.org/officeDocument/2006/relationships/slide" Target="slide20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6.xml"/><Relationship Id="rId7" Type="http://schemas.openxmlformats.org/officeDocument/2006/relationships/slide" Target="slide201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7.xml"/><Relationship Id="rId7" Type="http://schemas.openxmlformats.org/officeDocument/2006/relationships/slide" Target="slide20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8.xml"/><Relationship Id="rId7" Type="http://schemas.openxmlformats.org/officeDocument/2006/relationships/slide" Target="slide203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9.xml"/><Relationship Id="rId7" Type="http://schemas.openxmlformats.org/officeDocument/2006/relationships/slide" Target="slide20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1.xml"/><Relationship Id="rId7" Type="http://schemas.openxmlformats.org/officeDocument/2006/relationships/slide" Target="slide20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2.xml"/><Relationship Id="rId7" Type="http://schemas.openxmlformats.org/officeDocument/2006/relationships/slide" Target="slide207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3.xml"/><Relationship Id="rId7" Type="http://schemas.openxmlformats.org/officeDocument/2006/relationships/slide" Target="slide208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4.xml"/><Relationship Id="rId7" Type="http://schemas.openxmlformats.org/officeDocument/2006/relationships/slide" Target="slide209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5.xml"/><Relationship Id="rId7" Type="http://schemas.openxmlformats.org/officeDocument/2006/relationships/slide" Target="slide21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7.xml"/><Relationship Id="rId7" Type="http://schemas.openxmlformats.org/officeDocument/2006/relationships/slide" Target="slide21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8.xml"/><Relationship Id="rId7" Type="http://schemas.openxmlformats.org/officeDocument/2006/relationships/slide" Target="slide213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9.xml"/><Relationship Id="rId7" Type="http://schemas.openxmlformats.org/officeDocument/2006/relationships/slide" Target="slide21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0.xml"/><Relationship Id="rId7" Type="http://schemas.openxmlformats.org/officeDocument/2006/relationships/slide" Target="slide215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1.xml"/><Relationship Id="rId7" Type="http://schemas.openxmlformats.org/officeDocument/2006/relationships/slide" Target="slide21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8.xml"/><Relationship Id="rId8" Type="http://schemas.openxmlformats.org/officeDocument/2006/relationships/slide" Target="slide223.xml"/><Relationship Id="rId9" Type="http://schemas.openxmlformats.org/officeDocument/2006/relationships/slide" Target="slide233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9.xml"/><Relationship Id="rId8" Type="http://schemas.openxmlformats.org/officeDocument/2006/relationships/slide" Target="slide224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0.xml"/><Relationship Id="rId8" Type="http://schemas.openxmlformats.org/officeDocument/2006/relationships/slide" Target="slide225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6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2.xml"/><Relationship Id="rId8" Type="http://schemas.openxmlformats.org/officeDocument/2006/relationships/slide" Target="slide227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3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8.xml"/><Relationship Id="rId8" Type="http://schemas.openxmlformats.org/officeDocument/2006/relationships/slide" Target="slide223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9.xml"/><Relationship Id="rId8" Type="http://schemas.openxmlformats.org/officeDocument/2006/relationships/slide" Target="slide224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0.xml"/><Relationship Id="rId8" Type="http://schemas.openxmlformats.org/officeDocument/2006/relationships/slide" Target="slide225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6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2.xml"/><Relationship Id="rId8" Type="http://schemas.openxmlformats.org/officeDocument/2006/relationships/slide" Target="slide227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4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6.xml"/><Relationship Id="rId6" Type="http://schemas.openxmlformats.org/officeDocument/2006/relationships/slide" Target="slide241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7.xml"/><Relationship Id="rId6" Type="http://schemas.openxmlformats.org/officeDocument/2006/relationships/slide" Target="slide242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4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6.xml"/><Relationship Id="rId6" Type="http://schemas.openxmlformats.org/officeDocument/2006/relationships/slide" Target="slide241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7.xml"/><Relationship Id="rId6" Type="http://schemas.openxmlformats.org/officeDocument/2006/relationships/slide" Target="slide242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0.xml"/><Relationship Id="rId7" Type="http://schemas.openxmlformats.org/officeDocument/2006/relationships/slide" Target="slide245.xml"/><Relationship Id="rId8" Type="http://schemas.openxmlformats.org/officeDocument/2006/relationships/slide" Target="slide255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1.xml"/><Relationship Id="rId8" Type="http://schemas.openxmlformats.org/officeDocument/2006/relationships/slide" Target="slide246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7.xml"/><Relationship Id="rId8" Type="http://schemas.openxmlformats.org/officeDocument/2006/relationships/slide" Target="slide252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3.xml"/><Relationship Id="rId8" Type="http://schemas.openxmlformats.org/officeDocument/2006/relationships/slide" Target="slide248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4.xml"/><Relationship Id="rId8" Type="http://schemas.openxmlformats.org/officeDocument/2006/relationships/slide" Target="slide249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255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0.xml"/><Relationship Id="rId7" Type="http://schemas.openxmlformats.org/officeDocument/2006/relationships/slide" Target="slide245.xml"/><Relationship Id="rId8" Type="http://schemas.openxmlformats.org/officeDocument/2006/relationships/slide" Target="slide255.xml"/><Relationship Id="rId9" Type="http://schemas.openxmlformats.org/officeDocument/2006/relationships/audio" Target="../media/snd_boing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1.xml"/><Relationship Id="rId8" Type="http://schemas.openxmlformats.org/officeDocument/2006/relationships/slide" Target="slide246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7.xml"/><Relationship Id="rId8" Type="http://schemas.openxmlformats.org/officeDocument/2006/relationships/slide" Target="slide252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3.xml"/><Relationship Id="rId8" Type="http://schemas.openxmlformats.org/officeDocument/2006/relationships/slide" Target="slide248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4.xml"/><Relationship Id="rId8" Type="http://schemas.openxmlformats.org/officeDocument/2006/relationships/slide" Target="slide249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61.xml"/><Relationship Id="rId8" Type="http://schemas.openxmlformats.org/officeDocument/2006/relationships/slide" Target="slide256.xml"/><Relationship Id="rId9" Type="http://schemas.openxmlformats.org/officeDocument/2006/relationships/slide" Target="slide266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57.xml"/><Relationship Id="rId9" Type="http://schemas.openxmlformats.org/officeDocument/2006/relationships/slide" Target="slide262.xml"/><Relationship Id="rId10" Type="http://schemas.openxmlformats.org/officeDocument/2006/relationships/slide" Target="slide266.xml"/><Relationship Id="rId11" Type="http://schemas.openxmlformats.org/officeDocument/2006/relationships/audio" Target="../media/snd_d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58.xml"/><Relationship Id="rId10" Type="http://schemas.openxmlformats.org/officeDocument/2006/relationships/slide" Target="slide263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59.xml"/><Relationship Id="rId10" Type="http://schemas.openxmlformats.org/officeDocument/2006/relationships/slide" Target="slide264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6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61.xml"/><Relationship Id="rId8" Type="http://schemas.openxmlformats.org/officeDocument/2006/relationships/slide" Target="slide256.xml"/><Relationship Id="rId9" Type="http://schemas.openxmlformats.org/officeDocument/2006/relationships/slide" Target="slide266.xml"/><Relationship Id="rId10" Type="http://schemas.openxmlformats.org/officeDocument/2006/relationships/audio" Target="../media/snd_bo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57.xml"/><Relationship Id="rId9" Type="http://schemas.openxmlformats.org/officeDocument/2006/relationships/slide" Target="slide262.xml"/><Relationship Id="rId10" Type="http://schemas.openxmlformats.org/officeDocument/2006/relationships/slide" Target="slide266.xml"/><Relationship Id="rId11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58.xml"/><Relationship Id="rId10" Type="http://schemas.openxmlformats.org/officeDocument/2006/relationships/slide" Target="slide263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59.xml"/><Relationship Id="rId10" Type="http://schemas.openxmlformats.org/officeDocument/2006/relationships/slide" Target="slide264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7.xml"/><Relationship Id="rId6" Type="http://schemas.openxmlformats.org/officeDocument/2006/relationships/slide" Target="slide272.xml"/><Relationship Id="rId7" Type="http://schemas.openxmlformats.org/officeDocument/2006/relationships/slide" Target="slide27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277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7.xml"/><Relationship Id="rId6" Type="http://schemas.openxmlformats.org/officeDocument/2006/relationships/slide" Target="slide272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3.xml"/><Relationship Id="rId5" Type="http://schemas.openxmlformats.org/officeDocument/2006/relationships/slide" Target="slide278.xml"/><Relationship Id="rId6" Type="http://schemas.openxmlformats.org/officeDocument/2006/relationships/slide" Target="slide288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0.xml"/><Relationship Id="rId5" Type="http://schemas.openxmlformats.org/officeDocument/2006/relationships/slide" Target="slide285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6.xml"/><Relationship Id="rId5" Type="http://schemas.openxmlformats.org/officeDocument/2006/relationships/slide" Target="slide281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8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3.xml"/><Relationship Id="rId5" Type="http://schemas.openxmlformats.org/officeDocument/2006/relationships/slide" Target="slide278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0.xml"/><Relationship Id="rId5" Type="http://schemas.openxmlformats.org/officeDocument/2006/relationships/slide" Target="slide285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6.xml"/><Relationship Id="rId5" Type="http://schemas.openxmlformats.org/officeDocument/2006/relationships/slide" Target="slide281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4.xml"/><Relationship Id="rId6" Type="http://schemas.openxmlformats.org/officeDocument/2006/relationships/slide" Target="slide289.xml"/><Relationship Id="rId7" Type="http://schemas.openxmlformats.org/officeDocument/2006/relationships/slide" Target="slide299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9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4.xml"/><Relationship Id="rId6" Type="http://schemas.openxmlformats.org/officeDocument/2006/relationships/slide" Target="slide289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10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6.xml"/><Relationship Id="rId6" Type="http://schemas.openxmlformats.org/officeDocument/2006/relationships/slide" Target="slide301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8.xml"/><Relationship Id="rId6" Type="http://schemas.openxmlformats.org/officeDocument/2006/relationships/slide" Target="slide303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9.xml"/><Relationship Id="rId6" Type="http://schemas.openxmlformats.org/officeDocument/2006/relationships/slide" Target="slide304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1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10.xml"/><Relationship Id="rId7" Type="http://schemas.openxmlformats.org/officeDocument/2006/relationships/audio" Target="../media/snd_boing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6.xml"/><Relationship Id="rId6" Type="http://schemas.openxmlformats.org/officeDocument/2006/relationships/slide" Target="slide301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8.xml"/><Relationship Id="rId6" Type="http://schemas.openxmlformats.org/officeDocument/2006/relationships/slide" Target="slide303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9.xml"/><Relationship Id="rId6" Type="http://schemas.openxmlformats.org/officeDocument/2006/relationships/slide" Target="slide304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1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21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2.xml"/><Relationship Id="rId8" Type="http://schemas.openxmlformats.org/officeDocument/2006/relationships/slide" Target="slide327.xml"/><Relationship Id="rId9" Type="http://schemas.openxmlformats.org/officeDocument/2006/relationships/slide" Target="slide332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8.xml"/><Relationship Id="rId8" Type="http://schemas.openxmlformats.org/officeDocument/2006/relationships/slide" Target="slide323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5.xml"/><Relationship Id="rId8" Type="http://schemas.openxmlformats.org/officeDocument/2006/relationships/slide" Target="slide330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31.xml"/><Relationship Id="rId8" Type="http://schemas.openxmlformats.org/officeDocument/2006/relationships/slide" Target="slide326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32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2.xml"/><Relationship Id="rId8" Type="http://schemas.openxmlformats.org/officeDocument/2006/relationships/slide" Target="slide327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8.xml"/><Relationship Id="rId8" Type="http://schemas.openxmlformats.org/officeDocument/2006/relationships/slide" Target="slide323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5.xml"/><Relationship Id="rId8" Type="http://schemas.openxmlformats.org/officeDocument/2006/relationships/slide" Target="slide330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31.xml"/><Relationship Id="rId8" Type="http://schemas.openxmlformats.org/officeDocument/2006/relationships/slide" Target="slide326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3.xml"/><Relationship Id="rId6" Type="http://schemas.openxmlformats.org/officeDocument/2006/relationships/slide" Target="slide338.xml"/><Relationship Id="rId7" Type="http://schemas.openxmlformats.org/officeDocument/2006/relationships/slide" Target="slide343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9.xml"/><Relationship Id="rId6" Type="http://schemas.openxmlformats.org/officeDocument/2006/relationships/slide" Target="slide334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1.xml"/><Relationship Id="rId6" Type="http://schemas.openxmlformats.org/officeDocument/2006/relationships/slide" Target="slide336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2.xml"/><Relationship Id="rId6" Type="http://schemas.openxmlformats.org/officeDocument/2006/relationships/slide" Target="slide337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3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3.xml"/><Relationship Id="rId6" Type="http://schemas.openxmlformats.org/officeDocument/2006/relationships/slide" Target="slide338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9.xml"/><Relationship Id="rId6" Type="http://schemas.openxmlformats.org/officeDocument/2006/relationships/slide" Target="slide334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1.xml"/><Relationship Id="rId6" Type="http://schemas.openxmlformats.org/officeDocument/2006/relationships/slide" Target="slide336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2.xml"/><Relationship Id="rId6" Type="http://schemas.openxmlformats.org/officeDocument/2006/relationships/slide" Target="slide337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9.xml"/><Relationship Id="rId7" Type="http://schemas.openxmlformats.org/officeDocument/2006/relationships/slide" Target="slide344.xml"/><Relationship Id="rId8" Type="http://schemas.openxmlformats.org/officeDocument/2006/relationships/slide" Target="slide354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0.xml"/><Relationship Id="rId8" Type="http://schemas.openxmlformats.org/officeDocument/2006/relationships/slide" Target="slide345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1.xml"/><Relationship Id="rId8" Type="http://schemas.openxmlformats.org/officeDocument/2006/relationships/slide" Target="slide346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35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9.xml"/><Relationship Id="rId7" Type="http://schemas.openxmlformats.org/officeDocument/2006/relationships/slide" Target="slide344.xml"/><Relationship Id="rId8" Type="http://schemas.openxmlformats.org/officeDocument/2006/relationships/slide" Target="slide354.xml"/><Relationship Id="rId9" Type="http://schemas.openxmlformats.org/officeDocument/2006/relationships/audio" Target="../media/snd_bo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0.xml"/><Relationship Id="rId8" Type="http://schemas.openxmlformats.org/officeDocument/2006/relationships/slide" Target="slide345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1.xml"/><Relationship Id="rId8" Type="http://schemas.openxmlformats.org/officeDocument/2006/relationships/slide" Target="slide346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60.xml"/><Relationship Id="rId8" Type="http://schemas.openxmlformats.org/officeDocument/2006/relationships/slide" Target="slide355.xml"/><Relationship Id="rId9" Type="http://schemas.openxmlformats.org/officeDocument/2006/relationships/slide" Target="slide365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5.xml"/><Relationship Id="rId11" Type="http://schemas.openxmlformats.org/officeDocument/2006/relationships/audio" Target="../media/snd_d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2.xml"/><Relationship Id="rId10" Type="http://schemas.openxmlformats.org/officeDocument/2006/relationships/slide" Target="slide357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365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60.xml"/><Relationship Id="rId8" Type="http://schemas.openxmlformats.org/officeDocument/2006/relationships/slide" Target="slide355.xml"/><Relationship Id="rId9" Type="http://schemas.openxmlformats.org/officeDocument/2006/relationships/slide" Target="slide365.xml"/><Relationship Id="rId10" Type="http://schemas.openxmlformats.org/officeDocument/2006/relationships/audio" Target="../media/snd_boing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5.xml"/><Relationship Id="rId11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2.xml"/><Relationship Id="rId10" Type="http://schemas.openxmlformats.org/officeDocument/2006/relationships/slide" Target="slide357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6.xml"/><Relationship Id="rId6" Type="http://schemas.openxmlformats.org/officeDocument/2006/relationships/slide" Target="slide371.xml"/><Relationship Id="rId7" Type="http://schemas.openxmlformats.org/officeDocument/2006/relationships/slide" Target="slide376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76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6.xml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2.xml"/><Relationship Id="rId7" Type="http://schemas.openxmlformats.org/officeDocument/2006/relationships/slide" Target="slide377.xml"/><Relationship Id="rId8" Type="http://schemas.openxmlformats.org/officeDocument/2006/relationships/slide" Target="slide411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3.xml"/><Relationship Id="rId7" Type="http://schemas.openxmlformats.org/officeDocument/2006/relationships/slide" Target="slide378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4.xml"/><Relationship Id="rId7" Type="http://schemas.openxmlformats.org/officeDocument/2006/relationships/slide" Target="slide37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5.xml"/><Relationship Id="rId7" Type="http://schemas.openxmlformats.org/officeDocument/2006/relationships/slide" Target="slide38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6.xml"/><Relationship Id="rId7" Type="http://schemas.openxmlformats.org/officeDocument/2006/relationships/slide" Target="slide38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8.xml"/><Relationship Id="rId7" Type="http://schemas.openxmlformats.org/officeDocument/2006/relationships/slide" Target="slide38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9.xml"/><Relationship Id="rId7" Type="http://schemas.openxmlformats.org/officeDocument/2006/relationships/slide" Target="slide384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0.xml"/><Relationship Id="rId7" Type="http://schemas.openxmlformats.org/officeDocument/2006/relationships/slide" Target="slide38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1.xml"/><Relationship Id="rId7" Type="http://schemas.openxmlformats.org/officeDocument/2006/relationships/slide" Target="slide386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2.xml"/><Relationship Id="rId7" Type="http://schemas.openxmlformats.org/officeDocument/2006/relationships/slide" Target="slide387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4.xml"/><Relationship Id="rId7" Type="http://schemas.openxmlformats.org/officeDocument/2006/relationships/slide" Target="slide38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5.xml"/><Relationship Id="rId7" Type="http://schemas.openxmlformats.org/officeDocument/2006/relationships/slide" Target="slide39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6.xml"/><Relationship Id="rId7" Type="http://schemas.openxmlformats.org/officeDocument/2006/relationships/slide" Target="slide39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7.xml"/><Relationship Id="rId7" Type="http://schemas.openxmlformats.org/officeDocument/2006/relationships/slide" Target="slide392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8.xml"/><Relationship Id="rId7" Type="http://schemas.openxmlformats.org/officeDocument/2006/relationships/slide" Target="slide39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0.xml"/><Relationship Id="rId7" Type="http://schemas.openxmlformats.org/officeDocument/2006/relationships/slide" Target="slide39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1.xml"/><Relationship Id="rId7" Type="http://schemas.openxmlformats.org/officeDocument/2006/relationships/slide" Target="slide396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2.xml"/><Relationship Id="rId7" Type="http://schemas.openxmlformats.org/officeDocument/2006/relationships/slide" Target="slide397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3.xml"/><Relationship Id="rId7" Type="http://schemas.openxmlformats.org/officeDocument/2006/relationships/slide" Target="slide398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4.xml"/><Relationship Id="rId7" Type="http://schemas.openxmlformats.org/officeDocument/2006/relationships/slide" Target="slide39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6.xml"/><Relationship Id="rId7" Type="http://schemas.openxmlformats.org/officeDocument/2006/relationships/slide" Target="slide40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7.xml"/><Relationship Id="rId7" Type="http://schemas.openxmlformats.org/officeDocument/2006/relationships/slide" Target="slide402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8.xml"/><Relationship Id="rId7" Type="http://schemas.openxmlformats.org/officeDocument/2006/relationships/slide" Target="slide40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9.xml"/><Relationship Id="rId7" Type="http://schemas.openxmlformats.org/officeDocument/2006/relationships/slide" Target="slide404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0.xml"/><Relationship Id="rId7" Type="http://schemas.openxmlformats.org/officeDocument/2006/relationships/slide" Target="slide40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37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Sun and Moon Lam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Sun and Moon Lam Games</a:t>
            </a:r>
          </a:p>
        </p:txBody>
      </p:sp>
      <p:sp>
        <p:nvSpPr>
          <p:cNvPr id="5" name="Sample" descr="ٱلشَّمۡسُ  ٱلۡقَمَرُ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  ٱلۡقَمَرُ</a:t>
            </a:r>
          </a:p>
        </p:txBody>
      </p:sp>
      <p:sp>
        <p:nvSpPr>
          <p:cNvPr id="6" name="Subtitle" descr="Is the lam silent or do we say it?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Is the lam silent or do we say it?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ino Egg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Dino Eggs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egg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egg.</a:t>
            </a:r>
          </a:p>
        </p:txBody>
      </p:sp>
      <p:sp>
        <p:nvSpPr>
          <p:cNvPr id="7" name="Line 3" descr="3.  Hatch all the baby dino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Hatch all the baby dinos!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5" y="2095500"/>
            <a:ext cx="1619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نُّورُ" descr="ٱلنُّور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حَمۡدُ" descr="ٱلۡحَمۡ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ضَّوۡءُ" descr="ٱلضَّوۡء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نُّورُ" descr="ٱلنُّور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ل" descr="ل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ن" descr="ن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غ" descr="غ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8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تِّينُ" descr="ٱلتِّين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هِلَالُ" descr="ٱلۡهِلَال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نُّورُ" descr="ٱلنُّور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حَمۡدُ" descr="ٱلۡحَمۡ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ضَّوۡءُ" descr="ٱلضَّوۡء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نُّورُ" descr="ٱلنُّور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ل" descr="ل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ن" descr="ن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غ" descr="غ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8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تِّينُ" descr="ٱلتِّين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هِلَالُ" descr="ٱلۡهِلَال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law Machin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Claw Machine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Grab the right to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Grab the right toy.</a:t>
            </a:r>
          </a:p>
        </p:txBody>
      </p:sp>
      <p:sp>
        <p:nvSpPr>
          <p:cNvPr id="7" name="Line 3" descr="3.  Win all the priz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Win all the prizes!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95500"/>
            <a:ext cx="1524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حَمۡدُ" descr="ٱلۡحَمۡد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ۡفِيلُ" descr="ٱلۡفِيل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ث" descr="ث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ي" descr="ي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رَّجُلُ" descr="ٱلرَّجُل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دَّرۡسُ" descr="ٱلدَّرۡس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جَمَلُ" descr="ٱلۡجَمَل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لَّيۡلُ" descr="ٱللَّيۡ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ط" descr="ط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ي" descr="ي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ز" descr="ز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حَمۡدُ" descr="ٱلۡحَمۡد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ۡفِيلُ" descr="ٱلۡفِيل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ث" descr="ث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ي" descr="ي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رَّجُلُ" descr="ٱلرَّجُل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دَّرۡسُ" descr="ٱلدَّرۡس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جَمَلُ" descr="ٱلۡجَمَل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لَّيۡلُ" descr="ٱللَّيۡ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ط" descr="ط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ي" descr="ي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ز" descr="ز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un or Moon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Sun or Moon?</a:t>
            </a:r>
          </a:p>
        </p:txBody>
      </p:sp>
      <p:sp>
        <p:nvSpPr>
          <p:cNvPr id="5" name="Line 1" descr="1.  Read the word or the lett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word or the letter.</a:t>
            </a:r>
          </a:p>
        </p:txBody>
      </p:sp>
      <p:sp>
        <p:nvSpPr>
          <p:cNvPr id="6" name="Line 2" descr="2.  Silent lam: tap the sun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Silent lam: tap the sun.</a:t>
            </a:r>
          </a:p>
        </p:txBody>
      </p:sp>
      <p:sp>
        <p:nvSpPr>
          <p:cNvPr id="7" name="Line 3" descr="3.  We say the lam: tap the moon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We say the lam: tap the moon.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ض" descr="ض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شَّمۡسُ" descr="ٱلشَّمۡ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يۡلُ" descr="ٱللَّيۡ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ش" descr="ش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مَاءُ" descr="ٱلۡمَا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ض" descr="ض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شَّمۡسُ" descr="ٱلشَّمۡ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يۡلُ" descr="ٱللَّيۡ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ش" descr="ش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مَاءُ" descr="ٱلۡمَا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t-Air Balloo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Hot-Air Balloon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Fly up to the cloud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Fly up to the clouds!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73" y="2095500"/>
            <a:ext cx="138545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جَمَلُ" descr="ٱلۡجَمَ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5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دَّرۡسُ" descr="ٱلدَّر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5" name="Answer 2 ٱلۡخُبۡزُ" descr="ٱلۡخُبۡز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6" name="Answer 3 ٱلۡمَاءُ" descr="ٱلۡمَا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ت" descr="ت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5" name="Answer 2 ز" descr="ز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6" name="Answer 3 ك" descr="ك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ذَّهَبُ" descr="ٱلذَّه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دَّرۡسُ" descr="ٱلدَّر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جَمَلُ" descr="ٱلۡجَمَ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5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دَّرۡسُ" descr="ٱلدَّر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5" name="Answer 2 ٱلۡخُبۡزُ" descr="ٱلۡخُبۡز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6" name="Answer 3 ٱلۡمَاءُ" descr="ٱلۡمَا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ت" descr="ت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5" name="Answer 2 ز" descr="ز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6" name="Answer 3 ك" descr="ك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ذَّهَبُ" descr="ٱلذَّه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دَّرۡسُ" descr="ٱلدَّر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ail Aw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Sail Away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Sail to the lighthous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Sail to the lighthouse!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23515"/>
            <a:ext cx="2095500" cy="1848971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سَّمَكُ" descr="ٱلسَّمَك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7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ص" descr="ص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6" name="Answer 2 ك" descr="ك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Answer 3 أ" descr="أ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شَّمۡسُ" descr="ٱلشَّم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6" name="Answer 2 ٱلذَّهَبُ" descr="ٱلذَّهَ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7" name="Answer 3 ٱلۡجَمَلُ" descr="ٱلۡجَمَ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شَّمۡسُ" descr="ٱ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7" name="Answer 3 ٱلۡهِلَالُ" descr="ٱلۡهِلَا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ك" descr="ك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Answer 3 س" descr="س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سَّمَكُ" descr="ٱلسَّمَك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7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ص" descr="ص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6" name="Answer 2 ك" descr="ك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Answer 3 أ" descr="أ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شَّمۡسُ" descr="ٱلشَّم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6" name="Answer 2 ٱلذَّهَبُ" descr="ٱلذَّهَ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7" name="Answer 3 ٱلۡجَمَلُ" descr="ٱلۡجَمَ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شَّمۡسُ" descr="ٱ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7" name="Answer 3 ٱلۡهِلَالُ" descr="ٱلۡهِلَا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ك" descr="ك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7" name="Answer 3 س" descr="س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ookie Tr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Cookie Tray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Bake all the cooki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Bake all the cookies!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6" name="Answer 2 ز" descr="ز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7" name="Answer 3 ي" descr="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طَّعَامُ" descr="ٱلطَّعَا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6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7" name="Answer 3 ٱلۡمَاءُ" descr="ٱلۡمَاء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عِلۡمُ" descr="ٱلۡعِل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6" name="Answer 2 ٱلصَّبۡرُ" descr="ٱلصَّبۡر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7" name="Answer 3 ٱلۡغَيۡمُ" descr="ٱلۡغَي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ط" descr="ط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6" name="Answer 2 غ" descr="غ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7" name="Answer 3 ث" descr="ث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هِلَالُ" descr="ٱلۡهِلَا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6" name="Answer 2 ٱلنَّجۡمُ" descr="ٱلنَّج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7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6" name="Answer 2 ز" descr="ز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7" name="Answer 3 ي" descr="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طَّعَامُ" descr="ٱلطَّعَا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6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7" name="Answer 3 ٱلۡمَاءُ" descr="ٱلۡمَاء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عِلۡمُ" descr="ٱلۡعِل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6" name="Answer 2 ٱلصَّبۡرُ" descr="ٱلصَّبۡر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7" name="Answer 3 ٱلۡغَيۡمُ" descr="ٱلۡغَي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ط" descr="ط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6" name="Answer 2 غ" descr="غ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7" name="Answer 3 ث" descr="ث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هِلَالُ" descr="ٱلۡهِلَا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6" name="Answer 2 ٱلنَّجۡمُ" descr="ٱلنَّج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7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" descr="ج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غَيۡمُ" descr="ٱلۡغَي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يۡلُ" descr="ٱللَّيۡ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" descr="ع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طَّعَامُ" descr="ٱلطَّعَا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" descr="ج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غَيۡمُ" descr="ٱلۡغَي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يۡلُ" descr="ٱللَّيۡ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" descr="ع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طَّعَامُ" descr="ٱلطَّعَا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tterfly Ja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Butterfly Jar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Catch the right butterfl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Catch the right butterfly.</a:t>
            </a:r>
          </a:p>
        </p:txBody>
      </p:sp>
      <p:sp>
        <p:nvSpPr>
          <p:cNvPr id="7" name="Line 3" descr="3.  Fill the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09800"/>
            <a:ext cx="2095500" cy="16764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ه" descr="ه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ز" descr="ز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غَيۡمُ" descr="ٱلۡغَي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تِّينُ" descr="ٱلتِّين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بَابُ" descr="ٱلۡبَا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لَّيۡلُ" descr="ٱللَّيۡ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11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أَرۡضُ" descr="ٱلۡأَرۡض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ع" descr="ع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ش" descr="ش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ت" descr="ت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ه" descr="ه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ز" descr="ز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غَيۡمُ" descr="ٱلۡغَي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تِّينُ" descr="ٱلتِّين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بَابُ" descr="ٱلۡبَا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لَّيۡلُ" descr="ٱللَّيۡ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11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أَرۡضُ" descr="ٱلۡأَرۡض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ع" descr="ع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ش" descr="ش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ت" descr="ت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mel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Camel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lk the camel to the wat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Walk the camel to the water!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65684"/>
            <a:ext cx="2095500" cy="1764632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ج" descr="ج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7" name="Answer 3 أ" descr="أ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طَّعَامُ" descr="ٱلطَّعَا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6" name="Answer 2 ٱلۡخُبۡزُ" descr="ٱلۡخُبۡز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6" name="Answer 2 ٱلۡعِلۡمُ" descr="ٱلۡعِل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7" name="Answer 3 ٱلضَّوۡءُ" descr="ٱلضَّوۡء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ل" descr="ل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2 ف" descr="ف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7" name="Answer 3 ك" descr="ك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فِيلُ" descr="ٱلۡفِي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6" name="Answer 2 ٱلشَّمۡسُ" descr="ٱ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ج" descr="ج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7" name="Answer 3 أ" descr="أ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طَّعَامُ" descr="ٱلطَّعَا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6" name="Answer 2 ٱلۡخُبۡزُ" descr="ٱلۡخُبۡز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6" name="Answer 2 ٱلۡعِلۡمُ" descr="ٱلۡعِل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7" name="Answer 3 ٱلضَّوۡءُ" descr="ٱلضَّوۡء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ل" descr="ل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2 ف" descr="ف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7" name="Answer 3 ك" descr="ك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فِيلُ" descr="ٱلۡفِي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6" name="Answer 2 ٱلشَّمۡسُ" descr="ٱ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ذَّهَبُ" descr="ٱلذَّهَب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سَّمَكُ" descr="ٱلسَّمَك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عِلۡمُ" descr="ٱلۡعِل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أ" descr="أ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ع" descr="ع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ص" descr="ص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صَّبۡرُ" descr="ٱلصَّب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ظُّهۡرُ" descr="ٱلظُّهۡر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ذَّهَبُ" descr="ٱلذَّهَب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سَّمَكُ" descr="ٱلسَّمَك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عِلۡمُ" descr="ٱلۡعِل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أ" descr="أ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ع" descr="ع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ص" descr="ص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صَّبۡرُ" descr="ٱلصَّب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ظُّهۡرُ" descr="ٱلظُّهۡر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رَّجُلُ" descr="ٱلرَّجُل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فِيلُ" descr="ٱلۡفِيل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ذ" descr="ذ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ز" descr="ز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أ" descr="أ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ظُّهۡرُ" descr="ٱلظُّهۡ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مَاءُ" descr="ٱلۡمَا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رَّجُلُ" descr="ٱلرَّجُل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كِتَابُ" descr="ٱلۡكِتَاب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قَمَرُ" descr="ٱلۡقَمَر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تِّينُ" descr="ٱلتِّين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ع" descr="ع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ط" descr="ط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ش" descr="ش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رَّجُلُ" descr="ٱلرَّجُل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فِيلُ" descr="ٱلۡفِيل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ذ" descr="ذ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ز" descr="ز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أ" descr="أ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ظُّهۡرُ" descr="ٱلظُّهۡ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مَاءُ" descr="ٱلۡمَا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رَّجُلُ" descr="ٱلرَّجُل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كِتَابُ" descr="ٱلۡكِتَاب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قَمَرُ" descr="ٱلۡقَمَر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تِّينُ" descr="ٱلتِّين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ع" descr="ع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ط" descr="ط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ش" descr="ش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" descr="ع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ذَّهَبُ" descr="ٱلذَّهَ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ع" descr="ع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ذَّهَبُ" descr="ٱلذَّهَ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يَدُ" descr="ٱلۡي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5" name="Answer 2 ٱلتِّينُ" descr="ٱلتِّين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6" name="Answer 3 ٱلثَّوۡبُ" descr="ٱلثَّوۡ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لَّيۡلُ" descr="ٱللَّيۡ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5" name="Answer 2 ٱلۡكِتَابُ" descr="ٱلۡكِت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ث" descr="ث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5" name="Answer 2 ق" descr="ق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6" name="Answer 3 ط" descr="ط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عِلۡمُ" descr="ٱ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5" name="Answer 2 ٱلنُّورُ" descr="ٱلنُّو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3 ٱلدَّرۡسُ" descr="ٱلدَّر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5" name="Answer 2 ٱلطَّعَامُ" descr="ٱلطَّعَا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6" name="Answer 3 ٱلۡبَابُ" descr="ٱلۡبَا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يَدُ" descr="ٱلۡي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5" name="Answer 2 ٱلتِّينُ" descr="ٱلتِّين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6" name="Answer 3 ٱلثَّوۡبُ" descr="ٱلثَّوۡ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لَّيۡلُ" descr="ٱللَّيۡ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5" name="Answer 2 ٱلۡكِتَابُ" descr="ٱلۡكِت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ث" descr="ث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5" name="Answer 2 ق" descr="ق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6" name="Answer 3 ط" descr="ط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عِلۡمُ" descr="ٱ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5" name="Answer 2 ٱلنُّورُ" descr="ٱلنُّو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3 ٱلدَّرۡسُ" descr="ٱلدَّر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5" name="Answer 2 ٱلطَّعَامُ" descr="ٱلطَّعَا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6" name="Answer 3 ٱلۡبَابُ" descr="ٱلۡبَا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6" name="Answer 2 ٱلۡبَابُ" descr="ٱلۡبَا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Answer 3 ٱلتِّينُ" descr="ٱلت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ب" descr="ب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6" name="Answer 2 ز" descr="ز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7" name="Answer 3 ح" descr="ح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ظُّهۡرُ" descr="ٱلظُّهۡ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7" name="Answer 3 ٱلشَّمۡسُ" descr="ٱلشَّمۡس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يَدُ" descr="ٱلۡي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6" name="Answer 2 ٱلضَّوۡءُ" descr="ٱلضَّوۡء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7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ذ" descr="ذ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6" name="Answer 2 ع" descr="ع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7" name="Answer 3 ت" descr="ت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6" name="Answer 2 ٱلۡبَابُ" descr="ٱلۡبَا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Answer 3 ٱلتِّينُ" descr="ٱلت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ب" descr="ب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6" name="Answer 2 ز" descr="ز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7" name="Answer 3 ح" descr="ح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ظُّهۡرُ" descr="ٱلظُّهۡ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7" name="Answer 3 ٱلشَّمۡسُ" descr="ٱلشَّمۡس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يَدُ" descr="ٱلۡي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6" name="Answer 2 ٱلضَّوۡءُ" descr="ٱلضَّوۡء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7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ذ" descr="ذ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6" name="Answer 2 ع" descr="ع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7" name="Answer 3 ت" descr="ت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ق" descr="ق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Answer 2 ف" descr="ف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7" name="Answer 3 ش" descr="ش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تِّينُ" descr="ٱلتِّين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6" name="Answer 2 ٱلۡيَدُ" descr="ٱلۡيَد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7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1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7" name="Answer 3 ٱلۡبَابُ" descr="ٱلۡبَا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ي" descr="ي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6" name="Answer 2 ث" descr="ث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7" name="Answer 3 ف" descr="ف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فِيلُ" descr="ٱ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7" name="Answer 3 ٱلزَّيۡتُ" descr="ٱلزَّيۡت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ق" descr="ق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6" name="Answer 2 ف" descr="ف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7" name="Answer 3 ش" descr="ش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تِّينُ" descr="ٱلتِّين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6" name="Answer 2 ٱلۡيَدُ" descr="ٱلۡيَد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7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1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7" name="Answer 3 ٱلۡبَابُ" descr="ٱلۡبَا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ي" descr="ي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6" name="Answer 2 ث" descr="ث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7" name="Answer 3 ف" descr="ف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فِيلُ" descr="ٱ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7" name="Answer 3 ٱلزَّيۡتُ" descr="ٱلزَّيۡت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ث" descr="ث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خُبۡزُ" descr="ٱلۡخُبۡز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ظُّهۡرُ" descr="ٱلظُّهۡ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" descr="ه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ث" descr="ث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خُبۡزُ" descr="ٱلۡخُبۡز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ظُّهۡرُ" descr="ٱلظُّهۡ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" descr="ه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Apple Tre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Apple Tree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basket with 5 apple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basket with 5 apples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2095500"/>
            <a:ext cx="1746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مَكُ" descr="ٱلسَّمَك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صَّبۡرُ" descr="ٱلصَّبۡ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زَّيۡتُ" descr="ٱلزَّ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مَكُ" descr="ٱلسَّمَك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صَّبۡرُ" descr="ٱلصَّبۡ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زَّيۡتُ" descr="ٱلزَّ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صَّبۡرُ" descr="ٱلصَّبۡ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زَّيۡتُ" descr="ٱلزَّ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دَّرۡسُ" descr="ٱلدَّرۡس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زَّيۡتُ" descr="ٱلزَّ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دَّرۡسُ" descr="ٱلدَّرۡس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هۡرُ" descr="ٱلظُّهۡ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دَّرۡسُ" descr="ٱلدَّرۡس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هۡرُ" descr="ٱلظُّهۡ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وَلَدُ" descr="ٱلۡوَل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ضَّوۡءُ" descr="ٱلضَّوۡء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بَابُ" descr="ٱلۡب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ظ" descr="ظ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ر" descr="ر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لَّيۡلُ" descr="ٱللَّيۡ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طَّعَامُ" descr="ٱلطَّعَا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ۡحَمۡدُ" descr="ٱلۡحَمۡ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ۡوَلَدُ" descr="ٱلۡوَلَد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بَابُ" descr="ٱلۡبَاب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ث" descr="ث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ج" descr="ج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pic>
        <p:nvPicPr>
          <p:cNvPr id="12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ص" descr="ص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ضَّوۡءُ" descr="ٱلضَّوۡء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بَابُ" descr="ٱلۡب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ظ" descr="ظ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ر" descr="ر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لَّيۡلُ" descr="ٱللَّيۡ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طَّعَامُ" descr="ٱلطَّعَا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ۡحَمۡدُ" descr="ٱلۡحَمۡ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ۡوَلَدُ" descr="ٱلۡوَلَد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بَابُ" descr="ٱلۡبَاب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ث" descr="ث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ج" descr="ج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pic>
        <p:nvPicPr>
          <p:cNvPr id="12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ص" descr="ص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ز" descr="ز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6" name="Answer 2 م" descr="م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7" name="Answer 3 ط" descr="ط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6" name="Answer 2 ٱلۡبَابُ" descr="ٱلۡبَاب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Answer 3 ٱلنَّجۡمُ" descr="ٱلنَّجۡ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نُّورُ" descr="ٱلنُّو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2 ٱلۡفِيلُ" descr="ٱلۡفِيل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7" name="Answer 3 ٱلۡهِلَالُ" descr="ٱلۡهِلَا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ظ" descr="ظ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6" name="Answer 2 ق" descr="ق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Answer 3 ح" descr="ح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دَّرۡسُ" descr="ٱلدَّر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Answer 3 ٱلسَّمَكُ" descr="ٱلسَّمَك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ز" descr="ز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6" name="Answer 2 م" descr="م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7" name="Answer 3 ط" descr="ط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6" name="Answer 2 ٱلۡبَابُ" descr="ٱلۡبَاب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7" name="Answer 3 ٱلنَّجۡمُ" descr="ٱلنَّجۡ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نُّورُ" descr="ٱلنُّو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2 ٱلۡفِيلُ" descr="ٱلۡفِيل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7" name="Answer 3 ٱلۡهِلَالُ" descr="ٱلۡهِلَا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ظ" descr="ظ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6" name="Answer 2 ق" descr="ق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Answer 3 ح" descr="ح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دَّرۡسُ" descr="ٱلدَّر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7" name="Answer 3 ٱلسَّمَكُ" descr="ٱلسَّمَك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ذَّهَبُ" descr="ٱلذَّهَب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يَدُ" descr="ٱلۡيَد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جَمَلُ" descr="ٱلۡجَمَ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ع" descr="ع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ز" descr="ز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ر" descr="ر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ظُّهۡرُ" descr="ٱلظُّه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جَمَلُ" descr="ٱلۡجَمَل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نَّجۡمُ" descr="ٱلنَّج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مَاءُ" descr="ٱلۡمَا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صَّبۡرُ" descr="ٱلصَّبۡ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قَمَرُ" descr="ٱلۡقَمَر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ذَّهَبُ" descr="ٱلذَّهَب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يَدُ" descr="ٱلۡيَد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جَمَلُ" descr="ٱلۡجَمَ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نُّورُ" descr="ٱلنُّو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ع" descr="ع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ز" descr="ز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ر" descr="ر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ظُّهۡرُ" descr="ٱلظُّه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جَمَلُ" descr="ٱلۡجَمَل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نَّجۡمُ" descr="ٱلنَّج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مَاءُ" descr="ٱلۡمَا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صَّبۡرُ" descr="ٱلصَّبۡر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قَمَرُ" descr="ٱلۡقَمَر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بَابُ" descr="ٱلۡبَاب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ذَّهَبُ" descr="ٱلذَّهَب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هِلَالُ" descr="ٱلۡهِلَال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و" descr="و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ز" descr="ز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س" descr="س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هِلَالُ" descr="ٱلۡهِلَال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ضَّوۡءُ" descr="ٱلضَّوۡ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لَّيۡلُ" descr="ٱللَّيۡ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ذَّهَبُ" descr="ٱلذَّهَب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غَيۡمُ" descr="ٱلۡغَيۡم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جَمَلُ" descr="ٱلۡجَمَ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غ" descr="غ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أ" descr="أ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ث" descr="ث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بَابُ" descr="ٱلۡبَاب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ذَّهَبُ" descr="ٱلذَّهَب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هِلَالُ" descr="ٱلۡهِلَال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و" descr="و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ز" descr="ز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س" descr="س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هِلَالُ" descr="ٱلۡهِلَال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ضَّوۡءُ" descr="ٱلضَّوۡ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لَّيۡلُ" descr="ٱللَّيۡ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ذَّهَبُ" descr="ٱلذَّهَب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غَيۡمُ" descr="ٱلۡغَيۡم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جَمَلُ" descr="ٱلۡجَمَ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غ" descr="غ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أ" descr="أ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ث" descr="ث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" descr="ب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مَاءُ" descr="ٱلۡمَا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يَدُ" descr="ٱلۡيَد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" descr="ق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" descr="ب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مَاءُ" descr="ٱلۡمَا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يَدُ" descr="ٱلۡيَد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" descr="ق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لَّيۡلُ" descr="ٱللَّيۡ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5" name="Answer 2 ٱلذَّهَبُ" descr="ٱلذَّه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6" name="Answer 3 ٱلۡقَمَرُ" descr="ٱ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ۡفِيلُ" descr="ٱلۡفِي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5" name="Answer 2 ٱلۡعِلۡمُ" descr="ٱلۡعِلۡم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د" descr="د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5" name="Answer 2 و" descr="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6" name="Answer 3 خ" descr="خ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طَّعَامُ" descr="ٱلطَّعَا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5" name="Answer 2 ٱلۡبَابُ" descr="ٱلۡب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3 ٱلظُّهۡرُ" descr="ٱلظُّهۡر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5" name="Answer 2 ٱلۡخُبۡزُ" descr="ٱلۡخُبۡ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6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لَّيۡلُ" descr="ٱللَّيۡ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5" name="Answer 2 ٱلذَّهَبُ" descr="ٱلذَّه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6" name="Answer 3 ٱلۡقَمَرُ" descr="ٱ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ۡفِيلُ" descr="ٱلۡفِي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5" name="Answer 2 ٱلۡعِلۡمُ" descr="ٱلۡعِلۡم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6" name="Answer 3 ٱللَّيۡلُ" descr="ٱللَّيۡ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د" descr="د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5" name="Answer 2 و" descr="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6" name="Answer 3 خ" descr="خ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طَّعَامُ" descr="ٱلطَّعَا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5" name="Answer 2 ٱلۡبَابُ" descr="ٱلۡب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3 ٱلظُّهۡرُ" descr="ٱلظُّهۡر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5" name="Answer 2 ٱلۡخُبۡزُ" descr="ٱلۡخُبۡ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6" name="Answer 3 ٱلضَّوۡءُ" descr="ٱلضَّوۡء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ۡخُبۡزُ" descr="ٱلۡخُبۡز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ه" descr="ه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3 ت" descr="ت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أَرۡضُ" descr="ٱلۡأَرۡض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6" name="Answer 2 ٱلطَّعَامُ" descr="ٱلطَّعَا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7" name="Answer 3 ٱلذَّهَبُ" descr="ٱلذَّهَب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ۡكِتَابُ" descr="ٱلۡكِتَا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ش" descr="ش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7" name="Answer 3 ع" descr="ع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ۡخُبۡزُ" descr="ٱلۡخُبۡز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ه" descr="ه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3 ت" descr="ت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أَرۡضُ" descr="ٱلۡأَرۡض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6" name="Answer 2 ٱلطَّعَامُ" descr="ٱلطَّعَا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7" name="Answer 3 ٱلذَّهَبُ" descr="ٱلذَّهَب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غَيۡمُ" descr="ٱلۡغَيۡ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6" name="Answer 2 ٱلۡكِتَابُ" descr="ٱلۡكِتَاب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ش" descr="ش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7" name="Answer 3 ع" descr="ع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ب" descr="ب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6" name="Answer 2 ك" descr="ك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7" name="Answer 3 ض" descr="ض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نُّورُ" descr="ٱلنُّو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6" name="Answer 2 ٱلصَّبۡرُ" descr="ٱلصَّبۡ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7" name="Answer 3 ٱلۡجَمَلُ" descr="ٱلۡجَمَل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خُبۡزُ" descr="ٱلۡخُبۡز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6" name="Answer 2 ٱلتِّينُ" descr="ٱلتِّي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7" name="Answer 3 ٱلۡغَيۡمُ" descr="ٱلۡغَي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ص" descr="ص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6" name="Answer 2 م" descr="م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7" name="Answer 3 ز" descr="ز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تِّينُ" descr="ٱلتِّين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6" name="Answer 2 ٱلۡحَمۡدُ" descr="ٱلۡحَمۡد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7" name="Answer 3 ٱلشَّمۡسُ" descr="ٱلشَّم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ب" descr="ب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6" name="Answer 2 ك" descr="ك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7" name="Answer 3 ض" descr="ض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نُّورُ" descr="ٱلنُّو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6" name="Answer 2 ٱلصَّبۡرُ" descr="ٱلصَّبۡ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7" name="Answer 3 ٱلۡجَمَلُ" descr="ٱلۡجَمَل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خُبۡزُ" descr="ٱلۡخُبۡز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6" name="Answer 2 ٱلتِّينُ" descr="ٱلتِّي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7" name="Answer 3 ٱلۡغَيۡمُ" descr="ٱلۡغَي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ص" descr="ص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6" name="Answer 2 م" descr="م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7" name="Answer 3 ز" descr="ز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تِّينُ" descr="ٱلتِّين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6" name="Answer 2 ٱلۡحَمۡدُ" descr="ٱلۡحَمۡد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7" name="Answer 3 ٱلشَّمۡسُ" descr="ٱلشَّم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" descr="ط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ذَّهَبُ" descr="ٱلذَّهَ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" descr="ق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طَّعَامُ" descr="ٱلطَّعَا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ط" descr="ط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ذَّهَبُ" descr="ٱلذَّهَ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" descr="ق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طَّعَامُ" descr="ٱلطَّعَا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رَّجُلُ" descr="ٱلرَّجُ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ۡهِلَالُ" descr="ٱلۡهِلَا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فِيلُ" descr="ٱلۡفِي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ن" descr="ن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ط" descr="ط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ثَّوۡبُ" descr="ٱلثَّوۡ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ۡقَمَرُ" descr="ٱ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رَّجُلُ" descr="ٱلرَّجُل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دَّرۡسُ" descr="ٱلدَّرۡس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جَمَلُ" descr="ٱلۡجَمَ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ط" descr="ط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ص" descr="ص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م" descr="م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رَّجُلُ" descr="ٱلرَّجُ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ۡهِلَالُ" descr="ٱلۡهِلَا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فِيلُ" descr="ٱلۡفِي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ن" descr="ن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ط" descr="ط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ك" descr="ك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ثَّوۡبُ" descr="ٱلثَّوۡ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ۡقَمَرُ" descr="ٱ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رَّجُلُ" descr="ٱلرَّجُل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دَّرۡسُ" descr="ٱلدَّرۡس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ۡجَمَلُ" descr="ٱلۡجَمَ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ط" descr="ط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ص" descr="ص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م" descr="م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د" descr="د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6" name="Answer 2 م" descr="م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7" name="Answer 3 خ" descr="خ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6" name="Answer 2 ٱلسَّمَكُ" descr="ٱلسَّمَك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7" name="Answer 3 ٱلۡعِلۡمُ" descr="ٱلۡعِلۡ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وَلَدُ" descr="ٱلۡوَل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6" name="Answer 2 ٱلۡأَرۡضُ" descr="ٱلۡأَرۡض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7" name="Answer 3 ٱلصَّبۡرُ" descr="ٱلصَّبۡ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ت" descr="ت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6" name="Answer 2 ز" descr="ز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7" name="Answer 3 خ" descr="خ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نُّورُ" descr="ٱلنُّو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2 ٱلۡغَيۡمُ" descr="ٱلۡغَيۡ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Answer 3 ٱلصَّبۡرُ" descr="ٱلصَّبۡر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د" descr="د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6" name="Answer 2 م" descr="م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7" name="Answer 3 خ" descr="خ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6" name="Answer 2 ٱلسَّمَكُ" descr="ٱلسَّمَك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7" name="Answer 3 ٱلۡعِلۡمُ" descr="ٱلۡعِلۡ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وَلَدُ" descr="ٱلۡوَل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6" name="Answer 2 ٱلۡأَرۡضُ" descr="ٱلۡأَرۡض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7" name="Answer 3 ٱلصَّبۡرُ" descr="ٱلصَّبۡ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ت" descr="ت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6" name="Answer 2 ز" descr="ز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7" name="Answer 3 خ" descr="خ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نُّورُ" descr="ٱلنُّو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6" name="Answer 2 ٱلۡغَيۡمُ" descr="ٱلۡغَيۡ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Answer 3 ٱلصَّبۡرُ" descr="ٱلصَّبۡر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شَّمۡسُ" descr="ٱلشَّمۡس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فِيلُ" descr="ٱلۡفِيل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عِلۡمُ" descr="ٱلۡعِل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شَّمۡسُ" descr="ٱلشَّمۡس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ل" descr="ل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ح" descr="ح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س" descr="س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ثَّوۡبُ" descr="ٱلثَّوۡب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ۡغَيۡمُ" descr="ٱلۡغَي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أَرۡضُ" descr="ٱلۡأَرۡض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شَّمۡسُ" descr="ٱلشَّمۡس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فِيلُ" descr="ٱلۡفِيل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ۡعِلۡمُ" descr="ٱلۡعِل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شَّمۡسُ" descr="ٱلشَّمۡس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خُبۡزُ" descr="ٱلۡخُبۡز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ل" descr="ل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ح" descr="ح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س" descr="س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ثَّوۡبُ" descr="ٱلثَّوۡب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لَّيۡلُ" descr="ٱللَّيۡل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ۡغَيۡمُ" descr="ٱلۡغَي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أَرۡضُ" descr="ٱلۡأَرۡض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زَّيۡتُ" descr="ٱلزَّيۡت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أَرۡضُ" descr="ٱلۡأَرۡض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ش" descr="ش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أ" descr="أ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ص" descr="ص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قَمَرُ" descr="ٱلۡقَمَر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نَّجۡمُ" descr="ٱلنَّجۡم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ضَّوۡءُ" descr="ٱلضَّوۡ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أَرۡضُ" descr="ٱلۡأَرۡض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ه" descr="ه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ل" descr="ل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ت" descr="ت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ۡهِلَالُ" descr="ٱلۡهِلَال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زَّيۡتُ" descr="ٱلزَّيۡت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أَرۡضُ" descr="ٱلۡأَرۡض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ش" descr="ش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أ" descr="أ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ص" descr="ص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قَمَرُ" descr="ٱلۡقَمَر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نَّجۡمُ" descr="ٱلنَّجۡم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ضَّوۡءُ" descr="ٱلضَّوۡء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أَرۡضُ" descr="ٱلۡأَرۡض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ه" descr="ه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ل" descr="ل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ت" descr="ت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" descr="ف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مَكُ" descr="ٱلسَّمَك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جُلُ" descr="ٱلرَّجُ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غَيۡمُ" descr="ٱلۡغَي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" descr="ف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مَكُ" descr="ٱلسَّمَك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جُلُ" descr="ٱلرَّجُ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غَيۡمُ" descr="ٱلۡغَي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حَمۡدُ" descr="ٱلۡحَمۡ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طَّعَامُ" descr="ٱلطَّعَا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أَرۡضُ" descr="ٱلۡأَرۡض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طَّعَامُ" descr="ٱلطَّعَا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أَرۡضُ" descr="ٱلۡأَرۡض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طَّعَامُ" descr="ٱلطَّعَا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أَرۡضُ" descr="ٱلۡأَرۡض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وَلَدُ" descr="ٱلۡوَل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أَرۡضُ" descr="ٱلۡأَرۡض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وَلَدُ" descr="ٱلۡوَل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لَّيۡلُ" descr="ٱللَّيۡ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وَلَدُ" descr="ٱلۡوَل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لَّيۡلُ" descr="ٱللَّيۡ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جَمَلُ" descr="ٱلۡجَمَ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 and Moon Lam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