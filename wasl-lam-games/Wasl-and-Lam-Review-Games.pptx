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cheer.wav" ContentType="audio/wav"/>
  <Override PartName="/ppt/media/snd_ding.wav" ContentType="audio/wav"/>
  <Override PartName="/ppt/media/snd_pop.wav" ContentType="audio/wav"/>
  <Override PartName="/ppt/media/snd_sparkle.wav" ContentType="audio/wav"/>
  <Override PartName="/ppt/media/snd_splash.wav" ContentType="audio/wav"/>
  <Override PartName="/ppt/media/snd_tada.wav" ContentType="audio/wav"/>
  <Override PartName="/ppt/media/snd_whoosh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9.xml"/><Relationship Id="rId7" Type="http://schemas.openxmlformats.org/officeDocument/2006/relationships/slide" Target="slide4.xml"/><Relationship Id="rId8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0.xml"/><Relationship Id="rId8" Type="http://schemas.openxmlformats.org/officeDocument/2006/relationships/slide" Target="slide5.xml"/><Relationship Id="rId9" Type="http://schemas.openxmlformats.org/officeDocument/2006/relationships/slide" Target="slide14.xml"/><Relationship Id="rId10" Type="http://schemas.openxmlformats.org/officeDocument/2006/relationships/audio" Target="../media/snd_pop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6.xml"/><Relationship Id="rId8" Type="http://schemas.openxmlformats.org/officeDocument/2006/relationships/slide" Target="slide11.xml"/><Relationship Id="rId9" Type="http://schemas.openxmlformats.org/officeDocument/2006/relationships/slide" Target="slide14.xml"/><Relationship Id="rId10" Type="http://schemas.openxmlformats.org/officeDocument/2006/relationships/audio" Target="../media/snd_pop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7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audio" Target="../media/snd_pop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8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audio" Target="../media/snd_pop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14.xml"/><Relationship Id="rId5" Type="http://schemas.openxmlformats.org/officeDocument/2006/relationships/audio" Target="../media/snd_tada.wav"/><Relationship Id="rId6" Type="http://schemas.openxmlformats.org/officeDocument/2006/relationships/image" Target="../media/image40.png"/><Relationship Id="rId7" Type="http://schemas.openxmlformats.org/officeDocument/2006/relationships/audio" Target="../media/snd_cheer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9.xml"/><Relationship Id="rId7" Type="http://schemas.openxmlformats.org/officeDocument/2006/relationships/slide" Target="slide4.xml"/><Relationship Id="rId8" Type="http://schemas.openxmlformats.org/officeDocument/2006/relationships/slide" Target="slide14.xml"/><Relationship Id="rId9" Type="http://schemas.openxmlformats.org/officeDocument/2006/relationships/audio" Target="../media/snd_boing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0.xml"/><Relationship Id="rId8" Type="http://schemas.openxmlformats.org/officeDocument/2006/relationships/slide" Target="slide5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6.xml"/><Relationship Id="rId8" Type="http://schemas.openxmlformats.org/officeDocument/2006/relationships/slide" Target="slide11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7.xml"/><Relationship Id="rId8" Type="http://schemas.openxmlformats.org/officeDocument/2006/relationships/slide" Target="slide12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8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21.xml"/><Relationship Id="rId8" Type="http://schemas.openxmlformats.org/officeDocument/2006/relationships/slide" Target="slide16.xml"/><Relationship Id="rId9" Type="http://schemas.openxmlformats.org/officeDocument/2006/relationships/slide" Target="slide2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22.xml"/><Relationship Id="rId9" Type="http://schemas.openxmlformats.org/officeDocument/2006/relationships/slide" Target="slide17.xml"/><Relationship Id="rId10" Type="http://schemas.openxmlformats.org/officeDocument/2006/relationships/slide" Target="slide26.xml"/><Relationship Id="rId11" Type="http://schemas.openxmlformats.org/officeDocument/2006/relationships/audio" Target="../media/snd_din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8.xml"/><Relationship Id="rId10" Type="http://schemas.openxmlformats.org/officeDocument/2006/relationships/slide" Target="slide23.xml"/><Relationship Id="rId11" Type="http://schemas.openxmlformats.org/officeDocument/2006/relationships/slide" Target="slide26.xml"/><Relationship Id="rId12" Type="http://schemas.openxmlformats.org/officeDocument/2006/relationships/audio" Target="../media/snd_ding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4.xml"/><Relationship Id="rId10" Type="http://schemas.openxmlformats.org/officeDocument/2006/relationships/slide" Target="slide19.xml"/><Relationship Id="rId11" Type="http://schemas.openxmlformats.org/officeDocument/2006/relationships/slide" Target="slide26.xml"/><Relationship Id="rId12" Type="http://schemas.openxmlformats.org/officeDocument/2006/relationships/audio" Target="../media/snd_din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25.xml"/><Relationship Id="rId10" Type="http://schemas.openxmlformats.org/officeDocument/2006/relationships/slide" Target="slide20.xml"/><Relationship Id="rId11" Type="http://schemas.openxmlformats.org/officeDocument/2006/relationships/slide" Target="slide26.xml"/><Relationship Id="rId12" Type="http://schemas.openxmlformats.org/officeDocument/2006/relationships/audio" Target="../media/snd_ding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" Target="slide26.xml"/><Relationship Id="rId9" Type="http://schemas.openxmlformats.org/officeDocument/2006/relationships/audio" Target="../media/snd_tada.wav"/><Relationship Id="rId10" Type="http://schemas.openxmlformats.org/officeDocument/2006/relationships/image" Target="../media/image40.png"/><Relationship Id="rId11" Type="http://schemas.openxmlformats.org/officeDocument/2006/relationships/audio" Target="../media/snd_cheer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21.xml"/><Relationship Id="rId8" Type="http://schemas.openxmlformats.org/officeDocument/2006/relationships/slide" Target="slide16.xml"/><Relationship Id="rId9" Type="http://schemas.openxmlformats.org/officeDocument/2006/relationships/slide" Target="slide26.xml"/><Relationship Id="rId10" Type="http://schemas.openxmlformats.org/officeDocument/2006/relationships/audio" Target="../media/snd_boing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22.xml"/><Relationship Id="rId9" Type="http://schemas.openxmlformats.org/officeDocument/2006/relationships/slide" Target="slide17.xml"/><Relationship Id="rId10" Type="http://schemas.openxmlformats.org/officeDocument/2006/relationships/slide" Target="slide26.xml"/><Relationship Id="rId11" Type="http://schemas.openxmlformats.org/officeDocument/2006/relationships/audio" Target="../media/snd_boing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8.xml"/><Relationship Id="rId10" Type="http://schemas.openxmlformats.org/officeDocument/2006/relationships/slide" Target="slide23.xml"/><Relationship Id="rId11" Type="http://schemas.openxmlformats.org/officeDocument/2006/relationships/slide" Target="slide26.xml"/><Relationship Id="rId12" Type="http://schemas.openxmlformats.org/officeDocument/2006/relationships/audio" Target="../media/snd_boing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4.xml"/><Relationship Id="rId10" Type="http://schemas.openxmlformats.org/officeDocument/2006/relationships/slide" Target="slide19.xml"/><Relationship Id="rId11" Type="http://schemas.openxmlformats.org/officeDocument/2006/relationships/slide" Target="slide26.xml"/><Relationship Id="rId12" Type="http://schemas.openxmlformats.org/officeDocument/2006/relationships/audio" Target="../media/snd_boing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25.xml"/><Relationship Id="rId10" Type="http://schemas.openxmlformats.org/officeDocument/2006/relationships/slide" Target="slide20.xml"/><Relationship Id="rId11" Type="http://schemas.openxmlformats.org/officeDocument/2006/relationships/slide" Target="slide26.xml"/><Relationship Id="rId12" Type="http://schemas.openxmlformats.org/officeDocument/2006/relationships/audio" Target="../media/snd_boing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slide" Target="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8.xml"/><Relationship Id="rId6" Type="http://schemas.openxmlformats.org/officeDocument/2006/relationships/slide" Target="slide33.xml"/><Relationship Id="rId7" Type="http://schemas.openxmlformats.org/officeDocument/2006/relationships/slide" Target="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9.xml"/><Relationship Id="rId6" Type="http://schemas.openxmlformats.org/officeDocument/2006/relationships/slide" Target="slide34.xml"/><Relationship Id="rId7" Type="http://schemas.openxmlformats.org/officeDocument/2006/relationships/slide" Target="slide38.xml"/><Relationship Id="rId8" Type="http://schemas.openxmlformats.org/officeDocument/2006/relationships/audio" Target="../media/snd_ding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0.xml"/><Relationship Id="rId6" Type="http://schemas.openxmlformats.org/officeDocument/2006/relationships/slide" Target="slide35.xml"/><Relationship Id="rId7" Type="http://schemas.openxmlformats.org/officeDocument/2006/relationships/slide" Target="slide38.xml"/><Relationship Id="rId8" Type="http://schemas.openxmlformats.org/officeDocument/2006/relationships/audio" Target="../media/snd_ding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1.xml"/><Relationship Id="rId6" Type="http://schemas.openxmlformats.org/officeDocument/2006/relationships/slide" Target="slide36.xml"/><Relationship Id="rId7" Type="http://schemas.openxmlformats.org/officeDocument/2006/relationships/slide" Target="slide38.xml"/><Relationship Id="rId8" Type="http://schemas.openxmlformats.org/officeDocument/2006/relationships/audio" Target="../media/snd_ding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2.xml"/><Relationship Id="rId6" Type="http://schemas.openxmlformats.org/officeDocument/2006/relationships/slide" Target="slide37.xml"/><Relationship Id="rId7" Type="http://schemas.openxmlformats.org/officeDocument/2006/relationships/slide" Target="slide38.xml"/><Relationship Id="rId8" Type="http://schemas.openxmlformats.org/officeDocument/2006/relationships/audio" Target="../media/snd_ding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38.xml"/><Relationship Id="rId4" Type="http://schemas.openxmlformats.org/officeDocument/2006/relationships/audio" Target="../media/snd_tada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8.xml"/><Relationship Id="rId6" Type="http://schemas.openxmlformats.org/officeDocument/2006/relationships/slide" Target="slide33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9.xml"/><Relationship Id="rId6" Type="http://schemas.openxmlformats.org/officeDocument/2006/relationships/slide" Target="slide34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0.xml"/><Relationship Id="rId6" Type="http://schemas.openxmlformats.org/officeDocument/2006/relationships/slide" Target="slide35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1.xml"/><Relationship Id="rId6" Type="http://schemas.openxmlformats.org/officeDocument/2006/relationships/slide" Target="slide36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2.xml"/><Relationship Id="rId6" Type="http://schemas.openxmlformats.org/officeDocument/2006/relationships/slide" Target="slide37.xml"/><Relationship Id="rId7" Type="http://schemas.openxmlformats.org/officeDocument/2006/relationships/slide" Target="slide38.xml"/><Relationship Id="rId8" Type="http://schemas.openxmlformats.org/officeDocument/2006/relationships/audio" Target="../media/snd_boing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png"/><Relationship Id="rId4" Type="http://schemas.openxmlformats.org/officeDocument/2006/relationships/slide" Target="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5.xml"/><Relationship Id="rId5" Type="http://schemas.openxmlformats.org/officeDocument/2006/relationships/slide" Target="slide40.xml"/><Relationship Id="rId6" Type="http://schemas.openxmlformats.org/officeDocument/2006/relationships/slide" Target="slide5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6.xml"/><Relationship Id="rId5" Type="http://schemas.openxmlformats.org/officeDocument/2006/relationships/slide" Target="slide41.xml"/><Relationship Id="rId6" Type="http://schemas.openxmlformats.org/officeDocument/2006/relationships/slide" Target="slide50.xml"/><Relationship Id="rId7" Type="http://schemas.openxmlformats.org/officeDocument/2006/relationships/audio" Target="../media/snd_whoosh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7.xml"/><Relationship Id="rId5" Type="http://schemas.openxmlformats.org/officeDocument/2006/relationships/slide" Target="slide42.xml"/><Relationship Id="rId6" Type="http://schemas.openxmlformats.org/officeDocument/2006/relationships/slide" Target="slide50.xml"/><Relationship Id="rId7" Type="http://schemas.openxmlformats.org/officeDocument/2006/relationships/audio" Target="../media/snd_whoosh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8.xml"/><Relationship Id="rId5" Type="http://schemas.openxmlformats.org/officeDocument/2006/relationships/slide" Target="slide43.xml"/><Relationship Id="rId6" Type="http://schemas.openxmlformats.org/officeDocument/2006/relationships/slide" Target="slide50.xml"/><Relationship Id="rId7" Type="http://schemas.openxmlformats.org/officeDocument/2006/relationships/audio" Target="../media/snd_whoosh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9.xml"/><Relationship Id="rId5" Type="http://schemas.openxmlformats.org/officeDocument/2006/relationships/slide" Target="slide44.xml"/><Relationship Id="rId6" Type="http://schemas.openxmlformats.org/officeDocument/2006/relationships/slide" Target="slide50.xml"/><Relationship Id="rId7" Type="http://schemas.openxmlformats.org/officeDocument/2006/relationships/audio" Target="../media/snd_whoosh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50.xml"/><Relationship Id="rId5" Type="http://schemas.openxmlformats.org/officeDocument/2006/relationships/audio" Target="../media/snd_tada.wav"/><Relationship Id="rId6" Type="http://schemas.openxmlformats.org/officeDocument/2006/relationships/image" Target="../media/image40.png"/><Relationship Id="rId7" Type="http://schemas.openxmlformats.org/officeDocument/2006/relationships/audio" Target="../media/snd_cheer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5.xml"/><Relationship Id="rId5" Type="http://schemas.openxmlformats.org/officeDocument/2006/relationships/slide" Target="slide40.xml"/><Relationship Id="rId6" Type="http://schemas.openxmlformats.org/officeDocument/2006/relationships/slide" Target="slide50.xml"/><Relationship Id="rId7" Type="http://schemas.openxmlformats.org/officeDocument/2006/relationships/audio" Target="../media/snd_boing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6.xml"/><Relationship Id="rId5" Type="http://schemas.openxmlformats.org/officeDocument/2006/relationships/slide" Target="slide41.xml"/><Relationship Id="rId6" Type="http://schemas.openxmlformats.org/officeDocument/2006/relationships/slide" Target="slide50.xml"/><Relationship Id="rId7" Type="http://schemas.openxmlformats.org/officeDocument/2006/relationships/audio" Target="../media/snd_boing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7.xml"/><Relationship Id="rId5" Type="http://schemas.openxmlformats.org/officeDocument/2006/relationships/slide" Target="slide42.xml"/><Relationship Id="rId6" Type="http://schemas.openxmlformats.org/officeDocument/2006/relationships/slide" Target="slide50.xml"/><Relationship Id="rId7" Type="http://schemas.openxmlformats.org/officeDocument/2006/relationships/audio" Target="../media/snd_boing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8.xml"/><Relationship Id="rId5" Type="http://schemas.openxmlformats.org/officeDocument/2006/relationships/slide" Target="slide43.xml"/><Relationship Id="rId6" Type="http://schemas.openxmlformats.org/officeDocument/2006/relationships/slide" Target="slide50.xml"/><Relationship Id="rId7" Type="http://schemas.openxmlformats.org/officeDocument/2006/relationships/audio" Target="../media/snd_boing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49.xml"/><Relationship Id="rId5" Type="http://schemas.openxmlformats.org/officeDocument/2006/relationships/slide" Target="slide44.xml"/><Relationship Id="rId6" Type="http://schemas.openxmlformats.org/officeDocument/2006/relationships/slide" Target="slide50.xml"/><Relationship Id="rId7" Type="http://schemas.openxmlformats.org/officeDocument/2006/relationships/audio" Target="../media/snd_boing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Relationship Id="rId4" Type="http://schemas.openxmlformats.org/officeDocument/2006/relationships/slide" Target="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7.xml"/><Relationship Id="rId6" Type="http://schemas.openxmlformats.org/officeDocument/2006/relationships/slide" Target="slide52.xml"/><Relationship Id="rId7" Type="http://schemas.openxmlformats.org/officeDocument/2006/relationships/slide" Target="slide6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8.xml"/><Relationship Id="rId6" Type="http://schemas.openxmlformats.org/officeDocument/2006/relationships/slide" Target="slide53.xml"/><Relationship Id="rId7" Type="http://schemas.openxmlformats.org/officeDocument/2006/relationships/slide" Target="slide62.xml"/><Relationship Id="rId8" Type="http://schemas.openxmlformats.org/officeDocument/2006/relationships/audio" Target="../media/snd_splash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9.xml"/><Relationship Id="rId6" Type="http://schemas.openxmlformats.org/officeDocument/2006/relationships/slide" Target="slide54.xml"/><Relationship Id="rId7" Type="http://schemas.openxmlformats.org/officeDocument/2006/relationships/slide" Target="slide62.xml"/><Relationship Id="rId8" Type="http://schemas.openxmlformats.org/officeDocument/2006/relationships/audio" Target="../media/snd_splash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5.xml"/><Relationship Id="rId6" Type="http://schemas.openxmlformats.org/officeDocument/2006/relationships/slide" Target="slide60.xml"/><Relationship Id="rId7" Type="http://schemas.openxmlformats.org/officeDocument/2006/relationships/slide" Target="slide62.xml"/><Relationship Id="rId8" Type="http://schemas.openxmlformats.org/officeDocument/2006/relationships/audio" Target="../media/snd_splash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6.xml"/><Relationship Id="rId6" Type="http://schemas.openxmlformats.org/officeDocument/2006/relationships/slide" Target="slide61.xml"/><Relationship Id="rId7" Type="http://schemas.openxmlformats.org/officeDocument/2006/relationships/slide" Target="slide62.xml"/><Relationship Id="rId8" Type="http://schemas.openxmlformats.org/officeDocument/2006/relationships/audio" Target="../media/snd_splash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62.xml"/><Relationship Id="rId6" Type="http://schemas.openxmlformats.org/officeDocument/2006/relationships/audio" Target="../media/snd_tada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7.xml"/><Relationship Id="rId6" Type="http://schemas.openxmlformats.org/officeDocument/2006/relationships/slide" Target="slide52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8.xml"/><Relationship Id="rId6" Type="http://schemas.openxmlformats.org/officeDocument/2006/relationships/slide" Target="slide53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9.xml"/><Relationship Id="rId6" Type="http://schemas.openxmlformats.org/officeDocument/2006/relationships/slide" Target="slide54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5.xml"/><Relationship Id="rId6" Type="http://schemas.openxmlformats.org/officeDocument/2006/relationships/slide" Target="slide60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6.xml"/><Relationship Id="rId6" Type="http://schemas.openxmlformats.org/officeDocument/2006/relationships/slide" Target="slide61.xml"/><Relationship Id="rId7" Type="http://schemas.openxmlformats.org/officeDocument/2006/relationships/slide" Target="slide62.xml"/><Relationship Id="rId8" Type="http://schemas.openxmlformats.org/officeDocument/2006/relationships/audio" Target="../media/snd_boing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Relationship Id="rId4" Type="http://schemas.openxmlformats.org/officeDocument/2006/relationships/slide" Target="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64.xml"/><Relationship Id="rId5" Type="http://schemas.openxmlformats.org/officeDocument/2006/relationships/slide" Target="slide69.xml"/><Relationship Id="rId6" Type="http://schemas.openxmlformats.org/officeDocument/2006/relationships/slide" Target="slide7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70.xml"/><Relationship Id="rId6" Type="http://schemas.openxmlformats.org/officeDocument/2006/relationships/slide" Target="slide65.xml"/><Relationship Id="rId7" Type="http://schemas.openxmlformats.org/officeDocument/2006/relationships/slide" Target="slide74.xml"/><Relationship Id="rId8" Type="http://schemas.openxmlformats.org/officeDocument/2006/relationships/audio" Target="../media/snd_sparkle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66.xml"/><Relationship Id="rId6" Type="http://schemas.openxmlformats.org/officeDocument/2006/relationships/slide" Target="slide71.xml"/><Relationship Id="rId7" Type="http://schemas.openxmlformats.org/officeDocument/2006/relationships/slide" Target="slide74.xml"/><Relationship Id="rId8" Type="http://schemas.openxmlformats.org/officeDocument/2006/relationships/audio" Target="../media/snd_sparkle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72.xml"/><Relationship Id="rId6" Type="http://schemas.openxmlformats.org/officeDocument/2006/relationships/slide" Target="slide67.xml"/><Relationship Id="rId7" Type="http://schemas.openxmlformats.org/officeDocument/2006/relationships/slide" Target="slide74.xml"/><Relationship Id="rId8" Type="http://schemas.openxmlformats.org/officeDocument/2006/relationships/audio" Target="../media/snd_sparkle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73.xml"/><Relationship Id="rId6" Type="http://schemas.openxmlformats.org/officeDocument/2006/relationships/slide" Target="slide68.xml"/><Relationship Id="rId7" Type="http://schemas.openxmlformats.org/officeDocument/2006/relationships/slide" Target="slide74.xml"/><Relationship Id="rId8" Type="http://schemas.openxmlformats.org/officeDocument/2006/relationships/audio" Target="../media/snd_sparkle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74.xml"/><Relationship Id="rId5" Type="http://schemas.openxmlformats.org/officeDocument/2006/relationships/audio" Target="../media/snd_tada.wav"/><Relationship Id="rId6" Type="http://schemas.openxmlformats.org/officeDocument/2006/relationships/image" Target="../media/image40.png"/><Relationship Id="rId7" Type="http://schemas.openxmlformats.org/officeDocument/2006/relationships/audio" Target="../media/snd_cheer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64.xml"/><Relationship Id="rId5" Type="http://schemas.openxmlformats.org/officeDocument/2006/relationships/slide" Target="slide69.xml"/><Relationship Id="rId6" Type="http://schemas.openxmlformats.org/officeDocument/2006/relationships/slide" Target="slide74.xml"/><Relationship Id="rId7" Type="http://schemas.openxmlformats.org/officeDocument/2006/relationships/audio" Target="../media/snd_boing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70.xml"/><Relationship Id="rId6" Type="http://schemas.openxmlformats.org/officeDocument/2006/relationships/slide" Target="slide65.xml"/><Relationship Id="rId7" Type="http://schemas.openxmlformats.org/officeDocument/2006/relationships/slide" Target="slide74.xml"/><Relationship Id="rId8" Type="http://schemas.openxmlformats.org/officeDocument/2006/relationships/audio" Target="../media/snd_boing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66.xml"/><Relationship Id="rId6" Type="http://schemas.openxmlformats.org/officeDocument/2006/relationships/slide" Target="slide71.xml"/><Relationship Id="rId7" Type="http://schemas.openxmlformats.org/officeDocument/2006/relationships/slide" Target="slide74.xml"/><Relationship Id="rId8" Type="http://schemas.openxmlformats.org/officeDocument/2006/relationships/audio" Target="../media/snd_boing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72.xml"/><Relationship Id="rId6" Type="http://schemas.openxmlformats.org/officeDocument/2006/relationships/slide" Target="slide67.xml"/><Relationship Id="rId7" Type="http://schemas.openxmlformats.org/officeDocument/2006/relationships/slide" Target="slide74.xml"/><Relationship Id="rId8" Type="http://schemas.openxmlformats.org/officeDocument/2006/relationships/audio" Target="../media/snd_boing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73.xml"/><Relationship Id="rId6" Type="http://schemas.openxmlformats.org/officeDocument/2006/relationships/slide" Target="slide68.xml"/><Relationship Id="rId7" Type="http://schemas.openxmlformats.org/officeDocument/2006/relationships/slide" Target="slide74.xml"/><Relationship Id="rId8" Type="http://schemas.openxmlformats.org/officeDocument/2006/relationships/audio" Target="../media/snd_boing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png"/><Relationship Id="rId4" Type="http://schemas.openxmlformats.org/officeDocument/2006/relationships/slide" Target="slide7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slide" Target="slide76.xml"/><Relationship Id="rId6" Type="http://schemas.openxmlformats.org/officeDocument/2006/relationships/slide" Target="slide81.xml"/><Relationship Id="rId7" Type="http://schemas.openxmlformats.org/officeDocument/2006/relationships/slide" Target="slide8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77.xml"/><Relationship Id="rId6" Type="http://schemas.openxmlformats.org/officeDocument/2006/relationships/slide" Target="slide82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78.xml"/><Relationship Id="rId6" Type="http://schemas.openxmlformats.org/officeDocument/2006/relationships/slide" Target="slide83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slide" Target="slide79.xml"/><Relationship Id="rId6" Type="http://schemas.openxmlformats.org/officeDocument/2006/relationships/slide" Target="slide84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80.xml"/><Relationship Id="rId6" Type="http://schemas.openxmlformats.org/officeDocument/2006/relationships/slide" Target="slide85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slide" Target="slide86.xml"/><Relationship Id="rId4" Type="http://schemas.openxmlformats.org/officeDocument/2006/relationships/audio" Target="../media/snd_tada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slide" Target="slide76.xml"/><Relationship Id="rId6" Type="http://schemas.openxmlformats.org/officeDocument/2006/relationships/slide" Target="slide81.xml"/><Relationship Id="rId7" Type="http://schemas.openxmlformats.org/officeDocument/2006/relationships/slide" Target="slide86.xml"/><Relationship Id="rId8" Type="http://schemas.openxmlformats.org/officeDocument/2006/relationships/audio" Target="../media/snd_boing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77.xml"/><Relationship Id="rId6" Type="http://schemas.openxmlformats.org/officeDocument/2006/relationships/slide" Target="slide82.xml"/><Relationship Id="rId7" Type="http://schemas.openxmlformats.org/officeDocument/2006/relationships/slide" Target="slide86.xml"/><Relationship Id="rId8" Type="http://schemas.openxmlformats.org/officeDocument/2006/relationships/audio" Target="../media/snd_boing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78.xml"/><Relationship Id="rId6" Type="http://schemas.openxmlformats.org/officeDocument/2006/relationships/slide" Target="slide83.xml"/><Relationship Id="rId7" Type="http://schemas.openxmlformats.org/officeDocument/2006/relationships/slide" Target="slide86.xml"/><Relationship Id="rId8" Type="http://schemas.openxmlformats.org/officeDocument/2006/relationships/audio" Target="../media/snd_boing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slide" Target="slide79.xml"/><Relationship Id="rId6" Type="http://schemas.openxmlformats.org/officeDocument/2006/relationships/slide" Target="slide84.xml"/><Relationship Id="rId7" Type="http://schemas.openxmlformats.org/officeDocument/2006/relationships/slide" Target="slide86.xml"/><Relationship Id="rId8" Type="http://schemas.openxmlformats.org/officeDocument/2006/relationships/audio" Target="../media/snd_boing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80.xml"/><Relationship Id="rId6" Type="http://schemas.openxmlformats.org/officeDocument/2006/relationships/slide" Target="slide85.xml"/><Relationship Id="rId7" Type="http://schemas.openxmlformats.org/officeDocument/2006/relationships/slide" Target="slide86.xml"/><Relationship Id="rId8" Type="http://schemas.openxmlformats.org/officeDocument/2006/relationships/audio" Target="../media/snd_boing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9.png"/><Relationship Id="rId4" Type="http://schemas.openxmlformats.org/officeDocument/2006/relationships/slide" Target="slide8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93.xml"/><Relationship Id="rId8" Type="http://schemas.openxmlformats.org/officeDocument/2006/relationships/slide" Target="slide88.xml"/><Relationship Id="rId9" Type="http://schemas.openxmlformats.org/officeDocument/2006/relationships/slide" Target="slide98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94.xml"/><Relationship Id="rId8" Type="http://schemas.openxmlformats.org/officeDocument/2006/relationships/slide" Target="slide89.xml"/><Relationship Id="rId9" Type="http://schemas.openxmlformats.org/officeDocument/2006/relationships/slide" Target="slide98.xml"/><Relationship Id="rId10" Type="http://schemas.openxmlformats.org/officeDocument/2006/relationships/audio" Target="../media/snd_sparkle.wav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95.xml"/><Relationship Id="rId8" Type="http://schemas.openxmlformats.org/officeDocument/2006/relationships/slide" Target="slide90.xml"/><Relationship Id="rId9" Type="http://schemas.openxmlformats.org/officeDocument/2006/relationships/slide" Target="slide98.xml"/><Relationship Id="rId10" Type="http://schemas.openxmlformats.org/officeDocument/2006/relationships/audio" Target="../media/snd_sparkle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96.xml"/><Relationship Id="rId8" Type="http://schemas.openxmlformats.org/officeDocument/2006/relationships/slide" Target="slide91.xml"/><Relationship Id="rId9" Type="http://schemas.openxmlformats.org/officeDocument/2006/relationships/slide" Target="slide98.xml"/><Relationship Id="rId10" Type="http://schemas.openxmlformats.org/officeDocument/2006/relationships/audio" Target="../media/snd_sparkle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97.xml"/><Relationship Id="rId8" Type="http://schemas.openxmlformats.org/officeDocument/2006/relationships/slide" Target="slide92.xml"/><Relationship Id="rId9" Type="http://schemas.openxmlformats.org/officeDocument/2006/relationships/slide" Target="slide98.xml"/><Relationship Id="rId10" Type="http://schemas.openxmlformats.org/officeDocument/2006/relationships/audio" Target="../media/snd_sparkle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98.xml"/><Relationship Id="rId8" Type="http://schemas.openxmlformats.org/officeDocument/2006/relationships/audio" Target="../media/snd_tada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93.xml"/><Relationship Id="rId8" Type="http://schemas.openxmlformats.org/officeDocument/2006/relationships/slide" Target="slide88.xml"/><Relationship Id="rId9" Type="http://schemas.openxmlformats.org/officeDocument/2006/relationships/slide" Target="slide98.xml"/><Relationship Id="rId10" Type="http://schemas.openxmlformats.org/officeDocument/2006/relationships/audio" Target="../media/snd_boing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94.xml"/><Relationship Id="rId8" Type="http://schemas.openxmlformats.org/officeDocument/2006/relationships/slide" Target="slide89.xml"/><Relationship Id="rId9" Type="http://schemas.openxmlformats.org/officeDocument/2006/relationships/slide" Target="slide98.xml"/><Relationship Id="rId10" Type="http://schemas.openxmlformats.org/officeDocument/2006/relationships/audio" Target="../media/snd_boing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95.xml"/><Relationship Id="rId8" Type="http://schemas.openxmlformats.org/officeDocument/2006/relationships/slide" Target="slide90.xml"/><Relationship Id="rId9" Type="http://schemas.openxmlformats.org/officeDocument/2006/relationships/slide" Target="slide98.xml"/><Relationship Id="rId10" Type="http://schemas.openxmlformats.org/officeDocument/2006/relationships/audio" Target="../media/snd_boing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96.xml"/><Relationship Id="rId8" Type="http://schemas.openxmlformats.org/officeDocument/2006/relationships/slide" Target="slide91.xml"/><Relationship Id="rId9" Type="http://schemas.openxmlformats.org/officeDocument/2006/relationships/slide" Target="slide98.xml"/><Relationship Id="rId10" Type="http://schemas.openxmlformats.org/officeDocument/2006/relationships/audio" Target="../media/snd_boing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97.xml"/><Relationship Id="rId8" Type="http://schemas.openxmlformats.org/officeDocument/2006/relationships/slide" Target="slide92.xml"/><Relationship Id="rId9" Type="http://schemas.openxmlformats.org/officeDocument/2006/relationships/slide" Target="slide98.xml"/><Relationship Id="rId10" Type="http://schemas.openxmlformats.org/officeDocument/2006/relationships/audio" Target="../media/snd_boing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4.png"/><Relationship Id="rId4" Type="http://schemas.openxmlformats.org/officeDocument/2006/relationships/slide" Target="slide99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105.xml"/><Relationship Id="rId6" Type="http://schemas.openxmlformats.org/officeDocument/2006/relationships/slide" Target="slide100.xml"/><Relationship Id="rId7" Type="http://schemas.openxmlformats.org/officeDocument/2006/relationships/slide" Target="slide110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106.xml"/><Relationship Id="rId6" Type="http://schemas.openxmlformats.org/officeDocument/2006/relationships/slide" Target="slide101.xml"/><Relationship Id="rId7" Type="http://schemas.openxmlformats.org/officeDocument/2006/relationships/slide" Target="slide110.xml"/><Relationship Id="rId8" Type="http://schemas.openxmlformats.org/officeDocument/2006/relationships/audio" Target="../media/snd_ding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107.xml"/><Relationship Id="rId6" Type="http://schemas.openxmlformats.org/officeDocument/2006/relationships/slide" Target="slide102.xml"/><Relationship Id="rId7" Type="http://schemas.openxmlformats.org/officeDocument/2006/relationships/slide" Target="slide110.xml"/><Relationship Id="rId8" Type="http://schemas.openxmlformats.org/officeDocument/2006/relationships/audio" Target="../media/snd_ding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108.xml"/><Relationship Id="rId6" Type="http://schemas.openxmlformats.org/officeDocument/2006/relationships/slide" Target="slide103.xml"/><Relationship Id="rId7" Type="http://schemas.openxmlformats.org/officeDocument/2006/relationships/slide" Target="slide110.xml"/><Relationship Id="rId8" Type="http://schemas.openxmlformats.org/officeDocument/2006/relationships/audio" Target="../media/snd_ding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109.xml"/><Relationship Id="rId6" Type="http://schemas.openxmlformats.org/officeDocument/2006/relationships/slide" Target="slide104.xml"/><Relationship Id="rId7" Type="http://schemas.openxmlformats.org/officeDocument/2006/relationships/slide" Target="slide110.xml"/><Relationship Id="rId8" Type="http://schemas.openxmlformats.org/officeDocument/2006/relationships/audio" Target="../media/snd_ding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110.xml"/><Relationship Id="rId6" Type="http://schemas.openxmlformats.org/officeDocument/2006/relationships/audio" Target="../media/snd_tada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105.xml"/><Relationship Id="rId6" Type="http://schemas.openxmlformats.org/officeDocument/2006/relationships/slide" Target="slide100.xml"/><Relationship Id="rId7" Type="http://schemas.openxmlformats.org/officeDocument/2006/relationships/slide" Target="slide110.xml"/><Relationship Id="rId8" Type="http://schemas.openxmlformats.org/officeDocument/2006/relationships/audio" Target="../media/snd_boing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106.xml"/><Relationship Id="rId6" Type="http://schemas.openxmlformats.org/officeDocument/2006/relationships/slide" Target="slide101.xml"/><Relationship Id="rId7" Type="http://schemas.openxmlformats.org/officeDocument/2006/relationships/slide" Target="slide110.xml"/><Relationship Id="rId8" Type="http://schemas.openxmlformats.org/officeDocument/2006/relationships/audio" Target="../media/snd_boing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107.xml"/><Relationship Id="rId6" Type="http://schemas.openxmlformats.org/officeDocument/2006/relationships/slide" Target="slide102.xml"/><Relationship Id="rId7" Type="http://schemas.openxmlformats.org/officeDocument/2006/relationships/slide" Target="slide110.xml"/><Relationship Id="rId8" Type="http://schemas.openxmlformats.org/officeDocument/2006/relationships/audio" Target="../media/snd_boing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108.xml"/><Relationship Id="rId6" Type="http://schemas.openxmlformats.org/officeDocument/2006/relationships/slide" Target="slide103.xml"/><Relationship Id="rId7" Type="http://schemas.openxmlformats.org/officeDocument/2006/relationships/slide" Target="slide110.xml"/><Relationship Id="rId8" Type="http://schemas.openxmlformats.org/officeDocument/2006/relationships/audio" Target="../media/snd_boing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109.xml"/><Relationship Id="rId6" Type="http://schemas.openxmlformats.org/officeDocument/2006/relationships/slide" Target="slide104.xml"/><Relationship Id="rId7" Type="http://schemas.openxmlformats.org/officeDocument/2006/relationships/slide" Target="slide110.xml"/><Relationship Id="rId8" Type="http://schemas.openxmlformats.org/officeDocument/2006/relationships/audio" Target="../media/snd_boing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111.xml"/><Relationship Id="rId7" Type="http://schemas.openxmlformats.org/officeDocument/2006/relationships/slide" Target="slide116.xml"/><Relationship Id="rId8" Type="http://schemas.openxmlformats.org/officeDocument/2006/relationships/slide" Target="slide12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7.xml"/><Relationship Id="rId8" Type="http://schemas.openxmlformats.org/officeDocument/2006/relationships/slide" Target="slide112.xml"/><Relationship Id="rId9" Type="http://schemas.openxmlformats.org/officeDocument/2006/relationships/slide" Target="slide121.xml"/><Relationship Id="rId10" Type="http://schemas.openxmlformats.org/officeDocument/2006/relationships/audio" Target="../media/snd_pop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8.xml"/><Relationship Id="rId8" Type="http://schemas.openxmlformats.org/officeDocument/2006/relationships/slide" Target="slide113.xml"/><Relationship Id="rId9" Type="http://schemas.openxmlformats.org/officeDocument/2006/relationships/slide" Target="slide121.xml"/><Relationship Id="rId10" Type="http://schemas.openxmlformats.org/officeDocument/2006/relationships/audio" Target="../media/snd_pop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9.xml"/><Relationship Id="rId8" Type="http://schemas.openxmlformats.org/officeDocument/2006/relationships/slide" Target="slide114.xml"/><Relationship Id="rId9" Type="http://schemas.openxmlformats.org/officeDocument/2006/relationships/slide" Target="slide121.xml"/><Relationship Id="rId10" Type="http://schemas.openxmlformats.org/officeDocument/2006/relationships/audio" Target="../media/snd_pop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20.xml"/><Relationship Id="rId8" Type="http://schemas.openxmlformats.org/officeDocument/2006/relationships/slide" Target="slide115.xml"/><Relationship Id="rId9" Type="http://schemas.openxmlformats.org/officeDocument/2006/relationships/slide" Target="slide121.xml"/><Relationship Id="rId10" Type="http://schemas.openxmlformats.org/officeDocument/2006/relationships/audio" Target="../media/snd_pop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121.xml"/><Relationship Id="rId5" Type="http://schemas.openxmlformats.org/officeDocument/2006/relationships/audio" Target="../media/snd_tada.wav"/><Relationship Id="rId6" Type="http://schemas.openxmlformats.org/officeDocument/2006/relationships/image" Target="../media/image40.png"/><Relationship Id="rId7" Type="http://schemas.openxmlformats.org/officeDocument/2006/relationships/audio" Target="../media/snd_cheer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111.xml"/><Relationship Id="rId7" Type="http://schemas.openxmlformats.org/officeDocument/2006/relationships/slide" Target="slide116.xml"/><Relationship Id="rId8" Type="http://schemas.openxmlformats.org/officeDocument/2006/relationships/slide" Target="slide121.xml"/><Relationship Id="rId9" Type="http://schemas.openxmlformats.org/officeDocument/2006/relationships/audio" Target="../media/snd_boing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7.xml"/><Relationship Id="rId8" Type="http://schemas.openxmlformats.org/officeDocument/2006/relationships/slide" Target="slide112.xml"/><Relationship Id="rId9" Type="http://schemas.openxmlformats.org/officeDocument/2006/relationships/slide" Target="slide121.xml"/><Relationship Id="rId10" Type="http://schemas.openxmlformats.org/officeDocument/2006/relationships/audio" Target="../media/snd_boing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8.xml"/><Relationship Id="rId8" Type="http://schemas.openxmlformats.org/officeDocument/2006/relationships/slide" Target="slide113.xml"/><Relationship Id="rId9" Type="http://schemas.openxmlformats.org/officeDocument/2006/relationships/slide" Target="slide121.xml"/><Relationship Id="rId10" Type="http://schemas.openxmlformats.org/officeDocument/2006/relationships/audio" Target="../media/snd_boing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19.xml"/><Relationship Id="rId8" Type="http://schemas.openxmlformats.org/officeDocument/2006/relationships/slide" Target="slide114.xml"/><Relationship Id="rId9" Type="http://schemas.openxmlformats.org/officeDocument/2006/relationships/slide" Target="slide121.xml"/><Relationship Id="rId10" Type="http://schemas.openxmlformats.org/officeDocument/2006/relationships/audio" Target="../media/snd_boing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120.xml"/><Relationship Id="rId8" Type="http://schemas.openxmlformats.org/officeDocument/2006/relationships/slide" Target="slide115.xml"/><Relationship Id="rId9" Type="http://schemas.openxmlformats.org/officeDocument/2006/relationships/slide" Target="slide121.xml"/><Relationship Id="rId10" Type="http://schemas.openxmlformats.org/officeDocument/2006/relationships/audio" Target="../media/snd_boing.wav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127.xml"/><Relationship Id="rId8" Type="http://schemas.openxmlformats.org/officeDocument/2006/relationships/slide" Target="slide122.xml"/><Relationship Id="rId9" Type="http://schemas.openxmlformats.org/officeDocument/2006/relationships/slide" Target="slide13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128.xml"/><Relationship Id="rId9" Type="http://schemas.openxmlformats.org/officeDocument/2006/relationships/slide" Target="slide123.xml"/><Relationship Id="rId10" Type="http://schemas.openxmlformats.org/officeDocument/2006/relationships/slide" Target="slide132.xml"/><Relationship Id="rId11" Type="http://schemas.openxmlformats.org/officeDocument/2006/relationships/audio" Target="../media/snd_ding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24.xml"/><Relationship Id="rId10" Type="http://schemas.openxmlformats.org/officeDocument/2006/relationships/slide" Target="slide129.xml"/><Relationship Id="rId11" Type="http://schemas.openxmlformats.org/officeDocument/2006/relationships/slide" Target="slide132.xml"/><Relationship Id="rId12" Type="http://schemas.openxmlformats.org/officeDocument/2006/relationships/audio" Target="../media/snd_ding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30.xml"/><Relationship Id="rId10" Type="http://schemas.openxmlformats.org/officeDocument/2006/relationships/slide" Target="slide125.xml"/><Relationship Id="rId11" Type="http://schemas.openxmlformats.org/officeDocument/2006/relationships/slide" Target="slide132.xml"/><Relationship Id="rId12" Type="http://schemas.openxmlformats.org/officeDocument/2006/relationships/audio" Target="../media/snd_ding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126.xml"/><Relationship Id="rId10" Type="http://schemas.openxmlformats.org/officeDocument/2006/relationships/slide" Target="slide131.xml"/><Relationship Id="rId11" Type="http://schemas.openxmlformats.org/officeDocument/2006/relationships/slide" Target="slide132.xml"/><Relationship Id="rId12" Type="http://schemas.openxmlformats.org/officeDocument/2006/relationships/audio" Target="../media/snd_ding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" Target="slide132.xml"/><Relationship Id="rId9" Type="http://schemas.openxmlformats.org/officeDocument/2006/relationships/audio" Target="../media/snd_tada.wav"/><Relationship Id="rId10" Type="http://schemas.openxmlformats.org/officeDocument/2006/relationships/image" Target="../media/image40.png"/><Relationship Id="rId11" Type="http://schemas.openxmlformats.org/officeDocument/2006/relationships/audio" Target="../media/snd_cheer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127.xml"/><Relationship Id="rId8" Type="http://schemas.openxmlformats.org/officeDocument/2006/relationships/slide" Target="slide122.xml"/><Relationship Id="rId9" Type="http://schemas.openxmlformats.org/officeDocument/2006/relationships/slide" Target="slide132.xml"/><Relationship Id="rId10" Type="http://schemas.openxmlformats.org/officeDocument/2006/relationships/audio" Target="../media/snd_boing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128.xml"/><Relationship Id="rId9" Type="http://schemas.openxmlformats.org/officeDocument/2006/relationships/slide" Target="slide123.xml"/><Relationship Id="rId10" Type="http://schemas.openxmlformats.org/officeDocument/2006/relationships/slide" Target="slide132.xml"/><Relationship Id="rId11" Type="http://schemas.openxmlformats.org/officeDocument/2006/relationships/audio" Target="../media/snd_boing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24.xml"/><Relationship Id="rId10" Type="http://schemas.openxmlformats.org/officeDocument/2006/relationships/slide" Target="slide129.xml"/><Relationship Id="rId11" Type="http://schemas.openxmlformats.org/officeDocument/2006/relationships/slide" Target="slide132.xml"/><Relationship Id="rId12" Type="http://schemas.openxmlformats.org/officeDocument/2006/relationships/audio" Target="../media/snd_boing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130.xml"/><Relationship Id="rId10" Type="http://schemas.openxmlformats.org/officeDocument/2006/relationships/slide" Target="slide125.xml"/><Relationship Id="rId11" Type="http://schemas.openxmlformats.org/officeDocument/2006/relationships/slide" Target="slide132.xml"/><Relationship Id="rId12" Type="http://schemas.openxmlformats.org/officeDocument/2006/relationships/audio" Target="../media/snd_boing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126.xml"/><Relationship Id="rId10" Type="http://schemas.openxmlformats.org/officeDocument/2006/relationships/slide" Target="slide131.xml"/><Relationship Id="rId11" Type="http://schemas.openxmlformats.org/officeDocument/2006/relationships/slide" Target="slide132.xml"/><Relationship Id="rId12" Type="http://schemas.openxmlformats.org/officeDocument/2006/relationships/audio" Target="../media/snd_boing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33.xml"/><Relationship Id="rId6" Type="http://schemas.openxmlformats.org/officeDocument/2006/relationships/slide" Target="slide138.xml"/><Relationship Id="rId7" Type="http://schemas.openxmlformats.org/officeDocument/2006/relationships/slide" Target="slide14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34.xml"/><Relationship Id="rId6" Type="http://schemas.openxmlformats.org/officeDocument/2006/relationships/slide" Target="slide139.xml"/><Relationship Id="rId7" Type="http://schemas.openxmlformats.org/officeDocument/2006/relationships/slide" Target="slide143.xml"/><Relationship Id="rId8" Type="http://schemas.openxmlformats.org/officeDocument/2006/relationships/audio" Target="../media/snd_ding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35.xml"/><Relationship Id="rId6" Type="http://schemas.openxmlformats.org/officeDocument/2006/relationships/slide" Target="slide140.xml"/><Relationship Id="rId7" Type="http://schemas.openxmlformats.org/officeDocument/2006/relationships/slide" Target="slide143.xml"/><Relationship Id="rId8" Type="http://schemas.openxmlformats.org/officeDocument/2006/relationships/audio" Target="../media/snd_ding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36.xml"/><Relationship Id="rId6" Type="http://schemas.openxmlformats.org/officeDocument/2006/relationships/slide" Target="slide141.xml"/><Relationship Id="rId7" Type="http://schemas.openxmlformats.org/officeDocument/2006/relationships/slide" Target="slide143.xml"/><Relationship Id="rId8" Type="http://schemas.openxmlformats.org/officeDocument/2006/relationships/audio" Target="../media/snd_ding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37.xml"/><Relationship Id="rId6" Type="http://schemas.openxmlformats.org/officeDocument/2006/relationships/slide" Target="slide142.xml"/><Relationship Id="rId7" Type="http://schemas.openxmlformats.org/officeDocument/2006/relationships/slide" Target="slide143.xml"/><Relationship Id="rId8" Type="http://schemas.openxmlformats.org/officeDocument/2006/relationships/audio" Target="../media/snd_ding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143.xml"/><Relationship Id="rId4" Type="http://schemas.openxmlformats.org/officeDocument/2006/relationships/audio" Target="../media/snd_tada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33.xml"/><Relationship Id="rId6" Type="http://schemas.openxmlformats.org/officeDocument/2006/relationships/slide" Target="slide138.xml"/><Relationship Id="rId7" Type="http://schemas.openxmlformats.org/officeDocument/2006/relationships/slide" Target="slide143.xml"/><Relationship Id="rId8" Type="http://schemas.openxmlformats.org/officeDocument/2006/relationships/audio" Target="../media/snd_boing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34.xml"/><Relationship Id="rId6" Type="http://schemas.openxmlformats.org/officeDocument/2006/relationships/slide" Target="slide139.xml"/><Relationship Id="rId7" Type="http://schemas.openxmlformats.org/officeDocument/2006/relationships/slide" Target="slide143.xml"/><Relationship Id="rId8" Type="http://schemas.openxmlformats.org/officeDocument/2006/relationships/audio" Target="../media/snd_boing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35.xml"/><Relationship Id="rId6" Type="http://schemas.openxmlformats.org/officeDocument/2006/relationships/slide" Target="slide140.xml"/><Relationship Id="rId7" Type="http://schemas.openxmlformats.org/officeDocument/2006/relationships/slide" Target="slide143.xml"/><Relationship Id="rId8" Type="http://schemas.openxmlformats.org/officeDocument/2006/relationships/audio" Target="../media/snd_boing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136.xml"/><Relationship Id="rId6" Type="http://schemas.openxmlformats.org/officeDocument/2006/relationships/slide" Target="slide141.xml"/><Relationship Id="rId7" Type="http://schemas.openxmlformats.org/officeDocument/2006/relationships/slide" Target="slide143.xml"/><Relationship Id="rId8" Type="http://schemas.openxmlformats.org/officeDocument/2006/relationships/audio" Target="../media/snd_boing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137.xml"/><Relationship Id="rId6" Type="http://schemas.openxmlformats.org/officeDocument/2006/relationships/slide" Target="slide142.xml"/><Relationship Id="rId7" Type="http://schemas.openxmlformats.org/officeDocument/2006/relationships/slide" Target="slide143.xml"/><Relationship Id="rId8" Type="http://schemas.openxmlformats.org/officeDocument/2006/relationships/audio" Target="../media/snd_boing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49.xml"/><Relationship Id="rId5" Type="http://schemas.openxmlformats.org/officeDocument/2006/relationships/slide" Target="slide144.xml"/><Relationship Id="rId6" Type="http://schemas.openxmlformats.org/officeDocument/2006/relationships/slide" Target="slide154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45.xml"/><Relationship Id="rId5" Type="http://schemas.openxmlformats.org/officeDocument/2006/relationships/slide" Target="slide150.xml"/><Relationship Id="rId6" Type="http://schemas.openxmlformats.org/officeDocument/2006/relationships/slide" Target="slide154.xml"/><Relationship Id="rId7" Type="http://schemas.openxmlformats.org/officeDocument/2006/relationships/audio" Target="../media/snd_whoosh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1.xml"/><Relationship Id="rId5" Type="http://schemas.openxmlformats.org/officeDocument/2006/relationships/slide" Target="slide146.xml"/><Relationship Id="rId6" Type="http://schemas.openxmlformats.org/officeDocument/2006/relationships/slide" Target="slide154.xml"/><Relationship Id="rId7" Type="http://schemas.openxmlformats.org/officeDocument/2006/relationships/audio" Target="../media/snd_whoosh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2.xml"/><Relationship Id="rId5" Type="http://schemas.openxmlformats.org/officeDocument/2006/relationships/slide" Target="slide147.xml"/><Relationship Id="rId6" Type="http://schemas.openxmlformats.org/officeDocument/2006/relationships/slide" Target="slide154.xml"/><Relationship Id="rId7" Type="http://schemas.openxmlformats.org/officeDocument/2006/relationships/audio" Target="../media/snd_whoosh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3.xml"/><Relationship Id="rId5" Type="http://schemas.openxmlformats.org/officeDocument/2006/relationships/slide" Target="slide148.xml"/><Relationship Id="rId6" Type="http://schemas.openxmlformats.org/officeDocument/2006/relationships/slide" Target="slide154.xml"/><Relationship Id="rId7" Type="http://schemas.openxmlformats.org/officeDocument/2006/relationships/audio" Target="../media/snd_whoosh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4.xml"/><Relationship Id="rId5" Type="http://schemas.openxmlformats.org/officeDocument/2006/relationships/audio" Target="../media/snd_tada.wav"/><Relationship Id="rId6" Type="http://schemas.openxmlformats.org/officeDocument/2006/relationships/image" Target="../media/image40.png"/><Relationship Id="rId7" Type="http://schemas.openxmlformats.org/officeDocument/2006/relationships/audio" Target="../media/snd_cheer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49.xml"/><Relationship Id="rId5" Type="http://schemas.openxmlformats.org/officeDocument/2006/relationships/slide" Target="slide144.xml"/><Relationship Id="rId6" Type="http://schemas.openxmlformats.org/officeDocument/2006/relationships/slide" Target="slide154.xml"/><Relationship Id="rId7" Type="http://schemas.openxmlformats.org/officeDocument/2006/relationships/audio" Target="../media/snd_boing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45.xml"/><Relationship Id="rId5" Type="http://schemas.openxmlformats.org/officeDocument/2006/relationships/slide" Target="slide150.xml"/><Relationship Id="rId6" Type="http://schemas.openxmlformats.org/officeDocument/2006/relationships/slide" Target="slide154.xml"/><Relationship Id="rId7" Type="http://schemas.openxmlformats.org/officeDocument/2006/relationships/audio" Target="../media/snd_boing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1.xml"/><Relationship Id="rId5" Type="http://schemas.openxmlformats.org/officeDocument/2006/relationships/slide" Target="slide146.xml"/><Relationship Id="rId6" Type="http://schemas.openxmlformats.org/officeDocument/2006/relationships/slide" Target="slide154.xml"/><Relationship Id="rId7" Type="http://schemas.openxmlformats.org/officeDocument/2006/relationships/audio" Target="../media/snd_boing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2.xml"/><Relationship Id="rId5" Type="http://schemas.openxmlformats.org/officeDocument/2006/relationships/slide" Target="slide147.xml"/><Relationship Id="rId6" Type="http://schemas.openxmlformats.org/officeDocument/2006/relationships/slide" Target="slide154.xml"/><Relationship Id="rId7" Type="http://schemas.openxmlformats.org/officeDocument/2006/relationships/audio" Target="../media/snd_boing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153.xml"/><Relationship Id="rId5" Type="http://schemas.openxmlformats.org/officeDocument/2006/relationships/slide" Target="slide148.xml"/><Relationship Id="rId6" Type="http://schemas.openxmlformats.org/officeDocument/2006/relationships/slide" Target="slide154.xml"/><Relationship Id="rId7" Type="http://schemas.openxmlformats.org/officeDocument/2006/relationships/audio" Target="../media/snd_boing.wav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0.xml"/><Relationship Id="rId6" Type="http://schemas.openxmlformats.org/officeDocument/2006/relationships/slide" Target="slide155.xml"/><Relationship Id="rId7" Type="http://schemas.openxmlformats.org/officeDocument/2006/relationships/slide" Target="slide165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6.xml"/><Relationship Id="rId6" Type="http://schemas.openxmlformats.org/officeDocument/2006/relationships/slide" Target="slide161.xml"/><Relationship Id="rId7" Type="http://schemas.openxmlformats.org/officeDocument/2006/relationships/slide" Target="slide165.xml"/><Relationship Id="rId8" Type="http://schemas.openxmlformats.org/officeDocument/2006/relationships/audio" Target="../media/snd_splash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7.xml"/><Relationship Id="rId6" Type="http://schemas.openxmlformats.org/officeDocument/2006/relationships/slide" Target="slide162.xml"/><Relationship Id="rId7" Type="http://schemas.openxmlformats.org/officeDocument/2006/relationships/slide" Target="slide165.xml"/><Relationship Id="rId8" Type="http://schemas.openxmlformats.org/officeDocument/2006/relationships/audio" Target="../media/snd_splash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3.xml"/><Relationship Id="rId6" Type="http://schemas.openxmlformats.org/officeDocument/2006/relationships/slide" Target="slide158.xml"/><Relationship Id="rId7" Type="http://schemas.openxmlformats.org/officeDocument/2006/relationships/slide" Target="slide165.xml"/><Relationship Id="rId8" Type="http://schemas.openxmlformats.org/officeDocument/2006/relationships/audio" Target="../media/snd_splash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4.xml"/><Relationship Id="rId6" Type="http://schemas.openxmlformats.org/officeDocument/2006/relationships/slide" Target="slide159.xml"/><Relationship Id="rId7" Type="http://schemas.openxmlformats.org/officeDocument/2006/relationships/slide" Target="slide165.xml"/><Relationship Id="rId8" Type="http://schemas.openxmlformats.org/officeDocument/2006/relationships/audio" Target="../media/snd_splash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5.xml"/><Relationship Id="rId6" Type="http://schemas.openxmlformats.org/officeDocument/2006/relationships/audio" Target="../media/snd_tada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0.xml"/><Relationship Id="rId6" Type="http://schemas.openxmlformats.org/officeDocument/2006/relationships/slide" Target="slide155.xml"/><Relationship Id="rId7" Type="http://schemas.openxmlformats.org/officeDocument/2006/relationships/slide" Target="slide165.xml"/><Relationship Id="rId8" Type="http://schemas.openxmlformats.org/officeDocument/2006/relationships/audio" Target="../media/snd_boing.wav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6.xml"/><Relationship Id="rId6" Type="http://schemas.openxmlformats.org/officeDocument/2006/relationships/slide" Target="slide161.xml"/><Relationship Id="rId7" Type="http://schemas.openxmlformats.org/officeDocument/2006/relationships/slide" Target="slide165.xml"/><Relationship Id="rId8" Type="http://schemas.openxmlformats.org/officeDocument/2006/relationships/audio" Target="../media/snd_boing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57.xml"/><Relationship Id="rId6" Type="http://schemas.openxmlformats.org/officeDocument/2006/relationships/slide" Target="slide162.xml"/><Relationship Id="rId7" Type="http://schemas.openxmlformats.org/officeDocument/2006/relationships/slide" Target="slide165.xml"/><Relationship Id="rId8" Type="http://schemas.openxmlformats.org/officeDocument/2006/relationships/audio" Target="../media/snd_boing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3.xml"/><Relationship Id="rId6" Type="http://schemas.openxmlformats.org/officeDocument/2006/relationships/slide" Target="slide158.xml"/><Relationship Id="rId7" Type="http://schemas.openxmlformats.org/officeDocument/2006/relationships/slide" Target="slide165.xml"/><Relationship Id="rId8" Type="http://schemas.openxmlformats.org/officeDocument/2006/relationships/audio" Target="../media/snd_boing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64.xml"/><Relationship Id="rId6" Type="http://schemas.openxmlformats.org/officeDocument/2006/relationships/slide" Target="slide159.xml"/><Relationship Id="rId7" Type="http://schemas.openxmlformats.org/officeDocument/2006/relationships/slide" Target="slide165.xml"/><Relationship Id="rId8" Type="http://schemas.openxmlformats.org/officeDocument/2006/relationships/audio" Target="../media/snd_boing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171.xml"/><Relationship Id="rId5" Type="http://schemas.openxmlformats.org/officeDocument/2006/relationships/slide" Target="slide166.xml"/><Relationship Id="rId6" Type="http://schemas.openxmlformats.org/officeDocument/2006/relationships/slide" Target="slide176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67.xml"/><Relationship Id="rId6" Type="http://schemas.openxmlformats.org/officeDocument/2006/relationships/slide" Target="slide172.xml"/><Relationship Id="rId7" Type="http://schemas.openxmlformats.org/officeDocument/2006/relationships/slide" Target="slide176.xml"/><Relationship Id="rId8" Type="http://schemas.openxmlformats.org/officeDocument/2006/relationships/audio" Target="../media/snd_sparkle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3.xml"/><Relationship Id="rId6" Type="http://schemas.openxmlformats.org/officeDocument/2006/relationships/slide" Target="slide168.xml"/><Relationship Id="rId7" Type="http://schemas.openxmlformats.org/officeDocument/2006/relationships/slide" Target="slide176.xml"/><Relationship Id="rId8" Type="http://schemas.openxmlformats.org/officeDocument/2006/relationships/audio" Target="../media/snd_sparkle.wav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4.xml"/><Relationship Id="rId6" Type="http://schemas.openxmlformats.org/officeDocument/2006/relationships/slide" Target="slide169.xml"/><Relationship Id="rId7" Type="http://schemas.openxmlformats.org/officeDocument/2006/relationships/slide" Target="slide176.xml"/><Relationship Id="rId8" Type="http://schemas.openxmlformats.org/officeDocument/2006/relationships/audio" Target="../media/snd_sparkle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5.xml"/><Relationship Id="rId6" Type="http://schemas.openxmlformats.org/officeDocument/2006/relationships/slide" Target="slide170.xml"/><Relationship Id="rId7" Type="http://schemas.openxmlformats.org/officeDocument/2006/relationships/slide" Target="slide176.xml"/><Relationship Id="rId8" Type="http://schemas.openxmlformats.org/officeDocument/2006/relationships/audio" Target="../media/snd_sparkle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176.xml"/><Relationship Id="rId5" Type="http://schemas.openxmlformats.org/officeDocument/2006/relationships/audio" Target="../media/snd_tada.wav"/><Relationship Id="rId6" Type="http://schemas.openxmlformats.org/officeDocument/2006/relationships/image" Target="../media/image40.png"/><Relationship Id="rId7" Type="http://schemas.openxmlformats.org/officeDocument/2006/relationships/audio" Target="../media/snd_cheer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171.xml"/><Relationship Id="rId5" Type="http://schemas.openxmlformats.org/officeDocument/2006/relationships/slide" Target="slide166.xml"/><Relationship Id="rId6" Type="http://schemas.openxmlformats.org/officeDocument/2006/relationships/slide" Target="slide176.xml"/><Relationship Id="rId7" Type="http://schemas.openxmlformats.org/officeDocument/2006/relationships/audio" Target="../media/snd_boing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67.xml"/><Relationship Id="rId6" Type="http://schemas.openxmlformats.org/officeDocument/2006/relationships/slide" Target="slide172.xml"/><Relationship Id="rId7" Type="http://schemas.openxmlformats.org/officeDocument/2006/relationships/slide" Target="slide176.xml"/><Relationship Id="rId8" Type="http://schemas.openxmlformats.org/officeDocument/2006/relationships/audio" Target="../media/snd_boing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3.xml"/><Relationship Id="rId6" Type="http://schemas.openxmlformats.org/officeDocument/2006/relationships/slide" Target="slide168.xml"/><Relationship Id="rId7" Type="http://schemas.openxmlformats.org/officeDocument/2006/relationships/slide" Target="slide176.xml"/><Relationship Id="rId8" Type="http://schemas.openxmlformats.org/officeDocument/2006/relationships/audio" Target="../media/snd_boing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4.xml"/><Relationship Id="rId6" Type="http://schemas.openxmlformats.org/officeDocument/2006/relationships/slide" Target="slide169.xml"/><Relationship Id="rId7" Type="http://schemas.openxmlformats.org/officeDocument/2006/relationships/slide" Target="slide176.xml"/><Relationship Id="rId8" Type="http://schemas.openxmlformats.org/officeDocument/2006/relationships/audio" Target="../media/snd_boing.wav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175.xml"/><Relationship Id="rId6" Type="http://schemas.openxmlformats.org/officeDocument/2006/relationships/slide" Target="slide170.xml"/><Relationship Id="rId7" Type="http://schemas.openxmlformats.org/officeDocument/2006/relationships/slide" Target="slide176.xml"/><Relationship Id="rId8" Type="http://schemas.openxmlformats.org/officeDocument/2006/relationships/audio" Target="../media/snd_boing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177.xml"/><Relationship Id="rId6" Type="http://schemas.openxmlformats.org/officeDocument/2006/relationships/slide" Target="slide182.xml"/><Relationship Id="rId7" Type="http://schemas.openxmlformats.org/officeDocument/2006/relationships/slide" Target="slide18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slide" Target="slide178.xml"/><Relationship Id="rId6" Type="http://schemas.openxmlformats.org/officeDocument/2006/relationships/slide" Target="slide183.xml"/><Relationship Id="rId7" Type="http://schemas.openxmlformats.org/officeDocument/2006/relationships/slide" Target="slide187.xml"/><Relationship Id="rId8" Type="http://schemas.openxmlformats.org/officeDocument/2006/relationships/audio" Target="../media/snd_ding.wav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179.xml"/><Relationship Id="rId6" Type="http://schemas.openxmlformats.org/officeDocument/2006/relationships/slide" Target="slide184.xml"/><Relationship Id="rId7" Type="http://schemas.openxmlformats.org/officeDocument/2006/relationships/slide" Target="slide187.xml"/><Relationship Id="rId8" Type="http://schemas.openxmlformats.org/officeDocument/2006/relationships/audio" Target="../media/snd_ding.wav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slide" Target="slide180.xml"/><Relationship Id="rId6" Type="http://schemas.openxmlformats.org/officeDocument/2006/relationships/slide" Target="slide185.xml"/><Relationship Id="rId7" Type="http://schemas.openxmlformats.org/officeDocument/2006/relationships/slide" Target="slide187.xml"/><Relationship Id="rId8" Type="http://schemas.openxmlformats.org/officeDocument/2006/relationships/audio" Target="../media/snd_ding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slide" Target="slide181.xml"/><Relationship Id="rId6" Type="http://schemas.openxmlformats.org/officeDocument/2006/relationships/slide" Target="slide186.xml"/><Relationship Id="rId7" Type="http://schemas.openxmlformats.org/officeDocument/2006/relationships/slide" Target="slide187.xml"/><Relationship Id="rId8" Type="http://schemas.openxmlformats.org/officeDocument/2006/relationships/audio" Target="../media/snd_ding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slide" Target="slide187.xml"/><Relationship Id="rId4" Type="http://schemas.openxmlformats.org/officeDocument/2006/relationships/audio" Target="../media/snd_tada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177.xml"/><Relationship Id="rId6" Type="http://schemas.openxmlformats.org/officeDocument/2006/relationships/slide" Target="slide182.xml"/><Relationship Id="rId7" Type="http://schemas.openxmlformats.org/officeDocument/2006/relationships/slide" Target="slide187.xml"/><Relationship Id="rId8" Type="http://schemas.openxmlformats.org/officeDocument/2006/relationships/audio" Target="../media/snd_boing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slide" Target="slide178.xml"/><Relationship Id="rId6" Type="http://schemas.openxmlformats.org/officeDocument/2006/relationships/slide" Target="slide183.xml"/><Relationship Id="rId7" Type="http://schemas.openxmlformats.org/officeDocument/2006/relationships/slide" Target="slide187.xml"/><Relationship Id="rId8" Type="http://schemas.openxmlformats.org/officeDocument/2006/relationships/audio" Target="../media/snd_boing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179.xml"/><Relationship Id="rId6" Type="http://schemas.openxmlformats.org/officeDocument/2006/relationships/slide" Target="slide184.xml"/><Relationship Id="rId7" Type="http://schemas.openxmlformats.org/officeDocument/2006/relationships/slide" Target="slide187.xml"/><Relationship Id="rId8" Type="http://schemas.openxmlformats.org/officeDocument/2006/relationships/audio" Target="../media/snd_boing.wav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slide" Target="slide180.xml"/><Relationship Id="rId6" Type="http://schemas.openxmlformats.org/officeDocument/2006/relationships/slide" Target="slide185.xml"/><Relationship Id="rId7" Type="http://schemas.openxmlformats.org/officeDocument/2006/relationships/slide" Target="slide187.xml"/><Relationship Id="rId8" Type="http://schemas.openxmlformats.org/officeDocument/2006/relationships/audio" Target="../media/snd_boing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slide" Target="slide181.xml"/><Relationship Id="rId6" Type="http://schemas.openxmlformats.org/officeDocument/2006/relationships/slide" Target="slide186.xml"/><Relationship Id="rId7" Type="http://schemas.openxmlformats.org/officeDocument/2006/relationships/slide" Target="slide187.xml"/><Relationship Id="rId8" Type="http://schemas.openxmlformats.org/officeDocument/2006/relationships/audio" Target="../media/snd_boing.wav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7.png"/><Relationship Id="rId4" Type="http://schemas.openxmlformats.org/officeDocument/2006/relationships/slide" Target="slide188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194.xml"/><Relationship Id="rId7" Type="http://schemas.openxmlformats.org/officeDocument/2006/relationships/slide" Target="slide189.xml"/><Relationship Id="rId8" Type="http://schemas.openxmlformats.org/officeDocument/2006/relationships/slide" Target="slide223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195.xml"/><Relationship Id="rId7" Type="http://schemas.openxmlformats.org/officeDocument/2006/relationships/slide" Target="slide190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196.xml"/><Relationship Id="rId7" Type="http://schemas.openxmlformats.org/officeDocument/2006/relationships/slide" Target="slide191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197.xml"/><Relationship Id="rId7" Type="http://schemas.openxmlformats.org/officeDocument/2006/relationships/slide" Target="slide192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198.xml"/><Relationship Id="rId7" Type="http://schemas.openxmlformats.org/officeDocument/2006/relationships/slide" Target="slide193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23.xml"/><Relationship Id="rId7" Type="http://schemas.openxmlformats.org/officeDocument/2006/relationships/audio" Target="../media/snd_cheer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00.xml"/><Relationship Id="rId7" Type="http://schemas.openxmlformats.org/officeDocument/2006/relationships/slide" Target="slide195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01.xml"/><Relationship Id="rId7" Type="http://schemas.openxmlformats.org/officeDocument/2006/relationships/slide" Target="slide196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02.xml"/><Relationship Id="rId7" Type="http://schemas.openxmlformats.org/officeDocument/2006/relationships/slide" Target="slide197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03.xml"/><Relationship Id="rId7" Type="http://schemas.openxmlformats.org/officeDocument/2006/relationships/slide" Target="slide198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04.xml"/><Relationship Id="rId7" Type="http://schemas.openxmlformats.org/officeDocument/2006/relationships/slide" Target="slide199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23.xml"/><Relationship Id="rId7" Type="http://schemas.openxmlformats.org/officeDocument/2006/relationships/audio" Target="../media/snd_cheer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06.xml"/><Relationship Id="rId7" Type="http://schemas.openxmlformats.org/officeDocument/2006/relationships/slide" Target="slide201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07.xml"/><Relationship Id="rId7" Type="http://schemas.openxmlformats.org/officeDocument/2006/relationships/slide" Target="slide202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08.xml"/><Relationship Id="rId7" Type="http://schemas.openxmlformats.org/officeDocument/2006/relationships/slide" Target="slide203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09.xml"/><Relationship Id="rId7" Type="http://schemas.openxmlformats.org/officeDocument/2006/relationships/slide" Target="slide204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10.xml"/><Relationship Id="rId7" Type="http://schemas.openxmlformats.org/officeDocument/2006/relationships/slide" Target="slide205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23.xml"/><Relationship Id="rId7" Type="http://schemas.openxmlformats.org/officeDocument/2006/relationships/audio" Target="../media/snd_cheer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12.xml"/><Relationship Id="rId7" Type="http://schemas.openxmlformats.org/officeDocument/2006/relationships/slide" Target="slide207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13.xml"/><Relationship Id="rId7" Type="http://schemas.openxmlformats.org/officeDocument/2006/relationships/slide" Target="slide208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14.xml"/><Relationship Id="rId7" Type="http://schemas.openxmlformats.org/officeDocument/2006/relationships/slide" Target="slide209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15.xml"/><Relationship Id="rId7" Type="http://schemas.openxmlformats.org/officeDocument/2006/relationships/slide" Target="slide210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16.xml"/><Relationship Id="rId7" Type="http://schemas.openxmlformats.org/officeDocument/2006/relationships/slide" Target="slide211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23.xml"/><Relationship Id="rId7" Type="http://schemas.openxmlformats.org/officeDocument/2006/relationships/audio" Target="../media/snd_cheer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18.xml"/><Relationship Id="rId7" Type="http://schemas.openxmlformats.org/officeDocument/2006/relationships/slide" Target="slide213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19.xml"/><Relationship Id="rId7" Type="http://schemas.openxmlformats.org/officeDocument/2006/relationships/slide" Target="slide214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20.xml"/><Relationship Id="rId7" Type="http://schemas.openxmlformats.org/officeDocument/2006/relationships/slide" Target="slide215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21.xml"/><Relationship Id="rId7" Type="http://schemas.openxmlformats.org/officeDocument/2006/relationships/slide" Target="slide216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22.xml"/><Relationship Id="rId7" Type="http://schemas.openxmlformats.org/officeDocument/2006/relationships/slide" Target="slide217.xml"/><Relationship Id="rId8" Type="http://schemas.openxmlformats.org/officeDocument/2006/relationships/slide" Target="slide223.xml"/><Relationship Id="rId9" Type="http://schemas.openxmlformats.org/officeDocument/2006/relationships/audio" Target="../media/snd_pop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23.xml"/><Relationship Id="rId7" Type="http://schemas.openxmlformats.org/officeDocument/2006/relationships/audio" Target="../media/snd_cheer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23.xml"/><Relationship Id="rId7" Type="http://schemas.openxmlformats.org/officeDocument/2006/relationships/audio" Target="../media/snd_cheer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23.xml"/><Relationship Id="rId7" Type="http://schemas.openxmlformats.org/officeDocument/2006/relationships/audio" Target="../media/snd_cheer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23.xml"/><Relationship Id="rId7" Type="http://schemas.openxmlformats.org/officeDocument/2006/relationships/audio" Target="../media/snd_cheer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23.xml"/><Relationship Id="rId7" Type="http://schemas.openxmlformats.org/officeDocument/2006/relationships/audio" Target="../media/snd_cheer.wav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223.xml"/><Relationship Id="rId7" Type="http://schemas.openxmlformats.org/officeDocument/2006/relationships/audio" Target="../media/snd_cheer.wav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224.xml"/><Relationship Id="rId8" Type="http://schemas.openxmlformats.org/officeDocument/2006/relationships/slide" Target="slide229.xml"/><Relationship Id="rId9" Type="http://schemas.openxmlformats.org/officeDocument/2006/relationships/slide" Target="slide234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225.xml"/><Relationship Id="rId8" Type="http://schemas.openxmlformats.org/officeDocument/2006/relationships/slide" Target="slide230.xml"/><Relationship Id="rId9" Type="http://schemas.openxmlformats.org/officeDocument/2006/relationships/slide" Target="slide234.xml"/><Relationship Id="rId10" Type="http://schemas.openxmlformats.org/officeDocument/2006/relationships/audio" Target="../media/snd_sparkle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231.xml"/><Relationship Id="rId8" Type="http://schemas.openxmlformats.org/officeDocument/2006/relationships/slide" Target="slide226.xml"/><Relationship Id="rId9" Type="http://schemas.openxmlformats.org/officeDocument/2006/relationships/slide" Target="slide234.xml"/><Relationship Id="rId10" Type="http://schemas.openxmlformats.org/officeDocument/2006/relationships/audio" Target="../media/snd_sparkle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227.xml"/><Relationship Id="rId8" Type="http://schemas.openxmlformats.org/officeDocument/2006/relationships/slide" Target="slide232.xml"/><Relationship Id="rId9" Type="http://schemas.openxmlformats.org/officeDocument/2006/relationships/slide" Target="slide234.xml"/><Relationship Id="rId10" Type="http://schemas.openxmlformats.org/officeDocument/2006/relationships/audio" Target="../media/snd_sparkle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233.xml"/><Relationship Id="rId8" Type="http://schemas.openxmlformats.org/officeDocument/2006/relationships/slide" Target="slide228.xml"/><Relationship Id="rId9" Type="http://schemas.openxmlformats.org/officeDocument/2006/relationships/slide" Target="slide234.xml"/><Relationship Id="rId10" Type="http://schemas.openxmlformats.org/officeDocument/2006/relationships/audio" Target="../media/snd_sparkle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234.xml"/><Relationship Id="rId8" Type="http://schemas.openxmlformats.org/officeDocument/2006/relationships/audio" Target="../media/snd_tada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224.xml"/><Relationship Id="rId8" Type="http://schemas.openxmlformats.org/officeDocument/2006/relationships/slide" Target="slide229.xml"/><Relationship Id="rId9" Type="http://schemas.openxmlformats.org/officeDocument/2006/relationships/slide" Target="slide234.xml"/><Relationship Id="rId10" Type="http://schemas.openxmlformats.org/officeDocument/2006/relationships/audio" Target="../media/snd_boing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225.xml"/><Relationship Id="rId8" Type="http://schemas.openxmlformats.org/officeDocument/2006/relationships/slide" Target="slide230.xml"/><Relationship Id="rId9" Type="http://schemas.openxmlformats.org/officeDocument/2006/relationships/slide" Target="slide234.xml"/><Relationship Id="rId10" Type="http://schemas.openxmlformats.org/officeDocument/2006/relationships/audio" Target="../media/snd_boing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231.xml"/><Relationship Id="rId8" Type="http://schemas.openxmlformats.org/officeDocument/2006/relationships/slide" Target="slide226.xml"/><Relationship Id="rId9" Type="http://schemas.openxmlformats.org/officeDocument/2006/relationships/slide" Target="slide234.xml"/><Relationship Id="rId10" Type="http://schemas.openxmlformats.org/officeDocument/2006/relationships/audio" Target="../media/snd_boing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227.xml"/><Relationship Id="rId8" Type="http://schemas.openxmlformats.org/officeDocument/2006/relationships/slide" Target="slide232.xml"/><Relationship Id="rId9" Type="http://schemas.openxmlformats.org/officeDocument/2006/relationships/slide" Target="slide234.xml"/><Relationship Id="rId10" Type="http://schemas.openxmlformats.org/officeDocument/2006/relationships/audio" Target="../media/snd_boing.wav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233.xml"/><Relationship Id="rId8" Type="http://schemas.openxmlformats.org/officeDocument/2006/relationships/slide" Target="slide228.xml"/><Relationship Id="rId9" Type="http://schemas.openxmlformats.org/officeDocument/2006/relationships/slide" Target="slide234.xml"/><Relationship Id="rId10" Type="http://schemas.openxmlformats.org/officeDocument/2006/relationships/audio" Target="../media/snd_boing.wav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240.xml"/><Relationship Id="rId6" Type="http://schemas.openxmlformats.org/officeDocument/2006/relationships/slide" Target="slide235.xml"/><Relationship Id="rId7" Type="http://schemas.openxmlformats.org/officeDocument/2006/relationships/slide" Target="slide245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241.xml"/><Relationship Id="rId6" Type="http://schemas.openxmlformats.org/officeDocument/2006/relationships/slide" Target="slide236.xml"/><Relationship Id="rId7" Type="http://schemas.openxmlformats.org/officeDocument/2006/relationships/slide" Target="slide245.xml"/><Relationship Id="rId8" Type="http://schemas.openxmlformats.org/officeDocument/2006/relationships/audio" Target="../media/snd_ding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242.xml"/><Relationship Id="rId6" Type="http://schemas.openxmlformats.org/officeDocument/2006/relationships/slide" Target="slide237.xml"/><Relationship Id="rId7" Type="http://schemas.openxmlformats.org/officeDocument/2006/relationships/slide" Target="slide245.xml"/><Relationship Id="rId8" Type="http://schemas.openxmlformats.org/officeDocument/2006/relationships/audio" Target="../media/snd_ding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238.xml"/><Relationship Id="rId6" Type="http://schemas.openxmlformats.org/officeDocument/2006/relationships/slide" Target="slide243.xml"/><Relationship Id="rId7" Type="http://schemas.openxmlformats.org/officeDocument/2006/relationships/slide" Target="slide245.xml"/><Relationship Id="rId8" Type="http://schemas.openxmlformats.org/officeDocument/2006/relationships/audio" Target="../media/snd_ding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244.xml"/><Relationship Id="rId6" Type="http://schemas.openxmlformats.org/officeDocument/2006/relationships/slide" Target="slide239.xml"/><Relationship Id="rId7" Type="http://schemas.openxmlformats.org/officeDocument/2006/relationships/slide" Target="slide245.xml"/><Relationship Id="rId8" Type="http://schemas.openxmlformats.org/officeDocument/2006/relationships/audio" Target="../media/snd_ding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245.xml"/><Relationship Id="rId6" Type="http://schemas.openxmlformats.org/officeDocument/2006/relationships/audio" Target="../media/snd_tada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240.xml"/><Relationship Id="rId6" Type="http://schemas.openxmlformats.org/officeDocument/2006/relationships/slide" Target="slide235.xml"/><Relationship Id="rId7" Type="http://schemas.openxmlformats.org/officeDocument/2006/relationships/slide" Target="slide245.xml"/><Relationship Id="rId8" Type="http://schemas.openxmlformats.org/officeDocument/2006/relationships/audio" Target="../media/snd_boing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241.xml"/><Relationship Id="rId6" Type="http://schemas.openxmlformats.org/officeDocument/2006/relationships/slide" Target="slide236.xml"/><Relationship Id="rId7" Type="http://schemas.openxmlformats.org/officeDocument/2006/relationships/slide" Target="slide245.xml"/><Relationship Id="rId8" Type="http://schemas.openxmlformats.org/officeDocument/2006/relationships/audio" Target="../media/snd_boing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242.xml"/><Relationship Id="rId6" Type="http://schemas.openxmlformats.org/officeDocument/2006/relationships/slide" Target="slide237.xml"/><Relationship Id="rId7" Type="http://schemas.openxmlformats.org/officeDocument/2006/relationships/slide" Target="slide245.xml"/><Relationship Id="rId8" Type="http://schemas.openxmlformats.org/officeDocument/2006/relationships/audio" Target="../media/snd_boing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238.xml"/><Relationship Id="rId6" Type="http://schemas.openxmlformats.org/officeDocument/2006/relationships/slide" Target="slide243.xml"/><Relationship Id="rId7" Type="http://schemas.openxmlformats.org/officeDocument/2006/relationships/slide" Target="slide245.xml"/><Relationship Id="rId8" Type="http://schemas.openxmlformats.org/officeDocument/2006/relationships/audio" Target="../media/snd_boing.wav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244.xml"/><Relationship Id="rId6" Type="http://schemas.openxmlformats.org/officeDocument/2006/relationships/slide" Target="slide239.xml"/><Relationship Id="rId7" Type="http://schemas.openxmlformats.org/officeDocument/2006/relationships/slide" Target="slide245.xml"/><Relationship Id="rId8" Type="http://schemas.openxmlformats.org/officeDocument/2006/relationships/audio" Target="../media/snd_boing.wav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251.xml"/><Relationship Id="rId7" Type="http://schemas.openxmlformats.org/officeDocument/2006/relationships/slide" Target="slide246.xml"/><Relationship Id="rId8" Type="http://schemas.openxmlformats.org/officeDocument/2006/relationships/slide" Target="slide256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2.xml"/><Relationship Id="rId8" Type="http://schemas.openxmlformats.org/officeDocument/2006/relationships/slide" Target="slide247.xml"/><Relationship Id="rId9" Type="http://schemas.openxmlformats.org/officeDocument/2006/relationships/slide" Target="slide256.xml"/><Relationship Id="rId10" Type="http://schemas.openxmlformats.org/officeDocument/2006/relationships/audio" Target="../media/snd_pop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3.xml"/><Relationship Id="rId8" Type="http://schemas.openxmlformats.org/officeDocument/2006/relationships/slide" Target="slide248.xml"/><Relationship Id="rId9" Type="http://schemas.openxmlformats.org/officeDocument/2006/relationships/slide" Target="slide256.xml"/><Relationship Id="rId10" Type="http://schemas.openxmlformats.org/officeDocument/2006/relationships/audio" Target="../media/snd_pop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49.xml"/><Relationship Id="rId8" Type="http://schemas.openxmlformats.org/officeDocument/2006/relationships/slide" Target="slide254.xml"/><Relationship Id="rId9" Type="http://schemas.openxmlformats.org/officeDocument/2006/relationships/slide" Target="slide256.xml"/><Relationship Id="rId10" Type="http://schemas.openxmlformats.org/officeDocument/2006/relationships/audio" Target="../media/snd_pop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5.xml"/><Relationship Id="rId8" Type="http://schemas.openxmlformats.org/officeDocument/2006/relationships/slide" Target="slide250.xml"/><Relationship Id="rId9" Type="http://schemas.openxmlformats.org/officeDocument/2006/relationships/slide" Target="slide256.xml"/><Relationship Id="rId10" Type="http://schemas.openxmlformats.org/officeDocument/2006/relationships/audio" Target="../media/snd_pop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256.xml"/><Relationship Id="rId5" Type="http://schemas.openxmlformats.org/officeDocument/2006/relationships/audio" Target="../media/snd_tada.wav"/><Relationship Id="rId6" Type="http://schemas.openxmlformats.org/officeDocument/2006/relationships/image" Target="../media/image40.png"/><Relationship Id="rId7" Type="http://schemas.openxmlformats.org/officeDocument/2006/relationships/audio" Target="../media/snd_cheer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251.xml"/><Relationship Id="rId7" Type="http://schemas.openxmlformats.org/officeDocument/2006/relationships/slide" Target="slide246.xml"/><Relationship Id="rId8" Type="http://schemas.openxmlformats.org/officeDocument/2006/relationships/slide" Target="slide256.xml"/><Relationship Id="rId9" Type="http://schemas.openxmlformats.org/officeDocument/2006/relationships/audio" Target="../media/snd_boing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2.xml"/><Relationship Id="rId8" Type="http://schemas.openxmlformats.org/officeDocument/2006/relationships/slide" Target="slide247.xml"/><Relationship Id="rId9" Type="http://schemas.openxmlformats.org/officeDocument/2006/relationships/slide" Target="slide256.xml"/><Relationship Id="rId10" Type="http://schemas.openxmlformats.org/officeDocument/2006/relationships/audio" Target="../media/snd_boing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3.xml"/><Relationship Id="rId8" Type="http://schemas.openxmlformats.org/officeDocument/2006/relationships/slide" Target="slide248.xml"/><Relationship Id="rId9" Type="http://schemas.openxmlformats.org/officeDocument/2006/relationships/slide" Target="slide256.xml"/><Relationship Id="rId10" Type="http://schemas.openxmlformats.org/officeDocument/2006/relationships/audio" Target="../media/snd_boing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49.xml"/><Relationship Id="rId8" Type="http://schemas.openxmlformats.org/officeDocument/2006/relationships/slide" Target="slide254.xml"/><Relationship Id="rId9" Type="http://schemas.openxmlformats.org/officeDocument/2006/relationships/slide" Target="slide256.xml"/><Relationship Id="rId10" Type="http://schemas.openxmlformats.org/officeDocument/2006/relationships/audio" Target="../media/snd_boing.wav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255.xml"/><Relationship Id="rId8" Type="http://schemas.openxmlformats.org/officeDocument/2006/relationships/slide" Target="slide250.xml"/><Relationship Id="rId9" Type="http://schemas.openxmlformats.org/officeDocument/2006/relationships/slide" Target="slide256.xml"/><Relationship Id="rId10" Type="http://schemas.openxmlformats.org/officeDocument/2006/relationships/audio" Target="../media/snd_boing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262.xml"/><Relationship Id="rId8" Type="http://schemas.openxmlformats.org/officeDocument/2006/relationships/slide" Target="slide257.xml"/><Relationship Id="rId9" Type="http://schemas.openxmlformats.org/officeDocument/2006/relationships/slide" Target="slide26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263.xml"/><Relationship Id="rId9" Type="http://schemas.openxmlformats.org/officeDocument/2006/relationships/slide" Target="slide258.xml"/><Relationship Id="rId10" Type="http://schemas.openxmlformats.org/officeDocument/2006/relationships/slide" Target="slide267.xml"/><Relationship Id="rId11" Type="http://schemas.openxmlformats.org/officeDocument/2006/relationships/audio" Target="../media/snd_ding.wav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64.xml"/><Relationship Id="rId10" Type="http://schemas.openxmlformats.org/officeDocument/2006/relationships/slide" Target="slide259.xml"/><Relationship Id="rId11" Type="http://schemas.openxmlformats.org/officeDocument/2006/relationships/slide" Target="slide267.xml"/><Relationship Id="rId12" Type="http://schemas.openxmlformats.org/officeDocument/2006/relationships/audio" Target="../media/snd_ding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65.xml"/><Relationship Id="rId10" Type="http://schemas.openxmlformats.org/officeDocument/2006/relationships/slide" Target="slide260.xml"/><Relationship Id="rId11" Type="http://schemas.openxmlformats.org/officeDocument/2006/relationships/slide" Target="slide267.xml"/><Relationship Id="rId12" Type="http://schemas.openxmlformats.org/officeDocument/2006/relationships/audio" Target="../media/snd_ding.wav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266.xml"/><Relationship Id="rId10" Type="http://schemas.openxmlformats.org/officeDocument/2006/relationships/slide" Target="slide261.xml"/><Relationship Id="rId11" Type="http://schemas.openxmlformats.org/officeDocument/2006/relationships/slide" Target="slide267.xml"/><Relationship Id="rId12" Type="http://schemas.openxmlformats.org/officeDocument/2006/relationships/audio" Target="../media/snd_ding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" Target="slide267.xml"/><Relationship Id="rId9" Type="http://schemas.openxmlformats.org/officeDocument/2006/relationships/audio" Target="../media/snd_tada.wav"/><Relationship Id="rId10" Type="http://schemas.openxmlformats.org/officeDocument/2006/relationships/image" Target="../media/image40.png"/><Relationship Id="rId11" Type="http://schemas.openxmlformats.org/officeDocument/2006/relationships/audio" Target="../media/snd_cheer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262.xml"/><Relationship Id="rId8" Type="http://schemas.openxmlformats.org/officeDocument/2006/relationships/slide" Target="slide257.xml"/><Relationship Id="rId9" Type="http://schemas.openxmlformats.org/officeDocument/2006/relationships/slide" Target="slide267.xml"/><Relationship Id="rId10" Type="http://schemas.openxmlformats.org/officeDocument/2006/relationships/audio" Target="../media/snd_boing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263.xml"/><Relationship Id="rId9" Type="http://schemas.openxmlformats.org/officeDocument/2006/relationships/slide" Target="slide258.xml"/><Relationship Id="rId10" Type="http://schemas.openxmlformats.org/officeDocument/2006/relationships/slide" Target="slide267.xml"/><Relationship Id="rId11" Type="http://schemas.openxmlformats.org/officeDocument/2006/relationships/audio" Target="../media/snd_boing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64.xml"/><Relationship Id="rId10" Type="http://schemas.openxmlformats.org/officeDocument/2006/relationships/slide" Target="slide259.xml"/><Relationship Id="rId11" Type="http://schemas.openxmlformats.org/officeDocument/2006/relationships/slide" Target="slide267.xml"/><Relationship Id="rId12" Type="http://schemas.openxmlformats.org/officeDocument/2006/relationships/audio" Target="../media/snd_boing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265.xml"/><Relationship Id="rId10" Type="http://schemas.openxmlformats.org/officeDocument/2006/relationships/slide" Target="slide260.xml"/><Relationship Id="rId11" Type="http://schemas.openxmlformats.org/officeDocument/2006/relationships/slide" Target="slide267.xml"/><Relationship Id="rId12" Type="http://schemas.openxmlformats.org/officeDocument/2006/relationships/audio" Target="../media/snd_boing.wav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266.xml"/><Relationship Id="rId10" Type="http://schemas.openxmlformats.org/officeDocument/2006/relationships/slide" Target="slide261.xml"/><Relationship Id="rId11" Type="http://schemas.openxmlformats.org/officeDocument/2006/relationships/slide" Target="slide267.xml"/><Relationship Id="rId12" Type="http://schemas.openxmlformats.org/officeDocument/2006/relationships/audio" Target="../media/snd_boing.wav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68.xml"/><Relationship Id="rId6" Type="http://schemas.openxmlformats.org/officeDocument/2006/relationships/slide" Target="slide273.xml"/><Relationship Id="rId7" Type="http://schemas.openxmlformats.org/officeDocument/2006/relationships/slide" Target="slide278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69.xml"/><Relationship Id="rId6" Type="http://schemas.openxmlformats.org/officeDocument/2006/relationships/slide" Target="slide274.xml"/><Relationship Id="rId7" Type="http://schemas.openxmlformats.org/officeDocument/2006/relationships/slide" Target="slide278.xml"/><Relationship Id="rId8" Type="http://schemas.openxmlformats.org/officeDocument/2006/relationships/audio" Target="../media/snd_ding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70.xml"/><Relationship Id="rId6" Type="http://schemas.openxmlformats.org/officeDocument/2006/relationships/slide" Target="slide275.xml"/><Relationship Id="rId7" Type="http://schemas.openxmlformats.org/officeDocument/2006/relationships/slide" Target="slide278.xml"/><Relationship Id="rId8" Type="http://schemas.openxmlformats.org/officeDocument/2006/relationships/audio" Target="../media/snd_ding.wav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71.xml"/><Relationship Id="rId6" Type="http://schemas.openxmlformats.org/officeDocument/2006/relationships/slide" Target="slide276.xml"/><Relationship Id="rId7" Type="http://schemas.openxmlformats.org/officeDocument/2006/relationships/slide" Target="slide278.xml"/><Relationship Id="rId8" Type="http://schemas.openxmlformats.org/officeDocument/2006/relationships/audio" Target="../media/snd_ding.wav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72.xml"/><Relationship Id="rId6" Type="http://schemas.openxmlformats.org/officeDocument/2006/relationships/slide" Target="slide277.xml"/><Relationship Id="rId7" Type="http://schemas.openxmlformats.org/officeDocument/2006/relationships/slide" Target="slide278.xml"/><Relationship Id="rId8" Type="http://schemas.openxmlformats.org/officeDocument/2006/relationships/audio" Target="../media/snd_ding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278.xml"/><Relationship Id="rId4" Type="http://schemas.openxmlformats.org/officeDocument/2006/relationships/audio" Target="../media/snd_tada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268.xml"/><Relationship Id="rId6" Type="http://schemas.openxmlformats.org/officeDocument/2006/relationships/slide" Target="slide273.xml"/><Relationship Id="rId7" Type="http://schemas.openxmlformats.org/officeDocument/2006/relationships/slide" Target="slide278.xml"/><Relationship Id="rId8" Type="http://schemas.openxmlformats.org/officeDocument/2006/relationships/audio" Target="../media/snd_boing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69.xml"/><Relationship Id="rId6" Type="http://schemas.openxmlformats.org/officeDocument/2006/relationships/slide" Target="slide274.xml"/><Relationship Id="rId7" Type="http://schemas.openxmlformats.org/officeDocument/2006/relationships/slide" Target="slide278.xml"/><Relationship Id="rId8" Type="http://schemas.openxmlformats.org/officeDocument/2006/relationships/audio" Target="../media/snd_boing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70.xml"/><Relationship Id="rId6" Type="http://schemas.openxmlformats.org/officeDocument/2006/relationships/slide" Target="slide275.xml"/><Relationship Id="rId7" Type="http://schemas.openxmlformats.org/officeDocument/2006/relationships/slide" Target="slide278.xml"/><Relationship Id="rId8" Type="http://schemas.openxmlformats.org/officeDocument/2006/relationships/audio" Target="../media/snd_boing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71.xml"/><Relationship Id="rId6" Type="http://schemas.openxmlformats.org/officeDocument/2006/relationships/slide" Target="slide276.xml"/><Relationship Id="rId7" Type="http://schemas.openxmlformats.org/officeDocument/2006/relationships/slide" Target="slide278.xml"/><Relationship Id="rId8" Type="http://schemas.openxmlformats.org/officeDocument/2006/relationships/audio" Target="../media/snd_boing.wav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272.xml"/><Relationship Id="rId6" Type="http://schemas.openxmlformats.org/officeDocument/2006/relationships/slide" Target="slide277.xml"/><Relationship Id="rId7" Type="http://schemas.openxmlformats.org/officeDocument/2006/relationships/slide" Target="slide278.xml"/><Relationship Id="rId8" Type="http://schemas.openxmlformats.org/officeDocument/2006/relationships/audio" Target="../media/snd_boing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4.xml"/><Relationship Id="rId5" Type="http://schemas.openxmlformats.org/officeDocument/2006/relationships/slide" Target="slide279.xml"/><Relationship Id="rId6" Type="http://schemas.openxmlformats.org/officeDocument/2006/relationships/slide" Target="slide289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5.xml"/><Relationship Id="rId5" Type="http://schemas.openxmlformats.org/officeDocument/2006/relationships/slide" Target="slide280.xml"/><Relationship Id="rId6" Type="http://schemas.openxmlformats.org/officeDocument/2006/relationships/slide" Target="slide289.xml"/><Relationship Id="rId7" Type="http://schemas.openxmlformats.org/officeDocument/2006/relationships/audio" Target="../media/snd_whoosh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6.xml"/><Relationship Id="rId5" Type="http://schemas.openxmlformats.org/officeDocument/2006/relationships/slide" Target="slide281.xml"/><Relationship Id="rId6" Type="http://schemas.openxmlformats.org/officeDocument/2006/relationships/slide" Target="slide289.xml"/><Relationship Id="rId7" Type="http://schemas.openxmlformats.org/officeDocument/2006/relationships/audio" Target="../media/snd_whoosh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7.xml"/><Relationship Id="rId5" Type="http://schemas.openxmlformats.org/officeDocument/2006/relationships/slide" Target="slide282.xml"/><Relationship Id="rId6" Type="http://schemas.openxmlformats.org/officeDocument/2006/relationships/slide" Target="slide289.xml"/><Relationship Id="rId7" Type="http://schemas.openxmlformats.org/officeDocument/2006/relationships/audio" Target="../media/snd_whoosh.wav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3.xml"/><Relationship Id="rId5" Type="http://schemas.openxmlformats.org/officeDocument/2006/relationships/slide" Target="slide288.xml"/><Relationship Id="rId6" Type="http://schemas.openxmlformats.org/officeDocument/2006/relationships/slide" Target="slide289.xml"/><Relationship Id="rId7" Type="http://schemas.openxmlformats.org/officeDocument/2006/relationships/audio" Target="../media/snd_whoosh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9.xml"/><Relationship Id="rId5" Type="http://schemas.openxmlformats.org/officeDocument/2006/relationships/audio" Target="../media/snd_tada.wav"/><Relationship Id="rId6" Type="http://schemas.openxmlformats.org/officeDocument/2006/relationships/image" Target="../media/image40.png"/><Relationship Id="rId7" Type="http://schemas.openxmlformats.org/officeDocument/2006/relationships/audio" Target="../media/snd_cheer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4.xml"/><Relationship Id="rId5" Type="http://schemas.openxmlformats.org/officeDocument/2006/relationships/slide" Target="slide279.xml"/><Relationship Id="rId6" Type="http://schemas.openxmlformats.org/officeDocument/2006/relationships/slide" Target="slide289.xml"/><Relationship Id="rId7" Type="http://schemas.openxmlformats.org/officeDocument/2006/relationships/audio" Target="../media/snd_boing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5.xml"/><Relationship Id="rId5" Type="http://schemas.openxmlformats.org/officeDocument/2006/relationships/slide" Target="slide280.xml"/><Relationship Id="rId6" Type="http://schemas.openxmlformats.org/officeDocument/2006/relationships/slide" Target="slide289.xml"/><Relationship Id="rId7" Type="http://schemas.openxmlformats.org/officeDocument/2006/relationships/audio" Target="../media/snd_boing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6.xml"/><Relationship Id="rId5" Type="http://schemas.openxmlformats.org/officeDocument/2006/relationships/slide" Target="slide281.xml"/><Relationship Id="rId6" Type="http://schemas.openxmlformats.org/officeDocument/2006/relationships/slide" Target="slide289.xml"/><Relationship Id="rId7" Type="http://schemas.openxmlformats.org/officeDocument/2006/relationships/audio" Target="../media/snd_boing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7.xml"/><Relationship Id="rId5" Type="http://schemas.openxmlformats.org/officeDocument/2006/relationships/slide" Target="slide282.xml"/><Relationship Id="rId6" Type="http://schemas.openxmlformats.org/officeDocument/2006/relationships/slide" Target="slide289.xml"/><Relationship Id="rId7" Type="http://schemas.openxmlformats.org/officeDocument/2006/relationships/audio" Target="../media/snd_boing.wav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Relationship Id="rId4" Type="http://schemas.openxmlformats.org/officeDocument/2006/relationships/slide" Target="slide283.xml"/><Relationship Id="rId5" Type="http://schemas.openxmlformats.org/officeDocument/2006/relationships/slide" Target="slide288.xml"/><Relationship Id="rId6" Type="http://schemas.openxmlformats.org/officeDocument/2006/relationships/slide" Target="slide289.xml"/><Relationship Id="rId7" Type="http://schemas.openxmlformats.org/officeDocument/2006/relationships/audio" Target="../media/snd_boing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5.xml"/><Relationship Id="rId6" Type="http://schemas.openxmlformats.org/officeDocument/2006/relationships/slide" Target="slide290.xml"/><Relationship Id="rId7" Type="http://schemas.openxmlformats.org/officeDocument/2006/relationships/slide" Target="slide300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1.xml"/><Relationship Id="rId6" Type="http://schemas.openxmlformats.org/officeDocument/2006/relationships/slide" Target="slide296.xml"/><Relationship Id="rId7" Type="http://schemas.openxmlformats.org/officeDocument/2006/relationships/slide" Target="slide300.xml"/><Relationship Id="rId8" Type="http://schemas.openxmlformats.org/officeDocument/2006/relationships/audio" Target="../media/snd_splash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7.xml"/><Relationship Id="rId6" Type="http://schemas.openxmlformats.org/officeDocument/2006/relationships/slide" Target="slide292.xml"/><Relationship Id="rId7" Type="http://schemas.openxmlformats.org/officeDocument/2006/relationships/slide" Target="slide300.xml"/><Relationship Id="rId8" Type="http://schemas.openxmlformats.org/officeDocument/2006/relationships/audio" Target="../media/snd_splash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8.xml"/><Relationship Id="rId6" Type="http://schemas.openxmlformats.org/officeDocument/2006/relationships/slide" Target="slide293.xml"/><Relationship Id="rId7" Type="http://schemas.openxmlformats.org/officeDocument/2006/relationships/slide" Target="slide300.xml"/><Relationship Id="rId8" Type="http://schemas.openxmlformats.org/officeDocument/2006/relationships/audio" Target="../media/snd_splash.wav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9.xml"/><Relationship Id="rId6" Type="http://schemas.openxmlformats.org/officeDocument/2006/relationships/slide" Target="slide294.xml"/><Relationship Id="rId7" Type="http://schemas.openxmlformats.org/officeDocument/2006/relationships/slide" Target="slide300.xml"/><Relationship Id="rId8" Type="http://schemas.openxmlformats.org/officeDocument/2006/relationships/audio" Target="../media/snd_splash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00.xml"/><Relationship Id="rId6" Type="http://schemas.openxmlformats.org/officeDocument/2006/relationships/audio" Target="../media/snd_tada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5.xml"/><Relationship Id="rId6" Type="http://schemas.openxmlformats.org/officeDocument/2006/relationships/slide" Target="slide290.xml"/><Relationship Id="rId7" Type="http://schemas.openxmlformats.org/officeDocument/2006/relationships/slide" Target="slide300.xml"/><Relationship Id="rId8" Type="http://schemas.openxmlformats.org/officeDocument/2006/relationships/audio" Target="../media/snd_boing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1.xml"/><Relationship Id="rId6" Type="http://schemas.openxmlformats.org/officeDocument/2006/relationships/slide" Target="slide296.xml"/><Relationship Id="rId7" Type="http://schemas.openxmlformats.org/officeDocument/2006/relationships/slide" Target="slide300.xml"/><Relationship Id="rId8" Type="http://schemas.openxmlformats.org/officeDocument/2006/relationships/audio" Target="../media/snd_boing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7.xml"/><Relationship Id="rId6" Type="http://schemas.openxmlformats.org/officeDocument/2006/relationships/slide" Target="slide292.xml"/><Relationship Id="rId7" Type="http://schemas.openxmlformats.org/officeDocument/2006/relationships/slide" Target="slide300.xml"/><Relationship Id="rId8" Type="http://schemas.openxmlformats.org/officeDocument/2006/relationships/audio" Target="../media/snd_boing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8.xml"/><Relationship Id="rId6" Type="http://schemas.openxmlformats.org/officeDocument/2006/relationships/slide" Target="slide293.xml"/><Relationship Id="rId7" Type="http://schemas.openxmlformats.org/officeDocument/2006/relationships/slide" Target="slide300.xml"/><Relationship Id="rId8" Type="http://schemas.openxmlformats.org/officeDocument/2006/relationships/audio" Target="../media/snd_boing.wav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99.xml"/><Relationship Id="rId6" Type="http://schemas.openxmlformats.org/officeDocument/2006/relationships/slide" Target="slide294.xml"/><Relationship Id="rId7" Type="http://schemas.openxmlformats.org/officeDocument/2006/relationships/slide" Target="slide300.xml"/><Relationship Id="rId8" Type="http://schemas.openxmlformats.org/officeDocument/2006/relationships/audio" Target="../media/snd_boing.wav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306.xml"/><Relationship Id="rId5" Type="http://schemas.openxmlformats.org/officeDocument/2006/relationships/slide" Target="slide301.xml"/><Relationship Id="rId6" Type="http://schemas.openxmlformats.org/officeDocument/2006/relationships/slide" Target="slide311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7.xml"/><Relationship Id="rId6" Type="http://schemas.openxmlformats.org/officeDocument/2006/relationships/slide" Target="slide302.xml"/><Relationship Id="rId7" Type="http://schemas.openxmlformats.org/officeDocument/2006/relationships/slide" Target="slide311.xml"/><Relationship Id="rId8" Type="http://schemas.openxmlformats.org/officeDocument/2006/relationships/audio" Target="../media/snd_sparkle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3.xml"/><Relationship Id="rId6" Type="http://schemas.openxmlformats.org/officeDocument/2006/relationships/slide" Target="slide308.xml"/><Relationship Id="rId7" Type="http://schemas.openxmlformats.org/officeDocument/2006/relationships/slide" Target="slide311.xml"/><Relationship Id="rId8" Type="http://schemas.openxmlformats.org/officeDocument/2006/relationships/audio" Target="../media/snd_sparkle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4.xml"/><Relationship Id="rId6" Type="http://schemas.openxmlformats.org/officeDocument/2006/relationships/slide" Target="slide309.xml"/><Relationship Id="rId7" Type="http://schemas.openxmlformats.org/officeDocument/2006/relationships/slide" Target="slide311.xml"/><Relationship Id="rId8" Type="http://schemas.openxmlformats.org/officeDocument/2006/relationships/audio" Target="../media/snd_sparkle.wav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5.xml"/><Relationship Id="rId6" Type="http://schemas.openxmlformats.org/officeDocument/2006/relationships/slide" Target="slide310.xml"/><Relationship Id="rId7" Type="http://schemas.openxmlformats.org/officeDocument/2006/relationships/slide" Target="slide311.xml"/><Relationship Id="rId8" Type="http://schemas.openxmlformats.org/officeDocument/2006/relationships/audio" Target="../media/snd_sparkle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311.xml"/><Relationship Id="rId5" Type="http://schemas.openxmlformats.org/officeDocument/2006/relationships/audio" Target="../media/snd_tada.wav"/><Relationship Id="rId6" Type="http://schemas.openxmlformats.org/officeDocument/2006/relationships/image" Target="../media/image40.png"/><Relationship Id="rId7" Type="http://schemas.openxmlformats.org/officeDocument/2006/relationships/audio" Target="../media/snd_cheer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306.xml"/><Relationship Id="rId5" Type="http://schemas.openxmlformats.org/officeDocument/2006/relationships/slide" Target="slide301.xml"/><Relationship Id="rId6" Type="http://schemas.openxmlformats.org/officeDocument/2006/relationships/slide" Target="slide311.xml"/><Relationship Id="rId7" Type="http://schemas.openxmlformats.org/officeDocument/2006/relationships/audio" Target="../media/snd_boing.wav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7.xml"/><Relationship Id="rId6" Type="http://schemas.openxmlformats.org/officeDocument/2006/relationships/slide" Target="slide302.xml"/><Relationship Id="rId7" Type="http://schemas.openxmlformats.org/officeDocument/2006/relationships/slide" Target="slide311.xml"/><Relationship Id="rId8" Type="http://schemas.openxmlformats.org/officeDocument/2006/relationships/audio" Target="../media/snd_boing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3.xml"/><Relationship Id="rId6" Type="http://schemas.openxmlformats.org/officeDocument/2006/relationships/slide" Target="slide308.xml"/><Relationship Id="rId7" Type="http://schemas.openxmlformats.org/officeDocument/2006/relationships/slide" Target="slide311.xml"/><Relationship Id="rId8" Type="http://schemas.openxmlformats.org/officeDocument/2006/relationships/audio" Target="../media/snd_boing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4.xml"/><Relationship Id="rId6" Type="http://schemas.openxmlformats.org/officeDocument/2006/relationships/slide" Target="slide309.xml"/><Relationship Id="rId7" Type="http://schemas.openxmlformats.org/officeDocument/2006/relationships/slide" Target="slide311.xml"/><Relationship Id="rId8" Type="http://schemas.openxmlformats.org/officeDocument/2006/relationships/audio" Target="../media/snd_boing.wav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slide" Target="slide305.xml"/><Relationship Id="rId6" Type="http://schemas.openxmlformats.org/officeDocument/2006/relationships/slide" Target="slide310.xml"/><Relationship Id="rId7" Type="http://schemas.openxmlformats.org/officeDocument/2006/relationships/slide" Target="slide311.xml"/><Relationship Id="rId8" Type="http://schemas.openxmlformats.org/officeDocument/2006/relationships/audio" Target="../media/snd_boing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slide" Target="slide312.xml"/><Relationship Id="rId6" Type="http://schemas.openxmlformats.org/officeDocument/2006/relationships/slide" Target="slide317.xml"/><Relationship Id="rId7" Type="http://schemas.openxmlformats.org/officeDocument/2006/relationships/slide" Target="slide322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313.xml"/><Relationship Id="rId6" Type="http://schemas.openxmlformats.org/officeDocument/2006/relationships/slide" Target="slide318.xml"/><Relationship Id="rId7" Type="http://schemas.openxmlformats.org/officeDocument/2006/relationships/slide" Target="slide322.xml"/><Relationship Id="rId8" Type="http://schemas.openxmlformats.org/officeDocument/2006/relationships/audio" Target="../media/snd_ding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314.xml"/><Relationship Id="rId6" Type="http://schemas.openxmlformats.org/officeDocument/2006/relationships/slide" Target="slide319.xml"/><Relationship Id="rId7" Type="http://schemas.openxmlformats.org/officeDocument/2006/relationships/slide" Target="slide322.xml"/><Relationship Id="rId8" Type="http://schemas.openxmlformats.org/officeDocument/2006/relationships/audio" Target="../media/snd_ding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slide" Target="slide315.xml"/><Relationship Id="rId6" Type="http://schemas.openxmlformats.org/officeDocument/2006/relationships/slide" Target="slide320.xml"/><Relationship Id="rId7" Type="http://schemas.openxmlformats.org/officeDocument/2006/relationships/slide" Target="slide322.xml"/><Relationship Id="rId8" Type="http://schemas.openxmlformats.org/officeDocument/2006/relationships/audio" Target="../media/snd_ding.wav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316.xml"/><Relationship Id="rId6" Type="http://schemas.openxmlformats.org/officeDocument/2006/relationships/slide" Target="slide321.xml"/><Relationship Id="rId7" Type="http://schemas.openxmlformats.org/officeDocument/2006/relationships/slide" Target="slide322.xml"/><Relationship Id="rId8" Type="http://schemas.openxmlformats.org/officeDocument/2006/relationships/audio" Target="../media/snd_ding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slide" Target="slide322.xml"/><Relationship Id="rId4" Type="http://schemas.openxmlformats.org/officeDocument/2006/relationships/audio" Target="../media/snd_tada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slide" Target="slide312.xml"/><Relationship Id="rId6" Type="http://schemas.openxmlformats.org/officeDocument/2006/relationships/slide" Target="slide317.xml"/><Relationship Id="rId7" Type="http://schemas.openxmlformats.org/officeDocument/2006/relationships/slide" Target="slide322.xml"/><Relationship Id="rId8" Type="http://schemas.openxmlformats.org/officeDocument/2006/relationships/audio" Target="../media/snd_boing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313.xml"/><Relationship Id="rId6" Type="http://schemas.openxmlformats.org/officeDocument/2006/relationships/slide" Target="slide318.xml"/><Relationship Id="rId7" Type="http://schemas.openxmlformats.org/officeDocument/2006/relationships/slide" Target="slide322.xml"/><Relationship Id="rId8" Type="http://schemas.openxmlformats.org/officeDocument/2006/relationships/audio" Target="../media/snd_boing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314.xml"/><Relationship Id="rId6" Type="http://schemas.openxmlformats.org/officeDocument/2006/relationships/slide" Target="slide319.xml"/><Relationship Id="rId7" Type="http://schemas.openxmlformats.org/officeDocument/2006/relationships/slide" Target="slide322.xml"/><Relationship Id="rId8" Type="http://schemas.openxmlformats.org/officeDocument/2006/relationships/audio" Target="../media/snd_boing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slide" Target="slide315.xml"/><Relationship Id="rId6" Type="http://schemas.openxmlformats.org/officeDocument/2006/relationships/slide" Target="slide320.xml"/><Relationship Id="rId7" Type="http://schemas.openxmlformats.org/officeDocument/2006/relationships/slide" Target="slide322.xml"/><Relationship Id="rId8" Type="http://schemas.openxmlformats.org/officeDocument/2006/relationships/audio" Target="../media/snd_boing.wav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slide" Target="slide316.xml"/><Relationship Id="rId6" Type="http://schemas.openxmlformats.org/officeDocument/2006/relationships/slide" Target="slide321.xml"/><Relationship Id="rId7" Type="http://schemas.openxmlformats.org/officeDocument/2006/relationships/slide" Target="slide322.xml"/><Relationship Id="rId8" Type="http://schemas.openxmlformats.org/officeDocument/2006/relationships/audio" Target="../media/snd_boing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328.xml"/><Relationship Id="rId8" Type="http://schemas.openxmlformats.org/officeDocument/2006/relationships/slide" Target="slide323.xml"/><Relationship Id="rId9" Type="http://schemas.openxmlformats.org/officeDocument/2006/relationships/slide" Target="slide333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329.xml"/><Relationship Id="rId8" Type="http://schemas.openxmlformats.org/officeDocument/2006/relationships/slide" Target="slide324.xml"/><Relationship Id="rId9" Type="http://schemas.openxmlformats.org/officeDocument/2006/relationships/slide" Target="slide333.xml"/><Relationship Id="rId10" Type="http://schemas.openxmlformats.org/officeDocument/2006/relationships/audio" Target="../media/snd_sparkle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330.xml"/><Relationship Id="rId8" Type="http://schemas.openxmlformats.org/officeDocument/2006/relationships/slide" Target="slide325.xml"/><Relationship Id="rId9" Type="http://schemas.openxmlformats.org/officeDocument/2006/relationships/slide" Target="slide333.xml"/><Relationship Id="rId10" Type="http://schemas.openxmlformats.org/officeDocument/2006/relationships/audio" Target="../media/snd_sparkle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326.xml"/><Relationship Id="rId8" Type="http://schemas.openxmlformats.org/officeDocument/2006/relationships/slide" Target="slide331.xml"/><Relationship Id="rId9" Type="http://schemas.openxmlformats.org/officeDocument/2006/relationships/slide" Target="slide333.xml"/><Relationship Id="rId10" Type="http://schemas.openxmlformats.org/officeDocument/2006/relationships/audio" Target="../media/snd_sparkle.wav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327.xml"/><Relationship Id="rId8" Type="http://schemas.openxmlformats.org/officeDocument/2006/relationships/slide" Target="slide332.xml"/><Relationship Id="rId9" Type="http://schemas.openxmlformats.org/officeDocument/2006/relationships/slide" Target="slide333.xml"/><Relationship Id="rId10" Type="http://schemas.openxmlformats.org/officeDocument/2006/relationships/audio" Target="../media/snd_sparkle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333.xml"/><Relationship Id="rId8" Type="http://schemas.openxmlformats.org/officeDocument/2006/relationships/audio" Target="../media/snd_tada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328.xml"/><Relationship Id="rId8" Type="http://schemas.openxmlformats.org/officeDocument/2006/relationships/slide" Target="slide323.xml"/><Relationship Id="rId9" Type="http://schemas.openxmlformats.org/officeDocument/2006/relationships/slide" Target="slide333.xml"/><Relationship Id="rId10" Type="http://schemas.openxmlformats.org/officeDocument/2006/relationships/audio" Target="../media/snd_boing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329.xml"/><Relationship Id="rId8" Type="http://schemas.openxmlformats.org/officeDocument/2006/relationships/slide" Target="slide324.xml"/><Relationship Id="rId9" Type="http://schemas.openxmlformats.org/officeDocument/2006/relationships/slide" Target="slide333.xml"/><Relationship Id="rId10" Type="http://schemas.openxmlformats.org/officeDocument/2006/relationships/audio" Target="../media/snd_boing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330.xml"/><Relationship Id="rId8" Type="http://schemas.openxmlformats.org/officeDocument/2006/relationships/slide" Target="slide325.xml"/><Relationship Id="rId9" Type="http://schemas.openxmlformats.org/officeDocument/2006/relationships/slide" Target="slide333.xml"/><Relationship Id="rId10" Type="http://schemas.openxmlformats.org/officeDocument/2006/relationships/audio" Target="../media/snd_boing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326.xml"/><Relationship Id="rId8" Type="http://schemas.openxmlformats.org/officeDocument/2006/relationships/slide" Target="slide331.xml"/><Relationship Id="rId9" Type="http://schemas.openxmlformats.org/officeDocument/2006/relationships/slide" Target="slide333.xml"/><Relationship Id="rId10" Type="http://schemas.openxmlformats.org/officeDocument/2006/relationships/audio" Target="../media/snd_boing.wav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327.xml"/><Relationship Id="rId8" Type="http://schemas.openxmlformats.org/officeDocument/2006/relationships/slide" Target="slide332.xml"/><Relationship Id="rId9" Type="http://schemas.openxmlformats.org/officeDocument/2006/relationships/slide" Target="slide333.xml"/><Relationship Id="rId10" Type="http://schemas.openxmlformats.org/officeDocument/2006/relationships/audio" Target="../media/snd_boing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334.xml"/><Relationship Id="rId6" Type="http://schemas.openxmlformats.org/officeDocument/2006/relationships/slide" Target="slide339.xml"/><Relationship Id="rId7" Type="http://schemas.openxmlformats.org/officeDocument/2006/relationships/slide" Target="slide344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340.xml"/><Relationship Id="rId6" Type="http://schemas.openxmlformats.org/officeDocument/2006/relationships/slide" Target="slide335.xml"/><Relationship Id="rId7" Type="http://schemas.openxmlformats.org/officeDocument/2006/relationships/slide" Target="slide344.xml"/><Relationship Id="rId8" Type="http://schemas.openxmlformats.org/officeDocument/2006/relationships/audio" Target="../media/snd_ding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341.xml"/><Relationship Id="rId6" Type="http://schemas.openxmlformats.org/officeDocument/2006/relationships/slide" Target="slide336.xml"/><Relationship Id="rId7" Type="http://schemas.openxmlformats.org/officeDocument/2006/relationships/slide" Target="slide344.xml"/><Relationship Id="rId8" Type="http://schemas.openxmlformats.org/officeDocument/2006/relationships/audio" Target="../media/snd_ding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337.xml"/><Relationship Id="rId6" Type="http://schemas.openxmlformats.org/officeDocument/2006/relationships/slide" Target="slide342.xml"/><Relationship Id="rId7" Type="http://schemas.openxmlformats.org/officeDocument/2006/relationships/slide" Target="slide344.xml"/><Relationship Id="rId8" Type="http://schemas.openxmlformats.org/officeDocument/2006/relationships/audio" Target="../media/snd_ding.wav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338.xml"/><Relationship Id="rId6" Type="http://schemas.openxmlformats.org/officeDocument/2006/relationships/slide" Target="slide343.xml"/><Relationship Id="rId7" Type="http://schemas.openxmlformats.org/officeDocument/2006/relationships/slide" Target="slide344.xml"/><Relationship Id="rId8" Type="http://schemas.openxmlformats.org/officeDocument/2006/relationships/audio" Target="../media/snd_ding.wav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344.xml"/><Relationship Id="rId6" Type="http://schemas.openxmlformats.org/officeDocument/2006/relationships/audio" Target="../media/snd_tada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334.xml"/><Relationship Id="rId6" Type="http://schemas.openxmlformats.org/officeDocument/2006/relationships/slide" Target="slide339.xml"/><Relationship Id="rId7" Type="http://schemas.openxmlformats.org/officeDocument/2006/relationships/slide" Target="slide344.xml"/><Relationship Id="rId8" Type="http://schemas.openxmlformats.org/officeDocument/2006/relationships/audio" Target="../media/snd_boing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340.xml"/><Relationship Id="rId6" Type="http://schemas.openxmlformats.org/officeDocument/2006/relationships/slide" Target="slide335.xml"/><Relationship Id="rId7" Type="http://schemas.openxmlformats.org/officeDocument/2006/relationships/slide" Target="slide344.xml"/><Relationship Id="rId8" Type="http://schemas.openxmlformats.org/officeDocument/2006/relationships/audio" Target="../media/snd_boing.wav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341.xml"/><Relationship Id="rId6" Type="http://schemas.openxmlformats.org/officeDocument/2006/relationships/slide" Target="slide336.xml"/><Relationship Id="rId7" Type="http://schemas.openxmlformats.org/officeDocument/2006/relationships/slide" Target="slide344.xml"/><Relationship Id="rId8" Type="http://schemas.openxmlformats.org/officeDocument/2006/relationships/audio" Target="../media/snd_boing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337.xml"/><Relationship Id="rId6" Type="http://schemas.openxmlformats.org/officeDocument/2006/relationships/slide" Target="slide342.xml"/><Relationship Id="rId7" Type="http://schemas.openxmlformats.org/officeDocument/2006/relationships/slide" Target="slide344.xml"/><Relationship Id="rId8" Type="http://schemas.openxmlformats.org/officeDocument/2006/relationships/audio" Target="../media/snd_boing.wav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" Target="slide338.xml"/><Relationship Id="rId6" Type="http://schemas.openxmlformats.org/officeDocument/2006/relationships/slide" Target="slide343.xml"/><Relationship Id="rId7" Type="http://schemas.openxmlformats.org/officeDocument/2006/relationships/slide" Target="slide344.xml"/><Relationship Id="rId8" Type="http://schemas.openxmlformats.org/officeDocument/2006/relationships/audio" Target="../media/snd_boing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345.xml"/><Relationship Id="rId7" Type="http://schemas.openxmlformats.org/officeDocument/2006/relationships/slide" Target="slide350.xml"/><Relationship Id="rId8" Type="http://schemas.openxmlformats.org/officeDocument/2006/relationships/slide" Target="slide355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51.xml"/><Relationship Id="rId8" Type="http://schemas.openxmlformats.org/officeDocument/2006/relationships/slide" Target="slide346.xml"/><Relationship Id="rId9" Type="http://schemas.openxmlformats.org/officeDocument/2006/relationships/slide" Target="slide355.xml"/><Relationship Id="rId10" Type="http://schemas.openxmlformats.org/officeDocument/2006/relationships/audio" Target="../media/snd_pop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47.xml"/><Relationship Id="rId8" Type="http://schemas.openxmlformats.org/officeDocument/2006/relationships/slide" Target="slide352.xml"/><Relationship Id="rId9" Type="http://schemas.openxmlformats.org/officeDocument/2006/relationships/slide" Target="slide355.xml"/><Relationship Id="rId10" Type="http://schemas.openxmlformats.org/officeDocument/2006/relationships/audio" Target="../media/snd_pop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53.xml"/><Relationship Id="rId8" Type="http://schemas.openxmlformats.org/officeDocument/2006/relationships/slide" Target="slide348.xml"/><Relationship Id="rId9" Type="http://schemas.openxmlformats.org/officeDocument/2006/relationships/slide" Target="slide355.xml"/><Relationship Id="rId10" Type="http://schemas.openxmlformats.org/officeDocument/2006/relationships/audio" Target="../media/snd_pop.wav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49.xml"/><Relationship Id="rId8" Type="http://schemas.openxmlformats.org/officeDocument/2006/relationships/slide" Target="slide354.xml"/><Relationship Id="rId9" Type="http://schemas.openxmlformats.org/officeDocument/2006/relationships/slide" Target="slide355.xml"/><Relationship Id="rId10" Type="http://schemas.openxmlformats.org/officeDocument/2006/relationships/audio" Target="../media/snd_pop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slide" Target="slide355.xml"/><Relationship Id="rId5" Type="http://schemas.openxmlformats.org/officeDocument/2006/relationships/audio" Target="../media/snd_tada.wav"/><Relationship Id="rId6" Type="http://schemas.openxmlformats.org/officeDocument/2006/relationships/image" Target="../media/image40.png"/><Relationship Id="rId7" Type="http://schemas.openxmlformats.org/officeDocument/2006/relationships/audio" Target="../media/snd_cheer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345.xml"/><Relationship Id="rId7" Type="http://schemas.openxmlformats.org/officeDocument/2006/relationships/slide" Target="slide350.xml"/><Relationship Id="rId8" Type="http://schemas.openxmlformats.org/officeDocument/2006/relationships/slide" Target="slide355.xml"/><Relationship Id="rId9" Type="http://schemas.openxmlformats.org/officeDocument/2006/relationships/audio" Target="../media/snd_boing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51.xml"/><Relationship Id="rId8" Type="http://schemas.openxmlformats.org/officeDocument/2006/relationships/slide" Target="slide346.xml"/><Relationship Id="rId9" Type="http://schemas.openxmlformats.org/officeDocument/2006/relationships/slide" Target="slide355.xml"/><Relationship Id="rId10" Type="http://schemas.openxmlformats.org/officeDocument/2006/relationships/audio" Target="../media/snd_boing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47.xml"/><Relationship Id="rId8" Type="http://schemas.openxmlformats.org/officeDocument/2006/relationships/slide" Target="slide352.xml"/><Relationship Id="rId9" Type="http://schemas.openxmlformats.org/officeDocument/2006/relationships/slide" Target="slide355.xml"/><Relationship Id="rId10" Type="http://schemas.openxmlformats.org/officeDocument/2006/relationships/audio" Target="../media/snd_boing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53.xml"/><Relationship Id="rId8" Type="http://schemas.openxmlformats.org/officeDocument/2006/relationships/slide" Target="slide348.xml"/><Relationship Id="rId9" Type="http://schemas.openxmlformats.org/officeDocument/2006/relationships/slide" Target="slide355.xml"/><Relationship Id="rId10" Type="http://schemas.openxmlformats.org/officeDocument/2006/relationships/audio" Target="../media/snd_boing.wav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49.xml"/><Relationship Id="rId8" Type="http://schemas.openxmlformats.org/officeDocument/2006/relationships/slide" Target="slide354.xml"/><Relationship Id="rId9" Type="http://schemas.openxmlformats.org/officeDocument/2006/relationships/slide" Target="slide355.xml"/><Relationship Id="rId10" Type="http://schemas.openxmlformats.org/officeDocument/2006/relationships/audio" Target="../media/snd_boing.wav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361.xml"/><Relationship Id="rId8" Type="http://schemas.openxmlformats.org/officeDocument/2006/relationships/slide" Target="slide356.xml"/><Relationship Id="rId9" Type="http://schemas.openxmlformats.org/officeDocument/2006/relationships/slide" Target="slide366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362.xml"/><Relationship Id="rId9" Type="http://schemas.openxmlformats.org/officeDocument/2006/relationships/slide" Target="slide357.xml"/><Relationship Id="rId10" Type="http://schemas.openxmlformats.org/officeDocument/2006/relationships/slide" Target="slide366.xml"/><Relationship Id="rId11" Type="http://schemas.openxmlformats.org/officeDocument/2006/relationships/audio" Target="../media/snd_ding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363.xml"/><Relationship Id="rId10" Type="http://schemas.openxmlformats.org/officeDocument/2006/relationships/slide" Target="slide358.xml"/><Relationship Id="rId11" Type="http://schemas.openxmlformats.org/officeDocument/2006/relationships/slide" Target="slide366.xml"/><Relationship Id="rId12" Type="http://schemas.openxmlformats.org/officeDocument/2006/relationships/audio" Target="../media/snd_ding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364.xml"/><Relationship Id="rId10" Type="http://schemas.openxmlformats.org/officeDocument/2006/relationships/slide" Target="slide359.xml"/><Relationship Id="rId11" Type="http://schemas.openxmlformats.org/officeDocument/2006/relationships/slide" Target="slide366.xml"/><Relationship Id="rId12" Type="http://schemas.openxmlformats.org/officeDocument/2006/relationships/audio" Target="../media/snd_ding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365.xml"/><Relationship Id="rId10" Type="http://schemas.openxmlformats.org/officeDocument/2006/relationships/slide" Target="slide360.xml"/><Relationship Id="rId11" Type="http://schemas.openxmlformats.org/officeDocument/2006/relationships/slide" Target="slide366.xml"/><Relationship Id="rId12" Type="http://schemas.openxmlformats.org/officeDocument/2006/relationships/audio" Target="../media/snd_ding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" Target="slide366.xml"/><Relationship Id="rId9" Type="http://schemas.openxmlformats.org/officeDocument/2006/relationships/audio" Target="../media/snd_tada.wav"/><Relationship Id="rId10" Type="http://schemas.openxmlformats.org/officeDocument/2006/relationships/image" Target="../media/image40.png"/><Relationship Id="rId11" Type="http://schemas.openxmlformats.org/officeDocument/2006/relationships/audio" Target="../media/snd_cheer.wav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361.xml"/><Relationship Id="rId8" Type="http://schemas.openxmlformats.org/officeDocument/2006/relationships/slide" Target="slide356.xml"/><Relationship Id="rId9" Type="http://schemas.openxmlformats.org/officeDocument/2006/relationships/slide" Target="slide366.xml"/><Relationship Id="rId10" Type="http://schemas.openxmlformats.org/officeDocument/2006/relationships/audio" Target="../media/snd_boing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" Target="slide362.xml"/><Relationship Id="rId9" Type="http://schemas.openxmlformats.org/officeDocument/2006/relationships/slide" Target="slide357.xml"/><Relationship Id="rId10" Type="http://schemas.openxmlformats.org/officeDocument/2006/relationships/slide" Target="slide366.xml"/><Relationship Id="rId11" Type="http://schemas.openxmlformats.org/officeDocument/2006/relationships/audio" Target="../media/snd_boing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363.xml"/><Relationship Id="rId10" Type="http://schemas.openxmlformats.org/officeDocument/2006/relationships/slide" Target="slide358.xml"/><Relationship Id="rId11" Type="http://schemas.openxmlformats.org/officeDocument/2006/relationships/slide" Target="slide366.xml"/><Relationship Id="rId12" Type="http://schemas.openxmlformats.org/officeDocument/2006/relationships/audio" Target="../media/snd_boing.wav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364.xml"/><Relationship Id="rId10" Type="http://schemas.openxmlformats.org/officeDocument/2006/relationships/slide" Target="slide359.xml"/><Relationship Id="rId11" Type="http://schemas.openxmlformats.org/officeDocument/2006/relationships/slide" Target="slide366.xml"/><Relationship Id="rId12" Type="http://schemas.openxmlformats.org/officeDocument/2006/relationships/audio" Target="../media/snd_boing.wav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4.png"/><Relationship Id="rId9" Type="http://schemas.openxmlformats.org/officeDocument/2006/relationships/slide" Target="slide365.xml"/><Relationship Id="rId10" Type="http://schemas.openxmlformats.org/officeDocument/2006/relationships/slide" Target="slide360.xml"/><Relationship Id="rId11" Type="http://schemas.openxmlformats.org/officeDocument/2006/relationships/slide" Target="slide366.xml"/><Relationship Id="rId12" Type="http://schemas.openxmlformats.org/officeDocument/2006/relationships/audio" Target="../media/snd_boing.wav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67.xml"/><Relationship Id="rId6" Type="http://schemas.openxmlformats.org/officeDocument/2006/relationships/slide" Target="slide372.xml"/><Relationship Id="rId7" Type="http://schemas.openxmlformats.org/officeDocument/2006/relationships/slide" Target="slide37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68.xml"/><Relationship Id="rId6" Type="http://schemas.openxmlformats.org/officeDocument/2006/relationships/slide" Target="slide373.xml"/><Relationship Id="rId7" Type="http://schemas.openxmlformats.org/officeDocument/2006/relationships/slide" Target="slide377.xml"/><Relationship Id="rId8" Type="http://schemas.openxmlformats.org/officeDocument/2006/relationships/audio" Target="../media/snd_ding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69.xml"/><Relationship Id="rId6" Type="http://schemas.openxmlformats.org/officeDocument/2006/relationships/slide" Target="slide374.xml"/><Relationship Id="rId7" Type="http://schemas.openxmlformats.org/officeDocument/2006/relationships/slide" Target="slide377.xml"/><Relationship Id="rId8" Type="http://schemas.openxmlformats.org/officeDocument/2006/relationships/audio" Target="../media/snd_ding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70.xml"/><Relationship Id="rId6" Type="http://schemas.openxmlformats.org/officeDocument/2006/relationships/slide" Target="slide375.xml"/><Relationship Id="rId7" Type="http://schemas.openxmlformats.org/officeDocument/2006/relationships/slide" Target="slide377.xml"/><Relationship Id="rId8" Type="http://schemas.openxmlformats.org/officeDocument/2006/relationships/audio" Target="../media/snd_ding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71.xml"/><Relationship Id="rId6" Type="http://schemas.openxmlformats.org/officeDocument/2006/relationships/slide" Target="slide376.xml"/><Relationship Id="rId7" Type="http://schemas.openxmlformats.org/officeDocument/2006/relationships/slide" Target="slide377.xml"/><Relationship Id="rId8" Type="http://schemas.openxmlformats.org/officeDocument/2006/relationships/audio" Target="../media/snd_ding.wav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slide" Target="slide377.xml"/><Relationship Id="rId4" Type="http://schemas.openxmlformats.org/officeDocument/2006/relationships/audio" Target="../media/snd_tada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67.xml"/><Relationship Id="rId6" Type="http://schemas.openxmlformats.org/officeDocument/2006/relationships/slide" Target="slide372.xml"/><Relationship Id="rId7" Type="http://schemas.openxmlformats.org/officeDocument/2006/relationships/slide" Target="slide377.xml"/><Relationship Id="rId8" Type="http://schemas.openxmlformats.org/officeDocument/2006/relationships/audio" Target="../media/snd_boing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68.xml"/><Relationship Id="rId6" Type="http://schemas.openxmlformats.org/officeDocument/2006/relationships/slide" Target="slide373.xml"/><Relationship Id="rId7" Type="http://schemas.openxmlformats.org/officeDocument/2006/relationships/slide" Target="slide377.xml"/><Relationship Id="rId8" Type="http://schemas.openxmlformats.org/officeDocument/2006/relationships/audio" Target="../media/snd_boing.wav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slide" Target="slide369.xml"/><Relationship Id="rId6" Type="http://schemas.openxmlformats.org/officeDocument/2006/relationships/slide" Target="slide374.xml"/><Relationship Id="rId7" Type="http://schemas.openxmlformats.org/officeDocument/2006/relationships/slide" Target="slide377.xml"/><Relationship Id="rId8" Type="http://schemas.openxmlformats.org/officeDocument/2006/relationships/audio" Target="../media/snd_boing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70.xml"/><Relationship Id="rId6" Type="http://schemas.openxmlformats.org/officeDocument/2006/relationships/slide" Target="slide375.xml"/><Relationship Id="rId7" Type="http://schemas.openxmlformats.org/officeDocument/2006/relationships/slide" Target="slide377.xml"/><Relationship Id="rId8" Type="http://schemas.openxmlformats.org/officeDocument/2006/relationships/audio" Target="../media/snd_boing.wav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slide" Target="slide371.xml"/><Relationship Id="rId6" Type="http://schemas.openxmlformats.org/officeDocument/2006/relationships/slide" Target="slide376.xml"/><Relationship Id="rId7" Type="http://schemas.openxmlformats.org/officeDocument/2006/relationships/slide" Target="slide377.xml"/><Relationship Id="rId8" Type="http://schemas.openxmlformats.org/officeDocument/2006/relationships/audio" Target="../media/snd_boing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383.xml"/><Relationship Id="rId7" Type="http://schemas.openxmlformats.org/officeDocument/2006/relationships/slide" Target="slide378.xml"/><Relationship Id="rId8" Type="http://schemas.openxmlformats.org/officeDocument/2006/relationships/slide" Target="slide412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384.xml"/><Relationship Id="rId7" Type="http://schemas.openxmlformats.org/officeDocument/2006/relationships/slide" Target="slide379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385.xml"/><Relationship Id="rId7" Type="http://schemas.openxmlformats.org/officeDocument/2006/relationships/slide" Target="slide380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386.xml"/><Relationship Id="rId7" Type="http://schemas.openxmlformats.org/officeDocument/2006/relationships/slide" Target="slide381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387.xml"/><Relationship Id="rId7" Type="http://schemas.openxmlformats.org/officeDocument/2006/relationships/slide" Target="slide382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12.xml"/><Relationship Id="rId7" Type="http://schemas.openxmlformats.org/officeDocument/2006/relationships/audio" Target="../media/snd_cheer.wav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389.xml"/><Relationship Id="rId7" Type="http://schemas.openxmlformats.org/officeDocument/2006/relationships/slide" Target="slide384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390.xml"/><Relationship Id="rId7" Type="http://schemas.openxmlformats.org/officeDocument/2006/relationships/slide" Target="slide385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391.xml"/><Relationship Id="rId7" Type="http://schemas.openxmlformats.org/officeDocument/2006/relationships/slide" Target="slide386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392.xml"/><Relationship Id="rId7" Type="http://schemas.openxmlformats.org/officeDocument/2006/relationships/slide" Target="slide387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393.xml"/><Relationship Id="rId7" Type="http://schemas.openxmlformats.org/officeDocument/2006/relationships/slide" Target="slide388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12.xml"/><Relationship Id="rId7" Type="http://schemas.openxmlformats.org/officeDocument/2006/relationships/audio" Target="../media/snd_cheer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395.xml"/><Relationship Id="rId7" Type="http://schemas.openxmlformats.org/officeDocument/2006/relationships/slide" Target="slide390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396.xml"/><Relationship Id="rId7" Type="http://schemas.openxmlformats.org/officeDocument/2006/relationships/slide" Target="slide391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397.xml"/><Relationship Id="rId7" Type="http://schemas.openxmlformats.org/officeDocument/2006/relationships/slide" Target="slide392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398.xml"/><Relationship Id="rId7" Type="http://schemas.openxmlformats.org/officeDocument/2006/relationships/slide" Target="slide393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399.xml"/><Relationship Id="rId7" Type="http://schemas.openxmlformats.org/officeDocument/2006/relationships/slide" Target="slide394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12.xml"/><Relationship Id="rId7" Type="http://schemas.openxmlformats.org/officeDocument/2006/relationships/audio" Target="../media/snd_cheer.wav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01.xml"/><Relationship Id="rId7" Type="http://schemas.openxmlformats.org/officeDocument/2006/relationships/slide" Target="slide396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02.xml"/><Relationship Id="rId7" Type="http://schemas.openxmlformats.org/officeDocument/2006/relationships/slide" Target="slide397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03.xml"/><Relationship Id="rId7" Type="http://schemas.openxmlformats.org/officeDocument/2006/relationships/slide" Target="slide398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04.xml"/><Relationship Id="rId7" Type="http://schemas.openxmlformats.org/officeDocument/2006/relationships/slide" Target="slide399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05.xml"/><Relationship Id="rId7" Type="http://schemas.openxmlformats.org/officeDocument/2006/relationships/slide" Target="slide400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12.xml"/><Relationship Id="rId7" Type="http://schemas.openxmlformats.org/officeDocument/2006/relationships/audio" Target="../media/snd_cheer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07.xml"/><Relationship Id="rId7" Type="http://schemas.openxmlformats.org/officeDocument/2006/relationships/slide" Target="slide402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08.xml"/><Relationship Id="rId7" Type="http://schemas.openxmlformats.org/officeDocument/2006/relationships/slide" Target="slide403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09.xml"/><Relationship Id="rId7" Type="http://schemas.openxmlformats.org/officeDocument/2006/relationships/slide" Target="slide404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10.xml"/><Relationship Id="rId7" Type="http://schemas.openxmlformats.org/officeDocument/2006/relationships/slide" Target="slide405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11.xml"/><Relationship Id="rId7" Type="http://schemas.openxmlformats.org/officeDocument/2006/relationships/slide" Target="slide406.xml"/><Relationship Id="rId8" Type="http://schemas.openxmlformats.org/officeDocument/2006/relationships/slide" Target="slide412.xml"/><Relationship Id="rId9" Type="http://schemas.openxmlformats.org/officeDocument/2006/relationships/audio" Target="../media/snd_pop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12.xml"/><Relationship Id="rId7" Type="http://schemas.openxmlformats.org/officeDocument/2006/relationships/audio" Target="../media/snd_cheer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12.xml"/><Relationship Id="rId7" Type="http://schemas.openxmlformats.org/officeDocument/2006/relationships/audio" Target="../media/snd_cheer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12.xml"/><Relationship Id="rId7" Type="http://schemas.openxmlformats.org/officeDocument/2006/relationships/audio" Target="../media/snd_cheer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12.xml"/><Relationship Id="rId7" Type="http://schemas.openxmlformats.org/officeDocument/2006/relationships/audio" Target="../media/snd_cheer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12.xml"/><Relationship Id="rId7" Type="http://schemas.openxmlformats.org/officeDocument/2006/relationships/audio" Target="../media/snd_cheer.wav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slide" Target="slide412.xml"/><Relationship Id="rId7" Type="http://schemas.openxmlformats.org/officeDocument/2006/relationships/audio" Target="../media/snd_cheer.wav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40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Wasl and Lam Review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8A6CF0"/>
                </a:solidFill>
                <a:latin typeface="Arial"/>
                <a:cs typeface="Arial"/>
              </a:rPr>
              <a:t>Wasl and Lam Review Games</a:t>
            </a:r>
          </a:p>
        </p:txBody>
      </p:sp>
      <p:sp>
        <p:nvSpPr>
          <p:cNvPr id="5" name="Sample" descr="ٱلۡحَمۡدُ  وَٱلشَّمۡسِ  ٱلۡقَمَرُ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  وَٱلشَّمۡسِ  ٱلۡقَمَرُ</a:t>
            </a:r>
          </a:p>
        </p:txBody>
      </p:sp>
      <p:sp>
        <p:nvSpPr>
          <p:cNvPr id="6" name="Subtitle" descr="Hamzat al-wasl and the sun and moon lam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Hamzat al-wasl and the sun and moon lam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Dino Egg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500" b="1" lang="en-US">
                <a:solidFill>
                  <a:srgbClr val="8A6CF0"/>
                </a:solidFill>
                <a:latin typeface="Arial"/>
                <a:cs typeface="Arial"/>
              </a:rPr>
              <a:t>How to play: Dino Eggs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egg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egg.</a:t>
            </a:r>
          </a:p>
        </p:txBody>
      </p:sp>
      <p:sp>
        <p:nvSpPr>
          <p:cNvPr id="7" name="Line 3" descr="3.  Hatch all the baby dino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Hatch all the baby dinos!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875" y="2095500"/>
            <a:ext cx="161925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اُ" descr="اُ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5" name="Egg 2" descr="Egg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اَ" descr="اَ">
            <a:hlinkClick action="ppaction://hlinksldjump" r:id="rId6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7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اِ" descr="اِ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1" name="Find ٱسۡمُ" descr="ٱسۡ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ٱسۡمُ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ٱلذَّهَبُ" descr="ٱلذَّهَب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ٱلۡحَمۡدُ" descr="ٱلۡحَمۡد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pic>
        <p:nvPicPr>
          <p:cNvPr id="8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ٱلرَّجُلُ" descr="ٱلرَّجُل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اَلرَّحِيمُ" descr="اَلرَّحِيم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اَلرَّحِيمُ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اُلرَّحِيمُ" descr="اُلرَّحِيم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اُلرَّحِيمُ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اِلرَّحِيمُ" descr="اِلرَّحِيم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اِلرَّحِيمُ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3" name="Find ٱلرَّحِيمُ" descr="ٱلرَّحِي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ٱلشَّمۡسُ" descr="ٱلشَّمۡس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ٱلۡأَرۡضُ" descr="ٱلۡأَرۡض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ٱلۡيَدُ" descr="ٱلۡيَد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ٱشۡكُرُوا۟" descr="ٱشۡكُرُوا۟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أُمٌّ" descr="أُمٌّ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pic>
        <p:nvPicPr>
          <p:cNvPr id="11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أَبٌ" descr="أَبٌ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Baby dino 5" descr="Baby dino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5397500"/>
            <a:ext cx="1016000" cy="1016000"/>
          </a:xfrm>
          <a:prstGeom prst="rect">
            <a:avLst/>
          </a:prstGeom>
        </p:spPr>
      </p:pic>
      <p:sp>
        <p:nvSpPr>
          <p:cNvPr id="8" name="All the eggs hatched!" descr="All the eggs hatched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All the eggs hatched!</a:t>
            </a:r>
          </a:p>
        </p:txBody>
      </p:sp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اُ" descr="اُ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5" name="Egg 2" descr="Egg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اَ" descr="اَ">
            <a:hlinkClick action="ppaction://hlinksldjump" r:id="rId6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7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اِ" descr="اِ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2" name="Find ٱسۡمُ" descr="ٱسۡ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ٱسۡمُ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ٱلذَّهَبُ" descr="ٱلذَّهَب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ٱلۡحَمۡدُ" descr="ٱلۡحَمۡد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pic>
        <p:nvPicPr>
          <p:cNvPr id="8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ٱلرَّجُلُ" descr="ٱلرَّجُل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اَلرَّحِيمُ" descr="اَلرَّحِيم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اَلرَّحِيمُ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اُلرَّحِيمُ" descr="اُلرَّحِيم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اُلرَّحِيمُ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اِلرَّحِيمُ" descr="اِلرَّحِيم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اِلرَّحِيمُ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4" name="Find ٱلرَّحِيمُ" descr="ٱلرَّحِي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ٱلشَّمۡسُ" descr="ٱلشَّمۡس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ٱلۡأَرۡضُ" descr="ٱلۡأَرۡض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ٱلۡيَدُ" descr="ٱلۡيَد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ٱشۡكُرُوا۟" descr="ٱشۡكُرُوا۟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أُمٌّ" descr="أُمٌّ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pic>
        <p:nvPicPr>
          <p:cNvPr id="11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أَبٌ" descr="أَبٌ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law Machine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Claw Machine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Grab the right toy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Grab the right toy.</a:t>
            </a:r>
          </a:p>
        </p:txBody>
      </p:sp>
      <p:sp>
        <p:nvSpPr>
          <p:cNvPr id="7" name="Line 3" descr="3.  Win all the prize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Win all the prizes!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095500"/>
            <a:ext cx="1524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ٱلضَّوۡءُ" descr="ٱلضَّوۡء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7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ٱلۡحَمۡدُ" descr="ٱلۡحَمۡدُ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pic>
        <p:nvPicPr>
          <p:cNvPr id="9" name="Toy 3" descr="To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ٱلصَّبۡرُ" descr="ٱلصَّبۡرُ">
            <a:hlinkClick action="ppaction://hlinksldjump" r:id="rId7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اِلرَّحِيمُ" descr="اِلرَّحِيمُ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Arial"/>
                <a:cs typeface="Arial"/>
              </a:rPr>
              <a:t>اِلرَّحِيمُ</a:t>
            </a:r>
          </a:p>
        </p:txBody>
      </p:sp>
      <p:pic>
        <p:nvPicPr>
          <p:cNvPr id="8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اَلرَّحِيمُ" descr="اَلرَّحِيمُ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Arial"/>
                <a:cs typeface="Arial"/>
              </a:rPr>
              <a:t>اَلرَّحِيمُ</a:t>
            </a:r>
          </a:p>
        </p:txBody>
      </p:sp>
      <p:pic>
        <p:nvPicPr>
          <p:cNvPr id="10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اُلرَّحِيمُ" descr="اُلرَّحِيمُ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Arial"/>
                <a:cs typeface="Arial"/>
              </a:rPr>
              <a:t>اُلرَّحِيمُ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4" name="Find ٱلرَّحِيمُ" descr="ٱلرَّحِي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ٱلصَّبۡرُ" descr="ٱلصَّبۡر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ٱلۡبَابُ" descr="ٱلۡبَاب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ٱلۡكِتَابُ" descr="ٱلۡكِتَاب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5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أَخَذَ" descr="أَخَذَ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لۡحَمۡدُ" descr="ٱلۡحَمۡد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pic>
        <p:nvPicPr>
          <p:cNvPr id="12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أَحۡمَدُ" descr="أَحۡمَدُ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د" descr="د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</a:t>
            </a:r>
          </a:p>
        </p:txBody>
      </p:sp>
      <p:pic>
        <p:nvPicPr>
          <p:cNvPr id="11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ش" descr="ش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pic>
        <p:nvPicPr>
          <p:cNvPr id="13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ك" descr="ك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Prize 5" descr="Priz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81500"/>
            <a:ext cx="1206500" cy="1206500"/>
          </a:xfrm>
          <a:prstGeom prst="rect">
            <a:avLst/>
          </a:prstGeom>
        </p:spPr>
      </p:pic>
      <p:sp>
        <p:nvSpPr>
          <p:cNvPr id="9" name="You won all the toys!" descr="You won all the toys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won all the toys!</a:t>
            </a:r>
          </a:p>
        </p:txBody>
      </p:sp>
      <p:sp>
        <p:nvSpPr>
          <p:cNvPr id="10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9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ٱلضَّوۡءُ" descr="ٱلضَّوۡء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7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ٱلۡحَمۡدُ" descr="ٱلۡحَمۡدُ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pic>
        <p:nvPicPr>
          <p:cNvPr id="9" name="Toy 3" descr="To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ٱلصَّبۡرُ" descr="ٱلصَّبۡرُ">
            <a:hlinkClick action="ppaction://hlinksldjump" r:id="rId7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اِلرَّحِيمُ" descr="اِلرَّحِيمُ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Arial"/>
                <a:cs typeface="Arial"/>
              </a:rPr>
              <a:t>اِلرَّحِيمُ</a:t>
            </a:r>
          </a:p>
        </p:txBody>
      </p:sp>
      <p:pic>
        <p:nvPicPr>
          <p:cNvPr id="8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اَلرَّحِيمُ" descr="اَلرَّحِيمُ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Arial"/>
                <a:cs typeface="Arial"/>
              </a:rPr>
              <a:t>اَلرَّحِيمُ</a:t>
            </a:r>
          </a:p>
        </p:txBody>
      </p:sp>
      <p:pic>
        <p:nvPicPr>
          <p:cNvPr id="10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اُلرَّحِيمُ" descr="اُلرَّحِيمُ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Arial"/>
                <a:cs typeface="Arial"/>
              </a:rPr>
              <a:t>اُلرَّحِيمُ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5" name="Find ٱلرَّحِيمُ" descr="ٱلرَّحِي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ٱلصَّبۡرُ" descr="ٱلصَّبۡر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ٱلۡبَابُ" descr="ٱلۡبَاب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ٱلۡكِتَابُ" descr="ٱلۡكِتَاب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أَخَذَ" descr="أَخَذَ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لۡحَمۡدُ" descr="ٱلۡحَمۡد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pic>
        <p:nvPicPr>
          <p:cNvPr id="12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أَحۡمَدُ" descr="أَحۡمَدُ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د" descr="د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</a:t>
            </a:r>
          </a:p>
        </p:txBody>
      </p:sp>
      <p:pic>
        <p:nvPicPr>
          <p:cNvPr id="11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ش" descr="ش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pic>
        <p:nvPicPr>
          <p:cNvPr id="13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ك" descr="ك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Say It or Skip It?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8A6CF0"/>
                </a:solidFill>
                <a:latin typeface="Arial"/>
                <a:cs typeface="Arial"/>
              </a:rPr>
              <a:t>How to play: Say It or Skip It?</a:t>
            </a:r>
          </a:p>
        </p:txBody>
      </p:sp>
      <p:sp>
        <p:nvSpPr>
          <p:cNvPr id="5" name="Line 1" descr="1.  Look at the ٱ in the wor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1.  Look at the ٱ in the word.</a:t>
            </a:r>
          </a:p>
        </p:txBody>
      </p:sp>
      <p:sp>
        <p:nvSpPr>
          <p:cNvPr id="6" name="Line 2" descr="2.  Starting from it: say it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2.  Starting from it: say it.</a:t>
            </a:r>
          </a:p>
        </p:txBody>
      </p:sp>
      <p:sp>
        <p:nvSpPr>
          <p:cNvPr id="7" name="Line 3" descr="3.  Reading on to it: skip it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3.  Reading on to it: skip it.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قَمَرُ" descr="ٱلۡقَمَر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لَّهُ" descr="ٱللَّه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ٱللَّهُ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دۡعُ" descr="ٱدۡع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ٱدۡعُ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خۡرُجۡ" descr="ٱخۡرُجۡ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شۡكُرُوا۟" descr="ٱشۡكُر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قَمَرُ" descr="ٱلۡقَمَر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لَّهُ" descr="ٱللَّه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ٱللَّهُ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دۡعُ" descr="ٱدۡع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ٱدۡعُ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خۡرُجۡ" descr="ٱخۡرُجۡ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ٱخۡرُجۡ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شۡكُرُوا۟" descr="ٱشۡكُر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Hot-Air Balloon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500" b="1" lang="en-US">
                <a:solidFill>
                  <a:srgbClr val="8A6CF0"/>
                </a:solidFill>
                <a:latin typeface="Arial"/>
                <a:cs typeface="Arial"/>
              </a:rPr>
              <a:t>How to play: Hot-Air Balloon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Fly up to the cloud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Fly up to the clouds!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773" y="2095500"/>
            <a:ext cx="1385455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ٱلۡأَرۡضُ" descr="ٱلۡأَرۡض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5" name="Answer 2 ٱلضَّوۡءُ" descr="ٱلضَّوۡء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6" name="Answer 3 ٱلۡغَيۡمُ" descr="ٱلۡغَيۡم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أَبٌ" descr="أَ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5" name="Answer 2 أَخَذَ" descr="أَخَذ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sp>
        <p:nvSpPr>
          <p:cNvPr id="6" name="Answer 3 ٱلرَّحِيمُ" descr="ٱلرَّحِيم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ت" descr="ت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5" name="Answer 2 ش" descr="ش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6" name="Answer 3 و" descr="و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اَ" descr="ا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5" name="Answer 2 اُ" descr="ا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6" name="Answer 3 اِ" descr="ا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9" name="Find ٱرۡكُضۡ" descr="ٱرۡكُض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ٱرۡكُضۡ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ٱلظُّهۡرُ" descr="ٱلظُّهۡ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5" name="Answer 2 ٱلزَّيۡتُ" descr="ٱلزَّيۡت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ٱلزَّيۡتُ</a:t>
            </a:r>
          </a:p>
        </p:txBody>
      </p:sp>
      <p:sp>
        <p:nvSpPr>
          <p:cNvPr id="6" name="Answer 3 ٱلۡجَمَلُ" descr="ٱلۡجَمَل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016000"/>
            <a:ext cx="1905000" cy="2622550"/>
          </a:xfrm>
          <a:prstGeom prst="rect">
            <a:avLst/>
          </a:prstGeom>
        </p:spPr>
      </p:pic>
      <p:sp>
        <p:nvSpPr>
          <p:cNvPr id="4" name="Up in the sky!" descr="Up in the sky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Up in the sky!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ٱلۡأَرۡضُ" descr="ٱلۡأَرۡض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5" name="Answer 2 ٱلضَّوۡءُ" descr="ٱلضَّوۡء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6" name="Answer 3 ٱلۡغَيۡمُ" descr="ٱلۡغَيۡم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أَبٌ" descr="أَ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5" name="Answer 2 أَخَذَ" descr="أَخَذ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sp>
        <p:nvSpPr>
          <p:cNvPr id="6" name="Answer 3 ٱلرَّحِيمُ" descr="ٱلرَّحِيم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ت" descr="ت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5" name="Answer 2 ش" descr="ش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6" name="Answer 3 و" descr="و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اَ" descr="ا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5" name="Answer 2 اُ" descr="ا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6" name="Answer 3 اِ" descr="ا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رۡكُضۡ" descr="ٱرۡكُض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ٱرۡكُضۡ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ٱلظُّهۡرُ" descr="ٱلظُّهۡر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5" name="Answer 2 ٱلزَّيۡتُ" descr="ٱلزَّيۡت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ٱلزَّيۡتُ</a:t>
            </a:r>
          </a:p>
        </p:txBody>
      </p:sp>
      <p:sp>
        <p:nvSpPr>
          <p:cNvPr id="6" name="Answer 3 ٱلۡجَمَلُ" descr="ٱلۡجَمَل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Sail Away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500" b="1" lang="en-US">
                <a:solidFill>
                  <a:srgbClr val="8A6CF0"/>
                </a:solidFill>
                <a:latin typeface="Arial"/>
                <a:cs typeface="Arial"/>
              </a:rPr>
              <a:t>How to play: Sail Away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Sail to the lighthous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Sail to the lighthouse!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123515"/>
            <a:ext cx="2095500" cy="1848971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أُمٌّ" descr="أُمٌّ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sp>
        <p:nvSpPr>
          <p:cNvPr id="6" name="Answer 2 ٱمۡشُوا۟" descr="ٱمۡشُوا۟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ٱمۡشُوا۟</a:t>
            </a:r>
          </a:p>
        </p:txBody>
      </p:sp>
      <p:sp>
        <p:nvSpPr>
          <p:cNvPr id="7" name="Answer 3 أُخۡتٌ" descr="أُخۡتٌ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ن" descr="ن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6" name="Answer 2 ت" descr="ت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7" name="Answer 3 و" descr="و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اُ" descr="ا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6" name="Answer 2 اِ" descr="اِ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7" name="Answer 3 اَ" descr="اَ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بۡنُوا۟" descr="ٱبۡن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ٱلۡجَمَلُ" descr="ٱلۡجَمَل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6" name="Answer 2 ٱلزَّيۡتُ" descr="ٱلزَّيۡت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ٱلزَّيۡتُ</a:t>
            </a:r>
          </a:p>
        </p:txBody>
      </p:sp>
      <p:sp>
        <p:nvSpPr>
          <p:cNvPr id="7" name="Answer 3 ٱلرَّجُلُ" descr="ٱلرَّجُل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اِبۡنُوا۟" descr="اِبۡنُوا۟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اِبۡنُوا۟</a:t>
            </a:r>
          </a:p>
        </p:txBody>
      </p:sp>
      <p:sp>
        <p:nvSpPr>
          <p:cNvPr id="6" name="Answer 2 اُبۡنُوا۟" descr="اُبۡنُوا۟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اُبۡنُوا۟</a:t>
            </a:r>
          </a:p>
        </p:txBody>
      </p:sp>
      <p:sp>
        <p:nvSpPr>
          <p:cNvPr id="7" name="Answer 3 اَبۡنُوا۟" descr="اَبۡنُوا۟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اَبۡنُوا۟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بۡنُوا۟" descr="ٱبۡن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3302000"/>
            <a:ext cx="2159000" cy="1905000"/>
          </a:xfrm>
          <a:prstGeom prst="rect">
            <a:avLst/>
          </a:prstGeom>
        </p:spPr>
      </p:pic>
      <p:sp>
        <p:nvSpPr>
          <p:cNvPr id="5" name="Land ahoy!" descr="Land ahoy!"/>
          <p:cNvSpPr/>
          <p:nvPr/>
        </p:nvSpPr>
        <p:spPr>
          <a:xfrm>
            <a:off x="5080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Land ahoy!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أُمٌّ" descr="أُمٌّ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sp>
        <p:nvSpPr>
          <p:cNvPr id="6" name="Answer 2 ٱمۡشُوا۟" descr="ٱمۡشُوا۟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ٱمۡشُوا۟</a:t>
            </a:r>
          </a:p>
        </p:txBody>
      </p:sp>
      <p:sp>
        <p:nvSpPr>
          <p:cNvPr id="7" name="Answer 3 أُخۡتٌ" descr="أُخۡتٌ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ن" descr="ن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6" name="Answer 2 ت" descr="ت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7" name="Answer 3 و" descr="و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اُ" descr="ا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6" name="Answer 2 اِ" descr="اِ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7" name="Answer 3 اَ" descr="اَ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1" name="Find ٱبۡنُوا۟" descr="ٱبۡن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ٱلۡجَمَلُ" descr="ٱلۡجَمَل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6" name="Answer 2 ٱلزَّيۡتُ" descr="ٱلزَّيۡت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ٱلزَّيۡتُ</a:t>
            </a:r>
          </a:p>
        </p:txBody>
      </p:sp>
      <p:sp>
        <p:nvSpPr>
          <p:cNvPr id="7" name="Answer 3 ٱلرَّجُلُ" descr="ٱلرَّجُل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اِبۡنُوا۟" descr="اِبۡنُوا۟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اِبۡنُوا۟</a:t>
            </a:r>
          </a:p>
        </p:txBody>
      </p:sp>
      <p:sp>
        <p:nvSpPr>
          <p:cNvPr id="6" name="Answer 2 اُبۡنُوا۟" descr="اُبۡنُوا۟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اُبۡنُوا۟</a:t>
            </a:r>
          </a:p>
        </p:txBody>
      </p:sp>
      <p:sp>
        <p:nvSpPr>
          <p:cNvPr id="7" name="Answer 3 اَبۡنُوا۟" descr="اَبۡنُوا۟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اَبۡنُوا۟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بۡنُوا۟" descr="ٱبۡن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ookie Tray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Cookie Tray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Bake all the cookie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Bake all the cookies!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ذ" descr="ذ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6" name="Answer 2 خ" descr="خ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7" name="Answer 3 ف" descr="ف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ِ" descr="اِ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6" name="Answer 2 اَ" descr="ا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7" name="Answer 3 اُ" descr="ا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20" name="Find ٱلنَّاسُ" descr="ٱلنَّا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ۡقَمَرُ" descr="ٱلۡقَمَر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6" name="Answer 2 ٱلرَّجُلُ" descr="ٱلرَّجُل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17" name="Answer 3 ٱلثَّوۡبُ" descr="ٱلثَّوۡب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ُلۡفِيلُ" descr="اُلۡفِيل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اُلۡفِيلُ</a:t>
            </a:r>
          </a:p>
        </p:txBody>
      </p:sp>
      <p:sp>
        <p:nvSpPr>
          <p:cNvPr id="16" name="Answer 2 اِلۡفِيلُ" descr="اِلۡفِيل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اِلۡفِيلُ</a:t>
            </a:r>
          </a:p>
        </p:txBody>
      </p:sp>
      <p:sp>
        <p:nvSpPr>
          <p:cNvPr id="17" name="Answer 3 اَلۡفِيلُ" descr="اَلۡفِيل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اَلۡفِيلُ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0" name="Find ٱلۡفِيلُ" descr="ٱلۡفِيل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ۡفِيلُ" descr="ٱلۡفِيل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6" name="Answer 2 ٱلنَّجۡمُ" descr="ٱلنَّجۡم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sp>
        <p:nvSpPr>
          <p:cNvPr id="17" name="Answer 3 ٱلۡعِلۡمُ" descr="ٱلۡعِلۡم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Cookies are ready!" descr="Cookies are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Cookies are ready!</a:t>
            </a:r>
          </a:p>
        </p:txBody>
      </p:sp>
      <p:sp>
        <p:nvSpPr>
          <p:cNvPr id="1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ذ" descr="ذ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6" name="Answer 2 خ" descr="خ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7" name="Answer 3 ف" descr="ف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ِ" descr="اِ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6" name="Answer 2 اَ" descr="ا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7" name="Answer 3 اُ" descr="ا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21" name="Find ٱلنَّاسُ" descr="ٱلنَّا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ۡقَمَرُ" descr="ٱلۡقَمَر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6" name="Answer 2 ٱلرَّجُلُ" descr="ٱلرَّجُل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17" name="Answer 3 ٱلثَّوۡبُ" descr="ٱلثَّوۡب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ُلۡفِيلُ" descr="اُلۡفِيل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اُلۡفِيلُ</a:t>
            </a:r>
          </a:p>
        </p:txBody>
      </p:sp>
      <p:sp>
        <p:nvSpPr>
          <p:cNvPr id="16" name="Answer 2 اِلۡفِيلُ" descr="اِلۡفِيل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اِلۡفِيلُ</a:t>
            </a:r>
          </a:p>
        </p:txBody>
      </p:sp>
      <p:sp>
        <p:nvSpPr>
          <p:cNvPr id="17" name="Answer 3 اَلۡفِيلُ" descr="اَلۡفِيل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اَلۡفِيلُ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1" name="Find ٱلۡفِيلُ" descr="ٱلۡفِيل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ۡفِيلُ" descr="ٱلۡفِيل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6" name="Answer 2 ٱلنَّجۡمُ" descr="ٱلنَّجۡم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sp>
        <p:nvSpPr>
          <p:cNvPr id="17" name="Answer 3 ٱلۡعِلۡمُ" descr="ٱلۡعِلۡم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Sun or Moon?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Sun or Moon?</a:t>
            </a:r>
          </a:p>
        </p:txBody>
      </p:sp>
      <p:sp>
        <p:nvSpPr>
          <p:cNvPr id="5" name="Line 1" descr="1.  Read the word or the letter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word or the letter.</a:t>
            </a:r>
          </a:p>
        </p:txBody>
      </p:sp>
      <p:sp>
        <p:nvSpPr>
          <p:cNvPr id="6" name="Line 2" descr="2.  Silent lam: tap the sun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Silent lam: tap the sun.</a:t>
            </a:r>
          </a:p>
        </p:txBody>
      </p:sp>
      <p:sp>
        <p:nvSpPr>
          <p:cNvPr id="7" name="Line 3" descr="3.  We say the lam: tap the moon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We say the lam: tap the moon.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م" descr="م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نَّجۡمُ" descr="ٱلنَّجۡم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ثَّوۡبُ" descr="ٱلثَّوۡب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خ" descr="خ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تِّينُ" descr="ٱلتِّين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م" descr="م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نَّجۡمُ" descr="ٱلنَّجۡم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ثَّوۡبُ" descr="ٱلثَّوۡب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خ" descr="خ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تِّينُ" descr="ٱلتِّين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utterfly Ja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Butterfly Jar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Catch the right butterfly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Catch the right butterfly.</a:t>
            </a:r>
          </a:p>
        </p:txBody>
      </p:sp>
      <p:sp>
        <p:nvSpPr>
          <p:cNvPr id="7" name="Line 3" descr="3.  Fill the ja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Fill the jar!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209800"/>
            <a:ext cx="2095500" cy="16764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ٱلنَّجۡمُ" descr="ٱلنَّجۡم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pic>
        <p:nvPicPr>
          <p:cNvPr id="6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ٱلۡكِتَابُ" descr="ٱلۡكِتَاب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pic>
        <p:nvPicPr>
          <p:cNvPr id="8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ٱللَّيۡلُ" descr="ٱللَّيۡل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اِللَّهُ" descr="اِللَّه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اِللَّهُ</a:t>
            </a:r>
          </a:p>
        </p:txBody>
      </p:sp>
      <p:pic>
        <p:nvPicPr>
          <p:cNvPr id="7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اَللَّهُ" descr="اَللَّه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اَللَّهُ</a:t>
            </a:r>
          </a:p>
        </p:txBody>
      </p:sp>
      <p:pic>
        <p:nvPicPr>
          <p:cNvPr id="9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اُللَّهُ" descr="اُللَّه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اُللَّهُ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3" name="Find ٱللَّهُ" descr="ٱللَّه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ٱللَّهُ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ٱلۡيَدُ" descr="ٱلۡيَد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pic>
        <p:nvPicPr>
          <p:cNvPr id="8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ٱلضَّوۡءُ" descr="ٱلضَّوۡء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10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ٱلۡكِتَابُ" descr="ٱلۡكِتَاب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أَرۡضٌ" descr="أَرۡضٌ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أَرۡضٌ</a:t>
            </a:r>
          </a:p>
        </p:txBody>
      </p:sp>
      <p:pic>
        <p:nvPicPr>
          <p:cNvPr id="9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أَنۡتَ" descr="أَنۡتَ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أَنۡتَ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ٱنظُرۡ" descr="ٱنظُرۡ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ٱنظُرۡ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د" descr="د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</a:t>
            </a:r>
          </a:p>
        </p:txBody>
      </p:sp>
      <p:pic>
        <p:nvPicPr>
          <p:cNvPr id="10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ض" descr="ض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ض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و" descr="و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Caught butterfly 5" descr="Caught butterfly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619500"/>
            <a:ext cx="698500" cy="558800"/>
          </a:xfrm>
          <a:prstGeom prst="rect">
            <a:avLst/>
          </a:prstGeom>
        </p:spPr>
      </p:pic>
      <p:sp>
        <p:nvSpPr>
          <p:cNvPr id="9" name="A jar full of butterflies!" descr="A jar full of butterflies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 jar full of butterflies!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ٱلنَّجۡمُ" descr="ٱلنَّجۡم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pic>
        <p:nvPicPr>
          <p:cNvPr id="6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ٱلۡكِتَابُ" descr="ٱلۡكِتَاب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pic>
        <p:nvPicPr>
          <p:cNvPr id="8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ٱللَّيۡلُ" descr="ٱللَّيۡل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اِللَّهُ" descr="اِللَّه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اِللَّهُ</a:t>
            </a:r>
          </a:p>
        </p:txBody>
      </p:sp>
      <p:pic>
        <p:nvPicPr>
          <p:cNvPr id="7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اَللَّهُ" descr="اَللَّه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اَللَّهُ</a:t>
            </a:r>
          </a:p>
        </p:txBody>
      </p:sp>
      <p:pic>
        <p:nvPicPr>
          <p:cNvPr id="9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اُللَّهُ" descr="اُللَّه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اُللَّهُ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4" name="Find ٱللَّهُ" descr="ٱللَّه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ٱللَّهُ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ٱلۡيَدُ" descr="ٱلۡيَد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pic>
        <p:nvPicPr>
          <p:cNvPr id="8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ٱلضَّوۡءُ" descr="ٱلضَّوۡء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10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ٱلۡكِتَابُ" descr="ٱلۡكِتَابُ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أَرۡضٌ" descr="أَرۡضٌ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أَرۡضٌ</a:t>
            </a:r>
          </a:p>
        </p:txBody>
      </p:sp>
      <p:pic>
        <p:nvPicPr>
          <p:cNvPr id="9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أَنۡتَ" descr="أَنۡتَ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أَنۡتَ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ٱنظُرۡ" descr="ٱنظُرۡ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ٱنظُرۡ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د" descr="د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</a:t>
            </a:r>
          </a:p>
        </p:txBody>
      </p:sp>
      <p:pic>
        <p:nvPicPr>
          <p:cNvPr id="10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ض" descr="ض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ض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و" descr="و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amel Tri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Camel Trip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Walk the camel to the wate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Walk the camel to the water!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165684"/>
            <a:ext cx="2095500" cy="1764632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اَجۡلِسۡ" descr="اَجۡلِس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اَجۡلِسۡ</a:t>
            </a:r>
          </a:p>
        </p:txBody>
      </p:sp>
      <p:sp>
        <p:nvSpPr>
          <p:cNvPr id="6" name="Answer 2 اُجۡلِسۡ" descr="اُجۡلِسۡ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اُجۡلِسۡ</a:t>
            </a:r>
          </a:p>
        </p:txBody>
      </p:sp>
      <p:sp>
        <p:nvSpPr>
          <p:cNvPr id="7" name="Answer 3 اِجۡلِسۡ" descr="اِجۡلِسۡ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اِجۡلِسۡ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جۡلِسۡ" descr="ٱجۡلِس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ٱجۡلِسۡ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ٱلۡبَابُ" descr="ٱلۡبَاب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6" name="Answer 2 ٱلظُّهۡرُ" descr="ٱلظُّهۡر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7" name="Answer 3 ٱلۡجَمَلُ" descr="ٱلۡجَمَل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إِنَّ" descr="إِنَّ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6" name="Answer 2 أَبٌ" descr="أَبٌ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7" name="Answer 3 ٱلشَّمۡسُ" descr="ٱلشَّمۡس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و" descr="و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6" name="Answer 2 ه" descr="ه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7" name="Answer 3 س" descr="س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اِ" descr="اِ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6" name="Answer 2 اُ" descr="ا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Answer 3 اَ" descr="اَ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3810000"/>
            <a:ext cx="2413000" cy="2032000"/>
          </a:xfrm>
          <a:prstGeom prst="rect">
            <a:avLst/>
          </a:prstGeom>
        </p:spPr>
      </p:pic>
      <p:sp>
        <p:nvSpPr>
          <p:cNvPr id="5" name="Water at last!" descr="Water at last!"/>
          <p:cNvSpPr/>
          <p:nvPr/>
        </p:nvSpPr>
        <p:spPr>
          <a:xfrm>
            <a:off x="5715000" y="2095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Water at last!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اَجۡلِسۡ" descr="اَجۡلِس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اَجۡلِسۡ</a:t>
            </a:r>
          </a:p>
        </p:txBody>
      </p:sp>
      <p:sp>
        <p:nvSpPr>
          <p:cNvPr id="6" name="Answer 2 اُجۡلِسۡ" descr="اُجۡلِسۡ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اُجۡلِسۡ</a:t>
            </a:r>
          </a:p>
        </p:txBody>
      </p:sp>
      <p:sp>
        <p:nvSpPr>
          <p:cNvPr id="7" name="Answer 3 اِجۡلِسۡ" descr="اِجۡلِسۡ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اِجۡلِسۡ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جۡلِسۡ" descr="ٱجۡلِس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ٱجۡلِسۡ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ٱلۡبَابُ" descr="ٱلۡبَاب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6" name="Answer 2 ٱلظُّهۡرُ" descr="ٱلظُّهۡر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7" name="Answer 3 ٱلۡجَمَلُ" descr="ٱلۡجَمَل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إِنَّ" descr="إِنَّ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6" name="Answer 2 أَبٌ" descr="أَبٌ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7" name="Answer 3 ٱلشَّمۡسُ" descr="ٱلشَّمۡس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و" descr="و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6" name="Answer 2 ه" descr="ه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7" name="Answer 3 س" descr="س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اِ" descr="اِ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6" name="Answer 2 اُ" descr="ا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Answer 3 اَ" descr="اَ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1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ٱلنَّجۡمُ" descr="ٱلنَّجۡمُ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ٱلۡحَمۡدُ" descr="ٱلۡحَمۡد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pic>
        <p:nvPicPr>
          <p:cNvPr id="7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ٱلۡفِيلُ" descr="ٱلۡفِيل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إِذَا" descr="إِذَا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ٱذۡهَبۡ" descr="ٱذۡهَبۡ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ٱذۡهَبۡ</a:t>
            </a:r>
          </a:p>
        </p:txBody>
      </p:sp>
      <p:pic>
        <p:nvPicPr>
          <p:cNvPr id="8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إِنَّ" descr="إِنَّ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ط" descr="ط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غ" descr="غ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</a:t>
            </a:r>
          </a:p>
        </p:txBody>
      </p:sp>
      <p:pic>
        <p:nvPicPr>
          <p:cNvPr id="9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ذ" descr="ذ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اُ" descr="ا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اَ" descr="اَ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10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اِ" descr="اِ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4" name="Find ٱلشَّمۡسُ" descr="ٱلشَّمۡ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ٱلضَّوۡءُ" descr="ٱلضَّوۡء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9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ٱلظُّهۡرُ" descr="ٱلظُّهۡر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pic>
        <p:nvPicPr>
          <p:cNvPr id="11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ٱلۡبَابُ" descr="ٱلۡبَاب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Baby dino 5" descr="Baby dino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5397500"/>
            <a:ext cx="1016000" cy="1016000"/>
          </a:xfrm>
          <a:prstGeom prst="rect">
            <a:avLst/>
          </a:prstGeom>
        </p:spPr>
      </p:pic>
      <p:sp>
        <p:nvSpPr>
          <p:cNvPr id="8" name="All the eggs hatched!" descr="All the eggs hatched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All the eggs hatched!</a:t>
            </a:r>
          </a:p>
        </p:txBody>
      </p:sp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ٱلنَّجۡمُ" descr="ٱلنَّجۡمُ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ٱلۡحَمۡدُ" descr="ٱلۡحَمۡد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pic>
        <p:nvPicPr>
          <p:cNvPr id="7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ٱلۡفِيلُ" descr="ٱلۡفِيل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إِذَا" descr="إِذَا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pic>
        <p:nvPicPr>
          <p:cNvPr id="6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ٱذۡهَبۡ" descr="ٱذۡهَبۡ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ٱذۡهَبۡ</a:t>
            </a:r>
          </a:p>
        </p:txBody>
      </p:sp>
      <p:pic>
        <p:nvPicPr>
          <p:cNvPr id="8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إِنَّ" descr="إِنَّ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ط" descr="ط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غ" descr="غ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</a:t>
            </a:r>
          </a:p>
        </p:txBody>
      </p:sp>
      <p:pic>
        <p:nvPicPr>
          <p:cNvPr id="9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ذ" descr="ذ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اُ" descr="ا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اَ" descr="اَ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10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اِ" descr="اِ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5" name="Find ٱلشَّمۡسُ" descr="ٱلشَّمۡ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ٱلضَّوۡءُ" descr="ٱلضَّوۡء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9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ٱلظُّهۡرُ" descr="ٱلظُّهۡر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pic>
        <p:nvPicPr>
          <p:cNvPr id="11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ٱلۡبَابُ" descr="ٱلۡبَاب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أَحۡمَدُ" descr="أَحۡمَد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pic>
        <p:nvPicPr>
          <p:cNvPr id="7" name="Toy 2" descr="To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إِذَا" descr="إِذَا">
            <a:hlinkClick action="ppaction://hlinksldjump" r:id="rId7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pic>
        <p:nvPicPr>
          <p:cNvPr id="9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ٱلۡبَيۡتُ" descr="ٱلۡبَيۡتُ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ط" descr="ط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8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ص" descr="ص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pic>
        <p:nvPicPr>
          <p:cNvPr id="10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و" descr="و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اَ" descr="اَ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اِ" descr="اِ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اُ" descr="ا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5" name="Find ٱلدِّينُ" descr="ٱلدِّي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ٱلدِّينُ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ٱلضَّوۡءُ" descr="ٱلضَّوۡء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لۡبَابُ" descr="ٱلۡبَاب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pic>
        <p:nvPicPr>
          <p:cNvPr id="12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ٱلذَّهَبُ" descr="ٱلذَّهَبُ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اُشۡكُرُوا۟" descr="اُشۡكُرُوا۟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اُشۡكُرُوا۟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اِشۡكُرُوا۟" descr="اِشۡكُرُوا۟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اِشۡكُرُوا۟</a:t>
            </a:r>
          </a:p>
        </p:txBody>
      </p:sp>
      <p:pic>
        <p:nvPicPr>
          <p:cNvPr id="13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اَشۡكُرُوا۟" descr="اَشۡكُرُوا۟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اَشۡكُرُوا۟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7" name="Find ٱشۡكُرُوا۟" descr="ٱش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Prize 5" descr="Priz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81500"/>
            <a:ext cx="1206500" cy="1206500"/>
          </a:xfrm>
          <a:prstGeom prst="rect">
            <a:avLst/>
          </a:prstGeom>
        </p:spPr>
      </p:pic>
      <p:sp>
        <p:nvSpPr>
          <p:cNvPr id="9" name="You won all the toys!" descr="You won all the toys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won all the toys!</a:t>
            </a:r>
          </a:p>
        </p:txBody>
      </p:sp>
      <p:sp>
        <p:nvSpPr>
          <p:cNvPr id="10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9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أَحۡمَدُ" descr="أَحۡمَد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pic>
        <p:nvPicPr>
          <p:cNvPr id="7" name="Toy 2" descr="To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إِذَا" descr="إِذَا">
            <a:hlinkClick action="ppaction://hlinksldjump" r:id="rId7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pic>
        <p:nvPicPr>
          <p:cNvPr id="9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ٱلۡبَيۡتُ" descr="ٱلۡبَيۡتُ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ط" descr="ط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8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ص" descr="ص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pic>
        <p:nvPicPr>
          <p:cNvPr id="10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و" descr="و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اَ" descr="اَ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اِ" descr="اِ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اُ" descr="ا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6" name="Find ٱلدِّينُ" descr="ٱلدِّي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ٱلدِّينُ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ٱلضَّوۡءُ" descr="ٱلضَّوۡء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لۡبَابُ" descr="ٱلۡبَاب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pic>
        <p:nvPicPr>
          <p:cNvPr id="12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ٱلذَّهَبُ" descr="ٱلذَّهَبُ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اُشۡكُرُوا۟" descr="اُشۡكُرُوا۟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اُشۡكُرُوا۟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اِشۡكُرُوا۟" descr="اِشۡكُرُوا۟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اِشۡكُرُوا۟</a:t>
            </a:r>
          </a:p>
        </p:txBody>
      </p:sp>
      <p:pic>
        <p:nvPicPr>
          <p:cNvPr id="13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اَشۡكُرُوا۟" descr="اَشۡكُرُوا۟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اَشۡكُرُوا۟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8" name="Find ٱشۡكُرُوا۟" descr="ٱش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19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فِيلُ" descr="ٱلۡفِيل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سۡمُ" descr="ٱسۡم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ٱسۡمُ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بۡنُ" descr="ٱبۡن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ٱبۡنُ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فِي ٱلۡأَرۡضِ" descr="فِي ٱلۡأَرۡض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 ٱلۡأَرۡضِ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صۡبِرۡ" descr="ٱصۡبِرۡ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فِيلُ" descr="ٱلۡفِيل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سۡمُ" descr="ٱسۡم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ٱسۡمُ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بۡنُ" descr="ٱبۡن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ٱبۡنُ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فِي ٱلۡأَرۡضِ" descr="فِي ٱلۡأَرۡض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 ٱلۡأَرۡضِ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صۡبِرۡ" descr="ٱصۡبِرۡ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اَ" descr="ا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5" name="Answer 2 اُ" descr="ا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6" name="Answer 3 اِ" descr="ا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9" name="Find ٱسۡجُدُوا۟" descr="ٱسۡجُد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ٱسۡجُدُوا۟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ٱلۡيَدُ" descr="ٱلۡيَد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5" name="Answer 2 ٱلرَّجُلُ" descr="ٱلرَّجُل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6" name="Answer 3 ٱلذَّهَبُ" descr="ٱلذَّهَ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اُلۡعِلۡمُ" descr="اُلۡعِلۡ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اُلۡعِلۡمُ</a:t>
            </a:r>
          </a:p>
        </p:txBody>
      </p:sp>
      <p:sp>
        <p:nvSpPr>
          <p:cNvPr id="5" name="Answer 2 اَلۡعِلۡمُ" descr="اَلۡعِلۡم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اَلۡعِلۡمُ</a:t>
            </a:r>
          </a:p>
        </p:txBody>
      </p:sp>
      <p:sp>
        <p:nvSpPr>
          <p:cNvPr id="6" name="Answer 3 اِلۡعِلۡمُ" descr="اِلۡعِلۡم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اِلۡعِلۡمُ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9" name="Find ٱلۡعِلۡمُ" descr="ٱلۡعِلۡ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ٱلۡعِلۡمُ" descr="ٱلۡعِلۡ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5" name="Answer 2 ٱلضَّوۡءُ" descr="ٱلضَّوۡء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6" name="Answer 3 ٱلۡهِلَالُ" descr="ٱلۡهِلَال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إِنَّ" descr="إِن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5" name="Answer 2 ٱسۡجُدُوا۟" descr="ٱسۡجُد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ٱسۡجُدُوا۟</a:t>
            </a:r>
          </a:p>
        </p:txBody>
      </p:sp>
      <p:sp>
        <p:nvSpPr>
          <p:cNvPr id="6" name="Answer 3 أَحۡمَدُ" descr="أَحۡمَد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016000"/>
            <a:ext cx="1905000" cy="2622550"/>
          </a:xfrm>
          <a:prstGeom prst="rect">
            <a:avLst/>
          </a:prstGeom>
        </p:spPr>
      </p:pic>
      <p:sp>
        <p:nvSpPr>
          <p:cNvPr id="4" name="Up in the sky!" descr="Up in the sky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Up in the sky!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اَ" descr="ا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5" name="Answer 2 اُ" descr="ا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6" name="Answer 3 اِ" descr="ا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سۡجُدُوا۟" descr="ٱسۡجُد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ٱسۡجُدُوا۟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ٱلۡيَدُ" descr="ٱلۡيَد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5" name="Answer 2 ٱلرَّجُلُ" descr="ٱلرَّجُل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6" name="Answer 3 ٱلذَّهَبُ" descr="ٱلذَّهَ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اُلۡعِلۡمُ" descr="اُلۡعِلۡ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اُلۡعِلۡمُ</a:t>
            </a:r>
          </a:p>
        </p:txBody>
      </p:sp>
      <p:sp>
        <p:nvSpPr>
          <p:cNvPr id="5" name="Answer 2 اَلۡعِلۡمُ" descr="اَلۡعِلۡم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اَلۡعِلۡمُ</a:t>
            </a:r>
          </a:p>
        </p:txBody>
      </p:sp>
      <p:sp>
        <p:nvSpPr>
          <p:cNvPr id="6" name="Answer 3 اِلۡعِلۡمُ" descr="اِلۡعِلۡم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اِلۡعِلۡمُ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لۡعِلۡمُ" descr="ٱلۡعِلۡ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ٱلۡعِلۡمُ" descr="ٱلۡعِلۡ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5" name="Answer 2 ٱلضَّوۡءُ" descr="ٱلضَّوۡء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6" name="Answer 3 ٱلۡهِلَالُ" descr="ٱلۡهِلَال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إِنَّ" descr="إِنَّ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5" name="Answer 2 ٱسۡجُدُوا۟" descr="ٱسۡجُدُوا۟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ٱسۡجُدُوا۟</a:t>
            </a:r>
          </a:p>
        </p:txBody>
      </p:sp>
      <p:sp>
        <p:nvSpPr>
          <p:cNvPr id="6" name="Answer 3 أَحۡمَدُ" descr="أَحۡمَد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ٱلدَّرۡسُ" descr="ٱلدَّرۡس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6" name="Answer 2 ٱلۡمَاءُ" descr="ٱلۡمَاء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sp>
        <p:nvSpPr>
          <p:cNvPr id="7" name="Answer 3 ٱلطَّعَامُ" descr="ٱلطَّعَام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اَلۡقَمَرُ" descr="اَلۡقَمَ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اَلۡقَمَرُ</a:t>
            </a:r>
          </a:p>
        </p:txBody>
      </p:sp>
      <p:sp>
        <p:nvSpPr>
          <p:cNvPr id="6" name="Answer 2 اِلۡقَمَرُ" descr="اِلۡقَمَر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اِلۡقَمَرُ</a:t>
            </a:r>
          </a:p>
        </p:txBody>
      </p:sp>
      <p:sp>
        <p:nvSpPr>
          <p:cNvPr id="7" name="Answer 3 اُلۡقَمَرُ" descr="اُلۡقَمَر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اُلۡقَمَرُ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ٱلصَّبۡرُ" descr="ٱلصَّبۡ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sp>
        <p:nvSpPr>
          <p:cNvPr id="6" name="Answer 2 ٱلۡخُبۡزُ" descr="ٱلۡخُبۡز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7" name="Answer 3 ٱلۡغَيۡمُ" descr="ٱلۡغَيۡم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أَبٌ" descr="أَبٌ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6" name="Answer 2 ٱمۡشُوا۟" descr="ٱمۡشُوا۟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ٱمۡشُوا۟</a:t>
            </a:r>
          </a:p>
        </p:txBody>
      </p:sp>
      <p:sp>
        <p:nvSpPr>
          <p:cNvPr id="7" name="Answer 3 إِذَا" descr="إِذَا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ل" descr="ل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6" name="Answer 2 ق" descr="ق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7" name="Answer 3 س" descr="س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3302000"/>
            <a:ext cx="2159000" cy="1905000"/>
          </a:xfrm>
          <a:prstGeom prst="rect">
            <a:avLst/>
          </a:prstGeom>
        </p:spPr>
      </p:pic>
      <p:sp>
        <p:nvSpPr>
          <p:cNvPr id="5" name="Land ahoy!" descr="Land ahoy!"/>
          <p:cNvSpPr/>
          <p:nvPr/>
        </p:nvSpPr>
        <p:spPr>
          <a:xfrm>
            <a:off x="5080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Land ahoy!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ٱلدَّرۡسُ" descr="ٱلدَّرۡس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sp>
        <p:nvSpPr>
          <p:cNvPr id="6" name="Answer 2 ٱلۡمَاءُ" descr="ٱلۡمَاء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sp>
        <p:nvSpPr>
          <p:cNvPr id="7" name="Answer 3 ٱلطَّعَامُ" descr="ٱلطَّعَام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اَلۡقَمَرُ" descr="اَلۡقَمَ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اَلۡقَمَرُ</a:t>
            </a:r>
          </a:p>
        </p:txBody>
      </p:sp>
      <p:sp>
        <p:nvSpPr>
          <p:cNvPr id="6" name="Answer 2 اِلۡقَمَرُ" descr="اِلۡقَمَر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اِلۡقَمَرُ</a:t>
            </a:r>
          </a:p>
        </p:txBody>
      </p:sp>
      <p:sp>
        <p:nvSpPr>
          <p:cNvPr id="7" name="Answer 3 اُلۡقَمَرُ" descr="اُلۡقَمَر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اُلۡقَمَرُ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لۡقَمَرُ" descr="ٱلۡقَمَر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ٱلصَّبۡرُ" descr="ٱلصَّبۡر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ٱلصَّبۡرُ</a:t>
            </a:r>
          </a:p>
        </p:txBody>
      </p:sp>
      <p:sp>
        <p:nvSpPr>
          <p:cNvPr id="6" name="Answer 2 ٱلۡخُبۡزُ" descr="ٱلۡخُبۡز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7" name="Answer 3 ٱلۡغَيۡمُ" descr="ٱلۡغَيۡم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أَبٌ" descr="أَبٌ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6" name="Answer 2 ٱمۡشُوا۟" descr="ٱمۡشُوا۟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ٱمۡشُوا۟</a:t>
            </a:r>
          </a:p>
        </p:txBody>
      </p:sp>
      <p:sp>
        <p:nvSpPr>
          <p:cNvPr id="7" name="Answer 3 إِذَا" descr="إِذَا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ل" descr="ل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6" name="Answer 2 ق" descr="ق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7" name="Answer 3 س" descr="س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ِعۡبُدُوا۟" descr="اِعۡبُدُوا۟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اِعۡبُدُوا۟</a:t>
            </a:r>
          </a:p>
        </p:txBody>
      </p:sp>
      <p:sp>
        <p:nvSpPr>
          <p:cNvPr id="16" name="Answer 2 اَعۡبُدُوا۟" descr="اَعۡبُدُوا۟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اَعۡبُدُوا۟</a:t>
            </a:r>
          </a:p>
        </p:txBody>
      </p:sp>
      <p:sp>
        <p:nvSpPr>
          <p:cNvPr id="17" name="Answer 3 اُعۡبُدُوا۟" descr="اُعۡبُدُوا۟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اُعۡبُدُوا۟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0" name="Find ٱعۡبُدُوا۟" descr="ٱعۡبُد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ٱعۡبُدُوا۟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ذَّهَبُ" descr="ٱلذَّهَب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16" name="Answer 2 ٱلۡمَاءُ" descr="ٱلۡمَاء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sp>
        <p:nvSpPr>
          <p:cNvPr id="17" name="Answer 3 ٱلۡحَمۡدُ" descr="ٱلۡحَمۡد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أَنۡتَ" descr="أَنۡتَ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أَنۡتَ</a:t>
            </a:r>
          </a:p>
        </p:txBody>
      </p:sp>
      <p:sp>
        <p:nvSpPr>
          <p:cNvPr id="16" name="Answer 2 إِذَا" descr="إِذ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sp>
        <p:nvSpPr>
          <p:cNvPr id="17" name="Answer 3 ٱسۡجُدُوا۟" descr="ٱسۡجُدُوا۟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ٱسۡجُدُوا۟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ص" descr="ص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6" name="Answer 2 ب" descr="ب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7" name="Answer 3 ط" descr="ط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َ" descr="اَ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6" name="Answer 2 اِ" descr="ا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7" name="Answer 3 اُ" descr="ا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20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Cookies are ready!" descr="Cookies are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Cookies are ready!</a:t>
            </a:r>
          </a:p>
        </p:txBody>
      </p:sp>
      <p:sp>
        <p:nvSpPr>
          <p:cNvPr id="1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ِعۡبُدُوا۟" descr="اِعۡبُدُوا۟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اِعۡبُدُوا۟</a:t>
            </a:r>
          </a:p>
        </p:txBody>
      </p:sp>
      <p:sp>
        <p:nvSpPr>
          <p:cNvPr id="16" name="Answer 2 اَعۡبُدُوا۟" descr="اَعۡبُدُوا۟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اَعۡبُدُوا۟</a:t>
            </a:r>
          </a:p>
        </p:txBody>
      </p:sp>
      <p:sp>
        <p:nvSpPr>
          <p:cNvPr id="17" name="Answer 3 اُعۡبُدُوا۟" descr="اُعۡبُدُوا۟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اُعۡبُدُوا۟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1" name="Find ٱعۡبُدُوا۟" descr="ٱعۡبُد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ٱعۡبُدُوا۟</a:t>
            </a:r>
          </a:p>
        </p:txBody>
      </p:sp>
      <p:sp>
        <p:nvSpPr>
          <p:cNvPr id="2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ذَّهَبُ" descr="ٱلذَّهَب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16" name="Answer 2 ٱلۡمَاءُ" descr="ٱلۡمَاء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sp>
        <p:nvSpPr>
          <p:cNvPr id="17" name="Answer 3 ٱلۡحَمۡدُ" descr="ٱلۡحَمۡد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أَنۡتَ" descr="أَنۡتَ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أَنۡتَ</a:t>
            </a:r>
          </a:p>
        </p:txBody>
      </p:sp>
      <p:sp>
        <p:nvSpPr>
          <p:cNvPr id="16" name="Answer 2 إِذَا" descr="إِذَ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sp>
        <p:nvSpPr>
          <p:cNvPr id="17" name="Answer 3 ٱسۡجُدُوا۟" descr="ٱسۡجُدُوا۟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ٱسۡجُدُوا۟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ص" descr="ص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6" name="Answer 2 ب" descr="ب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7" name="Answer 3 ط" descr="ط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َ" descr="اَ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6" name="Answer 2 اِ" descr="ا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7" name="Answer 3 اُ" descr="ا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21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د" descr="د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فِيلُ" descr="ٱلۡفِيل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شَّمۡسُ" descr="ٱلشَّمۡس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ح" descr="ح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خُبۡزُ" descr="ٱلۡخُبۡز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د" descr="د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فِيلُ" descr="ٱلۡفِيل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شَّمۡسُ" descr="ٱلشَّمۡس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ح" descr="ح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ۡخُبۡزُ" descr="ٱلۡخُبۡز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Apple Tree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8A6CF0"/>
                </a:solidFill>
                <a:latin typeface="Arial"/>
                <a:cs typeface="Arial"/>
              </a:rPr>
              <a:t>How to play: Apple Tree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 the wor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Read the word, then tap your team.</a:t>
            </a:r>
          </a:p>
        </p:txBody>
      </p:sp>
      <p:sp>
        <p:nvSpPr>
          <p:cNvPr id="7" name="Line 3" descr="3.  First basket with 5 apples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First basket with 5 apples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375" y="2095500"/>
            <a:ext cx="174625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2413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3" name="Apple 10" descr="Appl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قَمَرُ" descr="ٱلۡقَمَر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سَّمَكُ" descr="ٱلسَّمَك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شۡكُرُوا۟" descr="ٱشۡكُر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مۡرَأَةٌ" descr="ٱمۡرَأَةٌ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رَّجُلُ" descr="ٱلرَّجُل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سَّمَكُ" descr="ٱلسَّمَك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شۡكُرُوا۟" descr="ٱشۡكُر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مۡرَأَةٌ" descr="ٱمۡرَأَةٌ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رَّجُلُ" descr="ٱلرَّجُل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دۡخُلُوا۟" descr="ٱدۡخُل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شۡكُرُوا۟" descr="ٱشۡكُر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مۡرَأَةٌ" descr="ٱمۡرَأَةٌ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رَّجُلُ" descr="ٱلرَّجُل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دۡخُلُوا۟" descr="ٱدۡخُل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بۡنُوا۟" descr="ٱبۡن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مۡرَأَةٌ" descr="ٱمۡرَأَةٌ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رَّجُلُ" descr="ٱلرَّجُل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دۡخُلُوا۟" descr="ٱدۡخُل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بۡنُوا۟" descr="ٱبۡن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ذَّهَبُ" descr="ٱلذَّهَب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رَّجُلُ" descr="ٱلرَّجُل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دۡخُلُوا۟" descr="ٱدۡخُل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بۡنُوا۟" descr="ٱبۡن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ذَّهَبُ" descr="ٱلذَّهَب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ذۡكُرُوا۟" descr="ٱذۡكُر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ٱسۡمُ" descr="ٱسۡم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ٱسۡمُ</a:t>
            </a:r>
          </a:p>
        </p:txBody>
      </p:sp>
      <p:pic>
        <p:nvPicPr>
          <p:cNvPr id="6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أَرۡضٌ" descr="أَرۡضٌ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أَرۡضٌ</a:t>
            </a:r>
          </a:p>
        </p:txBody>
      </p:sp>
      <p:pic>
        <p:nvPicPr>
          <p:cNvPr id="8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إِذَا" descr="إِذَا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ذ" descr="ذ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pic>
        <p:nvPicPr>
          <p:cNvPr id="7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ق" descr="ق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pic>
        <p:nvPicPr>
          <p:cNvPr id="9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غ" descr="غ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اِ" descr="اِ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8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اُ" descr="ا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10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اَ" descr="اَ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4" name="Find ٱدۡعُ" descr="ٱدۡع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ٱدۡعُ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ٱلۡوَلَدُ" descr="ٱلۡوَلَد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pic>
        <p:nvPicPr>
          <p:cNvPr id="9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ٱلطَّعَامُ" descr="ٱلطَّعَام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ٱلتِّينُ" descr="ٱلتِّين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اُلرَّحِيمُ" descr="اُلرَّحِيم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اُلرَّحِيمُ</a:t>
            </a:r>
          </a:p>
        </p:txBody>
      </p:sp>
      <p:pic>
        <p:nvPicPr>
          <p:cNvPr id="10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اِلرَّحِيمُ" descr="اِلرَّحِيمُ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اِلرَّحِيمُ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اَلرَّحِيمُ" descr="اَلرَّحِيم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اَلرَّحِيمُ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6" name="Find ٱلرَّحِيمُ" descr="ٱلرَّحِي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Caught butterfly 5" descr="Caught butterfly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619500"/>
            <a:ext cx="698500" cy="558800"/>
          </a:xfrm>
          <a:prstGeom prst="rect">
            <a:avLst/>
          </a:prstGeom>
        </p:spPr>
      </p:pic>
      <p:sp>
        <p:nvSpPr>
          <p:cNvPr id="9" name="A jar full of butterflies!" descr="A jar full of butterflies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 jar full of butterflies!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ٱسۡمُ" descr="ٱسۡم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ٱسۡمُ</a:t>
            </a:r>
          </a:p>
        </p:txBody>
      </p:sp>
      <p:pic>
        <p:nvPicPr>
          <p:cNvPr id="6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أَرۡضٌ" descr="أَرۡضٌ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أَرۡضٌ</a:t>
            </a:r>
          </a:p>
        </p:txBody>
      </p:sp>
      <p:pic>
        <p:nvPicPr>
          <p:cNvPr id="8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إِذَا" descr="إِذَا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إِذَا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ذ" descr="ذ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pic>
        <p:nvPicPr>
          <p:cNvPr id="7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ق" descr="ق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pic>
        <p:nvPicPr>
          <p:cNvPr id="9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غ" descr="غ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SU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SUN letter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اِ" descr="اِ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8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اُ" descr="ا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10" name="Butterfly 3" descr="Butterfl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اَ" descr="اَ">
            <a:hlinkClick action="ppaction://hlinksldjump" r:id="rId7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5" name="Find ٱدۡعُ" descr="ٱدۡع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ٱدۡعُ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ٱلۡوَلَدُ" descr="ٱلۡوَلَد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pic>
        <p:nvPicPr>
          <p:cNvPr id="9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ٱلطَّعَامُ" descr="ٱلطَّعَامُ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ٱلتِّينُ" descr="ٱلتِّين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اُلرَّحِيمُ" descr="اُلرَّحِيم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اُلرَّحِيمُ</a:t>
            </a:r>
          </a:p>
        </p:txBody>
      </p:sp>
      <p:pic>
        <p:nvPicPr>
          <p:cNvPr id="10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اِلرَّحِيمُ" descr="اِلرَّحِيمُ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اِلرَّحِيمُ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اَلرَّحِيمُ" descr="اَلرَّحِيم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Arial"/>
                <a:cs typeface="Arial"/>
              </a:rPr>
              <a:t>اَلرَّحِيمُ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7" name="Find ٱلرَّحِيمُ" descr="ٱلرَّحِي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ط" descr="ط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6" name="Answer 2 ذ" descr="ذ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7" name="Answer 3 ق" descr="ق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اَ" descr="اَ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6" name="Answer 2 اِ" descr="اِ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7" name="Answer 3 اُ" descr="ا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رۡكُضۡ" descr="ٱرۡكُض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ٱرۡكُضۡ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ٱلثَّوۡبُ" descr="ٱلثَّوۡب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sp>
        <p:nvSpPr>
          <p:cNvPr id="6" name="Answer 2 ٱلنَّجۡمُ" descr="ٱلنَّجۡم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sp>
        <p:nvSpPr>
          <p:cNvPr id="7" name="Answer 3 ٱلۡوَلَدُ" descr="ٱلۡوَلَد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اُذۡكُرُوا۟" descr="اُذۡكُرُوا۟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اُذۡكُرُوا۟</a:t>
            </a:r>
          </a:p>
        </p:txBody>
      </p:sp>
      <p:sp>
        <p:nvSpPr>
          <p:cNvPr id="6" name="Answer 2 اَذۡكُرُوا۟" descr="اَذۡكُرُوا۟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اَذۡكُرُوا۟</a:t>
            </a:r>
          </a:p>
        </p:txBody>
      </p:sp>
      <p:sp>
        <p:nvSpPr>
          <p:cNvPr id="7" name="Answer 3 اِذۡكُرُوا۟" descr="اِذۡكُرُوا۟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اِذۡكُرُوا۟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ٱلۡوَلَدُ" descr="ٱلۡوَلَد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sp>
        <p:nvSpPr>
          <p:cNvPr id="6" name="Answer 2 ٱلۡقَمَرُ" descr="ٱلۡقَمَر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7" name="Answer 3 ٱللَّيۡلُ" descr="ٱللَّيۡل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3810000"/>
            <a:ext cx="2413000" cy="2032000"/>
          </a:xfrm>
          <a:prstGeom prst="rect">
            <a:avLst/>
          </a:prstGeom>
        </p:spPr>
      </p:pic>
      <p:sp>
        <p:nvSpPr>
          <p:cNvPr id="5" name="Water at last!" descr="Water at last!"/>
          <p:cNvSpPr/>
          <p:nvPr/>
        </p:nvSpPr>
        <p:spPr>
          <a:xfrm>
            <a:off x="5715000" y="2095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Water at last!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ط" descr="ط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6" name="Answer 2 ذ" descr="ذ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7" name="Answer 3 ق" descr="ق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اَ" descr="اَ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6" name="Answer 2 اِ" descr="اِ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7" name="Answer 3 اُ" descr="ا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1" name="Find ٱرۡكُضۡ" descr="ٱرۡكُض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ٱرۡكُضۡ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ٱلثَّوۡبُ" descr="ٱلثَّوۡب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sp>
        <p:nvSpPr>
          <p:cNvPr id="6" name="Answer 2 ٱلنَّجۡمُ" descr="ٱلنَّجۡم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sp>
        <p:nvSpPr>
          <p:cNvPr id="7" name="Answer 3 ٱلۡوَلَدُ" descr="ٱلۡوَلَد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اُذۡكُرُوا۟" descr="اُذۡكُرُوا۟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اُذۡكُرُوا۟</a:t>
            </a:r>
          </a:p>
        </p:txBody>
      </p:sp>
      <p:sp>
        <p:nvSpPr>
          <p:cNvPr id="6" name="Answer 2 اَذۡكُرُوا۟" descr="اَذۡكُرُوا۟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اَذۡكُرُوا۟</a:t>
            </a:r>
          </a:p>
        </p:txBody>
      </p:sp>
      <p:sp>
        <p:nvSpPr>
          <p:cNvPr id="7" name="Answer 3 اِذۡكُرُوا۟" descr="اِذۡكُرُوا۟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اِذۡكُرُوا۟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ٱلۡوَلَدُ" descr="ٱلۡوَلَد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ٱلۡوَلَدُ</a:t>
            </a:r>
          </a:p>
        </p:txBody>
      </p:sp>
      <p:sp>
        <p:nvSpPr>
          <p:cNvPr id="6" name="Answer 2 ٱلۡقَمَرُ" descr="ٱلۡقَمَر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7" name="Answer 3 ٱللَّيۡلُ" descr="ٱللَّيۡل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اُ" descr="اُ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اِ" descr="اِ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7" name="Egg 3" descr="Egg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اَ" descr="اَ">
            <a:hlinkClick action="ppaction://hlinksldjump" r:id="rId6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1" name="Find ٱبۡنُوا۟" descr="ٱبۡن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ٱلظُّهۡرُ" descr="ٱلظُّهۡر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pic>
        <p:nvPicPr>
          <p:cNvPr id="6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ٱلضَّوۡءُ" descr="ٱلضَّوۡء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8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ٱلۡأَرۡضُ" descr="ٱلۡأَرۡض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اُلۡبَيۡتُ" descr="اُلۡبَيۡت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اُلۡبَيۡتُ</a:t>
            </a:r>
          </a:p>
        </p:txBody>
      </p:sp>
      <p:pic>
        <p:nvPicPr>
          <p:cNvPr id="7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اِلۡبَيۡتُ" descr="اِلۡبَيۡت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اِلۡبَيۡتُ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اَلۡبَيۡتُ" descr="اَلۡبَيۡت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اَلۡبَيۡتُ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3" name="Find ٱلۡبَيۡتُ" descr="ٱلۡبَيۡت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ٱلضَّوۡءُ" descr="ٱلضَّوۡء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ٱلۡأَرۡضُ" descr="ٱلۡأَرۡض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ٱلۡمَاءُ" descr="ٱلۡمَاء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إِنَّ" descr="إِنَّ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pic>
        <p:nvPicPr>
          <p:cNvPr id="9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أَخَذَ" descr="أَخَذَ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pic>
        <p:nvPicPr>
          <p:cNvPr id="11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ٱقۡرَأۡ" descr="ٱقۡرَأۡ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ٱقۡرَأۡ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Baby dino 5" descr="Baby dino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5397500"/>
            <a:ext cx="1016000" cy="1016000"/>
          </a:xfrm>
          <a:prstGeom prst="rect">
            <a:avLst/>
          </a:prstGeom>
        </p:spPr>
      </p:pic>
      <p:sp>
        <p:nvSpPr>
          <p:cNvPr id="8" name="All the eggs hatched!" descr="All the eggs hatched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All the eggs hatched!</a:t>
            </a:r>
          </a:p>
        </p:txBody>
      </p:sp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اُ" descr="اُ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اِ" descr="اِ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7" name="Egg 3" descr="Egg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اَ" descr="اَ">
            <a:hlinkClick action="ppaction://hlinksldjump" r:id="rId6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2" name="Find ٱبۡنُوا۟" descr="ٱبۡن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ٱلظُّهۡرُ" descr="ٱلظُّهۡر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pic>
        <p:nvPicPr>
          <p:cNvPr id="6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ٱلضَّوۡءُ" descr="ٱلضَّوۡء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8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ٱلۡأَرۡضُ" descr="ٱلۡأَرۡض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اُلۡبَيۡتُ" descr="اُلۡبَيۡت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اُلۡبَيۡتُ</a:t>
            </a:r>
          </a:p>
        </p:txBody>
      </p:sp>
      <p:pic>
        <p:nvPicPr>
          <p:cNvPr id="7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اِلۡبَيۡتُ" descr="اِلۡبَيۡت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اِلۡبَيۡتُ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اَلۡبَيۡتُ" descr="اَلۡبَيۡت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اَلۡبَيۡتُ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4" name="Find ٱلۡبَيۡتُ" descr="ٱلۡبَيۡت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ٱلۡبَيۡتُ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ٱلضَّوۡءُ" descr="ٱلضَّوۡء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8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ٱلۡأَرۡضُ" descr="ٱلۡأَرۡض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ٱلۡمَاءُ" descr="ٱلۡمَاء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إِنَّ" descr="إِنَّ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pic>
        <p:nvPicPr>
          <p:cNvPr id="9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أَخَذَ" descr="أَخَذَ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pic>
        <p:nvPicPr>
          <p:cNvPr id="11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ٱقۡرَأۡ" descr="ٱقۡرَأۡ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ٱقۡرَأۡ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ٱلضَّوۡءُ" descr="ٱلضَّوۡء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7" name="Toy 2" descr="To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ٱللَّيۡلُ" descr="ٱللَّيۡلُ">
            <a:hlinkClick action="ppaction://hlinksldjump" r:id="rId7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pic>
        <p:nvPicPr>
          <p:cNvPr id="9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ٱلۡعِلۡمُ" descr="ٱلۡعِلۡمُ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اِذۡكُرُوا۟" descr="اِذۡكُرُوا۟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اِذۡكُرُوا۟</a:t>
            </a:r>
          </a:p>
        </p:txBody>
      </p:sp>
      <p:pic>
        <p:nvPicPr>
          <p:cNvPr id="8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اَذۡكُرُوا۟" descr="اَذۡكُرُوا۟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اَذۡكُرُوا۟</a:t>
            </a:r>
          </a:p>
        </p:txBody>
      </p:sp>
      <p:pic>
        <p:nvPicPr>
          <p:cNvPr id="10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اُذۡكُرُوا۟" descr="اُذۡكُرُوا۟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اُذۡكُرُوا۟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4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ٱلۡقَمَرُ" descr="ٱلۡقَمَر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ٱلظُّهۡرُ" descr="ٱلظُّهۡر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pic>
        <p:nvPicPr>
          <p:cNvPr id="11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ٱلۡكِتَابُ" descr="ٱلۡكِتَابُ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5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أُمٌّ" descr="أُمٌّ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لۡفِيلُ" descr="ٱلۡفِيل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pic>
        <p:nvPicPr>
          <p:cNvPr id="12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إِنَّ" descr="إِنَّ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ذ" descr="ذ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ك" descr="ك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pic>
        <p:nvPicPr>
          <p:cNvPr id="13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ظ" descr="ظ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Prize 5" descr="Priz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81500"/>
            <a:ext cx="1206500" cy="1206500"/>
          </a:xfrm>
          <a:prstGeom prst="rect">
            <a:avLst/>
          </a:prstGeom>
        </p:spPr>
      </p:pic>
      <p:sp>
        <p:nvSpPr>
          <p:cNvPr id="9" name="You won all the toys!" descr="You won all the toys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won all the toys!</a:t>
            </a:r>
          </a:p>
        </p:txBody>
      </p:sp>
      <p:sp>
        <p:nvSpPr>
          <p:cNvPr id="10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9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ٱلضَّوۡءُ" descr="ٱلضَّوۡءُ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7" name="Toy 2" descr="To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ٱللَّيۡلُ" descr="ٱللَّيۡلُ">
            <a:hlinkClick action="ppaction://hlinksldjump" r:id="rId7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ٱللَّيۡلُ</a:t>
            </a:r>
          </a:p>
        </p:txBody>
      </p:sp>
      <p:pic>
        <p:nvPicPr>
          <p:cNvPr id="9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ٱلۡعِلۡمُ" descr="ٱلۡعِلۡمُ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ٱلۡعِلۡمُ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اِذۡكُرُوا۟" descr="اِذۡكُرُوا۟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اِذۡكُرُوا۟</a:t>
            </a:r>
          </a:p>
        </p:txBody>
      </p:sp>
      <p:pic>
        <p:nvPicPr>
          <p:cNvPr id="8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اَذۡكُرُوا۟" descr="اَذۡكُرُوا۟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اَذۡكُرُوا۟</a:t>
            </a:r>
          </a:p>
        </p:txBody>
      </p:sp>
      <p:pic>
        <p:nvPicPr>
          <p:cNvPr id="10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اُذۡكُرُوا۟" descr="اُذۡكُرُوا۟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اُذۡكُرُوا۟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5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ٱلۡقَمَرُ" descr="ٱلۡقَمَر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pic>
        <p:nvPicPr>
          <p:cNvPr id="9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ٱلظُّهۡرُ" descr="ٱلظُّهۡر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pic>
        <p:nvPicPr>
          <p:cNvPr id="11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ٱلۡكِتَابُ" descr="ٱلۡكِتَابُ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أُمٌّ" descr="أُمٌّ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pic>
        <p:nvPicPr>
          <p:cNvPr id="10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لۡفِيلُ" descr="ٱلۡفِيلُ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pic>
        <p:nvPicPr>
          <p:cNvPr id="12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إِنَّ" descr="إِنَّ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ذ" descr="ذ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ك" descr="ك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pic>
        <p:nvPicPr>
          <p:cNvPr id="13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ظ" descr="ظ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صۡبِرۡ" descr="ٱصۡبِرۡ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لَّيۡلِ" descr="وَٱللَّيۡل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وَٱللَّيۡلِ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ُلِ ٱدۡعُوا۟" descr="قُلِ ٱدۡع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قُلِ ٱدۡعُوا۟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ۡفَجۡرِ" descr="وَٱلۡفَجۡر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وَٱلۡفَجۡرِ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يَوۡمِ ٱلدِّينِ" descr="يَوۡمِ ٱلدِّين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يَوۡمِ ٱلدِّينِ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صۡبِرۡ" descr="ٱصۡبِرۡ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لَّيۡلِ" descr="وَٱللَّيۡل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وَٱللَّيۡلِ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قُلِ ٱدۡعُوا۟" descr="قُلِ ٱدۡع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قُلِ ٱدۡعُوا۟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ۡفَجۡرِ" descr="وَٱلۡفَجۡر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وَٱلۡفَجۡرِ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يَوۡمِ ٱلدِّينِ" descr="يَوۡمِ ٱلدِّين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يَوۡمِ ٱلدِّينِ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ٱلۡهِلَالُ" descr="ٱلۡهِلَا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5" name="Answer 2 ٱلۡكِتَابُ" descr="ٱلۡكِتَاب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6" name="Answer 3 ٱلرَّجُلُ" descr="ٱلرَّجُل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أَحۡمَدُ" descr="أَحۡمَد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sp>
        <p:nvSpPr>
          <p:cNvPr id="5" name="Answer 2 أَبٌ" descr="أَب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6" name="Answer 3 ٱسۡجُدُوا۟" descr="ٱسۡجُدُوا۟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ٱسۡجُدُوا۟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ذ" descr="ذ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5" name="Answer 2 س" descr="س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6" name="Answer 3 ج" descr="ج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اُ" descr="ا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5" name="Answer 2 اَ" descr="ا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6" name="Answer 3 اِ" descr="ا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9" name="Find ٱفۡتَحۡ" descr="ٱفۡتَح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ٱفۡتَحۡ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ٱلۡخُبۡزُ" descr="ٱلۡخُبۡز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5" name="Answer 2 ٱلضَّوۡءُ" descr="ٱلضَّوۡء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6" name="Answer 3 ٱلتِّينُ" descr="ٱلتِّين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016000"/>
            <a:ext cx="1905000" cy="2622550"/>
          </a:xfrm>
          <a:prstGeom prst="rect">
            <a:avLst/>
          </a:prstGeom>
        </p:spPr>
      </p:pic>
      <p:sp>
        <p:nvSpPr>
          <p:cNvPr id="4" name="Up in the sky!" descr="Up in the sky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Up in the sky!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937000"/>
            <a:ext cx="1905000" cy="2622550"/>
          </a:xfrm>
          <a:prstGeom prst="rect">
            <a:avLst/>
          </a:prstGeom>
        </p:spPr>
      </p:pic>
      <p:sp>
        <p:nvSpPr>
          <p:cNvPr id="4" name="Answer 1 ٱلۡهِلَالُ" descr="ٱلۡهِلَال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5" name="Answer 2 ٱلۡكِتَابُ" descr="ٱلۡكِتَاب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ٱلۡكِتَابُ</a:t>
            </a:r>
          </a:p>
        </p:txBody>
      </p:sp>
      <p:sp>
        <p:nvSpPr>
          <p:cNvPr id="6" name="Answer 3 ٱلرَّجُلُ" descr="ٱلرَّجُل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378200"/>
            <a:ext cx="1905000" cy="2622550"/>
          </a:xfrm>
          <a:prstGeom prst="rect">
            <a:avLst/>
          </a:prstGeom>
        </p:spPr>
      </p:pic>
      <p:sp>
        <p:nvSpPr>
          <p:cNvPr id="4" name="Answer 1 أَحۡمَدُ" descr="أَحۡمَد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sp>
        <p:nvSpPr>
          <p:cNvPr id="5" name="Answer 2 أَبٌ" descr="أَب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6" name="Answer 3 ٱسۡجُدُوا۟" descr="ٱسۡجُدُوا۟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ٱسۡجُدُوا۟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819400"/>
            <a:ext cx="1905000" cy="2622550"/>
          </a:xfrm>
          <a:prstGeom prst="rect">
            <a:avLst/>
          </a:prstGeom>
        </p:spPr>
      </p:pic>
      <p:sp>
        <p:nvSpPr>
          <p:cNvPr id="4" name="Answer 1 ذ" descr="ذ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5" name="Answer 2 س" descr="س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6" name="Answer 3 ج" descr="ج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2260600"/>
            <a:ext cx="1905000" cy="2622550"/>
          </a:xfrm>
          <a:prstGeom prst="rect">
            <a:avLst/>
          </a:prstGeom>
        </p:spPr>
      </p:pic>
      <p:sp>
        <p:nvSpPr>
          <p:cNvPr id="4" name="Answer 1 اُ" descr="ا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5" name="Answer 2 اَ" descr="ا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6" name="Answer 3 اِ" descr="ا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فۡتَحۡ" descr="ٱفۡتَح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ٱفۡتَحۡ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t-air balloon" descr="Hot-air ballo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701800"/>
            <a:ext cx="1905000" cy="2622550"/>
          </a:xfrm>
          <a:prstGeom prst="rect">
            <a:avLst/>
          </a:prstGeom>
        </p:spPr>
      </p:pic>
      <p:sp>
        <p:nvSpPr>
          <p:cNvPr id="4" name="Answer 1 ٱلۡخُبۡزُ" descr="ٱلۡخُبۡز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sp>
        <p:nvSpPr>
          <p:cNvPr id="5" name="Answer 2 ٱلضَّوۡءُ" descr="ٱلضَّوۡء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6" name="Answer 3 ٱلتِّينُ" descr="ٱلتِّين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7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50 E" pathEditMode="relative" ptsTypes="AA">
                                      <p:cBhvr>
                                        <p:cTn id="4" dur="90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إِنَّ" descr="إِنَّ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6" name="Answer 2 أَبٌ" descr="أَبٌ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7" name="Answer 3 ٱدۡخُلُوا۟" descr="ٱدۡخُلُوا۟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ه" descr="ه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6" name="Answer 2 ر" descr="ر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7" name="Answer 3 س" descr="س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اَ" descr="اَ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6" name="Answer 2 اُ" descr="ا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Answer 3 اِ" descr="اِ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بۡنُوا۟" descr="ٱبۡن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ٱلسَّمَكُ" descr="ٱلسَّمَك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sp>
        <p:nvSpPr>
          <p:cNvPr id="6" name="Answer 2 ٱلۡقَمَرُ" descr="ٱلۡقَمَر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7" name="Answer 3 ٱلظُّهۡرُ" descr="ٱلظُّهۡر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اَكۡتُبۡ" descr="اَكۡتُب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اَكۡتُبۡ</a:t>
            </a:r>
          </a:p>
        </p:txBody>
      </p:sp>
      <p:sp>
        <p:nvSpPr>
          <p:cNvPr id="6" name="Answer 2 اِكۡتُبۡ" descr="اِكۡتُبۡ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اِكۡتُبۡ</a:t>
            </a:r>
          </a:p>
        </p:txBody>
      </p:sp>
      <p:sp>
        <p:nvSpPr>
          <p:cNvPr id="7" name="Answer 3 اُكۡتُبۡ" descr="اُكۡتُبۡ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اُكۡتُبۡ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كۡتُبۡ" descr="ٱكۡتُ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ٱكۡتُبۡ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3302000"/>
            <a:ext cx="2159000" cy="1905000"/>
          </a:xfrm>
          <a:prstGeom prst="rect">
            <a:avLst/>
          </a:prstGeom>
        </p:spPr>
      </p:pic>
      <p:sp>
        <p:nvSpPr>
          <p:cNvPr id="5" name="Land ahoy!" descr="Land ahoy!"/>
          <p:cNvSpPr/>
          <p:nvPr/>
        </p:nvSpPr>
        <p:spPr>
          <a:xfrm>
            <a:off x="5080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Land ahoy!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302000"/>
            <a:ext cx="2159000" cy="1905000"/>
          </a:xfrm>
          <a:prstGeom prst="rect">
            <a:avLst/>
          </a:prstGeom>
        </p:spPr>
      </p:pic>
      <p:sp>
        <p:nvSpPr>
          <p:cNvPr id="5" name="Answer 1 إِنَّ" descr="إِنَّ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sp>
        <p:nvSpPr>
          <p:cNvPr id="6" name="Answer 2 أَبٌ" descr="أَبٌ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sp>
        <p:nvSpPr>
          <p:cNvPr id="7" name="Answer 3 ٱدۡخُلُوا۟" descr="ٱدۡخُلُوا۟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0" y="3302000"/>
            <a:ext cx="2159000" cy="1905000"/>
          </a:xfrm>
          <a:prstGeom prst="rect">
            <a:avLst/>
          </a:prstGeom>
        </p:spPr>
      </p:pic>
      <p:sp>
        <p:nvSpPr>
          <p:cNvPr id="5" name="Answer 1 ه" descr="ه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6" name="Answer 2 ر" descr="ر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7" name="Answer 3 س" descr="س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3302000"/>
            <a:ext cx="2159000" cy="1905000"/>
          </a:xfrm>
          <a:prstGeom prst="rect">
            <a:avLst/>
          </a:prstGeom>
        </p:spPr>
      </p:pic>
      <p:sp>
        <p:nvSpPr>
          <p:cNvPr id="5" name="Answer 1 اَ" descr="اَ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6" name="Answer 2 اُ" descr="ا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Answer 3 اِ" descr="اِ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1" name="Find ٱبۡنُوا۟" descr="ٱبۡن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02000"/>
            <a:ext cx="2159000" cy="1905000"/>
          </a:xfrm>
          <a:prstGeom prst="rect">
            <a:avLst/>
          </a:prstGeom>
        </p:spPr>
      </p:pic>
      <p:sp>
        <p:nvSpPr>
          <p:cNvPr id="5" name="Answer 1 ٱلسَّمَكُ" descr="ٱلسَّمَك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sp>
        <p:nvSpPr>
          <p:cNvPr id="6" name="Answer 2 ٱلۡقَمَرُ" descr="ٱلۡقَمَر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ٱلۡقَمَرُ</a:t>
            </a:r>
          </a:p>
        </p:txBody>
      </p:sp>
      <p:sp>
        <p:nvSpPr>
          <p:cNvPr id="7" name="Answer 3 ٱلظُّهۡرُ" descr="ٱلظُّهۡرُ">
            <a:hlinkClick action="ppaction://hlinksldjump" r:id="rId5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ٱلظُّهۡرُ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ea" descr="S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ighthouse" descr="Lightho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016000"/>
            <a:ext cx="1651000" cy="3409950"/>
          </a:xfrm>
          <a:prstGeom prst="rect">
            <a:avLst/>
          </a:prstGeom>
        </p:spPr>
      </p:pic>
      <p:pic>
        <p:nvPicPr>
          <p:cNvPr id="4" name="Boat" descr="Bo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3302000"/>
            <a:ext cx="2159000" cy="1905000"/>
          </a:xfrm>
          <a:prstGeom prst="rect">
            <a:avLst/>
          </a:prstGeom>
        </p:spPr>
      </p:pic>
      <p:sp>
        <p:nvSpPr>
          <p:cNvPr id="5" name="Answer 1 اَكۡتُبۡ" descr="اَكۡتُبۡ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اَكۡتُبۡ</a:t>
            </a:r>
          </a:p>
        </p:txBody>
      </p:sp>
      <p:sp>
        <p:nvSpPr>
          <p:cNvPr id="6" name="Answer 2 اِكۡتُبۡ" descr="اِكۡتُبۡ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اِكۡتُبۡ</a:t>
            </a:r>
          </a:p>
        </p:txBody>
      </p:sp>
      <p:sp>
        <p:nvSpPr>
          <p:cNvPr id="7" name="Answer 3 اُكۡتُبۡ" descr="اُكۡتُبۡ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اُكۡتُبۡ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كۡتُبۡ" descr="ٱكۡتُ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ٱكۡتُبۡ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" dur="7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ث" descr="ث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6" name="Answer 2 أ" descr="أ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7" name="Answer 3 ل" descr="ل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َ" descr="اَ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6" name="Answer 2 اِ" descr="اِ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7" name="Answer 3 اُ" descr="ا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20" name="Find ٱذۡهَبۡ" descr="ٱذۡهَ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ٱذۡهَبۡ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ۡحَمۡدُ" descr="ٱلۡحَمۡد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6" name="Answer 2 ٱلذَّهَبُ" descr="ٱلذَّهَب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17" name="Answer 3 ٱلثَّوۡبُ" descr="ٱلثَّوۡب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ِمۡرَأَةٌ" descr="اِمۡرَأَةٌ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اِمۡرَأَةٌ</a:t>
            </a:r>
          </a:p>
        </p:txBody>
      </p:sp>
      <p:sp>
        <p:nvSpPr>
          <p:cNvPr id="16" name="Answer 2 اُمۡرَأَةٌ" descr="اُمۡرَأَةٌ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اُمۡرَأَةٌ</a:t>
            </a:r>
          </a:p>
        </p:txBody>
      </p:sp>
      <p:sp>
        <p:nvSpPr>
          <p:cNvPr id="17" name="Answer 3 اَمۡرَأَةٌ" descr="اَمۡرَأَةٌ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اَمۡرَأَةٌ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0" name="Find ٱمۡرَأَةٌ" descr="ٱمۡرَأَ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نَّجۡمُ" descr="ٱلنَّجۡم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sp>
        <p:nvSpPr>
          <p:cNvPr id="16" name="Answer 2 ٱلۡأَرۡضُ" descr="ٱلۡأَرۡض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17" name="Answer 3 ٱلۡحَمۡدُ" descr="ٱلۡحَمۡد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Cookies are ready!" descr="Cookies are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Cookies are ready!</a:t>
            </a:r>
          </a:p>
        </p:txBody>
      </p:sp>
      <p:sp>
        <p:nvSpPr>
          <p:cNvPr id="1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ث" descr="ث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6" name="Answer 2 أ" descr="أ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7" name="Answer 3 ل" descr="ل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َ" descr="اَ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6" name="Answer 2 اِ" descr="اِ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17" name="Answer 3 اُ" descr="ا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21" name="Find ٱذۡهَبۡ" descr="ٱذۡهَ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ٱذۡهَبۡ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ۡحَمۡدُ" descr="ٱلۡحَمۡد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6" name="Answer 2 ٱلذَّهَبُ" descr="ٱلذَّهَب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sp>
        <p:nvSpPr>
          <p:cNvPr id="17" name="Answer 3 ٱلثَّوۡبُ" descr="ٱلثَّوۡب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اِمۡرَأَةٌ" descr="اِمۡرَأَةٌ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اِمۡرَأَةٌ</a:t>
            </a:r>
          </a:p>
        </p:txBody>
      </p:sp>
      <p:sp>
        <p:nvSpPr>
          <p:cNvPr id="16" name="Answer 2 اُمۡرَأَةٌ" descr="اُمۡرَأَةٌ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اُمۡرَأَةٌ</a:t>
            </a:r>
          </a:p>
        </p:txBody>
      </p:sp>
      <p:sp>
        <p:nvSpPr>
          <p:cNvPr id="17" name="Answer 3 اَمۡرَأَةٌ" descr="اَمۡرَأَةٌ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اَمۡرَأَةٌ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21" name="Find ٱمۡرَأَةٌ" descr="ٱمۡرَأَ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ٱمۡرَأَةٌ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Kitchen" descr="Kitch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y"/>
          <p:cNvSpPr/>
          <p:nvPr/>
        </p:nvSpPr>
        <p:spPr>
          <a:xfrm>
            <a:off x="698500" y="19050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C9CED8"/>
          </a:solidFill>
          <a:ln w="76200">
            <a:solidFill>
              <a:srgbClr val="9AA5B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Cookie 1" descr="Cooki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286000"/>
            <a:ext cx="1143000" cy="1143000"/>
          </a:xfrm>
          <a:prstGeom prst="rect">
            <a:avLst/>
          </a:prstGeom>
        </p:spPr>
      </p:pic>
      <p:pic>
        <p:nvPicPr>
          <p:cNvPr id="10" name="Cookie 2" descr="Cooki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286000"/>
            <a:ext cx="1143000" cy="1143000"/>
          </a:xfrm>
          <a:prstGeom prst="rect">
            <a:avLst/>
          </a:prstGeom>
        </p:spPr>
      </p:pic>
      <p:pic>
        <p:nvPicPr>
          <p:cNvPr id="11" name="Cookie 3" descr="Cooki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6000"/>
            <a:ext cx="1143000" cy="1143000"/>
          </a:xfrm>
          <a:prstGeom prst="rect">
            <a:avLst/>
          </a:prstGeom>
        </p:spPr>
      </p:pic>
      <p:pic>
        <p:nvPicPr>
          <p:cNvPr id="12" name="Cookie 4" descr="Cooki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746500"/>
            <a:ext cx="1143000" cy="1143000"/>
          </a:xfrm>
          <a:prstGeom prst="rect">
            <a:avLst/>
          </a:prstGeom>
        </p:spPr>
      </p:pic>
      <p:pic>
        <p:nvPicPr>
          <p:cNvPr id="13" name="Cookie 5" descr="Cooki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3746500"/>
            <a:ext cx="1143000" cy="1143000"/>
          </a:xfrm>
          <a:prstGeom prst="rect">
            <a:avLst/>
          </a:prstGeom>
        </p:spPr>
      </p:pic>
      <p:pic>
        <p:nvPicPr>
          <p:cNvPr id="14" name="Cookie 6" descr="Cooki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0" y="3746500"/>
            <a:ext cx="1143000" cy="1143000"/>
          </a:xfrm>
          <a:prstGeom prst="rect">
            <a:avLst/>
          </a:prstGeom>
        </p:spPr>
      </p:pic>
      <p:sp>
        <p:nvSpPr>
          <p:cNvPr id="15" name="Answer 1 ٱلنَّجۡمُ" descr="ٱلنَّجۡمُ">
            <a:hlinkClick action="ppaction://hlinksldjump" r:id="rId5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sp>
        <p:nvSpPr>
          <p:cNvPr id="16" name="Answer 2 ٱلۡأَرۡضُ" descr="ٱلۡأَرۡضُ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ٱلۡأَرۡضُ</a:t>
            </a:r>
          </a:p>
        </p:txBody>
      </p:sp>
      <p:sp>
        <p:nvSpPr>
          <p:cNvPr id="17" name="Answer 3 ٱلۡحَمۡدُ" descr="ٱلۡحَمۡد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أ" descr="أ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رَّجُلُ" descr="ٱلرَّجُل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تِّينُ" descr="ٱلتِّين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أ" descr="أ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ضَّوۡءُ" descr="ٱلضَّوۡء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أ" descr="أ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رَّجُلُ" descr="ٱلرَّجُل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ٱلرَّجُلُ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تِّينُ" descr="ٱلتِّين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ٱلتِّينُ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أ" descr="أ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400" b="1" lang="ar-SA">
                <a:solidFill>
                  <a:srgbClr val="2E2640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0" name="Moon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Moon" descr="Moo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Moon label" descr="Moon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3" name="Sun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un" descr="Su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un label" descr="Sun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A sun letter or a moon letter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A sun letter or a moon letter?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لضَّوۡءُ" descr="ٱلضَّوۡءُ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10" name="Sun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un" descr="Sun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un label" descr="Sun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Sun</a:t>
            </a:r>
          </a:p>
        </p:txBody>
      </p:sp>
      <p:sp>
        <p:nvSpPr>
          <p:cNvPr id="13" name="Moon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Moon" descr="Moon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Moon label" descr="Moon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Moon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un or moo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Sun or moon?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ٱلثَّوۡبُ" descr="ٱلثَّوۡب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pic>
        <p:nvPicPr>
          <p:cNvPr id="6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ٱلذَّهَبُ" descr="ٱلذَّهَبُ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pic>
        <p:nvPicPr>
          <p:cNvPr id="8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ٱلۡحَمۡدُ" descr="ٱلۡحَمۡد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اِذۡكُرُوا۟" descr="اِذۡكُرُوا۟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اِذۡكُرُوا۟</a:t>
            </a:r>
          </a:p>
        </p:txBody>
      </p:sp>
      <p:pic>
        <p:nvPicPr>
          <p:cNvPr id="7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اَذۡكُرُوا۟" descr="اَذۡكُرُوا۟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اَذۡكُرُوا۟</a:t>
            </a:r>
          </a:p>
        </p:txBody>
      </p:sp>
      <p:pic>
        <p:nvPicPr>
          <p:cNvPr id="9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اُذۡكُرُوا۟" descr="اُذۡكُرُوا۟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اُذۡكُرُوا۟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3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ٱلۡخُبۡزُ" descr="ٱلۡخُبۡز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pic>
        <p:nvPicPr>
          <p:cNvPr id="8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ٱلۡهِلَالُ" descr="ٱلۡهِلَالُ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pic>
        <p:nvPicPr>
          <p:cNvPr id="10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ٱلضَّوۡءُ" descr="ٱلضَّوۡء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ٱلۡفِيلُ" descr="ٱلۡفِيل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pic>
        <p:nvPicPr>
          <p:cNvPr id="9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أُمٌّ" descr="أُمٌّ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أَحۡمَدُ" descr="أَحۡمَد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ك" descr="ك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pic>
        <p:nvPicPr>
          <p:cNvPr id="10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ط" descr="ط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س" descr="س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Caught butterfly 5" descr="Caught butterfly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619500"/>
            <a:ext cx="698500" cy="558800"/>
          </a:xfrm>
          <a:prstGeom prst="rect">
            <a:avLst/>
          </a:prstGeom>
        </p:spPr>
      </p:pic>
      <p:sp>
        <p:nvSpPr>
          <p:cNvPr id="9" name="A jar full of butterflies!" descr="A jar full of butterflies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 jar full of butterflies!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5" name="Answer 1 ٱلثَّوۡبُ" descr="ٱلثَّوۡب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ٱلثَّوۡبُ</a:t>
            </a:r>
          </a:p>
        </p:txBody>
      </p:sp>
      <p:pic>
        <p:nvPicPr>
          <p:cNvPr id="6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7" name="Answer 2 ٱلذَّهَبُ" descr="ٱلذَّهَبُ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ٱلذَّهَبُ</a:t>
            </a:r>
          </a:p>
        </p:txBody>
      </p:sp>
      <p:pic>
        <p:nvPicPr>
          <p:cNvPr id="8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9" name="Answer 3 ٱلۡحَمۡدُ" descr="ٱلۡحَمۡد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ٱلۡحَمۡدُ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6" name="Answer 1 اِذۡكُرُوا۟" descr="اِذۡكُرُوا۟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اِذۡكُرُوا۟</a:t>
            </a:r>
          </a:p>
        </p:txBody>
      </p:sp>
      <p:pic>
        <p:nvPicPr>
          <p:cNvPr id="7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8" name="Answer 2 اَذۡكُرُوا۟" descr="اَذۡكُرُوا۟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اَذۡكُرُوا۟</a:t>
            </a:r>
          </a:p>
        </p:txBody>
      </p:sp>
      <p:pic>
        <p:nvPicPr>
          <p:cNvPr id="9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0" name="Answer 3 اُذۡكُرُوا۟" descr="اُذۡكُرُوا۟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اُذۡكُرُوا۟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4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7" name="Answer 1 ٱلۡخُبۡزُ" descr="ٱلۡخُبۡز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ٱلۡخُبۡزُ</a:t>
            </a:r>
          </a:p>
        </p:txBody>
      </p:sp>
      <p:pic>
        <p:nvPicPr>
          <p:cNvPr id="8" name="Butterfly 2" descr="Butterfly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9" name="Answer 2 ٱلۡهِلَالُ" descr="ٱلۡهِلَالُ">
            <a:hlinkClick action="ppaction://hlinksldjump" r:id="rId7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pic>
        <p:nvPicPr>
          <p:cNvPr id="10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1" name="Answer 3 ٱلضَّوۡءُ" descr="ٱلضَّوۡء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8" name="Answer 1 ٱلۡفِيلُ" descr="ٱلۡفِيلُ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pic>
        <p:nvPicPr>
          <p:cNvPr id="9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0" name="Answer 2 أُمٌّ" descr="أُمٌّ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أُمٌّ</a:t>
            </a:r>
          </a:p>
        </p:txBody>
      </p:sp>
      <p:pic>
        <p:nvPicPr>
          <p:cNvPr id="11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2" name="Answer 3 أَحۡمَدُ" descr="أَحۡمَدُ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أَحۡمَدُ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Garden" descr="Gard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Jar" descr="J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984500"/>
            <a:ext cx="2032000" cy="2667000"/>
          </a:xfrm>
          <a:prstGeom prst="rect">
            <a:avLst/>
          </a:prstGeom>
        </p:spPr>
      </p:pic>
      <p:pic>
        <p:nvPicPr>
          <p:cNvPr id="4" name="Caught butterfly 1" descr="Caught butterfly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826000"/>
            <a:ext cx="698500" cy="558800"/>
          </a:xfrm>
          <a:prstGeom prst="rect">
            <a:avLst/>
          </a:prstGeom>
        </p:spPr>
      </p:pic>
      <p:pic>
        <p:nvPicPr>
          <p:cNvPr id="5" name="Caught butterfly 2" descr="Caught butterfl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26000"/>
            <a:ext cx="698500" cy="558800"/>
          </a:xfrm>
          <a:prstGeom prst="rect">
            <a:avLst/>
          </a:prstGeom>
        </p:spPr>
      </p:pic>
      <p:pic>
        <p:nvPicPr>
          <p:cNvPr id="6" name="Caught butterfly 3" descr="Caught butterfly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22750"/>
            <a:ext cx="698500" cy="558800"/>
          </a:xfrm>
          <a:prstGeom prst="rect">
            <a:avLst/>
          </a:prstGeom>
        </p:spPr>
      </p:pic>
      <p:pic>
        <p:nvPicPr>
          <p:cNvPr id="7" name="Caught butterfly 4" descr="Caught butterfly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222750"/>
            <a:ext cx="698500" cy="558800"/>
          </a:xfrm>
          <a:prstGeom prst="rect">
            <a:avLst/>
          </a:prstGeom>
        </p:spPr>
      </p:pic>
      <p:pic>
        <p:nvPicPr>
          <p:cNvPr id="8" name="Butterfly 1" descr="Butterfl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120900"/>
            <a:ext cx="2159000" cy="1727200"/>
          </a:xfrm>
          <a:prstGeom prst="rect">
            <a:avLst/>
          </a:prstGeom>
        </p:spPr>
      </p:pic>
      <p:sp>
        <p:nvSpPr>
          <p:cNvPr id="9" name="Answer 1 ك" descr="ك">
            <a:hlinkClick action="ppaction://hlinksldjump" r:id="rId7"/>
          </p:cNvPr>
          <p:cNvSpPr/>
          <p:nvPr/>
        </p:nvSpPr>
        <p:spPr>
          <a:xfrm>
            <a:off x="8826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</a:t>
            </a:r>
          </a:p>
        </p:txBody>
      </p:sp>
      <p:pic>
        <p:nvPicPr>
          <p:cNvPr id="10" name="Butterfly 2" descr="Butterfl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2692400"/>
            <a:ext cx="2159000" cy="1727200"/>
          </a:xfrm>
          <a:prstGeom prst="rect">
            <a:avLst/>
          </a:prstGeom>
        </p:spPr>
      </p:pic>
      <p:sp>
        <p:nvSpPr>
          <p:cNvPr id="11" name="Answer 2 ط" descr="ط">
            <a:hlinkClick action="ppaction://hlinksldjump" r:id="rId8"/>
          </p:cNvPr>
          <p:cNvSpPr/>
          <p:nvPr/>
        </p:nvSpPr>
        <p:spPr>
          <a:xfrm>
            <a:off x="6159500" y="31750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</a:t>
            </a:r>
          </a:p>
        </p:txBody>
      </p:sp>
      <p:pic>
        <p:nvPicPr>
          <p:cNvPr id="12" name="Butterfly 3" descr="Butterfl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120900"/>
            <a:ext cx="2159000" cy="1727200"/>
          </a:xfrm>
          <a:prstGeom prst="rect">
            <a:avLst/>
          </a:prstGeom>
        </p:spPr>
      </p:pic>
      <p:sp>
        <p:nvSpPr>
          <p:cNvPr id="13" name="Answer 3 س" descr="س">
            <a:hlinkClick action="ppaction://hlinksldjump" r:id="rId8"/>
          </p:cNvPr>
          <p:cNvSpPr/>
          <p:nvPr/>
        </p:nvSpPr>
        <p:spPr>
          <a:xfrm>
            <a:off x="3492500" y="2603500"/>
            <a:ext cx="1651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A99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8636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8" dur="95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0" dur="95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2" dur="11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14" dur="11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اَلرَّحِيمُ" descr="اَلرَّحِيم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اَلرَّحِيمُ</a:t>
            </a:r>
          </a:p>
        </p:txBody>
      </p:sp>
      <p:sp>
        <p:nvSpPr>
          <p:cNvPr id="6" name="Answer 2 اِلرَّحِيمُ" descr="اِلرَّحِيم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اِلرَّحِيمُ</a:t>
            </a:r>
          </a:p>
        </p:txBody>
      </p:sp>
      <p:sp>
        <p:nvSpPr>
          <p:cNvPr id="7" name="Answer 3 اُلرَّحِيمُ" descr="اُلرَّحِيم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اُلرَّحِيمُ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0" name="Find ٱلرَّحِيمُ" descr="ٱلرَّحِي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ٱلۡهِلَالُ" descr="ٱلۡهِلَال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6" name="Answer 2 ٱلۡغَيۡمُ" descr="ٱلۡغَيۡم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7" name="Answer 3 ٱلطَّعَامُ" descr="ٱلطَّعَام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أَنۡتَ" descr="أَنۡتَ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أَنۡتَ</a:t>
            </a:r>
          </a:p>
        </p:txBody>
      </p:sp>
      <p:sp>
        <p:nvSpPr>
          <p:cNvPr id="6" name="Answer 2 أَخَذَ" descr="أَخَذَ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sp>
        <p:nvSpPr>
          <p:cNvPr id="7" name="Answer 3 ٱلنَّاسُ" descr="ٱلنَّاس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ب" descr="ب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6" name="Answer 2 ن" descr="ن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7" name="Answer 3 ش" descr="ش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اِ" descr="اِ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6" name="Answer 2 اُ" descr="ا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Answer 3 اَ" descr="اَ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0" name="Find ٱبۡنُ" descr="ٱبۡ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3810000"/>
            <a:ext cx="2413000" cy="2032000"/>
          </a:xfrm>
          <a:prstGeom prst="rect">
            <a:avLst/>
          </a:prstGeom>
        </p:spPr>
      </p:pic>
      <p:sp>
        <p:nvSpPr>
          <p:cNvPr id="5" name="Water at last!" descr="Water at last!"/>
          <p:cNvSpPr/>
          <p:nvPr/>
        </p:nvSpPr>
        <p:spPr>
          <a:xfrm>
            <a:off x="5715000" y="2095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Water at last!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3810000"/>
            <a:ext cx="2413000" cy="2032000"/>
          </a:xfrm>
          <a:prstGeom prst="rect">
            <a:avLst/>
          </a:prstGeom>
        </p:spPr>
      </p:pic>
      <p:sp>
        <p:nvSpPr>
          <p:cNvPr id="5" name="Answer 1 اَلرَّحِيمُ" descr="اَلرَّحِيم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اَلرَّحِيمُ</a:t>
            </a:r>
          </a:p>
        </p:txBody>
      </p:sp>
      <p:sp>
        <p:nvSpPr>
          <p:cNvPr id="6" name="Answer 2 اِلرَّحِيمُ" descr="اِلرَّحِيم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اِلرَّحِيمُ</a:t>
            </a:r>
          </a:p>
        </p:txBody>
      </p:sp>
      <p:sp>
        <p:nvSpPr>
          <p:cNvPr id="7" name="Answer 3 اُلرَّحِيمُ" descr="اُلرَّحِيم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اُلرَّحِيمُ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1" name="Find ٱلرَّحِيمُ" descr="ٱلرَّحِي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ٱلرَّحِيمُ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10000"/>
            <a:ext cx="2413000" cy="2032000"/>
          </a:xfrm>
          <a:prstGeom prst="rect">
            <a:avLst/>
          </a:prstGeom>
        </p:spPr>
      </p:pic>
      <p:sp>
        <p:nvSpPr>
          <p:cNvPr id="5" name="Answer 1 ٱلۡهِلَالُ" descr="ٱلۡهِلَالُ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ٱلۡهِلَالُ</a:t>
            </a:r>
          </a:p>
        </p:txBody>
      </p:sp>
      <p:sp>
        <p:nvSpPr>
          <p:cNvPr id="6" name="Answer 2 ٱلۡغَيۡمُ" descr="ٱلۡغَيۡمُ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7" name="Answer 3 ٱلطَّعَامُ" descr="ٱلطَّعَام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ٱلطَّعَامُ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10000"/>
            <a:ext cx="2413000" cy="2032000"/>
          </a:xfrm>
          <a:prstGeom prst="rect">
            <a:avLst/>
          </a:prstGeom>
        </p:spPr>
      </p:pic>
      <p:sp>
        <p:nvSpPr>
          <p:cNvPr id="5" name="Answer 1 أَنۡتَ" descr="أَنۡتَ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أَنۡتَ</a:t>
            </a:r>
          </a:p>
        </p:txBody>
      </p:sp>
      <p:sp>
        <p:nvSpPr>
          <p:cNvPr id="6" name="Answer 2 أَخَذَ" descr="أَخَذَ">
            <a:hlinkClick action="ppaction://hlinksldjump" r:id="rId5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sp>
        <p:nvSpPr>
          <p:cNvPr id="7" name="Answer 3 ٱلنَّاسُ" descr="ٱلنَّاسُ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3810000"/>
            <a:ext cx="2413000" cy="2032000"/>
          </a:xfrm>
          <a:prstGeom prst="rect">
            <a:avLst/>
          </a:prstGeom>
        </p:spPr>
      </p:pic>
      <p:sp>
        <p:nvSpPr>
          <p:cNvPr id="5" name="Answer 1 ب" descr="ب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6" name="Answer 2 ن" descr="ن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7" name="Answer 3 ش" descr="ش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Desert" descr="Dese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asis" descr="Oa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556000"/>
            <a:ext cx="2921000" cy="2413000"/>
          </a:xfrm>
          <a:prstGeom prst="rect">
            <a:avLst/>
          </a:prstGeom>
        </p:spPr>
      </p:pic>
      <p:pic>
        <p:nvPicPr>
          <p:cNvPr id="4" name="Camel" descr="Cam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10000"/>
            <a:ext cx="2413000" cy="2032000"/>
          </a:xfrm>
          <a:prstGeom prst="rect">
            <a:avLst/>
          </a:prstGeom>
        </p:spPr>
      </p:pic>
      <p:sp>
        <p:nvSpPr>
          <p:cNvPr id="5" name="Answer 1 اِ" descr="اِ">
            <a:hlinkClick action="ppaction://hlinksldjump" r:id="rId5"/>
          </p:cNvPr>
          <p:cNvSpPr/>
          <p:nvPr/>
        </p:nvSpPr>
        <p:spPr>
          <a:xfrm>
            <a:off x="8191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sp>
        <p:nvSpPr>
          <p:cNvPr id="6" name="Answer 2 اُ" descr="اُ">
            <a:hlinkClick action="ppaction://hlinksldjump" r:id="rId6"/>
          </p:cNvPr>
          <p:cNvSpPr/>
          <p:nvPr/>
        </p:nvSpPr>
        <p:spPr>
          <a:xfrm>
            <a:off x="4889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7" name="Answer 3 اَ" descr="اَ">
            <a:hlinkClick action="ppaction://hlinksldjump" r:id="rId6"/>
          </p:cNvPr>
          <p:cNvSpPr/>
          <p:nvPr/>
        </p:nvSpPr>
        <p:spPr>
          <a:xfrm>
            <a:off x="1587500" y="1206500"/>
            <a:ext cx="2794000" cy="1079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5715000" y="266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1" name="Find ٱبۡنُ" descr="ٱبۡن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ٱبۡنُ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ٱلدَّرۡسُ" descr="ٱلدَّرۡسُ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ٱلۡيَدُ" descr="ٱلۡيَد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pic>
        <p:nvPicPr>
          <p:cNvPr id="7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ٱلۡجَمَلُ" descr="ٱلۡجَمَل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إِنَّ" descr="إِنَّ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pic>
        <p:nvPicPr>
          <p:cNvPr id="6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أَخَذَ" descr="أَخَذَ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pic>
        <p:nvPicPr>
          <p:cNvPr id="8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ٱكۡتُبۡ" descr="ٱكۡتُبۡ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ٱكۡتُبۡ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2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ع" descr="ع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ش" descr="ش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د" descr="د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اِ" descr="اِ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8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اُ" descr="ا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اَ" descr="اَ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4" name="Find ٱلنَّاسُ" descr="ٱلنَّا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ٱلۡبَابُ" descr="ٱلۡبَاب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ٱلنَّجۡمُ" descr="ٱلنَّجۡم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pic>
        <p:nvPicPr>
          <p:cNvPr id="11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ٱلنُّورُ" descr="ٱلنُّور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Baby dino 5" descr="Baby dino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5397500"/>
            <a:ext cx="1016000" cy="1016000"/>
          </a:xfrm>
          <a:prstGeom prst="rect">
            <a:avLst/>
          </a:prstGeom>
        </p:spPr>
      </p:pic>
      <p:sp>
        <p:nvSpPr>
          <p:cNvPr id="8" name="All the eggs hatched!" descr="All the eggs hatched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All the eggs hatched!</a:t>
            </a:r>
          </a:p>
        </p:txBody>
      </p:sp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25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gg 1" descr="Egg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4" name="Answer 1 ٱلدَّرۡسُ" descr="ٱلدَّرۡسُ">
            <a:hlinkClick action="ppaction://hlinksldjump" r:id="rId6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ٱلدَّرۡسُ</a:t>
            </a:r>
          </a:p>
        </p:txBody>
      </p:sp>
      <p:pic>
        <p:nvPicPr>
          <p:cNvPr id="5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6" name="Answer 2 ٱلۡيَدُ" descr="ٱلۡيَد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pic>
        <p:nvPicPr>
          <p:cNvPr id="7" name="Egg 3" descr="Egg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8" name="Answer 3 ٱلۡجَمَلُ" descr="ٱلۡجَمَلُ">
            <a:hlinkClick action="ppaction://hlinksldjump" r:id="rId7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ٱلۡجَمَلُ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 the word with a SILENT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Find the word with a SILENT lam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5" name="Answer 1 إِنَّ" descr="إِنَّ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إِنَّ</a:t>
            </a:r>
          </a:p>
        </p:txBody>
      </p:sp>
      <p:pic>
        <p:nvPicPr>
          <p:cNvPr id="6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7" name="Answer 2 أَخَذَ" descr="أَخَذَ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أَخَذَ</a:t>
            </a:r>
          </a:p>
        </p:txBody>
      </p:sp>
      <p:pic>
        <p:nvPicPr>
          <p:cNvPr id="8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9" name="Answer 3 ٱكۡتُبۡ" descr="ٱكۡتُبۡ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ٱكۡتُبۡ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6" name="Answer 1 ع" descr="ع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</a:t>
            </a:r>
          </a:p>
        </p:txBody>
      </p:sp>
      <p:pic>
        <p:nvPicPr>
          <p:cNvPr id="7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8" name="Answer 2 ش" descr="ش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</a:t>
            </a:r>
          </a:p>
        </p:txBody>
      </p:sp>
      <p:pic>
        <p:nvPicPr>
          <p:cNvPr id="9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0" name="Answer 3 د" descr="د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7" name="Answer 1 اِ" descr="اِ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8" name="Egg 2" descr="Egg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9" name="Answer 2 اُ" descr="اُ">
            <a:hlinkClick action="ppaction://hlinksldjump" r:id="rId7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pic>
        <p:nvPicPr>
          <p:cNvPr id="10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1" name="Answer 3 اَ" descr="اَ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5" name="Find ٱلنَّاسُ" descr="ٱلنَّاس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ٱلنَّاسُ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by dino 1" descr="Baby din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97500"/>
            <a:ext cx="1016000" cy="1016000"/>
          </a:xfrm>
          <a:prstGeom prst="rect">
            <a:avLst/>
          </a:prstGeom>
        </p:spPr>
      </p:pic>
      <p:pic>
        <p:nvPicPr>
          <p:cNvPr id="4" name="Baby dino 2" descr="Baby din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5397500"/>
            <a:ext cx="1016000" cy="1016000"/>
          </a:xfrm>
          <a:prstGeom prst="rect">
            <a:avLst/>
          </a:prstGeom>
        </p:spPr>
      </p:pic>
      <p:pic>
        <p:nvPicPr>
          <p:cNvPr id="5" name="Baby dino 3" descr="Baby dino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5397500"/>
            <a:ext cx="1016000" cy="1016000"/>
          </a:xfrm>
          <a:prstGeom prst="rect">
            <a:avLst/>
          </a:prstGeom>
        </p:spPr>
      </p:pic>
      <p:pic>
        <p:nvPicPr>
          <p:cNvPr id="6" name="Baby dino 4" descr="Baby dino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397500"/>
            <a:ext cx="1016000" cy="1016000"/>
          </a:xfrm>
          <a:prstGeom prst="rect">
            <a:avLst/>
          </a:prstGeom>
        </p:spPr>
      </p:pic>
      <p:pic>
        <p:nvPicPr>
          <p:cNvPr id="7" name="Egg 1" descr="Egg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651000"/>
            <a:ext cx="1905000" cy="2413000"/>
          </a:xfrm>
          <a:prstGeom prst="rect">
            <a:avLst/>
          </a:prstGeom>
        </p:spPr>
      </p:pic>
      <p:sp>
        <p:nvSpPr>
          <p:cNvPr id="8" name="Answer 1 ٱلۡبَابُ" descr="ٱلۡبَابُ">
            <a:hlinkClick action="ppaction://hlinksldjump" r:id="rId7"/>
          </p:cNvPr>
          <p:cNvSpPr/>
          <p:nvPr/>
        </p:nvSpPr>
        <p:spPr>
          <a:xfrm>
            <a:off x="8318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ٱلۡبَابُ</a:t>
            </a:r>
          </a:p>
        </p:txBody>
      </p:sp>
      <p:pic>
        <p:nvPicPr>
          <p:cNvPr id="9" name="Egg 2" descr="Egg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51000"/>
            <a:ext cx="1905000" cy="2413000"/>
          </a:xfrm>
          <a:prstGeom prst="rect">
            <a:avLst/>
          </a:prstGeom>
        </p:spPr>
      </p:pic>
      <p:sp>
        <p:nvSpPr>
          <p:cNvPr id="10" name="Answer 2 ٱلنَّجۡمُ" descr="ٱلنَّجۡمُ">
            <a:hlinkClick action="ppaction://hlinksldjump" r:id="rId8"/>
          </p:cNvPr>
          <p:cNvSpPr/>
          <p:nvPr/>
        </p:nvSpPr>
        <p:spPr>
          <a:xfrm>
            <a:off x="5270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ٱلنَّجۡمُ</a:t>
            </a:r>
          </a:p>
        </p:txBody>
      </p:sp>
      <p:pic>
        <p:nvPicPr>
          <p:cNvPr id="11" name="Egg 3" descr="Egg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651000"/>
            <a:ext cx="1905000" cy="2413000"/>
          </a:xfrm>
          <a:prstGeom prst="rect">
            <a:avLst/>
          </a:prstGeom>
        </p:spPr>
      </p:pic>
      <p:sp>
        <p:nvSpPr>
          <p:cNvPr id="12" name="Answer 3 ٱلنُّورُ" descr="ٱلنُّورُ">
            <a:hlinkClick action="ppaction://hlinksldjump" r:id="rId8"/>
          </p:cNvPr>
          <p:cNvSpPr/>
          <p:nvPr/>
        </p:nvSpPr>
        <p:spPr>
          <a:xfrm>
            <a:off x="2222500" y="2476500"/>
            <a:ext cx="1651000" cy="889000"/>
          </a:xfrm>
          <a:prstGeom prst="roundRect">
            <a:avLst>
              <a:gd name="adj" fmla="val 25000"/>
            </a:avLst>
          </a:prstGeom>
          <a:solidFill>
            <a:srgbClr val="FFFDF5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ٱلنُّورُ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9017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أَبٌ" descr="أَبٌ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pic>
        <p:nvPicPr>
          <p:cNvPr id="7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ٱمۡشُوا۟" descr="ٱمۡشُوا۟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ٱمۡشُوا۟</a:t>
            </a:r>
          </a:p>
        </p:txBody>
      </p:sp>
      <p:pic>
        <p:nvPicPr>
          <p:cNvPr id="9" name="Toy 3" descr="To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أَنۡتَ" descr="أَنۡتَ">
            <a:hlinkClick action="ppaction://hlinksldjump" r:id="rId7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أَنۡتَ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3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ض" descr="ض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ض</a:t>
            </a:r>
          </a:p>
        </p:txBody>
      </p:sp>
      <p:pic>
        <p:nvPicPr>
          <p:cNvPr id="8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خ" descr="خ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</a:t>
            </a:r>
          </a:p>
        </p:txBody>
      </p:sp>
      <p:pic>
        <p:nvPicPr>
          <p:cNvPr id="10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ت" descr="ت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ding.wav"/>
      </p:stSnd>
    </p:sndAc>
  </p:transition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اِ" descr="اِ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9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اَ" descr="اَ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اُ" descr="ا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5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ٱلضَّوۡءُ" descr="ٱلضَّوۡء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10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لسَّمَكُ" descr="ٱلسَّمَكُ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pic>
        <p:nvPicPr>
          <p:cNvPr id="12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ٱلۡفِيلُ" descr="ٱلۡفِيل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6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اِدۡخُلُوا۟" descr="اِدۡخُلُوا۟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اِدۡخُلُوا۟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اُدۡخُلُوا۟" descr="اُدۡخُلُوا۟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اُدۡخُلُوا۟</a:t>
            </a:r>
          </a:p>
        </p:txBody>
      </p:sp>
      <p:pic>
        <p:nvPicPr>
          <p:cNvPr id="13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اَدۡخُلُوا۟" descr="اَدۡخُلُوا۟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اَدۡخُلُوا۟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7" name="Find ٱدۡخُلُوا۟" descr="ٱدۡخُل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ding.wav"/>
      </p:stSnd>
    </p:sndAc>
  </p:transition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Prize 5" descr="Priz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81500"/>
            <a:ext cx="1206500" cy="1206500"/>
          </a:xfrm>
          <a:prstGeom prst="rect">
            <a:avLst/>
          </a:prstGeom>
        </p:spPr>
      </p:pic>
      <p:sp>
        <p:nvSpPr>
          <p:cNvPr id="9" name="You won all the toys!" descr="You won all the toys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won all the toys!</a:t>
            </a:r>
          </a:p>
        </p:txBody>
      </p:sp>
      <p:sp>
        <p:nvSpPr>
          <p:cNvPr id="10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9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Claw" descr="Cla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5" name="Toy 1" descr="Toy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6" name="Answer 1 أَبٌ" descr="أَبٌ">
            <a:hlinkClick action="ppaction://hlinksldjump" r:id="rId7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أَبٌ</a:t>
            </a:r>
          </a:p>
        </p:txBody>
      </p:sp>
      <p:pic>
        <p:nvPicPr>
          <p:cNvPr id="7" name="Toy 2" descr="Toy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8" name="Answer 2 ٱمۡشُوا۟" descr="ٱمۡشُوا۟">
            <a:hlinkClick action="ppaction://hlinksldjump" r:id="rId8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ٱمۡشُوا۟</a:t>
            </a:r>
          </a:p>
        </p:txBody>
      </p:sp>
      <p:pic>
        <p:nvPicPr>
          <p:cNvPr id="9" name="Toy 3" descr="Toy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0" name="Answer 3 أَنۡتَ" descr="أَنۡتَ">
            <a:hlinkClick action="ppaction://hlinksldjump" r:id="rId7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أَنۡتَ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 the hamzat al-wasl  ( ٱ )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Traditional Arabic"/>
                <a:cs typeface="Traditional Arabic"/>
              </a:rPr>
              <a:t>Find the hamzat al-wasl  ( ٱ )</a:t>
            </a:r>
          </a:p>
        </p:txBody>
      </p:sp>
      <p:sp>
        <p:nvSpPr>
          <p:cNvPr id="14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Claw" descr="C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6" name="Toy 1" descr="Toy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7" name="Answer 1 ض" descr="ض">
            <a:hlinkClick action="ppaction://hlinksldjump" r:id="rId8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ض</a:t>
            </a:r>
          </a:p>
        </p:txBody>
      </p:sp>
      <p:pic>
        <p:nvPicPr>
          <p:cNvPr id="8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9" name="Answer 2 خ" descr="خ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</a:t>
            </a:r>
          </a:p>
        </p:txBody>
      </p:sp>
      <p:pic>
        <p:nvPicPr>
          <p:cNvPr id="10" name="Toy 3" descr="Toy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1" name="Answer 3 ت" descr="ت">
            <a:hlinkClick action="ppaction://hlinksldjump" r:id="rId8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 the MOON letter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 the MOON letter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Claw" descr="Cl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7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8" name="Answer 1 اِ" descr="اِ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اِ</a:t>
            </a:r>
          </a:p>
        </p:txBody>
      </p:sp>
      <p:pic>
        <p:nvPicPr>
          <p:cNvPr id="9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0" name="Answer 2 اَ" descr="اَ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اَ</a:t>
            </a:r>
          </a:p>
        </p:txBody>
      </p:sp>
      <p:pic>
        <p:nvPicPr>
          <p:cNvPr id="11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2" name="Answer 3 اُ" descr="ا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اُ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Start reading. Which sound firs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E2640"/>
                </a:solidFill>
                <a:latin typeface="Arial"/>
                <a:cs typeface="Arial"/>
              </a:rPr>
              <a:t>Start reading. Which sound first?</a:t>
            </a:r>
          </a:p>
        </p:txBody>
      </p:sp>
      <p:sp>
        <p:nvSpPr>
          <p:cNvPr id="16" name="Find ٱذۡكُرُوا۟" descr="ٱذۡكُر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ٱذۡكُرُوا۟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Claw" descr="Cla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8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9" name="Answer 1 ٱلضَّوۡءُ" descr="ٱلضَّوۡءُ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ٱلضَّوۡءُ</a:t>
            </a:r>
          </a:p>
        </p:txBody>
      </p:sp>
      <p:pic>
        <p:nvPicPr>
          <p:cNvPr id="10" name="Toy 2" descr="Toy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1" name="Answer 2 ٱلسَّمَكُ" descr="ٱلسَّمَكُ">
            <a:hlinkClick action="ppaction://hlinksldjump" r:id="rId9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ٱلسَّمَكُ</a:t>
            </a:r>
          </a:p>
        </p:txBody>
      </p:sp>
      <p:pic>
        <p:nvPicPr>
          <p:cNvPr id="12" name="Toy 3" descr="Toy 3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3" name="Answer 3 ٱلۡفِيلُ" descr="ٱلۡفِيلُ">
            <a:hlinkClick action="ppaction://hlinksldjump" r:id="rId10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ٱلۡفِيلُ</a:t>
            </a:r>
          </a:p>
        </p:txBody>
      </p:sp>
      <p:sp>
        <p:nvSpPr>
          <p:cNvPr id="14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 the word where we SAY the lam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Find the word where we SAY the lam</a:t>
            </a:r>
          </a:p>
        </p:txBody>
      </p:sp>
      <p:sp>
        <p:nvSpPr>
          <p:cNvPr id="17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Arcade" descr="Arc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izes label" descr="My prizes"/>
          <p:cNvSpPr/>
          <p:nvPr/>
        </p:nvSpPr>
        <p:spPr>
          <a:xfrm>
            <a:off x="381000" y="1143000"/>
            <a:ext cx="2921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My prizes</a:t>
            </a:r>
          </a:p>
        </p:txBody>
      </p:sp>
      <p:pic>
        <p:nvPicPr>
          <p:cNvPr id="4" name="Prize 1" descr="Priz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4500"/>
            <a:ext cx="1206500" cy="1206500"/>
          </a:xfrm>
          <a:prstGeom prst="rect">
            <a:avLst/>
          </a:prstGeom>
        </p:spPr>
      </p:pic>
      <p:pic>
        <p:nvPicPr>
          <p:cNvPr id="5" name="Prize 2" descr="Priz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714500"/>
            <a:ext cx="1206500" cy="1206500"/>
          </a:xfrm>
          <a:prstGeom prst="rect">
            <a:avLst/>
          </a:prstGeom>
        </p:spPr>
      </p:pic>
      <p:pic>
        <p:nvPicPr>
          <p:cNvPr id="6" name="Prize 3" descr="Priz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8000"/>
            <a:ext cx="1206500" cy="1206500"/>
          </a:xfrm>
          <a:prstGeom prst="rect">
            <a:avLst/>
          </a:prstGeom>
        </p:spPr>
      </p:pic>
      <p:pic>
        <p:nvPicPr>
          <p:cNvPr id="7" name="Prize 4" descr="Priz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3048000"/>
            <a:ext cx="1206500" cy="1206500"/>
          </a:xfrm>
          <a:prstGeom prst="rect">
            <a:avLst/>
          </a:prstGeom>
        </p:spPr>
      </p:pic>
      <p:pic>
        <p:nvPicPr>
          <p:cNvPr id="8" name="Claw" descr="Cl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358900"/>
            <a:ext cx="1270000" cy="1587500"/>
          </a:xfrm>
          <a:prstGeom prst="rect">
            <a:avLst/>
          </a:prstGeom>
        </p:spPr>
      </p:pic>
      <p:pic>
        <p:nvPicPr>
          <p:cNvPr id="9" name="Toy 1" descr="Toy 1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0" y="3556000"/>
            <a:ext cx="1270000" cy="1270000"/>
          </a:xfrm>
          <a:prstGeom prst="rect">
            <a:avLst/>
          </a:prstGeom>
        </p:spPr>
      </p:pic>
      <p:sp>
        <p:nvSpPr>
          <p:cNvPr id="10" name="Answer 1 اِدۡخُلُوا۟" descr="اِدۡخُلُوا۟">
            <a:hlinkClick action="ppaction://hlinksldjump" r:id="rId9"/>
          </p:cNvPr>
          <p:cNvSpPr/>
          <p:nvPr/>
        </p:nvSpPr>
        <p:spPr>
          <a:xfrm>
            <a:off x="939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اِدۡخُلُوا۟</a:t>
            </a:r>
          </a:p>
        </p:txBody>
      </p:sp>
      <p:pic>
        <p:nvPicPr>
          <p:cNvPr id="11" name="Toy 2" descr="Toy 2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556000"/>
            <a:ext cx="1270000" cy="1270000"/>
          </a:xfrm>
          <a:prstGeom prst="rect">
            <a:avLst/>
          </a:prstGeom>
        </p:spPr>
      </p:pic>
      <p:sp>
        <p:nvSpPr>
          <p:cNvPr id="12" name="Answer 2 اُدۡخُلُوا۟" descr="اُدۡخُلُوا۟">
            <a:hlinkClick action="ppaction://hlinksldjump" r:id="rId10"/>
          </p:cNvPr>
          <p:cNvSpPr/>
          <p:nvPr/>
        </p:nvSpPr>
        <p:spPr>
          <a:xfrm>
            <a:off x="685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اُدۡخُلُوا۟</a:t>
            </a:r>
          </a:p>
        </p:txBody>
      </p:sp>
      <p:pic>
        <p:nvPicPr>
          <p:cNvPr id="13" name="Toy 3" descr="Toy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556000"/>
            <a:ext cx="1270000" cy="1270000"/>
          </a:xfrm>
          <a:prstGeom prst="rect">
            <a:avLst/>
          </a:prstGeom>
        </p:spPr>
      </p:pic>
      <p:sp>
        <p:nvSpPr>
          <p:cNvPr id="14" name="Answer 3 اَدۡخُلُوا۟" descr="اَدۡخُلُوا۟">
            <a:hlinkClick action="ppaction://hlinksldjump" r:id="rId9"/>
          </p:cNvPr>
          <p:cNvSpPr/>
          <p:nvPr/>
        </p:nvSpPr>
        <p:spPr>
          <a:xfrm>
            <a:off x="4318000" y="2794000"/>
            <a:ext cx="2032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BE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اَدۡخُلُوا۟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254000" y="5207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start reading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How do we start reading it?</a:t>
            </a:r>
          </a:p>
        </p:txBody>
      </p:sp>
      <p:sp>
        <p:nvSpPr>
          <p:cNvPr id="18" name="Find ٱدۡخُلُوا۟" descr="ٱدۡخُلُوا۟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ٱدۡخُلُوا۟</a:t>
            </a:r>
          </a:p>
        </p:txBody>
      </p:sp>
      <p:sp>
        <p:nvSpPr>
          <p:cNvPr id="19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شَّمۡسِ" descr="وَٱلشَّمۡس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وَٱلشَّمۡسِ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صۡبِرۡ" descr="وَٱصۡبِرۡ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وَٱصۡبِرۡ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بۡنُوا۟" descr="ٱبۡن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ۡعَصۡرِ" descr="وَٱلۡعَصۡر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وَٱلۡعَصۡرِ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فِي ٱلۡأَرۡضِ" descr="فِي ٱلۡأَرۡض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 ٱلۡأَرۡضِ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8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reat sorting!" descr="Great sorting!"/>
          <p:cNvSpPr/>
          <p:nvPr/>
        </p:nvSpPr>
        <p:spPr>
          <a:xfrm>
            <a:off x="4572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Great sorting!</a:t>
            </a:r>
          </a:p>
        </p:txBody>
      </p:sp>
      <p:sp>
        <p:nvSpPr>
          <p:cNvPr id="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شَّمۡسِ" descr="وَٱلشَّمۡس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وَٱلشَّمۡسِ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صۡبِرۡ" descr="وَٱصۡبِرۡ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وَٱصۡبِرۡ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ٱبۡنُوا۟" descr="ٱبۡنُوا۟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ٱبۡنُوا۟</a:t>
            </a:r>
          </a:p>
        </p:txBody>
      </p:sp>
      <p:sp>
        <p:nvSpPr>
          <p:cNvPr id="10" name="Say it button">
            <a:hlinkClick action="ppaction://hlinksldjump" r:id="rId5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ay it" descr="Say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2" name="Say it label" descr="Say it">
            <a:hlinkClick action="ppaction://hlinksldjump" r:id="rId5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3" name="Skip it button">
            <a:hlinkClick action="ppaction://hlinksldjump" r:id="rId6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kip it" descr="Skip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5" name="Skip it label" descr="Skip it">
            <a:hlinkClick action="ppaction://hlinksldjump" r:id="rId6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وَٱلۡعَصۡرِ" descr="وَٱلۡعَصۡر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وَٱلۡعَصۡرِ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ard"/>
          <p:cNvSpPr/>
          <p:nvPr/>
        </p:nvSpPr>
        <p:spPr>
          <a:xfrm>
            <a:off x="3873500" y="1206500"/>
            <a:ext cx="4445000" cy="190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rt فِي ٱلۡأَرۡضِ" descr="فِي ٱلۡأَرۡضِ"/>
          <p:cNvSpPr/>
          <p:nvPr/>
        </p:nvSpPr>
        <p:spPr>
          <a:xfrm>
            <a:off x="4064000" y="1270000"/>
            <a:ext cx="4064000" cy="177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فِي ٱلۡأَرۡضِ</a:t>
            </a:r>
          </a:p>
        </p:txBody>
      </p:sp>
      <p:sp>
        <p:nvSpPr>
          <p:cNvPr id="10" name="Skip it button">
            <a:hlinkClick action="ppaction://hlinksldjump" r:id="rId5"/>
          </p:cNvPr>
          <p:cNvSpPr/>
          <p:nvPr/>
        </p:nvSpPr>
        <p:spPr>
          <a:xfrm>
            <a:off x="7683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EEEAFF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kip it" descr="Skip it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3556000"/>
            <a:ext cx="1778000" cy="1778000"/>
          </a:xfrm>
          <a:prstGeom prst="rect">
            <a:avLst/>
          </a:prstGeom>
        </p:spPr>
      </p:pic>
      <p:sp>
        <p:nvSpPr>
          <p:cNvPr id="12" name="Skip it label" descr="Skip it">
            <a:hlinkClick action="ppaction://hlinksldjump" r:id="rId5"/>
          </p:cNvPr>
          <p:cNvSpPr/>
          <p:nvPr/>
        </p:nvSpPr>
        <p:spPr>
          <a:xfrm>
            <a:off x="7683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Skip it</a:t>
            </a:r>
          </a:p>
        </p:txBody>
      </p:sp>
      <p:sp>
        <p:nvSpPr>
          <p:cNvPr id="13" name="Say it button">
            <a:hlinkClick action="ppaction://hlinksldjump" r:id="rId6"/>
          </p:cNvPr>
          <p:cNvSpPr/>
          <p:nvPr/>
        </p:nvSpPr>
        <p:spPr>
          <a:xfrm>
            <a:off x="1587500" y="3429000"/>
            <a:ext cx="2921000" cy="2794000"/>
          </a:xfrm>
          <a:prstGeom prst="roundRect">
            <a:avLst>
              <a:gd name="adj" fmla="val 12000"/>
            </a:avLst>
          </a:prstGeom>
          <a:solidFill>
            <a:srgbClr val="FFF8DC"/>
          </a:solidFill>
          <a:ln w="635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ay it" descr="Say it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0" y="3556000"/>
            <a:ext cx="1778000" cy="1778000"/>
          </a:xfrm>
          <a:prstGeom prst="rect">
            <a:avLst/>
          </a:prstGeom>
        </p:spPr>
      </p:pic>
      <p:sp>
        <p:nvSpPr>
          <p:cNvPr id="15" name="Say it label" descr="Say it">
            <a:hlinkClick action="ppaction://hlinksldjump" r:id="rId6"/>
          </p:cNvPr>
          <p:cNvSpPr/>
          <p:nvPr/>
        </p:nvSpPr>
        <p:spPr>
          <a:xfrm>
            <a:off x="1587500" y="5461000"/>
            <a:ext cx="292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400" b="1" lang="en-US">
                <a:solidFill>
                  <a:srgbClr val="2E2640"/>
                </a:solidFill>
                <a:latin typeface="Arial"/>
                <a:cs typeface="Arial"/>
              </a:rPr>
              <a:t>Say it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4699000" y="381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Say it or skip it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Say it or skip it?</a:t>
            </a:r>
          </a:p>
        </p:txBody>
      </p:sp>
      <p:sp>
        <p:nvSpPr>
          <p:cNvPr id="19" name="Find ٱ" descr="ٱ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ٱ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2413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3" name="Apple 10" descr="Appl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صۡبِرۡ" descr="ٱصۡبِرۡ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ٱصۡبِرۡ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شَّمۡسُ" descr="ٱلشَّمۡس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مَاءُ" descr="ٱلۡمَاء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عۡبُدُوا۟" descr="ٱعۡبُد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ٱعۡبُدُوا۟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شۡكُرُوا۟" descr="ٱشۡكُر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0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3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2" name="Apple 9" descr="Appl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3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شَّمۡسُ" descr="ٱلشَّمۡس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ٱلشَّمۡسُ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مَاءُ" descr="ٱلۡمَاء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عۡبُدُوا۟" descr="ٱعۡبُد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ٱعۡبُدُوا۟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شۡكُرُوا۟" descr="ٱشۡكُر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غَيۡمُ" descr="ٱلۡغَيۡ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1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095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1" name="Apple 8" descr="Appl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2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3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مَاءُ" descr="ٱلۡمَاء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ٱلۡمَاءُ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عۡبُدُوا۟" descr="ٱعۡبُد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ٱعۡبُدُوا۟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شۡكُرُوا۟" descr="ٱشۡكُر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غَيۡمُ" descr="ٱلۡغَيۡ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فۡتَحۡ" descr="ٱفۡتَحۡ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ٱفۡتَحۡ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2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540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10" name="Apple 7" descr="Appl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1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2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3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عۡبُدُوا۟" descr="ٱعۡبُد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ٱعۡبُدُوا۟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شۡكُرُوا۟" descr="ٱشۡكُر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غَيۡمُ" descr="ٱلۡغَيۡ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فۡتَحۡ" descr="ٱفۡتَحۡ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ٱفۡتَحۡ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يَدُ" descr="ٱلۡيَد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3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302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9" name="Apple 6" descr="Appl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10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1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2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3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شۡكُرُوا۟" descr="ٱشۡكُر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ٱشۡكُرُوا۟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غَيۡمُ" descr="ٱلۡغَيۡم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ٱلۡغَيۡمُ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فۡتَحۡ" descr="ٱفۡتَحۡ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ٱفۡتَحۡ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لۡيَدُ" descr="ٱلۡيَدُ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ٱلۡيَدُ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rompt" descr="Apple Tre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Apple Tree!  Read the word, then tap your team.</a:t>
            </a:r>
          </a:p>
        </p:txBody>
      </p:sp>
      <p:sp>
        <p:nvSpPr>
          <p:cNvPr id="20" name="Word card"/>
          <p:cNvSpPr/>
          <p:nvPr/>
        </p:nvSpPr>
        <p:spPr>
          <a:xfrm>
            <a:off x="4191000" y="889000"/>
            <a:ext cx="3810000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ord ٱمۡشُوا۟" descr="ٱمۡشُوا۟"/>
          <p:cNvSpPr/>
          <p:nvPr/>
        </p:nvSpPr>
        <p:spPr>
          <a:xfrm>
            <a:off x="4318000" y="9525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ٱمۡشُوا۟</a:t>
            </a:r>
          </a:p>
        </p:txBody>
      </p:sp>
      <p:sp>
        <p:nvSpPr>
          <p:cNvPr id="22" name="Red point" descr="Red ✓">
            <a:hlinkClick action="ppaction://hlinksldjump" r:id="rId6"/>
          </p:cNvPr>
          <p:cNvSpPr/>
          <p:nvPr/>
        </p:nvSpPr>
        <p:spPr>
          <a:xfrm>
            <a:off x="508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3" name="Blue point" descr="Blue ✓">
            <a:hlinkClick action="ppaction://hlinksldjump" r:id="rId7"/>
          </p:cNvPr>
          <p:cNvSpPr/>
          <p:nvPr/>
        </p:nvSpPr>
        <p:spPr>
          <a:xfrm>
            <a:off x="9779000" y="2413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0" name="Red score" descr="Red: 4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pic>
        <p:nvPicPr>
          <p:cNvPr id="11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2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3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4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5" name="Blue apple 5" descr="Blue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5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8" name="Blue wins" descr="Blue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8" name="Apple 5" descr="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9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10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1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2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3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4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5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0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9845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7" name="Apple 4" descr="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8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9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10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1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2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3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4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5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1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429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6" name="Apple 3" descr="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7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8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9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10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1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2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3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4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5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2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3937000"/>
            <a:ext cx="444500" cy="482600"/>
          </a:xfrm>
          <a:prstGeom prst="rect">
            <a:avLst/>
          </a:prstGeom>
        </p:spPr>
      </p:pic>
      <p:pic>
        <p:nvPicPr>
          <p:cNvPr id="5" name="Apple 2" descr="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6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7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8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9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10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1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2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3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4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5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3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tree" descr="Apple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1714500"/>
            <a:ext cx="4445000" cy="4826000"/>
          </a:xfrm>
          <a:prstGeom prst="rect">
            <a:avLst/>
          </a:prstGeom>
        </p:spPr>
      </p:pic>
      <p:pic>
        <p:nvPicPr>
          <p:cNvPr id="4" name="Apple 1" descr="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937000"/>
            <a:ext cx="444500" cy="482600"/>
          </a:xfrm>
          <a:prstGeom prst="rect">
            <a:avLst/>
          </a:prstGeom>
        </p:spPr>
      </p:pic>
      <p:pic>
        <p:nvPicPr>
          <p:cNvPr id="5" name="Red apple 1" descr="Red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72000"/>
            <a:ext cx="444500" cy="482600"/>
          </a:xfrm>
          <a:prstGeom prst="rect">
            <a:avLst/>
          </a:prstGeom>
        </p:spPr>
      </p:pic>
      <p:pic>
        <p:nvPicPr>
          <p:cNvPr id="6" name="Red apple 2" descr="Red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572000"/>
            <a:ext cx="444500" cy="482600"/>
          </a:xfrm>
          <a:prstGeom prst="rect">
            <a:avLst/>
          </a:prstGeom>
        </p:spPr>
      </p:pic>
      <p:pic>
        <p:nvPicPr>
          <p:cNvPr id="7" name="Red apple 3" descr="Red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572000"/>
            <a:ext cx="444500" cy="482600"/>
          </a:xfrm>
          <a:prstGeom prst="rect">
            <a:avLst/>
          </a:prstGeom>
        </p:spPr>
      </p:pic>
      <p:pic>
        <p:nvPicPr>
          <p:cNvPr id="8" name="Red apple 4" descr="Red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44500" cy="482600"/>
          </a:xfrm>
          <a:prstGeom prst="rect">
            <a:avLst/>
          </a:prstGeom>
        </p:spPr>
      </p:pic>
      <p:pic>
        <p:nvPicPr>
          <p:cNvPr id="9" name="Red apple 5" descr="Red appl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91000"/>
            <a:ext cx="444500" cy="482600"/>
          </a:xfrm>
          <a:prstGeom prst="rect">
            <a:avLst/>
          </a:prstGeom>
        </p:spPr>
      </p:pic>
      <p:pic>
        <p:nvPicPr>
          <p:cNvPr id="10" name="Red basket" descr="Red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" y="4826000"/>
            <a:ext cx="2032000" cy="1397000"/>
          </a:xfrm>
          <a:prstGeom prst="rect">
            <a:avLst/>
          </a:prstGeom>
        </p:spPr>
      </p:pic>
      <p:sp>
        <p:nvSpPr>
          <p:cNvPr id="11" name="Red score" descr="Red: 5"/>
          <p:cNvSpPr/>
          <p:nvPr/>
        </p:nvSpPr>
        <p:spPr>
          <a:xfrm>
            <a:off x="444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pic>
        <p:nvPicPr>
          <p:cNvPr id="12" name="Blue apple 1" descr="Blue appl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572000"/>
            <a:ext cx="444500" cy="482600"/>
          </a:xfrm>
          <a:prstGeom prst="rect">
            <a:avLst/>
          </a:prstGeom>
        </p:spPr>
      </p:pic>
      <p:pic>
        <p:nvPicPr>
          <p:cNvPr id="13" name="Blue apple 2" descr="Blue app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4572000"/>
            <a:ext cx="444500" cy="482600"/>
          </a:xfrm>
          <a:prstGeom prst="rect">
            <a:avLst/>
          </a:prstGeom>
        </p:spPr>
      </p:pic>
      <p:pic>
        <p:nvPicPr>
          <p:cNvPr id="14" name="Blue apple 3" descr="Blue appl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0" y="4572000"/>
            <a:ext cx="444500" cy="482600"/>
          </a:xfrm>
          <a:prstGeom prst="rect">
            <a:avLst/>
          </a:prstGeom>
        </p:spPr>
      </p:pic>
      <p:pic>
        <p:nvPicPr>
          <p:cNvPr id="15" name="Blue apple 4" descr="Blue appl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0" y="4191000"/>
            <a:ext cx="444500" cy="482600"/>
          </a:xfrm>
          <a:prstGeom prst="rect">
            <a:avLst/>
          </a:prstGeom>
        </p:spPr>
      </p:pic>
      <p:pic>
        <p:nvPicPr>
          <p:cNvPr id="16" name="Blue basket" descr="Blue bask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4826000"/>
            <a:ext cx="2032000" cy="1397000"/>
          </a:xfrm>
          <a:prstGeom prst="rect">
            <a:avLst/>
          </a:prstGeom>
        </p:spPr>
      </p:pic>
      <p:sp>
        <p:nvSpPr>
          <p:cNvPr id="17" name="Blue score" descr="Blue: 4"/>
          <p:cNvSpPr/>
          <p:nvPr/>
        </p:nvSpPr>
        <p:spPr>
          <a:xfrm>
            <a:off x="9715500" y="6254750"/>
            <a:ext cx="2032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8" name="Red wins" descr="Red team wins!"/>
          <p:cNvSpPr/>
          <p:nvPr/>
        </p:nvSpPr>
        <p:spPr>
          <a:xfrm>
            <a:off x="3556000" y="2095500"/>
            <a:ext cx="5080000" cy="1524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Wasl and Lam Review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