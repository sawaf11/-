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boing.wav" ContentType="audio/wav"/>
  <Override PartName="/ppt/media/snd_buzz.wav" ContentType="audio/wav"/>
  <Override PartName="/ppt/media/snd_cheer.wav" ContentType="audio/wav"/>
  <Override PartName="/ppt/media/snd_ding.wav" ContentType="audio/wav"/>
  <Override PartName="/ppt/media/snd_munch.wav" ContentType="audio/wav"/>
  <Override PartName="/ppt/media/snd_pop.wav" ContentType="audio/wav"/>
  <Override PartName="/ppt/media/snd_sparkle.wav" ContentType="audio/wav"/>
  <Override PartName="/ppt/media/snd_tada.wav" ContentType="audio/wav"/>
  <Override PartName="/ppt/media/snd_whoosh.wav" ContentType="audio/wav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7" r:id="rId418"/>
    <p:sldId id="668" r:id="rId419"/>
    <p:sldId id="669" r:id="rId4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Relationship Id="rId418" Type="http://schemas.openxmlformats.org/officeDocument/2006/relationships/slide" Target="slides/slide412.xml"/><Relationship Id="rId419" Type="http://schemas.openxmlformats.org/officeDocument/2006/relationships/slide" Target="slides/slide413.xml"/><Relationship Id="rId420" Type="http://schemas.openxmlformats.org/officeDocument/2006/relationships/slide" Target="slides/slide4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9.xml"/><Relationship Id="rId4" Type="http://schemas.openxmlformats.org/officeDocument/2006/relationships/slide" Target="slide4.xml"/><Relationship Id="rId5" Type="http://schemas.openxmlformats.org/officeDocument/2006/relationships/slide" Target="slide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10.xml"/><Relationship Id="rId5" Type="http://schemas.openxmlformats.org/officeDocument/2006/relationships/slide" Target="slide5.xml"/><Relationship Id="rId6" Type="http://schemas.openxmlformats.org/officeDocument/2006/relationships/slide" Target="slide14.xml"/><Relationship Id="rId7" Type="http://schemas.openxmlformats.org/officeDocument/2006/relationships/audio" Target="../media/snd_pop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11.xml"/><Relationship Id="rId5" Type="http://schemas.openxmlformats.org/officeDocument/2006/relationships/slide" Target="slide6.xml"/><Relationship Id="rId6" Type="http://schemas.openxmlformats.org/officeDocument/2006/relationships/slide" Target="slide14.xml"/><Relationship Id="rId7" Type="http://schemas.openxmlformats.org/officeDocument/2006/relationships/audio" Target="../media/snd_pop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12.xml"/><Relationship Id="rId5" Type="http://schemas.openxmlformats.org/officeDocument/2006/relationships/slide" Target="slide7.xml"/><Relationship Id="rId6" Type="http://schemas.openxmlformats.org/officeDocument/2006/relationships/slide" Target="slide14.xml"/><Relationship Id="rId7" Type="http://schemas.openxmlformats.org/officeDocument/2006/relationships/audio" Target="../media/snd_pop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13.xml"/><Relationship Id="rId5" Type="http://schemas.openxmlformats.org/officeDocument/2006/relationships/slide" Target="slide8.xml"/><Relationship Id="rId6" Type="http://schemas.openxmlformats.org/officeDocument/2006/relationships/slide" Target="slide14.xml"/><Relationship Id="rId7" Type="http://schemas.openxmlformats.org/officeDocument/2006/relationships/audio" Target="../media/snd_pop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14.xml"/><Relationship Id="rId5" Type="http://schemas.openxmlformats.org/officeDocument/2006/relationships/audio" Target="../media/snd_tada.wav"/><Relationship Id="rId6" Type="http://schemas.openxmlformats.org/officeDocument/2006/relationships/image" Target="../media/image69.png"/><Relationship Id="rId7" Type="http://schemas.openxmlformats.org/officeDocument/2006/relationships/audio" Target="../media/snd_cheer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9.xml"/><Relationship Id="rId4" Type="http://schemas.openxmlformats.org/officeDocument/2006/relationships/slide" Target="slide4.xml"/><Relationship Id="rId5" Type="http://schemas.openxmlformats.org/officeDocument/2006/relationships/slide" Target="slide14.xml"/><Relationship Id="rId6" Type="http://schemas.openxmlformats.org/officeDocument/2006/relationships/audio" Target="../media/snd_boing.wav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10.xml"/><Relationship Id="rId5" Type="http://schemas.openxmlformats.org/officeDocument/2006/relationships/slide" Target="slide5.xml"/><Relationship Id="rId6" Type="http://schemas.openxmlformats.org/officeDocument/2006/relationships/slide" Target="slide14.xml"/><Relationship Id="rId7" Type="http://schemas.openxmlformats.org/officeDocument/2006/relationships/audio" Target="../media/snd_boing.wav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11.xml"/><Relationship Id="rId5" Type="http://schemas.openxmlformats.org/officeDocument/2006/relationships/slide" Target="slide6.xml"/><Relationship Id="rId6" Type="http://schemas.openxmlformats.org/officeDocument/2006/relationships/slide" Target="slide14.xml"/><Relationship Id="rId7" Type="http://schemas.openxmlformats.org/officeDocument/2006/relationships/audio" Target="../media/snd_boing.wav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12.xml"/><Relationship Id="rId5" Type="http://schemas.openxmlformats.org/officeDocument/2006/relationships/slide" Target="slide7.xml"/><Relationship Id="rId6" Type="http://schemas.openxmlformats.org/officeDocument/2006/relationships/slide" Target="slide14.xml"/><Relationship Id="rId7" Type="http://schemas.openxmlformats.org/officeDocument/2006/relationships/audio" Target="../media/snd_boing.wav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13.xml"/><Relationship Id="rId5" Type="http://schemas.openxmlformats.org/officeDocument/2006/relationships/slide" Target="slide8.xml"/><Relationship Id="rId6" Type="http://schemas.openxmlformats.org/officeDocument/2006/relationships/slide" Target="slide14.xml"/><Relationship Id="rId7" Type="http://schemas.openxmlformats.org/officeDocument/2006/relationships/audio" Target="../media/snd_boing.wav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slide" Target="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slide" Target="slide21.xml"/><Relationship Id="rId5" Type="http://schemas.openxmlformats.org/officeDocument/2006/relationships/slide" Target="slide16.xml"/><Relationship Id="rId6" Type="http://schemas.openxmlformats.org/officeDocument/2006/relationships/slide" Target="slide2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7.png"/><Relationship Id="rId4" Type="http://schemas.openxmlformats.org/officeDocument/2006/relationships/slide" Target="slide22.xml"/><Relationship Id="rId5" Type="http://schemas.openxmlformats.org/officeDocument/2006/relationships/slide" Target="slide17.xml"/><Relationship Id="rId6" Type="http://schemas.openxmlformats.org/officeDocument/2006/relationships/slide" Target="slide26.xml"/><Relationship Id="rId7" Type="http://schemas.openxmlformats.org/officeDocument/2006/relationships/audio" Target="../media/snd_sparkle.wav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8.png"/><Relationship Id="rId4" Type="http://schemas.openxmlformats.org/officeDocument/2006/relationships/slide" Target="slide18.xml"/><Relationship Id="rId5" Type="http://schemas.openxmlformats.org/officeDocument/2006/relationships/slide" Target="slide23.xml"/><Relationship Id="rId6" Type="http://schemas.openxmlformats.org/officeDocument/2006/relationships/slide" Target="slide26.xml"/><Relationship Id="rId7" Type="http://schemas.openxmlformats.org/officeDocument/2006/relationships/audio" Target="../media/snd_sparkle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9.png"/><Relationship Id="rId4" Type="http://schemas.openxmlformats.org/officeDocument/2006/relationships/slide" Target="slide24.xml"/><Relationship Id="rId5" Type="http://schemas.openxmlformats.org/officeDocument/2006/relationships/slide" Target="slide19.xml"/><Relationship Id="rId6" Type="http://schemas.openxmlformats.org/officeDocument/2006/relationships/slide" Target="slide26.xml"/><Relationship Id="rId7" Type="http://schemas.openxmlformats.org/officeDocument/2006/relationships/audio" Target="../media/snd_sparkle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0.png"/><Relationship Id="rId4" Type="http://schemas.openxmlformats.org/officeDocument/2006/relationships/slide" Target="slide25.xml"/><Relationship Id="rId5" Type="http://schemas.openxmlformats.org/officeDocument/2006/relationships/slide" Target="slide20.xml"/><Relationship Id="rId6" Type="http://schemas.openxmlformats.org/officeDocument/2006/relationships/slide" Target="slide26.xml"/><Relationship Id="rId7" Type="http://schemas.openxmlformats.org/officeDocument/2006/relationships/audio" Target="../media/snd_sparkle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4.png"/><Relationship Id="rId4" Type="http://schemas.openxmlformats.org/officeDocument/2006/relationships/slide" Target="slide26.xml"/><Relationship Id="rId5" Type="http://schemas.openxmlformats.org/officeDocument/2006/relationships/audio" Target="../media/snd_tada.wav"/><Relationship Id="rId6" Type="http://schemas.openxmlformats.org/officeDocument/2006/relationships/image" Target="../media/image69.png"/><Relationship Id="rId7" Type="http://schemas.openxmlformats.org/officeDocument/2006/relationships/audio" Target="../media/snd_cheer.wav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slide" Target="slide21.xml"/><Relationship Id="rId5" Type="http://schemas.openxmlformats.org/officeDocument/2006/relationships/slide" Target="slide16.xml"/><Relationship Id="rId6" Type="http://schemas.openxmlformats.org/officeDocument/2006/relationships/slide" Target="slide26.xml"/><Relationship Id="rId7" Type="http://schemas.openxmlformats.org/officeDocument/2006/relationships/audio" Target="../media/snd_boing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7.png"/><Relationship Id="rId4" Type="http://schemas.openxmlformats.org/officeDocument/2006/relationships/slide" Target="slide22.xml"/><Relationship Id="rId5" Type="http://schemas.openxmlformats.org/officeDocument/2006/relationships/slide" Target="slide17.xml"/><Relationship Id="rId6" Type="http://schemas.openxmlformats.org/officeDocument/2006/relationships/slide" Target="slide26.xml"/><Relationship Id="rId7" Type="http://schemas.openxmlformats.org/officeDocument/2006/relationships/audio" Target="../media/snd_boing.wav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8.png"/><Relationship Id="rId4" Type="http://schemas.openxmlformats.org/officeDocument/2006/relationships/slide" Target="slide18.xml"/><Relationship Id="rId5" Type="http://schemas.openxmlformats.org/officeDocument/2006/relationships/slide" Target="slide23.xml"/><Relationship Id="rId6" Type="http://schemas.openxmlformats.org/officeDocument/2006/relationships/slide" Target="slide26.xml"/><Relationship Id="rId7" Type="http://schemas.openxmlformats.org/officeDocument/2006/relationships/audio" Target="../media/snd_boing.wav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9.png"/><Relationship Id="rId4" Type="http://schemas.openxmlformats.org/officeDocument/2006/relationships/slide" Target="slide24.xml"/><Relationship Id="rId5" Type="http://schemas.openxmlformats.org/officeDocument/2006/relationships/slide" Target="slide19.xml"/><Relationship Id="rId6" Type="http://schemas.openxmlformats.org/officeDocument/2006/relationships/slide" Target="slide26.xml"/><Relationship Id="rId7" Type="http://schemas.openxmlformats.org/officeDocument/2006/relationships/audio" Target="../media/snd_boing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0.png"/><Relationship Id="rId4" Type="http://schemas.openxmlformats.org/officeDocument/2006/relationships/slide" Target="slide25.xml"/><Relationship Id="rId5" Type="http://schemas.openxmlformats.org/officeDocument/2006/relationships/slide" Target="slide20.xml"/><Relationship Id="rId6" Type="http://schemas.openxmlformats.org/officeDocument/2006/relationships/slide" Target="slide26.xml"/><Relationship Id="rId7" Type="http://schemas.openxmlformats.org/officeDocument/2006/relationships/audio" Target="../media/snd_boing.wav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slide" Target="slide2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33.xml"/><Relationship Id="rId7" Type="http://schemas.openxmlformats.org/officeDocument/2006/relationships/slide" Target="slide28.xml"/><Relationship Id="rId8" Type="http://schemas.openxmlformats.org/officeDocument/2006/relationships/slide" Target="slide3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34.xml"/><Relationship Id="rId7" Type="http://schemas.openxmlformats.org/officeDocument/2006/relationships/slide" Target="slide29.xml"/><Relationship Id="rId8" Type="http://schemas.openxmlformats.org/officeDocument/2006/relationships/slide" Target="slide38.xml"/><Relationship Id="rId9" Type="http://schemas.openxmlformats.org/officeDocument/2006/relationships/audio" Target="../media/snd_ding.wav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35.xml"/><Relationship Id="rId7" Type="http://schemas.openxmlformats.org/officeDocument/2006/relationships/slide" Target="slide30.xml"/><Relationship Id="rId8" Type="http://schemas.openxmlformats.org/officeDocument/2006/relationships/slide" Target="slide38.xml"/><Relationship Id="rId9" Type="http://schemas.openxmlformats.org/officeDocument/2006/relationships/audio" Target="../media/snd_ding.wav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31.xml"/><Relationship Id="rId7" Type="http://schemas.openxmlformats.org/officeDocument/2006/relationships/slide" Target="slide36.xml"/><Relationship Id="rId8" Type="http://schemas.openxmlformats.org/officeDocument/2006/relationships/slide" Target="slide38.xml"/><Relationship Id="rId9" Type="http://schemas.openxmlformats.org/officeDocument/2006/relationships/audio" Target="../media/snd_ding.wav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37.xml"/><Relationship Id="rId7" Type="http://schemas.openxmlformats.org/officeDocument/2006/relationships/slide" Target="slide32.xml"/><Relationship Id="rId8" Type="http://schemas.openxmlformats.org/officeDocument/2006/relationships/slide" Target="slide38.xml"/><Relationship Id="rId9" Type="http://schemas.openxmlformats.org/officeDocument/2006/relationships/audio" Target="../media/snd_ding.wav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slide" Target="slide38.xml"/><Relationship Id="rId4" Type="http://schemas.openxmlformats.org/officeDocument/2006/relationships/audio" Target="../media/snd_tada.wav"/><Relationship Id="rId5" Type="http://schemas.openxmlformats.org/officeDocument/2006/relationships/image" Target="../media/image69.png"/><Relationship Id="rId6" Type="http://schemas.openxmlformats.org/officeDocument/2006/relationships/audio" Target="../media/snd_cheer.wav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33.xml"/><Relationship Id="rId7" Type="http://schemas.openxmlformats.org/officeDocument/2006/relationships/slide" Target="slide28.xml"/><Relationship Id="rId8" Type="http://schemas.openxmlformats.org/officeDocument/2006/relationships/slide" Target="slide38.xml"/><Relationship Id="rId9" Type="http://schemas.openxmlformats.org/officeDocument/2006/relationships/audio" Target="../media/snd_boing.wav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34.xml"/><Relationship Id="rId7" Type="http://schemas.openxmlformats.org/officeDocument/2006/relationships/slide" Target="slide29.xml"/><Relationship Id="rId8" Type="http://schemas.openxmlformats.org/officeDocument/2006/relationships/slide" Target="slide38.xml"/><Relationship Id="rId9" Type="http://schemas.openxmlformats.org/officeDocument/2006/relationships/audio" Target="../media/snd_boing.wav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35.xml"/><Relationship Id="rId7" Type="http://schemas.openxmlformats.org/officeDocument/2006/relationships/slide" Target="slide30.xml"/><Relationship Id="rId8" Type="http://schemas.openxmlformats.org/officeDocument/2006/relationships/slide" Target="slide38.xml"/><Relationship Id="rId9" Type="http://schemas.openxmlformats.org/officeDocument/2006/relationships/audio" Target="../media/snd_boing.wav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31.xml"/><Relationship Id="rId7" Type="http://schemas.openxmlformats.org/officeDocument/2006/relationships/slide" Target="slide36.xml"/><Relationship Id="rId8" Type="http://schemas.openxmlformats.org/officeDocument/2006/relationships/slide" Target="slide38.xml"/><Relationship Id="rId9" Type="http://schemas.openxmlformats.org/officeDocument/2006/relationships/audio" Target="../media/snd_boing.wav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37.xml"/><Relationship Id="rId7" Type="http://schemas.openxmlformats.org/officeDocument/2006/relationships/slide" Target="slide32.xml"/><Relationship Id="rId8" Type="http://schemas.openxmlformats.org/officeDocument/2006/relationships/slide" Target="slide38.xml"/><Relationship Id="rId9" Type="http://schemas.openxmlformats.org/officeDocument/2006/relationships/audio" Target="../media/snd_boing.wav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png"/><Relationship Id="rId4" Type="http://schemas.openxmlformats.org/officeDocument/2006/relationships/slide" Target="slide3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slide" Target="slide40.xml"/><Relationship Id="rId6" Type="http://schemas.openxmlformats.org/officeDocument/2006/relationships/slide" Target="slide45.xml"/><Relationship Id="rId7" Type="http://schemas.openxmlformats.org/officeDocument/2006/relationships/slide" Target="slide5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slide" Target="slide46.xml"/><Relationship Id="rId7" Type="http://schemas.openxmlformats.org/officeDocument/2006/relationships/slide" Target="slide41.xml"/><Relationship Id="rId8" Type="http://schemas.openxmlformats.org/officeDocument/2006/relationships/slide" Target="slide50.xml"/><Relationship Id="rId9" Type="http://schemas.openxmlformats.org/officeDocument/2006/relationships/audio" Target="../media/snd_ding.wav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slide" Target="slide42.xml"/><Relationship Id="rId8" Type="http://schemas.openxmlformats.org/officeDocument/2006/relationships/slide" Target="slide47.xml"/><Relationship Id="rId9" Type="http://schemas.openxmlformats.org/officeDocument/2006/relationships/slide" Target="slide50.xml"/><Relationship Id="rId10" Type="http://schemas.openxmlformats.org/officeDocument/2006/relationships/audio" Target="../media/snd_ding.wav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slide" Target="slide43.xml"/><Relationship Id="rId9" Type="http://schemas.openxmlformats.org/officeDocument/2006/relationships/slide" Target="slide48.xml"/><Relationship Id="rId10" Type="http://schemas.openxmlformats.org/officeDocument/2006/relationships/slide" Target="slide50.xml"/><Relationship Id="rId11" Type="http://schemas.openxmlformats.org/officeDocument/2006/relationships/audio" Target="../media/snd_ding.wav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slide" Target="slide49.xml"/><Relationship Id="rId9" Type="http://schemas.openxmlformats.org/officeDocument/2006/relationships/slide" Target="slide44.xml"/><Relationship Id="rId10" Type="http://schemas.openxmlformats.org/officeDocument/2006/relationships/slide" Target="slide50.xml"/><Relationship Id="rId11" Type="http://schemas.openxmlformats.org/officeDocument/2006/relationships/audio" Target="../media/snd_ding.wav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slide" Target="slide50.xml"/><Relationship Id="rId8" Type="http://schemas.openxmlformats.org/officeDocument/2006/relationships/audio" Target="../media/snd_tada.wav"/><Relationship Id="rId9" Type="http://schemas.openxmlformats.org/officeDocument/2006/relationships/image" Target="../media/image69.png"/><Relationship Id="rId10" Type="http://schemas.openxmlformats.org/officeDocument/2006/relationships/audio" Target="../media/snd_cheer.wav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slide" Target="slide40.xml"/><Relationship Id="rId6" Type="http://schemas.openxmlformats.org/officeDocument/2006/relationships/slide" Target="slide45.xml"/><Relationship Id="rId7" Type="http://schemas.openxmlformats.org/officeDocument/2006/relationships/slide" Target="slide50.xml"/><Relationship Id="rId8" Type="http://schemas.openxmlformats.org/officeDocument/2006/relationships/audio" Target="../media/snd_boing.wav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slide" Target="slide46.xml"/><Relationship Id="rId7" Type="http://schemas.openxmlformats.org/officeDocument/2006/relationships/slide" Target="slide41.xml"/><Relationship Id="rId8" Type="http://schemas.openxmlformats.org/officeDocument/2006/relationships/slide" Target="slide50.xml"/><Relationship Id="rId9" Type="http://schemas.openxmlformats.org/officeDocument/2006/relationships/audio" Target="../media/snd_boing.wav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slide" Target="slide42.xml"/><Relationship Id="rId8" Type="http://schemas.openxmlformats.org/officeDocument/2006/relationships/slide" Target="slide47.xml"/><Relationship Id="rId9" Type="http://schemas.openxmlformats.org/officeDocument/2006/relationships/slide" Target="slide50.xml"/><Relationship Id="rId10" Type="http://schemas.openxmlformats.org/officeDocument/2006/relationships/audio" Target="../media/snd_boing.wav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slide" Target="slide43.xml"/><Relationship Id="rId9" Type="http://schemas.openxmlformats.org/officeDocument/2006/relationships/slide" Target="slide48.xml"/><Relationship Id="rId10" Type="http://schemas.openxmlformats.org/officeDocument/2006/relationships/slide" Target="slide50.xml"/><Relationship Id="rId11" Type="http://schemas.openxmlformats.org/officeDocument/2006/relationships/audio" Target="../media/snd_boing.wav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slide" Target="slide49.xml"/><Relationship Id="rId9" Type="http://schemas.openxmlformats.org/officeDocument/2006/relationships/slide" Target="slide44.xml"/><Relationship Id="rId10" Type="http://schemas.openxmlformats.org/officeDocument/2006/relationships/slide" Target="slide50.xml"/><Relationship Id="rId11" Type="http://schemas.openxmlformats.org/officeDocument/2006/relationships/audio" Target="../media/snd_boing.wav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2.png"/><Relationship Id="rId4" Type="http://schemas.openxmlformats.org/officeDocument/2006/relationships/slide" Target="slide5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slide" Target="slide57.xml"/><Relationship Id="rId5" Type="http://schemas.openxmlformats.org/officeDocument/2006/relationships/slide" Target="slide52.xml"/><Relationship Id="rId6" Type="http://schemas.openxmlformats.org/officeDocument/2006/relationships/slide" Target="slide6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53.xml"/><Relationship Id="rId6" Type="http://schemas.openxmlformats.org/officeDocument/2006/relationships/slide" Target="slide58.xml"/><Relationship Id="rId7" Type="http://schemas.openxmlformats.org/officeDocument/2006/relationships/slide" Target="slide62.xml"/><Relationship Id="rId8" Type="http://schemas.openxmlformats.org/officeDocument/2006/relationships/audio" Target="../media/snd_whoosh.wav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Relationship Id="rId6" Type="http://schemas.openxmlformats.org/officeDocument/2006/relationships/slide" Target="slide54.xml"/><Relationship Id="rId7" Type="http://schemas.openxmlformats.org/officeDocument/2006/relationships/slide" Target="slide59.xml"/><Relationship Id="rId8" Type="http://schemas.openxmlformats.org/officeDocument/2006/relationships/slide" Target="slide62.xml"/><Relationship Id="rId9" Type="http://schemas.openxmlformats.org/officeDocument/2006/relationships/audio" Target="../media/snd_whoosh.wav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4.png"/><Relationship Id="rId7" Type="http://schemas.openxmlformats.org/officeDocument/2006/relationships/slide" Target="slide55.xml"/><Relationship Id="rId8" Type="http://schemas.openxmlformats.org/officeDocument/2006/relationships/slide" Target="slide60.xml"/><Relationship Id="rId9" Type="http://schemas.openxmlformats.org/officeDocument/2006/relationships/slide" Target="slide62.xml"/><Relationship Id="rId10" Type="http://schemas.openxmlformats.org/officeDocument/2006/relationships/audio" Target="../media/snd_whoosh.wav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4.png"/><Relationship Id="rId7" Type="http://schemas.openxmlformats.org/officeDocument/2006/relationships/slide" Target="slide56.xml"/><Relationship Id="rId8" Type="http://schemas.openxmlformats.org/officeDocument/2006/relationships/slide" Target="slide61.xml"/><Relationship Id="rId9" Type="http://schemas.openxmlformats.org/officeDocument/2006/relationships/slide" Target="slide62.xml"/><Relationship Id="rId10" Type="http://schemas.openxmlformats.org/officeDocument/2006/relationships/audio" Target="../media/snd_whoosh.wav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slide" Target="slide62.xml"/><Relationship Id="rId7" Type="http://schemas.openxmlformats.org/officeDocument/2006/relationships/audio" Target="../media/snd_tada.wav"/><Relationship Id="rId8" Type="http://schemas.openxmlformats.org/officeDocument/2006/relationships/image" Target="../media/image69.png"/><Relationship Id="rId9" Type="http://schemas.openxmlformats.org/officeDocument/2006/relationships/audio" Target="../media/snd_pop.wav"/><Relationship Id="rId10" Type="http://schemas.openxmlformats.org/officeDocument/2006/relationships/audio" Target="../media/snd_cheer.wav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slide" Target="slide57.xml"/><Relationship Id="rId5" Type="http://schemas.openxmlformats.org/officeDocument/2006/relationships/slide" Target="slide52.xml"/><Relationship Id="rId6" Type="http://schemas.openxmlformats.org/officeDocument/2006/relationships/slide" Target="slide62.xml"/><Relationship Id="rId7" Type="http://schemas.openxmlformats.org/officeDocument/2006/relationships/audio" Target="../media/snd_boing.wav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53.xml"/><Relationship Id="rId6" Type="http://schemas.openxmlformats.org/officeDocument/2006/relationships/slide" Target="slide58.xml"/><Relationship Id="rId7" Type="http://schemas.openxmlformats.org/officeDocument/2006/relationships/slide" Target="slide62.xml"/><Relationship Id="rId8" Type="http://schemas.openxmlformats.org/officeDocument/2006/relationships/audio" Target="../media/snd_boing.wav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Relationship Id="rId6" Type="http://schemas.openxmlformats.org/officeDocument/2006/relationships/slide" Target="slide54.xml"/><Relationship Id="rId7" Type="http://schemas.openxmlformats.org/officeDocument/2006/relationships/slide" Target="slide59.xml"/><Relationship Id="rId8" Type="http://schemas.openxmlformats.org/officeDocument/2006/relationships/slide" Target="slide62.xml"/><Relationship Id="rId9" Type="http://schemas.openxmlformats.org/officeDocument/2006/relationships/audio" Target="../media/snd_boing.wav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4.png"/><Relationship Id="rId7" Type="http://schemas.openxmlformats.org/officeDocument/2006/relationships/slide" Target="slide55.xml"/><Relationship Id="rId8" Type="http://schemas.openxmlformats.org/officeDocument/2006/relationships/slide" Target="slide60.xml"/><Relationship Id="rId9" Type="http://schemas.openxmlformats.org/officeDocument/2006/relationships/slide" Target="slide62.xml"/><Relationship Id="rId10" Type="http://schemas.openxmlformats.org/officeDocument/2006/relationships/audio" Target="../media/snd_boing.wav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4.png"/><Relationship Id="rId7" Type="http://schemas.openxmlformats.org/officeDocument/2006/relationships/slide" Target="slide56.xml"/><Relationship Id="rId8" Type="http://schemas.openxmlformats.org/officeDocument/2006/relationships/slide" Target="slide61.xml"/><Relationship Id="rId9" Type="http://schemas.openxmlformats.org/officeDocument/2006/relationships/slide" Target="slide62.xml"/><Relationship Id="rId10" Type="http://schemas.openxmlformats.org/officeDocument/2006/relationships/audio" Target="../media/snd_boing.wav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68.xml"/><Relationship Id="rId4" Type="http://schemas.openxmlformats.org/officeDocument/2006/relationships/slide" Target="slide63.xml"/><Relationship Id="rId5" Type="http://schemas.openxmlformats.org/officeDocument/2006/relationships/slide" Target="slide7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69.xml"/><Relationship Id="rId5" Type="http://schemas.openxmlformats.org/officeDocument/2006/relationships/slide" Target="slide64.xml"/><Relationship Id="rId6" Type="http://schemas.openxmlformats.org/officeDocument/2006/relationships/slide" Target="slide73.xml"/><Relationship Id="rId7" Type="http://schemas.openxmlformats.org/officeDocument/2006/relationships/audio" Target="../media/snd_pop.wav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70.xml"/><Relationship Id="rId5" Type="http://schemas.openxmlformats.org/officeDocument/2006/relationships/slide" Target="slide65.xml"/><Relationship Id="rId6" Type="http://schemas.openxmlformats.org/officeDocument/2006/relationships/slide" Target="slide73.xml"/><Relationship Id="rId7" Type="http://schemas.openxmlformats.org/officeDocument/2006/relationships/audio" Target="../media/snd_pop.wav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71.xml"/><Relationship Id="rId5" Type="http://schemas.openxmlformats.org/officeDocument/2006/relationships/slide" Target="slide66.xml"/><Relationship Id="rId6" Type="http://schemas.openxmlformats.org/officeDocument/2006/relationships/slide" Target="slide73.xml"/><Relationship Id="rId7" Type="http://schemas.openxmlformats.org/officeDocument/2006/relationships/audio" Target="../media/snd_pop.wav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72.xml"/><Relationship Id="rId5" Type="http://schemas.openxmlformats.org/officeDocument/2006/relationships/slide" Target="slide67.xml"/><Relationship Id="rId6" Type="http://schemas.openxmlformats.org/officeDocument/2006/relationships/slide" Target="slide73.xml"/><Relationship Id="rId7" Type="http://schemas.openxmlformats.org/officeDocument/2006/relationships/audio" Target="../media/snd_pop.wav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73.xml"/><Relationship Id="rId5" Type="http://schemas.openxmlformats.org/officeDocument/2006/relationships/audio" Target="../media/snd_tada.wav"/><Relationship Id="rId6" Type="http://schemas.openxmlformats.org/officeDocument/2006/relationships/image" Target="../media/image69.png"/><Relationship Id="rId7" Type="http://schemas.openxmlformats.org/officeDocument/2006/relationships/audio" Target="../media/snd_cheer.wav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68.xml"/><Relationship Id="rId4" Type="http://schemas.openxmlformats.org/officeDocument/2006/relationships/slide" Target="slide63.xml"/><Relationship Id="rId5" Type="http://schemas.openxmlformats.org/officeDocument/2006/relationships/slide" Target="slide73.xml"/><Relationship Id="rId6" Type="http://schemas.openxmlformats.org/officeDocument/2006/relationships/audio" Target="../media/snd_boing.wav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69.xml"/><Relationship Id="rId5" Type="http://schemas.openxmlformats.org/officeDocument/2006/relationships/slide" Target="slide64.xml"/><Relationship Id="rId6" Type="http://schemas.openxmlformats.org/officeDocument/2006/relationships/slide" Target="slide73.xml"/><Relationship Id="rId7" Type="http://schemas.openxmlformats.org/officeDocument/2006/relationships/audio" Target="../media/snd_boing.wav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70.xml"/><Relationship Id="rId5" Type="http://schemas.openxmlformats.org/officeDocument/2006/relationships/slide" Target="slide65.xml"/><Relationship Id="rId6" Type="http://schemas.openxmlformats.org/officeDocument/2006/relationships/slide" Target="slide73.xml"/><Relationship Id="rId7" Type="http://schemas.openxmlformats.org/officeDocument/2006/relationships/audio" Target="../media/snd_boing.wav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71.xml"/><Relationship Id="rId5" Type="http://schemas.openxmlformats.org/officeDocument/2006/relationships/slide" Target="slide66.xml"/><Relationship Id="rId6" Type="http://schemas.openxmlformats.org/officeDocument/2006/relationships/slide" Target="slide73.xml"/><Relationship Id="rId7" Type="http://schemas.openxmlformats.org/officeDocument/2006/relationships/audio" Target="../media/snd_boing.wav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72.xml"/><Relationship Id="rId5" Type="http://schemas.openxmlformats.org/officeDocument/2006/relationships/slide" Target="slide67.xml"/><Relationship Id="rId6" Type="http://schemas.openxmlformats.org/officeDocument/2006/relationships/slide" Target="slide73.xml"/><Relationship Id="rId7" Type="http://schemas.openxmlformats.org/officeDocument/2006/relationships/audio" Target="../media/snd_boing.wav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7.png"/><Relationship Id="rId4" Type="http://schemas.openxmlformats.org/officeDocument/2006/relationships/slide" Target="slide74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image" Target="../media/image30.png"/><Relationship Id="rId6" Type="http://schemas.openxmlformats.org/officeDocument/2006/relationships/slide" Target="slide75.xml"/><Relationship Id="rId7" Type="http://schemas.openxmlformats.org/officeDocument/2006/relationships/slide" Target="slide80.xml"/><Relationship Id="rId8" Type="http://schemas.openxmlformats.org/officeDocument/2006/relationships/slide" Target="slide8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slide" Target="slide81.xml"/><Relationship Id="rId7" Type="http://schemas.openxmlformats.org/officeDocument/2006/relationships/slide" Target="slide76.xml"/><Relationship Id="rId8" Type="http://schemas.openxmlformats.org/officeDocument/2006/relationships/slide" Target="slide85.xml"/><Relationship Id="rId9" Type="http://schemas.openxmlformats.org/officeDocument/2006/relationships/audio" Target="../media/snd_boing.wav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slide" Target="slide77.xml"/><Relationship Id="rId7" Type="http://schemas.openxmlformats.org/officeDocument/2006/relationships/slide" Target="slide82.xml"/><Relationship Id="rId8" Type="http://schemas.openxmlformats.org/officeDocument/2006/relationships/slide" Target="slide85.xml"/><Relationship Id="rId9" Type="http://schemas.openxmlformats.org/officeDocument/2006/relationships/audio" Target="../media/snd_boing.wav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slide" Target="slide83.xml"/><Relationship Id="rId7" Type="http://schemas.openxmlformats.org/officeDocument/2006/relationships/slide" Target="slide78.xml"/><Relationship Id="rId8" Type="http://schemas.openxmlformats.org/officeDocument/2006/relationships/slide" Target="slide85.xml"/><Relationship Id="rId9" Type="http://schemas.openxmlformats.org/officeDocument/2006/relationships/audio" Target="../media/snd_boing.wav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slide" Target="slide84.xml"/><Relationship Id="rId7" Type="http://schemas.openxmlformats.org/officeDocument/2006/relationships/slide" Target="slide79.xml"/><Relationship Id="rId8" Type="http://schemas.openxmlformats.org/officeDocument/2006/relationships/slide" Target="slide85.xml"/><Relationship Id="rId9" Type="http://schemas.openxmlformats.org/officeDocument/2006/relationships/audio" Target="../media/snd_boing.wav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slide" Target="slide85.xml"/><Relationship Id="rId7" Type="http://schemas.openxmlformats.org/officeDocument/2006/relationships/audio" Target="../media/snd_tada.wav"/><Relationship Id="rId8" Type="http://schemas.openxmlformats.org/officeDocument/2006/relationships/image" Target="../media/image69.png"/><Relationship Id="rId9" Type="http://schemas.openxmlformats.org/officeDocument/2006/relationships/audio" Target="../media/snd_cheer.wav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image" Target="../media/image30.png"/><Relationship Id="rId6" Type="http://schemas.openxmlformats.org/officeDocument/2006/relationships/slide" Target="slide75.xml"/><Relationship Id="rId7" Type="http://schemas.openxmlformats.org/officeDocument/2006/relationships/slide" Target="slide80.xml"/><Relationship Id="rId8" Type="http://schemas.openxmlformats.org/officeDocument/2006/relationships/slide" Target="slide85.xml"/><Relationship Id="rId9" Type="http://schemas.openxmlformats.org/officeDocument/2006/relationships/audio" Target="../media/snd_boing.wav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slide" Target="slide81.xml"/><Relationship Id="rId7" Type="http://schemas.openxmlformats.org/officeDocument/2006/relationships/slide" Target="slide76.xml"/><Relationship Id="rId8" Type="http://schemas.openxmlformats.org/officeDocument/2006/relationships/slide" Target="slide85.xml"/><Relationship Id="rId9" Type="http://schemas.openxmlformats.org/officeDocument/2006/relationships/audio" Target="../media/snd_boing.wav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slide" Target="slide77.xml"/><Relationship Id="rId7" Type="http://schemas.openxmlformats.org/officeDocument/2006/relationships/slide" Target="slide82.xml"/><Relationship Id="rId8" Type="http://schemas.openxmlformats.org/officeDocument/2006/relationships/slide" Target="slide85.xml"/><Relationship Id="rId9" Type="http://schemas.openxmlformats.org/officeDocument/2006/relationships/audio" Target="../media/snd_boing.wav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slide" Target="slide83.xml"/><Relationship Id="rId7" Type="http://schemas.openxmlformats.org/officeDocument/2006/relationships/slide" Target="slide78.xml"/><Relationship Id="rId8" Type="http://schemas.openxmlformats.org/officeDocument/2006/relationships/slide" Target="slide85.xml"/><Relationship Id="rId9" Type="http://schemas.openxmlformats.org/officeDocument/2006/relationships/audio" Target="../media/snd_boing.wav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slide" Target="slide84.xml"/><Relationship Id="rId7" Type="http://schemas.openxmlformats.org/officeDocument/2006/relationships/slide" Target="slide79.xml"/><Relationship Id="rId8" Type="http://schemas.openxmlformats.org/officeDocument/2006/relationships/slide" Target="slide85.xml"/><Relationship Id="rId9" Type="http://schemas.openxmlformats.org/officeDocument/2006/relationships/audio" Target="../media/snd_boing.wav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1.png"/><Relationship Id="rId4" Type="http://schemas.openxmlformats.org/officeDocument/2006/relationships/slide" Target="slide86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slide" Target="slide87.xml"/><Relationship Id="rId7" Type="http://schemas.openxmlformats.org/officeDocument/2006/relationships/slide" Target="slide92.xml"/><Relationship Id="rId8" Type="http://schemas.openxmlformats.org/officeDocument/2006/relationships/slide" Target="slide9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6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slide" Target="slide93.xml"/><Relationship Id="rId7" Type="http://schemas.openxmlformats.org/officeDocument/2006/relationships/slide" Target="slide88.xml"/><Relationship Id="rId8" Type="http://schemas.openxmlformats.org/officeDocument/2006/relationships/slide" Target="slide97.xml"/><Relationship Id="rId9" Type="http://schemas.openxmlformats.org/officeDocument/2006/relationships/audio" Target="../media/snd_pop.wav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6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slide" Target="slide94.xml"/><Relationship Id="rId8" Type="http://schemas.openxmlformats.org/officeDocument/2006/relationships/slide" Target="slide89.xml"/><Relationship Id="rId9" Type="http://schemas.openxmlformats.org/officeDocument/2006/relationships/slide" Target="slide97.xml"/><Relationship Id="rId10" Type="http://schemas.openxmlformats.org/officeDocument/2006/relationships/audio" Target="../media/snd_pop.wav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6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slide" Target="slide90.xml"/><Relationship Id="rId8" Type="http://schemas.openxmlformats.org/officeDocument/2006/relationships/slide" Target="slide95.xml"/><Relationship Id="rId9" Type="http://schemas.openxmlformats.org/officeDocument/2006/relationships/slide" Target="slide97.xml"/><Relationship Id="rId10" Type="http://schemas.openxmlformats.org/officeDocument/2006/relationships/audio" Target="../media/snd_pop.wav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6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slide" Target="slide96.xml"/><Relationship Id="rId7" Type="http://schemas.openxmlformats.org/officeDocument/2006/relationships/slide" Target="slide91.xml"/><Relationship Id="rId8" Type="http://schemas.openxmlformats.org/officeDocument/2006/relationships/slide" Target="slide97.xml"/><Relationship Id="rId9" Type="http://schemas.openxmlformats.org/officeDocument/2006/relationships/audio" Target="../media/snd_pop.wav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6.png"/><Relationship Id="rId4" Type="http://schemas.openxmlformats.org/officeDocument/2006/relationships/slide" Target="slide97.xml"/><Relationship Id="rId5" Type="http://schemas.openxmlformats.org/officeDocument/2006/relationships/audio" Target="../media/snd_tada.wav"/><Relationship Id="rId6" Type="http://schemas.openxmlformats.org/officeDocument/2006/relationships/image" Target="../media/image69.png"/><Relationship Id="rId7" Type="http://schemas.openxmlformats.org/officeDocument/2006/relationships/audio" Target="../media/snd_cheer.wav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slide" Target="slide87.xml"/><Relationship Id="rId7" Type="http://schemas.openxmlformats.org/officeDocument/2006/relationships/slide" Target="slide92.xml"/><Relationship Id="rId8" Type="http://schemas.openxmlformats.org/officeDocument/2006/relationships/slide" Target="slide97.xml"/><Relationship Id="rId9" Type="http://schemas.openxmlformats.org/officeDocument/2006/relationships/audio" Target="../media/snd_boing.wav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6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slide" Target="slide93.xml"/><Relationship Id="rId7" Type="http://schemas.openxmlformats.org/officeDocument/2006/relationships/slide" Target="slide88.xml"/><Relationship Id="rId8" Type="http://schemas.openxmlformats.org/officeDocument/2006/relationships/slide" Target="slide97.xml"/><Relationship Id="rId9" Type="http://schemas.openxmlformats.org/officeDocument/2006/relationships/audio" Target="../media/snd_boing.wav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6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slide" Target="slide94.xml"/><Relationship Id="rId8" Type="http://schemas.openxmlformats.org/officeDocument/2006/relationships/slide" Target="slide89.xml"/><Relationship Id="rId9" Type="http://schemas.openxmlformats.org/officeDocument/2006/relationships/slide" Target="slide97.xml"/><Relationship Id="rId10" Type="http://schemas.openxmlformats.org/officeDocument/2006/relationships/audio" Target="../media/snd_boing.wav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6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slide" Target="slide90.xml"/><Relationship Id="rId8" Type="http://schemas.openxmlformats.org/officeDocument/2006/relationships/slide" Target="slide95.xml"/><Relationship Id="rId9" Type="http://schemas.openxmlformats.org/officeDocument/2006/relationships/slide" Target="slide97.xml"/><Relationship Id="rId10" Type="http://schemas.openxmlformats.org/officeDocument/2006/relationships/audio" Target="../media/snd_boing.wav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6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slide" Target="slide96.xml"/><Relationship Id="rId7" Type="http://schemas.openxmlformats.org/officeDocument/2006/relationships/slide" Target="slide91.xml"/><Relationship Id="rId8" Type="http://schemas.openxmlformats.org/officeDocument/2006/relationships/slide" Target="slide97.xml"/><Relationship Id="rId9" Type="http://schemas.openxmlformats.org/officeDocument/2006/relationships/audio" Target="../media/snd_boing.wav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103.xml"/><Relationship Id="rId7" Type="http://schemas.openxmlformats.org/officeDocument/2006/relationships/slide" Target="slide98.xml"/><Relationship Id="rId8" Type="http://schemas.openxmlformats.org/officeDocument/2006/relationships/slide" Target="slide108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104.xml"/><Relationship Id="rId7" Type="http://schemas.openxmlformats.org/officeDocument/2006/relationships/slide" Target="slide99.xml"/><Relationship Id="rId8" Type="http://schemas.openxmlformats.org/officeDocument/2006/relationships/slide" Target="slide108.xml"/><Relationship Id="rId9" Type="http://schemas.openxmlformats.org/officeDocument/2006/relationships/audio" Target="../media/snd_ding.wav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105.xml"/><Relationship Id="rId7" Type="http://schemas.openxmlformats.org/officeDocument/2006/relationships/slide" Target="slide100.xml"/><Relationship Id="rId8" Type="http://schemas.openxmlformats.org/officeDocument/2006/relationships/slide" Target="slide108.xml"/><Relationship Id="rId9" Type="http://schemas.openxmlformats.org/officeDocument/2006/relationships/audio" Target="../media/snd_ding.wav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106.xml"/><Relationship Id="rId7" Type="http://schemas.openxmlformats.org/officeDocument/2006/relationships/slide" Target="slide101.xml"/><Relationship Id="rId8" Type="http://schemas.openxmlformats.org/officeDocument/2006/relationships/slide" Target="slide108.xml"/><Relationship Id="rId9" Type="http://schemas.openxmlformats.org/officeDocument/2006/relationships/audio" Target="../media/snd_ding.wav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107.xml"/><Relationship Id="rId7" Type="http://schemas.openxmlformats.org/officeDocument/2006/relationships/slide" Target="slide102.xml"/><Relationship Id="rId8" Type="http://schemas.openxmlformats.org/officeDocument/2006/relationships/slide" Target="slide108.xml"/><Relationship Id="rId9" Type="http://schemas.openxmlformats.org/officeDocument/2006/relationships/audio" Target="../media/snd_ding.wav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slide" Target="slide108.xml"/><Relationship Id="rId4" Type="http://schemas.openxmlformats.org/officeDocument/2006/relationships/audio" Target="../media/snd_tada.wav"/><Relationship Id="rId5" Type="http://schemas.openxmlformats.org/officeDocument/2006/relationships/image" Target="../media/image69.png"/><Relationship Id="rId6" Type="http://schemas.openxmlformats.org/officeDocument/2006/relationships/audio" Target="../media/snd_cheer.wav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103.xml"/><Relationship Id="rId7" Type="http://schemas.openxmlformats.org/officeDocument/2006/relationships/slide" Target="slide98.xml"/><Relationship Id="rId8" Type="http://schemas.openxmlformats.org/officeDocument/2006/relationships/slide" Target="slide108.xml"/><Relationship Id="rId9" Type="http://schemas.openxmlformats.org/officeDocument/2006/relationships/audio" Target="../media/snd_boing.wav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104.xml"/><Relationship Id="rId7" Type="http://schemas.openxmlformats.org/officeDocument/2006/relationships/slide" Target="slide99.xml"/><Relationship Id="rId8" Type="http://schemas.openxmlformats.org/officeDocument/2006/relationships/slide" Target="slide108.xml"/><Relationship Id="rId9" Type="http://schemas.openxmlformats.org/officeDocument/2006/relationships/audio" Target="../media/snd_boing.wav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105.xml"/><Relationship Id="rId7" Type="http://schemas.openxmlformats.org/officeDocument/2006/relationships/slide" Target="slide100.xml"/><Relationship Id="rId8" Type="http://schemas.openxmlformats.org/officeDocument/2006/relationships/slide" Target="slide108.xml"/><Relationship Id="rId9" Type="http://schemas.openxmlformats.org/officeDocument/2006/relationships/audio" Target="../media/snd_boing.wav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106.xml"/><Relationship Id="rId7" Type="http://schemas.openxmlformats.org/officeDocument/2006/relationships/slide" Target="slide101.xml"/><Relationship Id="rId8" Type="http://schemas.openxmlformats.org/officeDocument/2006/relationships/slide" Target="slide108.xml"/><Relationship Id="rId9" Type="http://schemas.openxmlformats.org/officeDocument/2006/relationships/audio" Target="../media/snd_boing.wav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107.xml"/><Relationship Id="rId7" Type="http://schemas.openxmlformats.org/officeDocument/2006/relationships/slide" Target="slide102.xml"/><Relationship Id="rId8" Type="http://schemas.openxmlformats.org/officeDocument/2006/relationships/slide" Target="slide108.xml"/><Relationship Id="rId9" Type="http://schemas.openxmlformats.org/officeDocument/2006/relationships/audio" Target="../media/snd_boing.wav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7.png"/><Relationship Id="rId4" Type="http://schemas.openxmlformats.org/officeDocument/2006/relationships/slide" Target="slide109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slide" Target="slide110.xml"/><Relationship Id="rId9" Type="http://schemas.openxmlformats.org/officeDocument/2006/relationships/slide" Target="slide115.xml"/><Relationship Id="rId10" Type="http://schemas.openxmlformats.org/officeDocument/2006/relationships/slide" Target="slide120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43.png"/><Relationship Id="rId4" Type="http://schemas.openxmlformats.org/officeDocument/2006/relationships/image" Target="../media/image37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slide" Target="slide116.xml"/><Relationship Id="rId9" Type="http://schemas.openxmlformats.org/officeDocument/2006/relationships/slide" Target="slide111.xml"/><Relationship Id="rId10" Type="http://schemas.openxmlformats.org/officeDocument/2006/relationships/slide" Target="slide120.xml"/><Relationship Id="rId11" Type="http://schemas.openxmlformats.org/officeDocument/2006/relationships/audio" Target="../media/snd_buzz.wav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44.png"/><Relationship Id="rId4" Type="http://schemas.openxmlformats.org/officeDocument/2006/relationships/image" Target="../media/image37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slide" Target="slide117.xml"/><Relationship Id="rId8" Type="http://schemas.openxmlformats.org/officeDocument/2006/relationships/slide" Target="slide112.xml"/><Relationship Id="rId9" Type="http://schemas.openxmlformats.org/officeDocument/2006/relationships/slide" Target="slide120.xml"/><Relationship Id="rId10" Type="http://schemas.openxmlformats.org/officeDocument/2006/relationships/audio" Target="../media/snd_buzz.wav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45.png"/><Relationship Id="rId4" Type="http://schemas.openxmlformats.org/officeDocument/2006/relationships/image" Target="../media/image37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slide" Target="slide118.xml"/><Relationship Id="rId9" Type="http://schemas.openxmlformats.org/officeDocument/2006/relationships/slide" Target="slide113.xml"/><Relationship Id="rId10" Type="http://schemas.openxmlformats.org/officeDocument/2006/relationships/slide" Target="slide120.xml"/><Relationship Id="rId11" Type="http://schemas.openxmlformats.org/officeDocument/2006/relationships/audio" Target="../media/snd_buzz.wav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46.png"/><Relationship Id="rId4" Type="http://schemas.openxmlformats.org/officeDocument/2006/relationships/image" Target="../media/image37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slide" Target="slide119.xml"/><Relationship Id="rId8" Type="http://schemas.openxmlformats.org/officeDocument/2006/relationships/slide" Target="slide114.xml"/><Relationship Id="rId9" Type="http://schemas.openxmlformats.org/officeDocument/2006/relationships/slide" Target="slide120.xml"/><Relationship Id="rId10" Type="http://schemas.openxmlformats.org/officeDocument/2006/relationships/audio" Target="../media/snd_buzz.wav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47.png"/><Relationship Id="rId4" Type="http://schemas.openxmlformats.org/officeDocument/2006/relationships/image" Target="../media/image37.png"/><Relationship Id="rId5" Type="http://schemas.openxmlformats.org/officeDocument/2006/relationships/slide" Target="slide120.xml"/><Relationship Id="rId6" Type="http://schemas.openxmlformats.org/officeDocument/2006/relationships/audio" Target="../media/snd_tada.wav"/><Relationship Id="rId7" Type="http://schemas.openxmlformats.org/officeDocument/2006/relationships/image" Target="../media/image69.png"/><Relationship Id="rId8" Type="http://schemas.openxmlformats.org/officeDocument/2006/relationships/audio" Target="../media/snd_cheer.wav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slide" Target="slide110.xml"/><Relationship Id="rId9" Type="http://schemas.openxmlformats.org/officeDocument/2006/relationships/slide" Target="slide115.xml"/><Relationship Id="rId10" Type="http://schemas.openxmlformats.org/officeDocument/2006/relationships/slide" Target="slide120.xml"/><Relationship Id="rId11" Type="http://schemas.openxmlformats.org/officeDocument/2006/relationships/audio" Target="../media/snd_boing.wav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43.png"/><Relationship Id="rId4" Type="http://schemas.openxmlformats.org/officeDocument/2006/relationships/image" Target="../media/image37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slide" Target="slide116.xml"/><Relationship Id="rId9" Type="http://schemas.openxmlformats.org/officeDocument/2006/relationships/slide" Target="slide111.xml"/><Relationship Id="rId10" Type="http://schemas.openxmlformats.org/officeDocument/2006/relationships/slide" Target="slide120.xml"/><Relationship Id="rId11" Type="http://schemas.openxmlformats.org/officeDocument/2006/relationships/audio" Target="../media/snd_boing.wav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44.png"/><Relationship Id="rId4" Type="http://schemas.openxmlformats.org/officeDocument/2006/relationships/image" Target="../media/image37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slide" Target="slide117.xml"/><Relationship Id="rId8" Type="http://schemas.openxmlformats.org/officeDocument/2006/relationships/slide" Target="slide112.xml"/><Relationship Id="rId9" Type="http://schemas.openxmlformats.org/officeDocument/2006/relationships/slide" Target="slide120.xml"/><Relationship Id="rId10" Type="http://schemas.openxmlformats.org/officeDocument/2006/relationships/audio" Target="../media/snd_boing.wav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45.png"/><Relationship Id="rId4" Type="http://schemas.openxmlformats.org/officeDocument/2006/relationships/image" Target="../media/image37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slide" Target="slide118.xml"/><Relationship Id="rId9" Type="http://schemas.openxmlformats.org/officeDocument/2006/relationships/slide" Target="slide113.xml"/><Relationship Id="rId10" Type="http://schemas.openxmlformats.org/officeDocument/2006/relationships/slide" Target="slide120.xml"/><Relationship Id="rId11" Type="http://schemas.openxmlformats.org/officeDocument/2006/relationships/audio" Target="../media/snd_boing.wav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46.png"/><Relationship Id="rId4" Type="http://schemas.openxmlformats.org/officeDocument/2006/relationships/image" Target="../media/image37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slide" Target="slide119.xml"/><Relationship Id="rId8" Type="http://schemas.openxmlformats.org/officeDocument/2006/relationships/slide" Target="slide114.xml"/><Relationship Id="rId9" Type="http://schemas.openxmlformats.org/officeDocument/2006/relationships/slide" Target="slide120.xml"/><Relationship Id="rId10" Type="http://schemas.openxmlformats.org/officeDocument/2006/relationships/audio" Target="../media/snd_boing.wav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26.xml"/><Relationship Id="rId4" Type="http://schemas.openxmlformats.org/officeDocument/2006/relationships/slide" Target="slide121.xml"/><Relationship Id="rId5" Type="http://schemas.openxmlformats.org/officeDocument/2006/relationships/slide" Target="slide13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127.xml"/><Relationship Id="rId5" Type="http://schemas.openxmlformats.org/officeDocument/2006/relationships/slide" Target="slide122.xml"/><Relationship Id="rId6" Type="http://schemas.openxmlformats.org/officeDocument/2006/relationships/slide" Target="slide131.xml"/><Relationship Id="rId7" Type="http://schemas.openxmlformats.org/officeDocument/2006/relationships/audio" Target="../media/snd_pop.wav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128.xml"/><Relationship Id="rId5" Type="http://schemas.openxmlformats.org/officeDocument/2006/relationships/slide" Target="slide123.xml"/><Relationship Id="rId6" Type="http://schemas.openxmlformats.org/officeDocument/2006/relationships/slide" Target="slide131.xml"/><Relationship Id="rId7" Type="http://schemas.openxmlformats.org/officeDocument/2006/relationships/audio" Target="../media/snd_pop.wav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129.xml"/><Relationship Id="rId5" Type="http://schemas.openxmlformats.org/officeDocument/2006/relationships/slide" Target="slide124.xml"/><Relationship Id="rId6" Type="http://schemas.openxmlformats.org/officeDocument/2006/relationships/slide" Target="slide131.xml"/><Relationship Id="rId7" Type="http://schemas.openxmlformats.org/officeDocument/2006/relationships/audio" Target="../media/snd_pop.wav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130.xml"/><Relationship Id="rId5" Type="http://schemas.openxmlformats.org/officeDocument/2006/relationships/slide" Target="slide125.xml"/><Relationship Id="rId6" Type="http://schemas.openxmlformats.org/officeDocument/2006/relationships/slide" Target="slide131.xml"/><Relationship Id="rId7" Type="http://schemas.openxmlformats.org/officeDocument/2006/relationships/audio" Target="../media/snd_pop.wav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131.xml"/><Relationship Id="rId5" Type="http://schemas.openxmlformats.org/officeDocument/2006/relationships/audio" Target="../media/snd_tada.wav"/><Relationship Id="rId6" Type="http://schemas.openxmlformats.org/officeDocument/2006/relationships/image" Target="../media/image69.png"/><Relationship Id="rId7" Type="http://schemas.openxmlformats.org/officeDocument/2006/relationships/audio" Target="../media/snd_cheer.wav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26.xml"/><Relationship Id="rId4" Type="http://schemas.openxmlformats.org/officeDocument/2006/relationships/slide" Target="slide121.xml"/><Relationship Id="rId5" Type="http://schemas.openxmlformats.org/officeDocument/2006/relationships/slide" Target="slide131.xml"/><Relationship Id="rId6" Type="http://schemas.openxmlformats.org/officeDocument/2006/relationships/audio" Target="../media/snd_boing.wav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127.xml"/><Relationship Id="rId5" Type="http://schemas.openxmlformats.org/officeDocument/2006/relationships/slide" Target="slide122.xml"/><Relationship Id="rId6" Type="http://schemas.openxmlformats.org/officeDocument/2006/relationships/slide" Target="slide131.xml"/><Relationship Id="rId7" Type="http://schemas.openxmlformats.org/officeDocument/2006/relationships/audio" Target="../media/snd_boing.wav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128.xml"/><Relationship Id="rId5" Type="http://schemas.openxmlformats.org/officeDocument/2006/relationships/slide" Target="slide123.xml"/><Relationship Id="rId6" Type="http://schemas.openxmlformats.org/officeDocument/2006/relationships/slide" Target="slide131.xml"/><Relationship Id="rId7" Type="http://schemas.openxmlformats.org/officeDocument/2006/relationships/audio" Target="../media/snd_boing.wav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129.xml"/><Relationship Id="rId5" Type="http://schemas.openxmlformats.org/officeDocument/2006/relationships/slide" Target="slide124.xml"/><Relationship Id="rId6" Type="http://schemas.openxmlformats.org/officeDocument/2006/relationships/slide" Target="slide131.xml"/><Relationship Id="rId7" Type="http://schemas.openxmlformats.org/officeDocument/2006/relationships/audio" Target="../media/snd_boing.wav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130.xml"/><Relationship Id="rId5" Type="http://schemas.openxmlformats.org/officeDocument/2006/relationships/slide" Target="slide125.xml"/><Relationship Id="rId6" Type="http://schemas.openxmlformats.org/officeDocument/2006/relationships/slide" Target="slide131.xml"/><Relationship Id="rId7" Type="http://schemas.openxmlformats.org/officeDocument/2006/relationships/audio" Target="../media/snd_boing.wav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8.png"/><Relationship Id="rId4" Type="http://schemas.openxmlformats.org/officeDocument/2006/relationships/slide" Target="slide13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48.png"/><Relationship Id="rId4" Type="http://schemas.openxmlformats.org/officeDocument/2006/relationships/slide" Target="slide138.xml"/><Relationship Id="rId5" Type="http://schemas.openxmlformats.org/officeDocument/2006/relationships/slide" Target="slide133.xml"/><Relationship Id="rId6" Type="http://schemas.openxmlformats.org/officeDocument/2006/relationships/slide" Target="slide143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48.png"/><Relationship Id="rId4" Type="http://schemas.openxmlformats.org/officeDocument/2006/relationships/slide" Target="slide139.xml"/><Relationship Id="rId5" Type="http://schemas.openxmlformats.org/officeDocument/2006/relationships/slide" Target="slide134.xml"/><Relationship Id="rId6" Type="http://schemas.openxmlformats.org/officeDocument/2006/relationships/slide" Target="slide143.xml"/><Relationship Id="rId7" Type="http://schemas.openxmlformats.org/officeDocument/2006/relationships/audio" Target="../media/snd_whoosh.wav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48.png"/><Relationship Id="rId4" Type="http://schemas.openxmlformats.org/officeDocument/2006/relationships/slide" Target="slide140.xml"/><Relationship Id="rId5" Type="http://schemas.openxmlformats.org/officeDocument/2006/relationships/slide" Target="slide135.xml"/><Relationship Id="rId6" Type="http://schemas.openxmlformats.org/officeDocument/2006/relationships/slide" Target="slide143.xml"/><Relationship Id="rId7" Type="http://schemas.openxmlformats.org/officeDocument/2006/relationships/audio" Target="../media/snd_whoosh.wav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48.png"/><Relationship Id="rId4" Type="http://schemas.openxmlformats.org/officeDocument/2006/relationships/slide" Target="slide141.xml"/><Relationship Id="rId5" Type="http://schemas.openxmlformats.org/officeDocument/2006/relationships/slide" Target="slide136.xml"/><Relationship Id="rId6" Type="http://schemas.openxmlformats.org/officeDocument/2006/relationships/slide" Target="slide143.xml"/><Relationship Id="rId7" Type="http://schemas.openxmlformats.org/officeDocument/2006/relationships/audio" Target="../media/snd_whoosh.wav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48.png"/><Relationship Id="rId4" Type="http://schemas.openxmlformats.org/officeDocument/2006/relationships/slide" Target="slide137.xml"/><Relationship Id="rId5" Type="http://schemas.openxmlformats.org/officeDocument/2006/relationships/slide" Target="slide142.xml"/><Relationship Id="rId6" Type="http://schemas.openxmlformats.org/officeDocument/2006/relationships/slide" Target="slide143.xml"/><Relationship Id="rId7" Type="http://schemas.openxmlformats.org/officeDocument/2006/relationships/audio" Target="../media/snd_whoosh.wav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48.png"/><Relationship Id="rId4" Type="http://schemas.openxmlformats.org/officeDocument/2006/relationships/image" Target="../media/image50.png"/><Relationship Id="rId5" Type="http://schemas.openxmlformats.org/officeDocument/2006/relationships/slide" Target="slide143.xml"/><Relationship Id="rId6" Type="http://schemas.openxmlformats.org/officeDocument/2006/relationships/audio" Target="../media/snd_tada.wav"/><Relationship Id="rId7" Type="http://schemas.openxmlformats.org/officeDocument/2006/relationships/image" Target="../media/image69.png"/><Relationship Id="rId8" Type="http://schemas.openxmlformats.org/officeDocument/2006/relationships/audio" Target="../media/snd_cheer.wav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48.png"/><Relationship Id="rId4" Type="http://schemas.openxmlformats.org/officeDocument/2006/relationships/slide" Target="slide138.xml"/><Relationship Id="rId5" Type="http://schemas.openxmlformats.org/officeDocument/2006/relationships/slide" Target="slide133.xml"/><Relationship Id="rId6" Type="http://schemas.openxmlformats.org/officeDocument/2006/relationships/slide" Target="slide143.xml"/><Relationship Id="rId7" Type="http://schemas.openxmlformats.org/officeDocument/2006/relationships/audio" Target="../media/snd_boing.wav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48.png"/><Relationship Id="rId4" Type="http://schemas.openxmlformats.org/officeDocument/2006/relationships/slide" Target="slide139.xml"/><Relationship Id="rId5" Type="http://schemas.openxmlformats.org/officeDocument/2006/relationships/slide" Target="slide134.xml"/><Relationship Id="rId6" Type="http://schemas.openxmlformats.org/officeDocument/2006/relationships/slide" Target="slide143.xml"/><Relationship Id="rId7" Type="http://schemas.openxmlformats.org/officeDocument/2006/relationships/audio" Target="../media/snd_boing.wav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48.png"/><Relationship Id="rId4" Type="http://schemas.openxmlformats.org/officeDocument/2006/relationships/slide" Target="slide140.xml"/><Relationship Id="rId5" Type="http://schemas.openxmlformats.org/officeDocument/2006/relationships/slide" Target="slide135.xml"/><Relationship Id="rId6" Type="http://schemas.openxmlformats.org/officeDocument/2006/relationships/slide" Target="slide143.xml"/><Relationship Id="rId7" Type="http://schemas.openxmlformats.org/officeDocument/2006/relationships/audio" Target="../media/snd_boing.wav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48.png"/><Relationship Id="rId4" Type="http://schemas.openxmlformats.org/officeDocument/2006/relationships/slide" Target="slide141.xml"/><Relationship Id="rId5" Type="http://schemas.openxmlformats.org/officeDocument/2006/relationships/slide" Target="slide136.xml"/><Relationship Id="rId6" Type="http://schemas.openxmlformats.org/officeDocument/2006/relationships/slide" Target="slide143.xml"/><Relationship Id="rId7" Type="http://schemas.openxmlformats.org/officeDocument/2006/relationships/audio" Target="../media/snd_boing.wav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48.png"/><Relationship Id="rId4" Type="http://schemas.openxmlformats.org/officeDocument/2006/relationships/slide" Target="slide137.xml"/><Relationship Id="rId5" Type="http://schemas.openxmlformats.org/officeDocument/2006/relationships/slide" Target="slide142.xml"/><Relationship Id="rId6" Type="http://schemas.openxmlformats.org/officeDocument/2006/relationships/slide" Target="slide143.xml"/><Relationship Id="rId7" Type="http://schemas.openxmlformats.org/officeDocument/2006/relationships/audio" Target="../media/snd_boing.wav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1.png"/><Relationship Id="rId4" Type="http://schemas.openxmlformats.org/officeDocument/2006/relationships/slide" Target="slide144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1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slide" Target="slide150.xml"/><Relationship Id="rId8" Type="http://schemas.openxmlformats.org/officeDocument/2006/relationships/slide" Target="slide145.xml"/><Relationship Id="rId9" Type="http://schemas.openxmlformats.org/officeDocument/2006/relationships/slide" Target="slide155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1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slide" Target="slide146.xml"/><Relationship Id="rId8" Type="http://schemas.openxmlformats.org/officeDocument/2006/relationships/slide" Target="slide151.xml"/><Relationship Id="rId9" Type="http://schemas.openxmlformats.org/officeDocument/2006/relationships/slide" Target="slide155.xml"/><Relationship Id="rId10" Type="http://schemas.openxmlformats.org/officeDocument/2006/relationships/audio" Target="../media/snd_ding.wav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1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slide" Target="slide152.xml"/><Relationship Id="rId10" Type="http://schemas.openxmlformats.org/officeDocument/2006/relationships/slide" Target="slide147.xml"/><Relationship Id="rId11" Type="http://schemas.openxmlformats.org/officeDocument/2006/relationships/slide" Target="slide155.xml"/><Relationship Id="rId12" Type="http://schemas.openxmlformats.org/officeDocument/2006/relationships/audio" Target="../media/snd_ding.wav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1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slide" Target="slide153.xml"/><Relationship Id="rId10" Type="http://schemas.openxmlformats.org/officeDocument/2006/relationships/slide" Target="slide148.xml"/><Relationship Id="rId11" Type="http://schemas.openxmlformats.org/officeDocument/2006/relationships/slide" Target="slide155.xml"/><Relationship Id="rId12" Type="http://schemas.openxmlformats.org/officeDocument/2006/relationships/audio" Target="../media/snd_ding.wav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1.png"/><Relationship Id="rId8" Type="http://schemas.openxmlformats.org/officeDocument/2006/relationships/image" Target="../media/image57.png"/><Relationship Id="rId9" Type="http://schemas.openxmlformats.org/officeDocument/2006/relationships/slide" Target="slide154.xml"/><Relationship Id="rId10" Type="http://schemas.openxmlformats.org/officeDocument/2006/relationships/slide" Target="slide149.xml"/><Relationship Id="rId11" Type="http://schemas.openxmlformats.org/officeDocument/2006/relationships/slide" Target="slide155.xml"/><Relationship Id="rId12" Type="http://schemas.openxmlformats.org/officeDocument/2006/relationships/audio" Target="../media/snd_ding.wav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slide" Target="slide155.xml"/><Relationship Id="rId9" Type="http://schemas.openxmlformats.org/officeDocument/2006/relationships/audio" Target="../media/snd_tada.wav"/><Relationship Id="rId10" Type="http://schemas.openxmlformats.org/officeDocument/2006/relationships/image" Target="../media/image69.png"/><Relationship Id="rId11" Type="http://schemas.openxmlformats.org/officeDocument/2006/relationships/audio" Target="../media/snd_cheer.wav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1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slide" Target="slide150.xml"/><Relationship Id="rId8" Type="http://schemas.openxmlformats.org/officeDocument/2006/relationships/slide" Target="slide145.xml"/><Relationship Id="rId9" Type="http://schemas.openxmlformats.org/officeDocument/2006/relationships/slide" Target="slide155.xml"/><Relationship Id="rId10" Type="http://schemas.openxmlformats.org/officeDocument/2006/relationships/audio" Target="../media/snd_boing.wav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1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slide" Target="slide146.xml"/><Relationship Id="rId8" Type="http://schemas.openxmlformats.org/officeDocument/2006/relationships/slide" Target="slide151.xml"/><Relationship Id="rId9" Type="http://schemas.openxmlformats.org/officeDocument/2006/relationships/slide" Target="slide155.xml"/><Relationship Id="rId10" Type="http://schemas.openxmlformats.org/officeDocument/2006/relationships/audio" Target="../media/snd_boing.wav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1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slide" Target="slide152.xml"/><Relationship Id="rId10" Type="http://schemas.openxmlformats.org/officeDocument/2006/relationships/slide" Target="slide147.xml"/><Relationship Id="rId11" Type="http://schemas.openxmlformats.org/officeDocument/2006/relationships/slide" Target="slide155.xml"/><Relationship Id="rId12" Type="http://schemas.openxmlformats.org/officeDocument/2006/relationships/audio" Target="../media/snd_boing.wav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1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slide" Target="slide153.xml"/><Relationship Id="rId10" Type="http://schemas.openxmlformats.org/officeDocument/2006/relationships/slide" Target="slide148.xml"/><Relationship Id="rId11" Type="http://schemas.openxmlformats.org/officeDocument/2006/relationships/slide" Target="slide155.xml"/><Relationship Id="rId12" Type="http://schemas.openxmlformats.org/officeDocument/2006/relationships/audio" Target="../media/snd_boing.wav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1.png"/><Relationship Id="rId8" Type="http://schemas.openxmlformats.org/officeDocument/2006/relationships/image" Target="../media/image57.png"/><Relationship Id="rId9" Type="http://schemas.openxmlformats.org/officeDocument/2006/relationships/slide" Target="slide154.xml"/><Relationship Id="rId10" Type="http://schemas.openxmlformats.org/officeDocument/2006/relationships/slide" Target="slide149.xml"/><Relationship Id="rId11" Type="http://schemas.openxmlformats.org/officeDocument/2006/relationships/slide" Target="slide155.xml"/><Relationship Id="rId12" Type="http://schemas.openxmlformats.org/officeDocument/2006/relationships/audio" Target="../media/snd_boing.wav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8.png"/><Relationship Id="rId4" Type="http://schemas.openxmlformats.org/officeDocument/2006/relationships/slide" Target="slide156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image" Target="../media/image60.png"/><Relationship Id="rId4" Type="http://schemas.openxmlformats.org/officeDocument/2006/relationships/slide" Target="slide162.xml"/><Relationship Id="rId5" Type="http://schemas.openxmlformats.org/officeDocument/2006/relationships/slide" Target="slide157.xml"/><Relationship Id="rId6" Type="http://schemas.openxmlformats.org/officeDocument/2006/relationships/slide" Target="slide16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image" Target="../media/image61.png"/><Relationship Id="rId4" Type="http://schemas.openxmlformats.org/officeDocument/2006/relationships/slide" Target="slide163.xml"/><Relationship Id="rId5" Type="http://schemas.openxmlformats.org/officeDocument/2006/relationships/slide" Target="slide158.xml"/><Relationship Id="rId6" Type="http://schemas.openxmlformats.org/officeDocument/2006/relationships/slide" Target="slide167.xml"/><Relationship Id="rId7" Type="http://schemas.openxmlformats.org/officeDocument/2006/relationships/audio" Target="../media/snd_munch.wav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image" Target="../media/image62.png"/><Relationship Id="rId4" Type="http://schemas.openxmlformats.org/officeDocument/2006/relationships/slide" Target="slide159.xml"/><Relationship Id="rId5" Type="http://schemas.openxmlformats.org/officeDocument/2006/relationships/slide" Target="slide164.xml"/><Relationship Id="rId6" Type="http://schemas.openxmlformats.org/officeDocument/2006/relationships/slide" Target="slide167.xml"/><Relationship Id="rId7" Type="http://schemas.openxmlformats.org/officeDocument/2006/relationships/audio" Target="../media/snd_munch.wav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image" Target="../media/image63.png"/><Relationship Id="rId4" Type="http://schemas.openxmlformats.org/officeDocument/2006/relationships/slide" Target="slide160.xml"/><Relationship Id="rId5" Type="http://schemas.openxmlformats.org/officeDocument/2006/relationships/slide" Target="slide165.xml"/><Relationship Id="rId6" Type="http://schemas.openxmlformats.org/officeDocument/2006/relationships/slide" Target="slide167.xml"/><Relationship Id="rId7" Type="http://schemas.openxmlformats.org/officeDocument/2006/relationships/audio" Target="../media/snd_munch.wav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image" Target="../media/image64.png"/><Relationship Id="rId4" Type="http://schemas.openxmlformats.org/officeDocument/2006/relationships/slide" Target="slide166.xml"/><Relationship Id="rId5" Type="http://schemas.openxmlformats.org/officeDocument/2006/relationships/slide" Target="slide161.xml"/><Relationship Id="rId6" Type="http://schemas.openxmlformats.org/officeDocument/2006/relationships/slide" Target="slide167.xml"/><Relationship Id="rId7" Type="http://schemas.openxmlformats.org/officeDocument/2006/relationships/audio" Target="../media/snd_munch.wav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image" Target="../media/image58.png"/><Relationship Id="rId4" Type="http://schemas.openxmlformats.org/officeDocument/2006/relationships/slide" Target="slide167.xml"/><Relationship Id="rId5" Type="http://schemas.openxmlformats.org/officeDocument/2006/relationships/audio" Target="../media/snd_tada.wav"/><Relationship Id="rId6" Type="http://schemas.openxmlformats.org/officeDocument/2006/relationships/image" Target="../media/image69.png"/><Relationship Id="rId7" Type="http://schemas.openxmlformats.org/officeDocument/2006/relationships/audio" Target="../media/snd_cheer.wav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image" Target="../media/image60.png"/><Relationship Id="rId4" Type="http://schemas.openxmlformats.org/officeDocument/2006/relationships/slide" Target="slide162.xml"/><Relationship Id="rId5" Type="http://schemas.openxmlformats.org/officeDocument/2006/relationships/slide" Target="slide157.xml"/><Relationship Id="rId6" Type="http://schemas.openxmlformats.org/officeDocument/2006/relationships/slide" Target="slide167.xml"/><Relationship Id="rId7" Type="http://schemas.openxmlformats.org/officeDocument/2006/relationships/audio" Target="../media/snd_boing.wav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image" Target="../media/image61.png"/><Relationship Id="rId4" Type="http://schemas.openxmlformats.org/officeDocument/2006/relationships/slide" Target="slide163.xml"/><Relationship Id="rId5" Type="http://schemas.openxmlformats.org/officeDocument/2006/relationships/slide" Target="slide158.xml"/><Relationship Id="rId6" Type="http://schemas.openxmlformats.org/officeDocument/2006/relationships/slide" Target="slide167.xml"/><Relationship Id="rId7" Type="http://schemas.openxmlformats.org/officeDocument/2006/relationships/audio" Target="../media/snd_boing.wav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image" Target="../media/image62.png"/><Relationship Id="rId4" Type="http://schemas.openxmlformats.org/officeDocument/2006/relationships/slide" Target="slide159.xml"/><Relationship Id="rId5" Type="http://schemas.openxmlformats.org/officeDocument/2006/relationships/slide" Target="slide164.xml"/><Relationship Id="rId6" Type="http://schemas.openxmlformats.org/officeDocument/2006/relationships/slide" Target="slide167.xml"/><Relationship Id="rId7" Type="http://schemas.openxmlformats.org/officeDocument/2006/relationships/audio" Target="../media/snd_boing.wav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image" Target="../media/image63.png"/><Relationship Id="rId4" Type="http://schemas.openxmlformats.org/officeDocument/2006/relationships/slide" Target="slide160.xml"/><Relationship Id="rId5" Type="http://schemas.openxmlformats.org/officeDocument/2006/relationships/slide" Target="slide165.xml"/><Relationship Id="rId6" Type="http://schemas.openxmlformats.org/officeDocument/2006/relationships/slide" Target="slide167.xml"/><Relationship Id="rId7" Type="http://schemas.openxmlformats.org/officeDocument/2006/relationships/audio" Target="../media/snd_boing.wav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image" Target="../media/image64.png"/><Relationship Id="rId4" Type="http://schemas.openxmlformats.org/officeDocument/2006/relationships/slide" Target="slide166.xml"/><Relationship Id="rId5" Type="http://schemas.openxmlformats.org/officeDocument/2006/relationships/slide" Target="slide161.xml"/><Relationship Id="rId6" Type="http://schemas.openxmlformats.org/officeDocument/2006/relationships/slide" Target="slide167.xml"/><Relationship Id="rId7" Type="http://schemas.openxmlformats.org/officeDocument/2006/relationships/audio" Target="../media/snd_boing.wav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173.xml"/><Relationship Id="rId7" Type="http://schemas.openxmlformats.org/officeDocument/2006/relationships/slide" Target="slide168.xml"/><Relationship Id="rId8" Type="http://schemas.openxmlformats.org/officeDocument/2006/relationships/slide" Target="slide178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174.xml"/><Relationship Id="rId7" Type="http://schemas.openxmlformats.org/officeDocument/2006/relationships/slide" Target="slide169.xml"/><Relationship Id="rId8" Type="http://schemas.openxmlformats.org/officeDocument/2006/relationships/slide" Target="slide178.xml"/><Relationship Id="rId9" Type="http://schemas.openxmlformats.org/officeDocument/2006/relationships/audio" Target="../media/snd_ding.wav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175.xml"/><Relationship Id="rId7" Type="http://schemas.openxmlformats.org/officeDocument/2006/relationships/slide" Target="slide170.xml"/><Relationship Id="rId8" Type="http://schemas.openxmlformats.org/officeDocument/2006/relationships/slide" Target="slide178.xml"/><Relationship Id="rId9" Type="http://schemas.openxmlformats.org/officeDocument/2006/relationships/audio" Target="../media/snd_ding.wav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176.xml"/><Relationship Id="rId7" Type="http://schemas.openxmlformats.org/officeDocument/2006/relationships/slide" Target="slide171.xml"/><Relationship Id="rId8" Type="http://schemas.openxmlformats.org/officeDocument/2006/relationships/slide" Target="slide178.xml"/><Relationship Id="rId9" Type="http://schemas.openxmlformats.org/officeDocument/2006/relationships/audio" Target="../media/snd_ding.wav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172.xml"/><Relationship Id="rId7" Type="http://schemas.openxmlformats.org/officeDocument/2006/relationships/slide" Target="slide177.xml"/><Relationship Id="rId8" Type="http://schemas.openxmlformats.org/officeDocument/2006/relationships/slide" Target="slide178.xml"/><Relationship Id="rId9" Type="http://schemas.openxmlformats.org/officeDocument/2006/relationships/audio" Target="../media/snd_ding.wav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slide" Target="slide178.xml"/><Relationship Id="rId4" Type="http://schemas.openxmlformats.org/officeDocument/2006/relationships/audio" Target="../media/snd_tada.wav"/><Relationship Id="rId5" Type="http://schemas.openxmlformats.org/officeDocument/2006/relationships/image" Target="../media/image69.png"/><Relationship Id="rId6" Type="http://schemas.openxmlformats.org/officeDocument/2006/relationships/audio" Target="../media/snd_cheer.wav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173.xml"/><Relationship Id="rId7" Type="http://schemas.openxmlformats.org/officeDocument/2006/relationships/slide" Target="slide168.xml"/><Relationship Id="rId8" Type="http://schemas.openxmlformats.org/officeDocument/2006/relationships/slide" Target="slide178.xml"/><Relationship Id="rId9" Type="http://schemas.openxmlformats.org/officeDocument/2006/relationships/audio" Target="../media/snd_boing.wav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174.xml"/><Relationship Id="rId7" Type="http://schemas.openxmlformats.org/officeDocument/2006/relationships/slide" Target="slide169.xml"/><Relationship Id="rId8" Type="http://schemas.openxmlformats.org/officeDocument/2006/relationships/slide" Target="slide178.xml"/><Relationship Id="rId9" Type="http://schemas.openxmlformats.org/officeDocument/2006/relationships/audio" Target="../media/snd_boing.wav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175.xml"/><Relationship Id="rId7" Type="http://schemas.openxmlformats.org/officeDocument/2006/relationships/slide" Target="slide170.xml"/><Relationship Id="rId8" Type="http://schemas.openxmlformats.org/officeDocument/2006/relationships/slide" Target="slide178.xml"/><Relationship Id="rId9" Type="http://schemas.openxmlformats.org/officeDocument/2006/relationships/audio" Target="../media/snd_boing.wav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176.xml"/><Relationship Id="rId7" Type="http://schemas.openxmlformats.org/officeDocument/2006/relationships/slide" Target="slide171.xml"/><Relationship Id="rId8" Type="http://schemas.openxmlformats.org/officeDocument/2006/relationships/slide" Target="slide178.xml"/><Relationship Id="rId9" Type="http://schemas.openxmlformats.org/officeDocument/2006/relationships/audio" Target="../media/snd_boing.wav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172.xml"/><Relationship Id="rId7" Type="http://schemas.openxmlformats.org/officeDocument/2006/relationships/slide" Target="slide177.xml"/><Relationship Id="rId8" Type="http://schemas.openxmlformats.org/officeDocument/2006/relationships/slide" Target="slide178.xml"/><Relationship Id="rId9" Type="http://schemas.openxmlformats.org/officeDocument/2006/relationships/audio" Target="../media/snd_boing.wav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84.xml"/><Relationship Id="rId4" Type="http://schemas.openxmlformats.org/officeDocument/2006/relationships/slide" Target="slide179.xml"/><Relationship Id="rId5" Type="http://schemas.openxmlformats.org/officeDocument/2006/relationships/slide" Target="slide189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185.xml"/><Relationship Id="rId5" Type="http://schemas.openxmlformats.org/officeDocument/2006/relationships/slide" Target="slide180.xml"/><Relationship Id="rId6" Type="http://schemas.openxmlformats.org/officeDocument/2006/relationships/slide" Target="slide189.xml"/><Relationship Id="rId7" Type="http://schemas.openxmlformats.org/officeDocument/2006/relationships/audio" Target="../media/snd_pop.wav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186.xml"/><Relationship Id="rId5" Type="http://schemas.openxmlformats.org/officeDocument/2006/relationships/slide" Target="slide181.xml"/><Relationship Id="rId6" Type="http://schemas.openxmlformats.org/officeDocument/2006/relationships/slide" Target="slide189.xml"/><Relationship Id="rId7" Type="http://schemas.openxmlformats.org/officeDocument/2006/relationships/audio" Target="../media/snd_pop.wav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187.xml"/><Relationship Id="rId5" Type="http://schemas.openxmlformats.org/officeDocument/2006/relationships/slide" Target="slide182.xml"/><Relationship Id="rId6" Type="http://schemas.openxmlformats.org/officeDocument/2006/relationships/slide" Target="slide189.xml"/><Relationship Id="rId7" Type="http://schemas.openxmlformats.org/officeDocument/2006/relationships/audio" Target="../media/snd_pop.wav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188.xml"/><Relationship Id="rId5" Type="http://schemas.openxmlformats.org/officeDocument/2006/relationships/slide" Target="slide183.xml"/><Relationship Id="rId6" Type="http://schemas.openxmlformats.org/officeDocument/2006/relationships/slide" Target="slide189.xml"/><Relationship Id="rId7" Type="http://schemas.openxmlformats.org/officeDocument/2006/relationships/audio" Target="../media/snd_pop.wav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189.xml"/><Relationship Id="rId5" Type="http://schemas.openxmlformats.org/officeDocument/2006/relationships/audio" Target="../media/snd_tada.wav"/><Relationship Id="rId6" Type="http://schemas.openxmlformats.org/officeDocument/2006/relationships/image" Target="../media/image69.png"/><Relationship Id="rId7" Type="http://schemas.openxmlformats.org/officeDocument/2006/relationships/audio" Target="../media/snd_cheer.wav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84.xml"/><Relationship Id="rId4" Type="http://schemas.openxmlformats.org/officeDocument/2006/relationships/slide" Target="slide179.xml"/><Relationship Id="rId5" Type="http://schemas.openxmlformats.org/officeDocument/2006/relationships/slide" Target="slide189.xml"/><Relationship Id="rId6" Type="http://schemas.openxmlformats.org/officeDocument/2006/relationships/audio" Target="../media/snd_boing.wav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185.xml"/><Relationship Id="rId5" Type="http://schemas.openxmlformats.org/officeDocument/2006/relationships/slide" Target="slide180.xml"/><Relationship Id="rId6" Type="http://schemas.openxmlformats.org/officeDocument/2006/relationships/slide" Target="slide189.xml"/><Relationship Id="rId7" Type="http://schemas.openxmlformats.org/officeDocument/2006/relationships/audio" Target="../media/snd_boing.wav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186.xml"/><Relationship Id="rId5" Type="http://schemas.openxmlformats.org/officeDocument/2006/relationships/slide" Target="slide181.xml"/><Relationship Id="rId6" Type="http://schemas.openxmlformats.org/officeDocument/2006/relationships/slide" Target="slide189.xml"/><Relationship Id="rId7" Type="http://schemas.openxmlformats.org/officeDocument/2006/relationships/audio" Target="../media/snd_boing.wav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187.xml"/><Relationship Id="rId5" Type="http://schemas.openxmlformats.org/officeDocument/2006/relationships/slide" Target="slide182.xml"/><Relationship Id="rId6" Type="http://schemas.openxmlformats.org/officeDocument/2006/relationships/slide" Target="slide189.xml"/><Relationship Id="rId7" Type="http://schemas.openxmlformats.org/officeDocument/2006/relationships/audio" Target="../media/snd_boing.wav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188.xml"/><Relationship Id="rId5" Type="http://schemas.openxmlformats.org/officeDocument/2006/relationships/slide" Target="slide183.xml"/><Relationship Id="rId6" Type="http://schemas.openxmlformats.org/officeDocument/2006/relationships/slide" Target="slide189.xml"/><Relationship Id="rId7" Type="http://schemas.openxmlformats.org/officeDocument/2006/relationships/audio" Target="../media/snd_boing.wav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5.png"/><Relationship Id="rId4" Type="http://schemas.openxmlformats.org/officeDocument/2006/relationships/slide" Target="slide190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196.xml"/><Relationship Id="rId7" Type="http://schemas.openxmlformats.org/officeDocument/2006/relationships/slide" Target="slide191.xml"/><Relationship Id="rId8" Type="http://schemas.openxmlformats.org/officeDocument/2006/relationships/slide" Target="slide225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197.xml"/><Relationship Id="rId7" Type="http://schemas.openxmlformats.org/officeDocument/2006/relationships/slide" Target="slide192.xml"/><Relationship Id="rId8" Type="http://schemas.openxmlformats.org/officeDocument/2006/relationships/slide" Target="slide225.xml"/><Relationship Id="rId9" Type="http://schemas.openxmlformats.org/officeDocument/2006/relationships/audio" Target="../media/snd_pop.wav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198.xml"/><Relationship Id="rId7" Type="http://schemas.openxmlformats.org/officeDocument/2006/relationships/slide" Target="slide193.xml"/><Relationship Id="rId8" Type="http://schemas.openxmlformats.org/officeDocument/2006/relationships/slide" Target="slide225.xml"/><Relationship Id="rId9" Type="http://schemas.openxmlformats.org/officeDocument/2006/relationships/audio" Target="../media/snd_pop.wav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199.xml"/><Relationship Id="rId7" Type="http://schemas.openxmlformats.org/officeDocument/2006/relationships/slide" Target="slide194.xml"/><Relationship Id="rId8" Type="http://schemas.openxmlformats.org/officeDocument/2006/relationships/slide" Target="slide225.xml"/><Relationship Id="rId9" Type="http://schemas.openxmlformats.org/officeDocument/2006/relationships/audio" Target="../media/snd_pop.wav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200.xml"/><Relationship Id="rId7" Type="http://schemas.openxmlformats.org/officeDocument/2006/relationships/slide" Target="slide195.xml"/><Relationship Id="rId8" Type="http://schemas.openxmlformats.org/officeDocument/2006/relationships/slide" Target="slide225.xml"/><Relationship Id="rId9" Type="http://schemas.openxmlformats.org/officeDocument/2006/relationships/audio" Target="../media/snd_pop.wav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225.xml"/><Relationship Id="rId7" Type="http://schemas.openxmlformats.org/officeDocument/2006/relationships/audio" Target="../media/snd_cheer.wav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202.xml"/><Relationship Id="rId7" Type="http://schemas.openxmlformats.org/officeDocument/2006/relationships/slide" Target="slide197.xml"/><Relationship Id="rId8" Type="http://schemas.openxmlformats.org/officeDocument/2006/relationships/slide" Target="slide225.xml"/><Relationship Id="rId9" Type="http://schemas.openxmlformats.org/officeDocument/2006/relationships/audio" Target="../media/snd_pop.wav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203.xml"/><Relationship Id="rId7" Type="http://schemas.openxmlformats.org/officeDocument/2006/relationships/slide" Target="slide198.xml"/><Relationship Id="rId8" Type="http://schemas.openxmlformats.org/officeDocument/2006/relationships/slide" Target="slide225.xml"/><Relationship Id="rId9" Type="http://schemas.openxmlformats.org/officeDocument/2006/relationships/audio" Target="../media/snd_pop.wav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204.xml"/><Relationship Id="rId7" Type="http://schemas.openxmlformats.org/officeDocument/2006/relationships/slide" Target="slide199.xml"/><Relationship Id="rId8" Type="http://schemas.openxmlformats.org/officeDocument/2006/relationships/slide" Target="slide225.xml"/><Relationship Id="rId9" Type="http://schemas.openxmlformats.org/officeDocument/2006/relationships/audio" Target="../media/snd_pop.wav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205.xml"/><Relationship Id="rId7" Type="http://schemas.openxmlformats.org/officeDocument/2006/relationships/slide" Target="slide200.xml"/><Relationship Id="rId8" Type="http://schemas.openxmlformats.org/officeDocument/2006/relationships/slide" Target="slide225.xml"/><Relationship Id="rId9" Type="http://schemas.openxmlformats.org/officeDocument/2006/relationships/audio" Target="../media/snd_pop.wav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206.xml"/><Relationship Id="rId7" Type="http://schemas.openxmlformats.org/officeDocument/2006/relationships/slide" Target="slide201.xml"/><Relationship Id="rId8" Type="http://schemas.openxmlformats.org/officeDocument/2006/relationships/slide" Target="slide225.xml"/><Relationship Id="rId9" Type="http://schemas.openxmlformats.org/officeDocument/2006/relationships/audio" Target="../media/snd_pop.wav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225.xml"/><Relationship Id="rId7" Type="http://schemas.openxmlformats.org/officeDocument/2006/relationships/audio" Target="../media/snd_cheer.wav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208.xml"/><Relationship Id="rId7" Type="http://schemas.openxmlformats.org/officeDocument/2006/relationships/slide" Target="slide203.xml"/><Relationship Id="rId8" Type="http://schemas.openxmlformats.org/officeDocument/2006/relationships/slide" Target="slide225.xml"/><Relationship Id="rId9" Type="http://schemas.openxmlformats.org/officeDocument/2006/relationships/audio" Target="../media/snd_pop.wav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209.xml"/><Relationship Id="rId7" Type="http://schemas.openxmlformats.org/officeDocument/2006/relationships/slide" Target="slide204.xml"/><Relationship Id="rId8" Type="http://schemas.openxmlformats.org/officeDocument/2006/relationships/slide" Target="slide225.xml"/><Relationship Id="rId9" Type="http://schemas.openxmlformats.org/officeDocument/2006/relationships/audio" Target="../media/snd_pop.wav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210.xml"/><Relationship Id="rId7" Type="http://schemas.openxmlformats.org/officeDocument/2006/relationships/slide" Target="slide205.xml"/><Relationship Id="rId8" Type="http://schemas.openxmlformats.org/officeDocument/2006/relationships/slide" Target="slide225.xml"/><Relationship Id="rId9" Type="http://schemas.openxmlformats.org/officeDocument/2006/relationships/audio" Target="../media/snd_pop.wav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211.xml"/><Relationship Id="rId7" Type="http://schemas.openxmlformats.org/officeDocument/2006/relationships/slide" Target="slide206.xml"/><Relationship Id="rId8" Type="http://schemas.openxmlformats.org/officeDocument/2006/relationships/slide" Target="slide225.xml"/><Relationship Id="rId9" Type="http://schemas.openxmlformats.org/officeDocument/2006/relationships/audio" Target="../media/snd_pop.wav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212.xml"/><Relationship Id="rId7" Type="http://schemas.openxmlformats.org/officeDocument/2006/relationships/slide" Target="slide207.xml"/><Relationship Id="rId8" Type="http://schemas.openxmlformats.org/officeDocument/2006/relationships/slide" Target="slide225.xml"/><Relationship Id="rId9" Type="http://schemas.openxmlformats.org/officeDocument/2006/relationships/audio" Target="../media/snd_pop.wav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225.xml"/><Relationship Id="rId7" Type="http://schemas.openxmlformats.org/officeDocument/2006/relationships/audio" Target="../media/snd_cheer.wav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214.xml"/><Relationship Id="rId7" Type="http://schemas.openxmlformats.org/officeDocument/2006/relationships/slide" Target="slide209.xml"/><Relationship Id="rId8" Type="http://schemas.openxmlformats.org/officeDocument/2006/relationships/slide" Target="slide225.xml"/><Relationship Id="rId9" Type="http://schemas.openxmlformats.org/officeDocument/2006/relationships/audio" Target="../media/snd_pop.wav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215.xml"/><Relationship Id="rId7" Type="http://schemas.openxmlformats.org/officeDocument/2006/relationships/slide" Target="slide210.xml"/><Relationship Id="rId8" Type="http://schemas.openxmlformats.org/officeDocument/2006/relationships/slide" Target="slide225.xml"/><Relationship Id="rId9" Type="http://schemas.openxmlformats.org/officeDocument/2006/relationships/audio" Target="../media/snd_pop.wav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216.xml"/><Relationship Id="rId7" Type="http://schemas.openxmlformats.org/officeDocument/2006/relationships/slide" Target="slide211.xml"/><Relationship Id="rId8" Type="http://schemas.openxmlformats.org/officeDocument/2006/relationships/slide" Target="slide225.xml"/><Relationship Id="rId9" Type="http://schemas.openxmlformats.org/officeDocument/2006/relationships/audio" Target="../media/snd_pop.wav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217.xml"/><Relationship Id="rId7" Type="http://schemas.openxmlformats.org/officeDocument/2006/relationships/slide" Target="slide212.xml"/><Relationship Id="rId8" Type="http://schemas.openxmlformats.org/officeDocument/2006/relationships/slide" Target="slide225.xml"/><Relationship Id="rId9" Type="http://schemas.openxmlformats.org/officeDocument/2006/relationships/audio" Target="../media/snd_pop.wav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218.xml"/><Relationship Id="rId7" Type="http://schemas.openxmlformats.org/officeDocument/2006/relationships/slide" Target="slide213.xml"/><Relationship Id="rId8" Type="http://schemas.openxmlformats.org/officeDocument/2006/relationships/slide" Target="slide225.xml"/><Relationship Id="rId9" Type="http://schemas.openxmlformats.org/officeDocument/2006/relationships/audio" Target="../media/snd_pop.wav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225.xml"/><Relationship Id="rId7" Type="http://schemas.openxmlformats.org/officeDocument/2006/relationships/audio" Target="../media/snd_cheer.wav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220.xml"/><Relationship Id="rId7" Type="http://schemas.openxmlformats.org/officeDocument/2006/relationships/slide" Target="slide215.xml"/><Relationship Id="rId8" Type="http://schemas.openxmlformats.org/officeDocument/2006/relationships/slide" Target="slide225.xml"/><Relationship Id="rId9" Type="http://schemas.openxmlformats.org/officeDocument/2006/relationships/audio" Target="../media/snd_pop.wav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221.xml"/><Relationship Id="rId7" Type="http://schemas.openxmlformats.org/officeDocument/2006/relationships/slide" Target="slide216.xml"/><Relationship Id="rId8" Type="http://schemas.openxmlformats.org/officeDocument/2006/relationships/slide" Target="slide225.xml"/><Relationship Id="rId9" Type="http://schemas.openxmlformats.org/officeDocument/2006/relationships/audio" Target="../media/snd_pop.wav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222.xml"/><Relationship Id="rId7" Type="http://schemas.openxmlformats.org/officeDocument/2006/relationships/slide" Target="slide217.xml"/><Relationship Id="rId8" Type="http://schemas.openxmlformats.org/officeDocument/2006/relationships/slide" Target="slide225.xml"/><Relationship Id="rId9" Type="http://schemas.openxmlformats.org/officeDocument/2006/relationships/audio" Target="../media/snd_pop.wav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223.xml"/><Relationship Id="rId7" Type="http://schemas.openxmlformats.org/officeDocument/2006/relationships/slide" Target="slide218.xml"/><Relationship Id="rId8" Type="http://schemas.openxmlformats.org/officeDocument/2006/relationships/slide" Target="slide225.xml"/><Relationship Id="rId9" Type="http://schemas.openxmlformats.org/officeDocument/2006/relationships/audio" Target="../media/snd_pop.wav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224.xml"/><Relationship Id="rId7" Type="http://schemas.openxmlformats.org/officeDocument/2006/relationships/slide" Target="slide219.xml"/><Relationship Id="rId8" Type="http://schemas.openxmlformats.org/officeDocument/2006/relationships/slide" Target="slide225.xml"/><Relationship Id="rId9" Type="http://schemas.openxmlformats.org/officeDocument/2006/relationships/audio" Target="../media/snd_pop.wav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225.xml"/><Relationship Id="rId7" Type="http://schemas.openxmlformats.org/officeDocument/2006/relationships/audio" Target="../media/snd_cheer.wav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225.xml"/><Relationship Id="rId7" Type="http://schemas.openxmlformats.org/officeDocument/2006/relationships/audio" Target="../media/snd_cheer.wav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225.xml"/><Relationship Id="rId7" Type="http://schemas.openxmlformats.org/officeDocument/2006/relationships/audio" Target="../media/snd_cheer.wav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225.xml"/><Relationship Id="rId7" Type="http://schemas.openxmlformats.org/officeDocument/2006/relationships/audio" Target="../media/snd_cheer.wav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225.xml"/><Relationship Id="rId7" Type="http://schemas.openxmlformats.org/officeDocument/2006/relationships/audio" Target="../media/snd_cheer.wav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225.xml"/><Relationship Id="rId7" Type="http://schemas.openxmlformats.org/officeDocument/2006/relationships/audio" Target="../media/snd_cheer.wav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slide" Target="slide226.xml"/><Relationship Id="rId5" Type="http://schemas.openxmlformats.org/officeDocument/2006/relationships/slide" Target="slide231.xml"/><Relationship Id="rId6" Type="http://schemas.openxmlformats.org/officeDocument/2006/relationships/slide" Target="slide236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7.png"/><Relationship Id="rId4" Type="http://schemas.openxmlformats.org/officeDocument/2006/relationships/slide" Target="slide232.xml"/><Relationship Id="rId5" Type="http://schemas.openxmlformats.org/officeDocument/2006/relationships/slide" Target="slide227.xml"/><Relationship Id="rId6" Type="http://schemas.openxmlformats.org/officeDocument/2006/relationships/slide" Target="slide236.xml"/><Relationship Id="rId7" Type="http://schemas.openxmlformats.org/officeDocument/2006/relationships/audio" Target="../media/snd_sparkle.wav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8.png"/><Relationship Id="rId4" Type="http://schemas.openxmlformats.org/officeDocument/2006/relationships/slide" Target="slide228.xml"/><Relationship Id="rId5" Type="http://schemas.openxmlformats.org/officeDocument/2006/relationships/slide" Target="slide233.xml"/><Relationship Id="rId6" Type="http://schemas.openxmlformats.org/officeDocument/2006/relationships/slide" Target="slide236.xml"/><Relationship Id="rId7" Type="http://schemas.openxmlformats.org/officeDocument/2006/relationships/audio" Target="../media/snd_sparkle.wav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9.png"/><Relationship Id="rId4" Type="http://schemas.openxmlformats.org/officeDocument/2006/relationships/slide" Target="slide229.xml"/><Relationship Id="rId5" Type="http://schemas.openxmlformats.org/officeDocument/2006/relationships/slide" Target="slide234.xml"/><Relationship Id="rId6" Type="http://schemas.openxmlformats.org/officeDocument/2006/relationships/slide" Target="slide236.xml"/><Relationship Id="rId7" Type="http://schemas.openxmlformats.org/officeDocument/2006/relationships/audio" Target="../media/snd_sparkle.wav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0.png"/><Relationship Id="rId4" Type="http://schemas.openxmlformats.org/officeDocument/2006/relationships/slide" Target="slide235.xml"/><Relationship Id="rId5" Type="http://schemas.openxmlformats.org/officeDocument/2006/relationships/slide" Target="slide230.xml"/><Relationship Id="rId6" Type="http://schemas.openxmlformats.org/officeDocument/2006/relationships/slide" Target="slide236.xml"/><Relationship Id="rId7" Type="http://schemas.openxmlformats.org/officeDocument/2006/relationships/audio" Target="../media/snd_sparkle.wav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4.png"/><Relationship Id="rId4" Type="http://schemas.openxmlformats.org/officeDocument/2006/relationships/slide" Target="slide236.xml"/><Relationship Id="rId5" Type="http://schemas.openxmlformats.org/officeDocument/2006/relationships/audio" Target="../media/snd_tada.wav"/><Relationship Id="rId6" Type="http://schemas.openxmlformats.org/officeDocument/2006/relationships/image" Target="../media/image69.png"/><Relationship Id="rId7" Type="http://schemas.openxmlformats.org/officeDocument/2006/relationships/audio" Target="../media/snd_cheer.wav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slide" Target="slide226.xml"/><Relationship Id="rId5" Type="http://schemas.openxmlformats.org/officeDocument/2006/relationships/slide" Target="slide231.xml"/><Relationship Id="rId6" Type="http://schemas.openxmlformats.org/officeDocument/2006/relationships/slide" Target="slide236.xml"/><Relationship Id="rId7" Type="http://schemas.openxmlformats.org/officeDocument/2006/relationships/audio" Target="../media/snd_boing.wav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7.png"/><Relationship Id="rId4" Type="http://schemas.openxmlformats.org/officeDocument/2006/relationships/slide" Target="slide232.xml"/><Relationship Id="rId5" Type="http://schemas.openxmlformats.org/officeDocument/2006/relationships/slide" Target="slide227.xml"/><Relationship Id="rId6" Type="http://schemas.openxmlformats.org/officeDocument/2006/relationships/slide" Target="slide236.xml"/><Relationship Id="rId7" Type="http://schemas.openxmlformats.org/officeDocument/2006/relationships/audio" Target="../media/snd_boing.wav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8.png"/><Relationship Id="rId4" Type="http://schemas.openxmlformats.org/officeDocument/2006/relationships/slide" Target="slide228.xml"/><Relationship Id="rId5" Type="http://schemas.openxmlformats.org/officeDocument/2006/relationships/slide" Target="slide233.xml"/><Relationship Id="rId6" Type="http://schemas.openxmlformats.org/officeDocument/2006/relationships/slide" Target="slide236.xml"/><Relationship Id="rId7" Type="http://schemas.openxmlformats.org/officeDocument/2006/relationships/audio" Target="../media/snd_boing.wav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9.png"/><Relationship Id="rId4" Type="http://schemas.openxmlformats.org/officeDocument/2006/relationships/slide" Target="slide229.xml"/><Relationship Id="rId5" Type="http://schemas.openxmlformats.org/officeDocument/2006/relationships/slide" Target="slide234.xml"/><Relationship Id="rId6" Type="http://schemas.openxmlformats.org/officeDocument/2006/relationships/slide" Target="slide236.xml"/><Relationship Id="rId7" Type="http://schemas.openxmlformats.org/officeDocument/2006/relationships/audio" Target="../media/snd_boing.wav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0.png"/><Relationship Id="rId4" Type="http://schemas.openxmlformats.org/officeDocument/2006/relationships/slide" Target="slide235.xml"/><Relationship Id="rId5" Type="http://schemas.openxmlformats.org/officeDocument/2006/relationships/slide" Target="slide230.xml"/><Relationship Id="rId6" Type="http://schemas.openxmlformats.org/officeDocument/2006/relationships/slide" Target="slide236.xml"/><Relationship Id="rId7" Type="http://schemas.openxmlformats.org/officeDocument/2006/relationships/audio" Target="../media/snd_boing.wav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242.xml"/><Relationship Id="rId7" Type="http://schemas.openxmlformats.org/officeDocument/2006/relationships/slide" Target="slide237.xml"/><Relationship Id="rId8" Type="http://schemas.openxmlformats.org/officeDocument/2006/relationships/slide" Target="slide24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238.xml"/><Relationship Id="rId7" Type="http://schemas.openxmlformats.org/officeDocument/2006/relationships/slide" Target="slide243.xml"/><Relationship Id="rId8" Type="http://schemas.openxmlformats.org/officeDocument/2006/relationships/slide" Target="slide247.xml"/><Relationship Id="rId9" Type="http://schemas.openxmlformats.org/officeDocument/2006/relationships/audio" Target="../media/snd_ding.wav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244.xml"/><Relationship Id="rId7" Type="http://schemas.openxmlformats.org/officeDocument/2006/relationships/slide" Target="slide239.xml"/><Relationship Id="rId8" Type="http://schemas.openxmlformats.org/officeDocument/2006/relationships/slide" Target="slide247.xml"/><Relationship Id="rId9" Type="http://schemas.openxmlformats.org/officeDocument/2006/relationships/audio" Target="../media/snd_ding.wav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245.xml"/><Relationship Id="rId7" Type="http://schemas.openxmlformats.org/officeDocument/2006/relationships/slide" Target="slide240.xml"/><Relationship Id="rId8" Type="http://schemas.openxmlformats.org/officeDocument/2006/relationships/slide" Target="slide247.xml"/><Relationship Id="rId9" Type="http://schemas.openxmlformats.org/officeDocument/2006/relationships/audio" Target="../media/snd_ding.wav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246.xml"/><Relationship Id="rId7" Type="http://schemas.openxmlformats.org/officeDocument/2006/relationships/slide" Target="slide241.xml"/><Relationship Id="rId8" Type="http://schemas.openxmlformats.org/officeDocument/2006/relationships/slide" Target="slide247.xml"/><Relationship Id="rId9" Type="http://schemas.openxmlformats.org/officeDocument/2006/relationships/audio" Target="../media/snd_ding.wav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slide" Target="slide247.xml"/><Relationship Id="rId4" Type="http://schemas.openxmlformats.org/officeDocument/2006/relationships/audio" Target="../media/snd_tada.wav"/><Relationship Id="rId5" Type="http://schemas.openxmlformats.org/officeDocument/2006/relationships/image" Target="../media/image69.png"/><Relationship Id="rId6" Type="http://schemas.openxmlformats.org/officeDocument/2006/relationships/audio" Target="../media/snd_cheer.wav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242.xml"/><Relationship Id="rId7" Type="http://schemas.openxmlformats.org/officeDocument/2006/relationships/slide" Target="slide237.xml"/><Relationship Id="rId8" Type="http://schemas.openxmlformats.org/officeDocument/2006/relationships/slide" Target="slide247.xml"/><Relationship Id="rId9" Type="http://schemas.openxmlformats.org/officeDocument/2006/relationships/audio" Target="../media/snd_boing.wav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238.xml"/><Relationship Id="rId7" Type="http://schemas.openxmlformats.org/officeDocument/2006/relationships/slide" Target="slide243.xml"/><Relationship Id="rId8" Type="http://schemas.openxmlformats.org/officeDocument/2006/relationships/slide" Target="slide247.xml"/><Relationship Id="rId9" Type="http://schemas.openxmlformats.org/officeDocument/2006/relationships/audio" Target="../media/snd_boing.wav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244.xml"/><Relationship Id="rId7" Type="http://schemas.openxmlformats.org/officeDocument/2006/relationships/slide" Target="slide239.xml"/><Relationship Id="rId8" Type="http://schemas.openxmlformats.org/officeDocument/2006/relationships/slide" Target="slide247.xml"/><Relationship Id="rId9" Type="http://schemas.openxmlformats.org/officeDocument/2006/relationships/audio" Target="../media/snd_boing.wav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245.xml"/><Relationship Id="rId7" Type="http://schemas.openxmlformats.org/officeDocument/2006/relationships/slide" Target="slide240.xml"/><Relationship Id="rId8" Type="http://schemas.openxmlformats.org/officeDocument/2006/relationships/slide" Target="slide247.xml"/><Relationship Id="rId9" Type="http://schemas.openxmlformats.org/officeDocument/2006/relationships/audio" Target="../media/snd_boing.wav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246.xml"/><Relationship Id="rId7" Type="http://schemas.openxmlformats.org/officeDocument/2006/relationships/slide" Target="slide241.xml"/><Relationship Id="rId8" Type="http://schemas.openxmlformats.org/officeDocument/2006/relationships/slide" Target="slide247.xml"/><Relationship Id="rId9" Type="http://schemas.openxmlformats.org/officeDocument/2006/relationships/audio" Target="../media/snd_boing.wav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slide" Target="slide248.xml"/><Relationship Id="rId6" Type="http://schemas.openxmlformats.org/officeDocument/2006/relationships/slide" Target="slide253.xml"/><Relationship Id="rId7" Type="http://schemas.openxmlformats.org/officeDocument/2006/relationships/slide" Target="slide258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slide" Target="slide254.xml"/><Relationship Id="rId7" Type="http://schemas.openxmlformats.org/officeDocument/2006/relationships/slide" Target="slide249.xml"/><Relationship Id="rId8" Type="http://schemas.openxmlformats.org/officeDocument/2006/relationships/slide" Target="slide258.xml"/><Relationship Id="rId9" Type="http://schemas.openxmlformats.org/officeDocument/2006/relationships/audio" Target="../media/snd_ding.wav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slide" Target="slide250.xml"/><Relationship Id="rId8" Type="http://schemas.openxmlformats.org/officeDocument/2006/relationships/slide" Target="slide255.xml"/><Relationship Id="rId9" Type="http://schemas.openxmlformats.org/officeDocument/2006/relationships/slide" Target="slide258.xml"/><Relationship Id="rId10" Type="http://schemas.openxmlformats.org/officeDocument/2006/relationships/audio" Target="../media/snd_ding.wav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slide" Target="slide256.xml"/><Relationship Id="rId9" Type="http://schemas.openxmlformats.org/officeDocument/2006/relationships/slide" Target="slide251.xml"/><Relationship Id="rId10" Type="http://schemas.openxmlformats.org/officeDocument/2006/relationships/slide" Target="slide258.xml"/><Relationship Id="rId11" Type="http://schemas.openxmlformats.org/officeDocument/2006/relationships/audio" Target="../media/snd_ding.wav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slide" Target="slide257.xml"/><Relationship Id="rId9" Type="http://schemas.openxmlformats.org/officeDocument/2006/relationships/slide" Target="slide252.xml"/><Relationship Id="rId10" Type="http://schemas.openxmlformats.org/officeDocument/2006/relationships/slide" Target="slide258.xml"/><Relationship Id="rId11" Type="http://schemas.openxmlformats.org/officeDocument/2006/relationships/audio" Target="../media/snd_ding.wav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slide" Target="slide258.xml"/><Relationship Id="rId8" Type="http://schemas.openxmlformats.org/officeDocument/2006/relationships/audio" Target="../media/snd_tada.wav"/><Relationship Id="rId9" Type="http://schemas.openxmlformats.org/officeDocument/2006/relationships/image" Target="../media/image69.png"/><Relationship Id="rId10" Type="http://schemas.openxmlformats.org/officeDocument/2006/relationships/audio" Target="../media/snd_cheer.wav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slide" Target="slide248.xml"/><Relationship Id="rId6" Type="http://schemas.openxmlformats.org/officeDocument/2006/relationships/slide" Target="slide253.xml"/><Relationship Id="rId7" Type="http://schemas.openxmlformats.org/officeDocument/2006/relationships/slide" Target="slide258.xml"/><Relationship Id="rId8" Type="http://schemas.openxmlformats.org/officeDocument/2006/relationships/audio" Target="../media/snd_boing.wav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slide" Target="slide254.xml"/><Relationship Id="rId7" Type="http://schemas.openxmlformats.org/officeDocument/2006/relationships/slide" Target="slide249.xml"/><Relationship Id="rId8" Type="http://schemas.openxmlformats.org/officeDocument/2006/relationships/slide" Target="slide258.xml"/><Relationship Id="rId9" Type="http://schemas.openxmlformats.org/officeDocument/2006/relationships/audio" Target="../media/snd_boing.wav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slide" Target="slide250.xml"/><Relationship Id="rId8" Type="http://schemas.openxmlformats.org/officeDocument/2006/relationships/slide" Target="slide255.xml"/><Relationship Id="rId9" Type="http://schemas.openxmlformats.org/officeDocument/2006/relationships/slide" Target="slide258.xml"/><Relationship Id="rId10" Type="http://schemas.openxmlformats.org/officeDocument/2006/relationships/audio" Target="../media/snd_boing.wav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slide" Target="slide256.xml"/><Relationship Id="rId9" Type="http://schemas.openxmlformats.org/officeDocument/2006/relationships/slide" Target="slide251.xml"/><Relationship Id="rId10" Type="http://schemas.openxmlformats.org/officeDocument/2006/relationships/slide" Target="slide258.xml"/><Relationship Id="rId11" Type="http://schemas.openxmlformats.org/officeDocument/2006/relationships/audio" Target="../media/snd_boing.wav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slide" Target="slide257.xml"/><Relationship Id="rId9" Type="http://schemas.openxmlformats.org/officeDocument/2006/relationships/slide" Target="slide252.xml"/><Relationship Id="rId10" Type="http://schemas.openxmlformats.org/officeDocument/2006/relationships/slide" Target="slide258.xml"/><Relationship Id="rId11" Type="http://schemas.openxmlformats.org/officeDocument/2006/relationships/audio" Target="../media/snd_boing.wav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slide" Target="slide264.xml"/><Relationship Id="rId5" Type="http://schemas.openxmlformats.org/officeDocument/2006/relationships/slide" Target="slide259.xml"/><Relationship Id="rId6" Type="http://schemas.openxmlformats.org/officeDocument/2006/relationships/slide" Target="slide269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65.xml"/><Relationship Id="rId6" Type="http://schemas.openxmlformats.org/officeDocument/2006/relationships/slide" Target="slide260.xml"/><Relationship Id="rId7" Type="http://schemas.openxmlformats.org/officeDocument/2006/relationships/slide" Target="slide269.xml"/><Relationship Id="rId8" Type="http://schemas.openxmlformats.org/officeDocument/2006/relationships/audio" Target="../media/snd_whoosh.wav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Relationship Id="rId6" Type="http://schemas.openxmlformats.org/officeDocument/2006/relationships/slide" Target="slide266.xml"/><Relationship Id="rId7" Type="http://schemas.openxmlformats.org/officeDocument/2006/relationships/slide" Target="slide261.xml"/><Relationship Id="rId8" Type="http://schemas.openxmlformats.org/officeDocument/2006/relationships/slide" Target="slide269.xml"/><Relationship Id="rId9" Type="http://schemas.openxmlformats.org/officeDocument/2006/relationships/audio" Target="../media/snd_whoosh.wav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4.png"/><Relationship Id="rId7" Type="http://schemas.openxmlformats.org/officeDocument/2006/relationships/slide" Target="slide267.xml"/><Relationship Id="rId8" Type="http://schemas.openxmlformats.org/officeDocument/2006/relationships/slide" Target="slide262.xml"/><Relationship Id="rId9" Type="http://schemas.openxmlformats.org/officeDocument/2006/relationships/slide" Target="slide269.xml"/><Relationship Id="rId10" Type="http://schemas.openxmlformats.org/officeDocument/2006/relationships/audio" Target="../media/snd_whoosh.wav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4.png"/><Relationship Id="rId7" Type="http://schemas.openxmlformats.org/officeDocument/2006/relationships/slide" Target="slide263.xml"/><Relationship Id="rId8" Type="http://schemas.openxmlformats.org/officeDocument/2006/relationships/slide" Target="slide268.xml"/><Relationship Id="rId9" Type="http://schemas.openxmlformats.org/officeDocument/2006/relationships/slide" Target="slide269.xml"/><Relationship Id="rId10" Type="http://schemas.openxmlformats.org/officeDocument/2006/relationships/audio" Target="../media/snd_whoosh.wav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slide" Target="slide269.xml"/><Relationship Id="rId7" Type="http://schemas.openxmlformats.org/officeDocument/2006/relationships/audio" Target="../media/snd_tada.wav"/><Relationship Id="rId8" Type="http://schemas.openxmlformats.org/officeDocument/2006/relationships/image" Target="../media/image69.png"/><Relationship Id="rId9" Type="http://schemas.openxmlformats.org/officeDocument/2006/relationships/audio" Target="../media/snd_pop.wav"/><Relationship Id="rId10" Type="http://schemas.openxmlformats.org/officeDocument/2006/relationships/audio" Target="../media/snd_cheer.wav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slide" Target="slide264.xml"/><Relationship Id="rId5" Type="http://schemas.openxmlformats.org/officeDocument/2006/relationships/slide" Target="slide259.xml"/><Relationship Id="rId6" Type="http://schemas.openxmlformats.org/officeDocument/2006/relationships/slide" Target="slide269.xml"/><Relationship Id="rId7" Type="http://schemas.openxmlformats.org/officeDocument/2006/relationships/audio" Target="../media/snd_boing.wav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65.xml"/><Relationship Id="rId6" Type="http://schemas.openxmlformats.org/officeDocument/2006/relationships/slide" Target="slide260.xml"/><Relationship Id="rId7" Type="http://schemas.openxmlformats.org/officeDocument/2006/relationships/slide" Target="slide269.xml"/><Relationship Id="rId8" Type="http://schemas.openxmlformats.org/officeDocument/2006/relationships/audio" Target="../media/snd_boing.wav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Relationship Id="rId6" Type="http://schemas.openxmlformats.org/officeDocument/2006/relationships/slide" Target="slide266.xml"/><Relationship Id="rId7" Type="http://schemas.openxmlformats.org/officeDocument/2006/relationships/slide" Target="slide261.xml"/><Relationship Id="rId8" Type="http://schemas.openxmlformats.org/officeDocument/2006/relationships/slide" Target="slide269.xml"/><Relationship Id="rId9" Type="http://schemas.openxmlformats.org/officeDocument/2006/relationships/audio" Target="../media/snd_boing.wav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4.png"/><Relationship Id="rId7" Type="http://schemas.openxmlformats.org/officeDocument/2006/relationships/slide" Target="slide267.xml"/><Relationship Id="rId8" Type="http://schemas.openxmlformats.org/officeDocument/2006/relationships/slide" Target="slide262.xml"/><Relationship Id="rId9" Type="http://schemas.openxmlformats.org/officeDocument/2006/relationships/slide" Target="slide269.xml"/><Relationship Id="rId10" Type="http://schemas.openxmlformats.org/officeDocument/2006/relationships/audio" Target="../media/snd_boing.wav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4.png"/><Relationship Id="rId7" Type="http://schemas.openxmlformats.org/officeDocument/2006/relationships/slide" Target="slide263.xml"/><Relationship Id="rId8" Type="http://schemas.openxmlformats.org/officeDocument/2006/relationships/slide" Target="slide268.xml"/><Relationship Id="rId9" Type="http://schemas.openxmlformats.org/officeDocument/2006/relationships/slide" Target="slide269.xml"/><Relationship Id="rId10" Type="http://schemas.openxmlformats.org/officeDocument/2006/relationships/audio" Target="../media/snd_boing.wav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75.xml"/><Relationship Id="rId4" Type="http://schemas.openxmlformats.org/officeDocument/2006/relationships/slide" Target="slide270.xml"/><Relationship Id="rId5" Type="http://schemas.openxmlformats.org/officeDocument/2006/relationships/slide" Target="slide280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276.xml"/><Relationship Id="rId5" Type="http://schemas.openxmlformats.org/officeDocument/2006/relationships/slide" Target="slide271.xml"/><Relationship Id="rId6" Type="http://schemas.openxmlformats.org/officeDocument/2006/relationships/slide" Target="slide280.xml"/><Relationship Id="rId7" Type="http://schemas.openxmlformats.org/officeDocument/2006/relationships/audio" Target="../media/snd_pop.wav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277.xml"/><Relationship Id="rId5" Type="http://schemas.openxmlformats.org/officeDocument/2006/relationships/slide" Target="slide272.xml"/><Relationship Id="rId6" Type="http://schemas.openxmlformats.org/officeDocument/2006/relationships/slide" Target="slide280.xml"/><Relationship Id="rId7" Type="http://schemas.openxmlformats.org/officeDocument/2006/relationships/audio" Target="../media/snd_pop.wav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278.xml"/><Relationship Id="rId5" Type="http://schemas.openxmlformats.org/officeDocument/2006/relationships/slide" Target="slide273.xml"/><Relationship Id="rId6" Type="http://schemas.openxmlformats.org/officeDocument/2006/relationships/slide" Target="slide280.xml"/><Relationship Id="rId7" Type="http://schemas.openxmlformats.org/officeDocument/2006/relationships/audio" Target="../media/snd_pop.wav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279.xml"/><Relationship Id="rId5" Type="http://schemas.openxmlformats.org/officeDocument/2006/relationships/slide" Target="slide274.xml"/><Relationship Id="rId6" Type="http://schemas.openxmlformats.org/officeDocument/2006/relationships/slide" Target="slide280.xml"/><Relationship Id="rId7" Type="http://schemas.openxmlformats.org/officeDocument/2006/relationships/audio" Target="../media/snd_pop.wav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280.xml"/><Relationship Id="rId5" Type="http://schemas.openxmlformats.org/officeDocument/2006/relationships/audio" Target="../media/snd_tada.wav"/><Relationship Id="rId6" Type="http://schemas.openxmlformats.org/officeDocument/2006/relationships/image" Target="../media/image69.png"/><Relationship Id="rId7" Type="http://schemas.openxmlformats.org/officeDocument/2006/relationships/audio" Target="../media/snd_cheer.wav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75.xml"/><Relationship Id="rId4" Type="http://schemas.openxmlformats.org/officeDocument/2006/relationships/slide" Target="slide270.xml"/><Relationship Id="rId5" Type="http://schemas.openxmlformats.org/officeDocument/2006/relationships/slide" Target="slide280.xml"/><Relationship Id="rId6" Type="http://schemas.openxmlformats.org/officeDocument/2006/relationships/audio" Target="../media/snd_boing.wav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276.xml"/><Relationship Id="rId5" Type="http://schemas.openxmlformats.org/officeDocument/2006/relationships/slide" Target="slide271.xml"/><Relationship Id="rId6" Type="http://schemas.openxmlformats.org/officeDocument/2006/relationships/slide" Target="slide280.xml"/><Relationship Id="rId7" Type="http://schemas.openxmlformats.org/officeDocument/2006/relationships/audio" Target="../media/snd_boing.wav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277.xml"/><Relationship Id="rId5" Type="http://schemas.openxmlformats.org/officeDocument/2006/relationships/slide" Target="slide272.xml"/><Relationship Id="rId6" Type="http://schemas.openxmlformats.org/officeDocument/2006/relationships/slide" Target="slide280.xml"/><Relationship Id="rId7" Type="http://schemas.openxmlformats.org/officeDocument/2006/relationships/audio" Target="../media/snd_boing.wav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278.xml"/><Relationship Id="rId5" Type="http://schemas.openxmlformats.org/officeDocument/2006/relationships/slide" Target="slide273.xml"/><Relationship Id="rId6" Type="http://schemas.openxmlformats.org/officeDocument/2006/relationships/slide" Target="slide280.xml"/><Relationship Id="rId7" Type="http://schemas.openxmlformats.org/officeDocument/2006/relationships/audio" Target="../media/snd_boing.wav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279.xml"/><Relationship Id="rId5" Type="http://schemas.openxmlformats.org/officeDocument/2006/relationships/slide" Target="slide274.xml"/><Relationship Id="rId6" Type="http://schemas.openxmlformats.org/officeDocument/2006/relationships/slide" Target="slide280.xml"/><Relationship Id="rId7" Type="http://schemas.openxmlformats.org/officeDocument/2006/relationships/audio" Target="../media/snd_boing.wav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image" Target="../media/image30.png"/><Relationship Id="rId6" Type="http://schemas.openxmlformats.org/officeDocument/2006/relationships/slide" Target="slide281.xml"/><Relationship Id="rId7" Type="http://schemas.openxmlformats.org/officeDocument/2006/relationships/slide" Target="slide286.xml"/><Relationship Id="rId8" Type="http://schemas.openxmlformats.org/officeDocument/2006/relationships/slide" Target="slide291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slide" Target="slide282.xml"/><Relationship Id="rId7" Type="http://schemas.openxmlformats.org/officeDocument/2006/relationships/slide" Target="slide287.xml"/><Relationship Id="rId8" Type="http://schemas.openxmlformats.org/officeDocument/2006/relationships/slide" Target="slide291.xml"/><Relationship Id="rId9" Type="http://schemas.openxmlformats.org/officeDocument/2006/relationships/audio" Target="../media/snd_boing.wav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slide" Target="slide288.xml"/><Relationship Id="rId7" Type="http://schemas.openxmlformats.org/officeDocument/2006/relationships/slide" Target="slide283.xml"/><Relationship Id="rId8" Type="http://schemas.openxmlformats.org/officeDocument/2006/relationships/slide" Target="slide291.xml"/><Relationship Id="rId9" Type="http://schemas.openxmlformats.org/officeDocument/2006/relationships/audio" Target="../media/snd_boing.wav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slide" Target="slide284.xml"/><Relationship Id="rId7" Type="http://schemas.openxmlformats.org/officeDocument/2006/relationships/slide" Target="slide289.xml"/><Relationship Id="rId8" Type="http://schemas.openxmlformats.org/officeDocument/2006/relationships/slide" Target="slide291.xml"/><Relationship Id="rId9" Type="http://schemas.openxmlformats.org/officeDocument/2006/relationships/audio" Target="../media/snd_boing.wav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slide" Target="slide290.xml"/><Relationship Id="rId7" Type="http://schemas.openxmlformats.org/officeDocument/2006/relationships/slide" Target="slide285.xml"/><Relationship Id="rId8" Type="http://schemas.openxmlformats.org/officeDocument/2006/relationships/slide" Target="slide291.xml"/><Relationship Id="rId9" Type="http://schemas.openxmlformats.org/officeDocument/2006/relationships/audio" Target="../media/snd_boing.wav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slide" Target="slide291.xml"/><Relationship Id="rId7" Type="http://schemas.openxmlformats.org/officeDocument/2006/relationships/audio" Target="../media/snd_tada.wav"/><Relationship Id="rId8" Type="http://schemas.openxmlformats.org/officeDocument/2006/relationships/image" Target="../media/image69.png"/><Relationship Id="rId9" Type="http://schemas.openxmlformats.org/officeDocument/2006/relationships/audio" Target="../media/snd_cheer.wav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image" Target="../media/image30.png"/><Relationship Id="rId6" Type="http://schemas.openxmlformats.org/officeDocument/2006/relationships/slide" Target="slide281.xml"/><Relationship Id="rId7" Type="http://schemas.openxmlformats.org/officeDocument/2006/relationships/slide" Target="slide286.xml"/><Relationship Id="rId8" Type="http://schemas.openxmlformats.org/officeDocument/2006/relationships/slide" Target="slide291.xml"/><Relationship Id="rId9" Type="http://schemas.openxmlformats.org/officeDocument/2006/relationships/audio" Target="../media/snd_boing.wav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slide" Target="slide282.xml"/><Relationship Id="rId7" Type="http://schemas.openxmlformats.org/officeDocument/2006/relationships/slide" Target="slide287.xml"/><Relationship Id="rId8" Type="http://schemas.openxmlformats.org/officeDocument/2006/relationships/slide" Target="slide291.xml"/><Relationship Id="rId9" Type="http://schemas.openxmlformats.org/officeDocument/2006/relationships/audio" Target="../media/snd_boing.wav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slide" Target="slide288.xml"/><Relationship Id="rId7" Type="http://schemas.openxmlformats.org/officeDocument/2006/relationships/slide" Target="slide283.xml"/><Relationship Id="rId8" Type="http://schemas.openxmlformats.org/officeDocument/2006/relationships/slide" Target="slide291.xml"/><Relationship Id="rId9" Type="http://schemas.openxmlformats.org/officeDocument/2006/relationships/audio" Target="../media/snd_boing.wav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slide" Target="slide284.xml"/><Relationship Id="rId7" Type="http://schemas.openxmlformats.org/officeDocument/2006/relationships/slide" Target="slide289.xml"/><Relationship Id="rId8" Type="http://schemas.openxmlformats.org/officeDocument/2006/relationships/slide" Target="slide291.xml"/><Relationship Id="rId9" Type="http://schemas.openxmlformats.org/officeDocument/2006/relationships/audio" Target="../media/snd_boing.wav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slide" Target="slide290.xml"/><Relationship Id="rId7" Type="http://schemas.openxmlformats.org/officeDocument/2006/relationships/slide" Target="slide285.xml"/><Relationship Id="rId8" Type="http://schemas.openxmlformats.org/officeDocument/2006/relationships/slide" Target="slide291.xml"/><Relationship Id="rId9" Type="http://schemas.openxmlformats.org/officeDocument/2006/relationships/audio" Target="../media/snd_boing.wav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slide" Target="slide297.xml"/><Relationship Id="rId7" Type="http://schemas.openxmlformats.org/officeDocument/2006/relationships/slide" Target="slide292.xml"/><Relationship Id="rId8" Type="http://schemas.openxmlformats.org/officeDocument/2006/relationships/slide" Target="slide302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6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slide" Target="slide298.xml"/><Relationship Id="rId7" Type="http://schemas.openxmlformats.org/officeDocument/2006/relationships/slide" Target="slide293.xml"/><Relationship Id="rId8" Type="http://schemas.openxmlformats.org/officeDocument/2006/relationships/slide" Target="slide302.xml"/><Relationship Id="rId9" Type="http://schemas.openxmlformats.org/officeDocument/2006/relationships/audio" Target="../media/snd_pop.wav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6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slide" Target="slide299.xml"/><Relationship Id="rId8" Type="http://schemas.openxmlformats.org/officeDocument/2006/relationships/slide" Target="slide294.xml"/><Relationship Id="rId9" Type="http://schemas.openxmlformats.org/officeDocument/2006/relationships/slide" Target="slide302.xml"/><Relationship Id="rId10" Type="http://schemas.openxmlformats.org/officeDocument/2006/relationships/audio" Target="../media/snd_pop.wav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6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slide" Target="slide295.xml"/><Relationship Id="rId8" Type="http://schemas.openxmlformats.org/officeDocument/2006/relationships/slide" Target="slide300.xml"/><Relationship Id="rId9" Type="http://schemas.openxmlformats.org/officeDocument/2006/relationships/slide" Target="slide302.xml"/><Relationship Id="rId10" Type="http://schemas.openxmlformats.org/officeDocument/2006/relationships/audio" Target="../media/snd_pop.wav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6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slide" Target="slide301.xml"/><Relationship Id="rId7" Type="http://schemas.openxmlformats.org/officeDocument/2006/relationships/slide" Target="slide296.xml"/><Relationship Id="rId8" Type="http://schemas.openxmlformats.org/officeDocument/2006/relationships/slide" Target="slide302.xml"/><Relationship Id="rId9" Type="http://schemas.openxmlformats.org/officeDocument/2006/relationships/audio" Target="../media/snd_pop.wav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6.png"/><Relationship Id="rId4" Type="http://schemas.openxmlformats.org/officeDocument/2006/relationships/slide" Target="slide302.xml"/><Relationship Id="rId5" Type="http://schemas.openxmlformats.org/officeDocument/2006/relationships/audio" Target="../media/snd_tada.wav"/><Relationship Id="rId6" Type="http://schemas.openxmlformats.org/officeDocument/2006/relationships/image" Target="../media/image69.png"/><Relationship Id="rId7" Type="http://schemas.openxmlformats.org/officeDocument/2006/relationships/audio" Target="../media/snd_cheer.wav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slide" Target="slide297.xml"/><Relationship Id="rId7" Type="http://schemas.openxmlformats.org/officeDocument/2006/relationships/slide" Target="slide292.xml"/><Relationship Id="rId8" Type="http://schemas.openxmlformats.org/officeDocument/2006/relationships/slide" Target="slide302.xml"/><Relationship Id="rId9" Type="http://schemas.openxmlformats.org/officeDocument/2006/relationships/audio" Target="../media/snd_boing.wav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6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slide" Target="slide298.xml"/><Relationship Id="rId7" Type="http://schemas.openxmlformats.org/officeDocument/2006/relationships/slide" Target="slide293.xml"/><Relationship Id="rId8" Type="http://schemas.openxmlformats.org/officeDocument/2006/relationships/slide" Target="slide302.xml"/><Relationship Id="rId9" Type="http://schemas.openxmlformats.org/officeDocument/2006/relationships/audio" Target="../media/snd_boing.wav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6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slide" Target="slide299.xml"/><Relationship Id="rId8" Type="http://schemas.openxmlformats.org/officeDocument/2006/relationships/slide" Target="slide294.xml"/><Relationship Id="rId9" Type="http://schemas.openxmlformats.org/officeDocument/2006/relationships/slide" Target="slide302.xml"/><Relationship Id="rId10" Type="http://schemas.openxmlformats.org/officeDocument/2006/relationships/audio" Target="../media/snd_boing.wav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6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slide" Target="slide295.xml"/><Relationship Id="rId8" Type="http://schemas.openxmlformats.org/officeDocument/2006/relationships/slide" Target="slide300.xml"/><Relationship Id="rId9" Type="http://schemas.openxmlformats.org/officeDocument/2006/relationships/slide" Target="slide302.xml"/><Relationship Id="rId10" Type="http://schemas.openxmlformats.org/officeDocument/2006/relationships/audio" Target="../media/snd_boing.wav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6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slide" Target="slide301.xml"/><Relationship Id="rId7" Type="http://schemas.openxmlformats.org/officeDocument/2006/relationships/slide" Target="slide296.xml"/><Relationship Id="rId8" Type="http://schemas.openxmlformats.org/officeDocument/2006/relationships/slide" Target="slide302.xml"/><Relationship Id="rId9" Type="http://schemas.openxmlformats.org/officeDocument/2006/relationships/audio" Target="../media/snd_boing.wav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308.xml"/><Relationship Id="rId7" Type="http://schemas.openxmlformats.org/officeDocument/2006/relationships/slide" Target="slide303.xml"/><Relationship Id="rId8" Type="http://schemas.openxmlformats.org/officeDocument/2006/relationships/slide" Target="slide313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309.xml"/><Relationship Id="rId7" Type="http://schemas.openxmlformats.org/officeDocument/2006/relationships/slide" Target="slide304.xml"/><Relationship Id="rId8" Type="http://schemas.openxmlformats.org/officeDocument/2006/relationships/slide" Target="slide313.xml"/><Relationship Id="rId9" Type="http://schemas.openxmlformats.org/officeDocument/2006/relationships/audio" Target="../media/snd_ding.wav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310.xml"/><Relationship Id="rId7" Type="http://schemas.openxmlformats.org/officeDocument/2006/relationships/slide" Target="slide305.xml"/><Relationship Id="rId8" Type="http://schemas.openxmlformats.org/officeDocument/2006/relationships/slide" Target="slide313.xml"/><Relationship Id="rId9" Type="http://schemas.openxmlformats.org/officeDocument/2006/relationships/audio" Target="../media/snd_ding.wav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306.xml"/><Relationship Id="rId7" Type="http://schemas.openxmlformats.org/officeDocument/2006/relationships/slide" Target="slide311.xml"/><Relationship Id="rId8" Type="http://schemas.openxmlformats.org/officeDocument/2006/relationships/slide" Target="slide313.xml"/><Relationship Id="rId9" Type="http://schemas.openxmlformats.org/officeDocument/2006/relationships/audio" Target="../media/snd_ding.wav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312.xml"/><Relationship Id="rId7" Type="http://schemas.openxmlformats.org/officeDocument/2006/relationships/slide" Target="slide307.xml"/><Relationship Id="rId8" Type="http://schemas.openxmlformats.org/officeDocument/2006/relationships/slide" Target="slide313.xml"/><Relationship Id="rId9" Type="http://schemas.openxmlformats.org/officeDocument/2006/relationships/audio" Target="../media/snd_ding.wav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slide" Target="slide313.xml"/><Relationship Id="rId4" Type="http://schemas.openxmlformats.org/officeDocument/2006/relationships/audio" Target="../media/snd_tada.wav"/><Relationship Id="rId5" Type="http://schemas.openxmlformats.org/officeDocument/2006/relationships/image" Target="../media/image69.png"/><Relationship Id="rId6" Type="http://schemas.openxmlformats.org/officeDocument/2006/relationships/audio" Target="../media/snd_cheer.wav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308.xml"/><Relationship Id="rId7" Type="http://schemas.openxmlformats.org/officeDocument/2006/relationships/slide" Target="slide303.xml"/><Relationship Id="rId8" Type="http://schemas.openxmlformats.org/officeDocument/2006/relationships/slide" Target="slide313.xml"/><Relationship Id="rId9" Type="http://schemas.openxmlformats.org/officeDocument/2006/relationships/audio" Target="../media/snd_boing.wav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309.xml"/><Relationship Id="rId7" Type="http://schemas.openxmlformats.org/officeDocument/2006/relationships/slide" Target="slide304.xml"/><Relationship Id="rId8" Type="http://schemas.openxmlformats.org/officeDocument/2006/relationships/slide" Target="slide313.xml"/><Relationship Id="rId9" Type="http://schemas.openxmlformats.org/officeDocument/2006/relationships/audio" Target="../media/snd_boing.wav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310.xml"/><Relationship Id="rId7" Type="http://schemas.openxmlformats.org/officeDocument/2006/relationships/slide" Target="slide305.xml"/><Relationship Id="rId8" Type="http://schemas.openxmlformats.org/officeDocument/2006/relationships/slide" Target="slide313.xml"/><Relationship Id="rId9" Type="http://schemas.openxmlformats.org/officeDocument/2006/relationships/audio" Target="../media/snd_boing.wav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306.xml"/><Relationship Id="rId7" Type="http://schemas.openxmlformats.org/officeDocument/2006/relationships/slide" Target="slide311.xml"/><Relationship Id="rId8" Type="http://schemas.openxmlformats.org/officeDocument/2006/relationships/slide" Target="slide313.xml"/><Relationship Id="rId9" Type="http://schemas.openxmlformats.org/officeDocument/2006/relationships/audio" Target="../media/snd_boing.wav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312.xml"/><Relationship Id="rId7" Type="http://schemas.openxmlformats.org/officeDocument/2006/relationships/slide" Target="slide307.xml"/><Relationship Id="rId8" Type="http://schemas.openxmlformats.org/officeDocument/2006/relationships/slide" Target="slide313.xml"/><Relationship Id="rId9" Type="http://schemas.openxmlformats.org/officeDocument/2006/relationships/audio" Target="../media/snd_boing.wav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slide" Target="slide319.xml"/><Relationship Id="rId9" Type="http://schemas.openxmlformats.org/officeDocument/2006/relationships/slide" Target="slide314.xml"/><Relationship Id="rId10" Type="http://schemas.openxmlformats.org/officeDocument/2006/relationships/slide" Target="slide324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43.png"/><Relationship Id="rId4" Type="http://schemas.openxmlformats.org/officeDocument/2006/relationships/image" Target="../media/image37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slide" Target="slide320.xml"/><Relationship Id="rId9" Type="http://schemas.openxmlformats.org/officeDocument/2006/relationships/slide" Target="slide315.xml"/><Relationship Id="rId10" Type="http://schemas.openxmlformats.org/officeDocument/2006/relationships/slide" Target="slide324.xml"/><Relationship Id="rId11" Type="http://schemas.openxmlformats.org/officeDocument/2006/relationships/audio" Target="../media/snd_buzz.wav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44.png"/><Relationship Id="rId4" Type="http://schemas.openxmlformats.org/officeDocument/2006/relationships/image" Target="../media/image37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slide" Target="slide321.xml"/><Relationship Id="rId8" Type="http://schemas.openxmlformats.org/officeDocument/2006/relationships/slide" Target="slide316.xml"/><Relationship Id="rId9" Type="http://schemas.openxmlformats.org/officeDocument/2006/relationships/slide" Target="slide324.xml"/><Relationship Id="rId10" Type="http://schemas.openxmlformats.org/officeDocument/2006/relationships/audio" Target="../media/snd_buzz.wav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45.png"/><Relationship Id="rId4" Type="http://schemas.openxmlformats.org/officeDocument/2006/relationships/image" Target="../media/image37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slide" Target="slide322.xml"/><Relationship Id="rId9" Type="http://schemas.openxmlformats.org/officeDocument/2006/relationships/slide" Target="slide317.xml"/><Relationship Id="rId10" Type="http://schemas.openxmlformats.org/officeDocument/2006/relationships/slide" Target="slide324.xml"/><Relationship Id="rId11" Type="http://schemas.openxmlformats.org/officeDocument/2006/relationships/audio" Target="../media/snd_buzz.wav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46.png"/><Relationship Id="rId4" Type="http://schemas.openxmlformats.org/officeDocument/2006/relationships/image" Target="../media/image37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slide" Target="slide323.xml"/><Relationship Id="rId8" Type="http://schemas.openxmlformats.org/officeDocument/2006/relationships/slide" Target="slide318.xml"/><Relationship Id="rId9" Type="http://schemas.openxmlformats.org/officeDocument/2006/relationships/slide" Target="slide324.xml"/><Relationship Id="rId10" Type="http://schemas.openxmlformats.org/officeDocument/2006/relationships/audio" Target="../media/snd_buzz.wav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47.png"/><Relationship Id="rId4" Type="http://schemas.openxmlformats.org/officeDocument/2006/relationships/image" Target="../media/image37.png"/><Relationship Id="rId5" Type="http://schemas.openxmlformats.org/officeDocument/2006/relationships/slide" Target="slide324.xml"/><Relationship Id="rId6" Type="http://schemas.openxmlformats.org/officeDocument/2006/relationships/audio" Target="../media/snd_tada.wav"/><Relationship Id="rId7" Type="http://schemas.openxmlformats.org/officeDocument/2006/relationships/image" Target="../media/image69.png"/><Relationship Id="rId8" Type="http://schemas.openxmlformats.org/officeDocument/2006/relationships/audio" Target="../media/snd_cheer.wav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slide" Target="slide319.xml"/><Relationship Id="rId9" Type="http://schemas.openxmlformats.org/officeDocument/2006/relationships/slide" Target="slide314.xml"/><Relationship Id="rId10" Type="http://schemas.openxmlformats.org/officeDocument/2006/relationships/slide" Target="slide324.xml"/><Relationship Id="rId11" Type="http://schemas.openxmlformats.org/officeDocument/2006/relationships/audio" Target="../media/snd_boing.wav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43.png"/><Relationship Id="rId4" Type="http://schemas.openxmlformats.org/officeDocument/2006/relationships/image" Target="../media/image37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slide" Target="slide320.xml"/><Relationship Id="rId9" Type="http://schemas.openxmlformats.org/officeDocument/2006/relationships/slide" Target="slide315.xml"/><Relationship Id="rId10" Type="http://schemas.openxmlformats.org/officeDocument/2006/relationships/slide" Target="slide324.xml"/><Relationship Id="rId11" Type="http://schemas.openxmlformats.org/officeDocument/2006/relationships/audio" Target="../media/snd_boing.wav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44.png"/><Relationship Id="rId4" Type="http://schemas.openxmlformats.org/officeDocument/2006/relationships/image" Target="../media/image37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slide" Target="slide321.xml"/><Relationship Id="rId8" Type="http://schemas.openxmlformats.org/officeDocument/2006/relationships/slide" Target="slide316.xml"/><Relationship Id="rId9" Type="http://schemas.openxmlformats.org/officeDocument/2006/relationships/slide" Target="slide324.xml"/><Relationship Id="rId10" Type="http://schemas.openxmlformats.org/officeDocument/2006/relationships/audio" Target="../media/snd_boing.wav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45.png"/><Relationship Id="rId4" Type="http://schemas.openxmlformats.org/officeDocument/2006/relationships/image" Target="../media/image37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slide" Target="slide322.xml"/><Relationship Id="rId9" Type="http://schemas.openxmlformats.org/officeDocument/2006/relationships/slide" Target="slide317.xml"/><Relationship Id="rId10" Type="http://schemas.openxmlformats.org/officeDocument/2006/relationships/slide" Target="slide324.xml"/><Relationship Id="rId11" Type="http://schemas.openxmlformats.org/officeDocument/2006/relationships/audio" Target="../media/snd_boing.wav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46.png"/><Relationship Id="rId4" Type="http://schemas.openxmlformats.org/officeDocument/2006/relationships/image" Target="../media/image37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slide" Target="slide323.xml"/><Relationship Id="rId8" Type="http://schemas.openxmlformats.org/officeDocument/2006/relationships/slide" Target="slide318.xml"/><Relationship Id="rId9" Type="http://schemas.openxmlformats.org/officeDocument/2006/relationships/slide" Target="slide324.xml"/><Relationship Id="rId10" Type="http://schemas.openxmlformats.org/officeDocument/2006/relationships/audio" Target="../media/snd_boing.wav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30.xml"/><Relationship Id="rId4" Type="http://schemas.openxmlformats.org/officeDocument/2006/relationships/slide" Target="slide325.xml"/><Relationship Id="rId5" Type="http://schemas.openxmlformats.org/officeDocument/2006/relationships/slide" Target="slide335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331.xml"/><Relationship Id="rId5" Type="http://schemas.openxmlformats.org/officeDocument/2006/relationships/slide" Target="slide326.xml"/><Relationship Id="rId6" Type="http://schemas.openxmlformats.org/officeDocument/2006/relationships/slide" Target="slide335.xml"/><Relationship Id="rId7" Type="http://schemas.openxmlformats.org/officeDocument/2006/relationships/audio" Target="../media/snd_pop.wav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332.xml"/><Relationship Id="rId5" Type="http://schemas.openxmlformats.org/officeDocument/2006/relationships/slide" Target="slide327.xml"/><Relationship Id="rId6" Type="http://schemas.openxmlformats.org/officeDocument/2006/relationships/slide" Target="slide335.xml"/><Relationship Id="rId7" Type="http://schemas.openxmlformats.org/officeDocument/2006/relationships/audio" Target="../media/snd_pop.wav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333.xml"/><Relationship Id="rId5" Type="http://schemas.openxmlformats.org/officeDocument/2006/relationships/slide" Target="slide328.xml"/><Relationship Id="rId6" Type="http://schemas.openxmlformats.org/officeDocument/2006/relationships/slide" Target="slide335.xml"/><Relationship Id="rId7" Type="http://schemas.openxmlformats.org/officeDocument/2006/relationships/audio" Target="../media/snd_pop.wav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334.xml"/><Relationship Id="rId5" Type="http://schemas.openxmlformats.org/officeDocument/2006/relationships/slide" Target="slide329.xml"/><Relationship Id="rId6" Type="http://schemas.openxmlformats.org/officeDocument/2006/relationships/slide" Target="slide335.xml"/><Relationship Id="rId7" Type="http://schemas.openxmlformats.org/officeDocument/2006/relationships/audio" Target="../media/snd_pop.wav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335.xml"/><Relationship Id="rId5" Type="http://schemas.openxmlformats.org/officeDocument/2006/relationships/audio" Target="../media/snd_tada.wav"/><Relationship Id="rId6" Type="http://schemas.openxmlformats.org/officeDocument/2006/relationships/image" Target="../media/image69.png"/><Relationship Id="rId7" Type="http://schemas.openxmlformats.org/officeDocument/2006/relationships/audio" Target="../media/snd_cheer.wav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30.xml"/><Relationship Id="rId4" Type="http://schemas.openxmlformats.org/officeDocument/2006/relationships/slide" Target="slide325.xml"/><Relationship Id="rId5" Type="http://schemas.openxmlformats.org/officeDocument/2006/relationships/slide" Target="slide335.xml"/><Relationship Id="rId6" Type="http://schemas.openxmlformats.org/officeDocument/2006/relationships/audio" Target="../media/snd_boing.wav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331.xml"/><Relationship Id="rId5" Type="http://schemas.openxmlformats.org/officeDocument/2006/relationships/slide" Target="slide326.xml"/><Relationship Id="rId6" Type="http://schemas.openxmlformats.org/officeDocument/2006/relationships/slide" Target="slide335.xml"/><Relationship Id="rId7" Type="http://schemas.openxmlformats.org/officeDocument/2006/relationships/audio" Target="../media/snd_boing.wav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332.xml"/><Relationship Id="rId5" Type="http://schemas.openxmlformats.org/officeDocument/2006/relationships/slide" Target="slide327.xml"/><Relationship Id="rId6" Type="http://schemas.openxmlformats.org/officeDocument/2006/relationships/slide" Target="slide335.xml"/><Relationship Id="rId7" Type="http://schemas.openxmlformats.org/officeDocument/2006/relationships/audio" Target="../media/snd_boing.wav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333.xml"/><Relationship Id="rId5" Type="http://schemas.openxmlformats.org/officeDocument/2006/relationships/slide" Target="slide328.xml"/><Relationship Id="rId6" Type="http://schemas.openxmlformats.org/officeDocument/2006/relationships/slide" Target="slide335.xml"/><Relationship Id="rId7" Type="http://schemas.openxmlformats.org/officeDocument/2006/relationships/audio" Target="../media/snd_boing.wav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slide" Target="slide334.xml"/><Relationship Id="rId5" Type="http://schemas.openxmlformats.org/officeDocument/2006/relationships/slide" Target="slide329.xml"/><Relationship Id="rId6" Type="http://schemas.openxmlformats.org/officeDocument/2006/relationships/slide" Target="slide335.xml"/><Relationship Id="rId7" Type="http://schemas.openxmlformats.org/officeDocument/2006/relationships/audio" Target="../media/snd_boing.wav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48.png"/><Relationship Id="rId4" Type="http://schemas.openxmlformats.org/officeDocument/2006/relationships/slide" Target="slide336.xml"/><Relationship Id="rId5" Type="http://schemas.openxmlformats.org/officeDocument/2006/relationships/slide" Target="slide341.xml"/><Relationship Id="rId6" Type="http://schemas.openxmlformats.org/officeDocument/2006/relationships/slide" Target="slide346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48.png"/><Relationship Id="rId4" Type="http://schemas.openxmlformats.org/officeDocument/2006/relationships/slide" Target="slide337.xml"/><Relationship Id="rId5" Type="http://schemas.openxmlformats.org/officeDocument/2006/relationships/slide" Target="slide342.xml"/><Relationship Id="rId6" Type="http://schemas.openxmlformats.org/officeDocument/2006/relationships/slide" Target="slide346.xml"/><Relationship Id="rId7" Type="http://schemas.openxmlformats.org/officeDocument/2006/relationships/audio" Target="../media/snd_whoosh.wav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48.png"/><Relationship Id="rId4" Type="http://schemas.openxmlformats.org/officeDocument/2006/relationships/slide" Target="slide343.xml"/><Relationship Id="rId5" Type="http://schemas.openxmlformats.org/officeDocument/2006/relationships/slide" Target="slide338.xml"/><Relationship Id="rId6" Type="http://schemas.openxmlformats.org/officeDocument/2006/relationships/slide" Target="slide346.xml"/><Relationship Id="rId7" Type="http://schemas.openxmlformats.org/officeDocument/2006/relationships/audio" Target="../media/snd_whoosh.wav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48.png"/><Relationship Id="rId4" Type="http://schemas.openxmlformats.org/officeDocument/2006/relationships/slide" Target="slide339.xml"/><Relationship Id="rId5" Type="http://schemas.openxmlformats.org/officeDocument/2006/relationships/slide" Target="slide344.xml"/><Relationship Id="rId6" Type="http://schemas.openxmlformats.org/officeDocument/2006/relationships/slide" Target="slide346.xml"/><Relationship Id="rId7" Type="http://schemas.openxmlformats.org/officeDocument/2006/relationships/audio" Target="../media/snd_whoosh.wav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48.png"/><Relationship Id="rId4" Type="http://schemas.openxmlformats.org/officeDocument/2006/relationships/slide" Target="slide345.xml"/><Relationship Id="rId5" Type="http://schemas.openxmlformats.org/officeDocument/2006/relationships/slide" Target="slide340.xml"/><Relationship Id="rId6" Type="http://schemas.openxmlformats.org/officeDocument/2006/relationships/slide" Target="slide346.xml"/><Relationship Id="rId7" Type="http://schemas.openxmlformats.org/officeDocument/2006/relationships/audio" Target="../media/snd_whoosh.wav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48.png"/><Relationship Id="rId4" Type="http://schemas.openxmlformats.org/officeDocument/2006/relationships/image" Target="../media/image50.png"/><Relationship Id="rId5" Type="http://schemas.openxmlformats.org/officeDocument/2006/relationships/slide" Target="slide346.xml"/><Relationship Id="rId6" Type="http://schemas.openxmlformats.org/officeDocument/2006/relationships/audio" Target="../media/snd_tada.wav"/><Relationship Id="rId7" Type="http://schemas.openxmlformats.org/officeDocument/2006/relationships/image" Target="../media/image69.png"/><Relationship Id="rId8" Type="http://schemas.openxmlformats.org/officeDocument/2006/relationships/audio" Target="../media/snd_cheer.wav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48.png"/><Relationship Id="rId4" Type="http://schemas.openxmlformats.org/officeDocument/2006/relationships/slide" Target="slide336.xml"/><Relationship Id="rId5" Type="http://schemas.openxmlformats.org/officeDocument/2006/relationships/slide" Target="slide341.xml"/><Relationship Id="rId6" Type="http://schemas.openxmlformats.org/officeDocument/2006/relationships/slide" Target="slide346.xml"/><Relationship Id="rId7" Type="http://schemas.openxmlformats.org/officeDocument/2006/relationships/audio" Target="../media/snd_boing.wav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48.png"/><Relationship Id="rId4" Type="http://schemas.openxmlformats.org/officeDocument/2006/relationships/slide" Target="slide337.xml"/><Relationship Id="rId5" Type="http://schemas.openxmlformats.org/officeDocument/2006/relationships/slide" Target="slide342.xml"/><Relationship Id="rId6" Type="http://schemas.openxmlformats.org/officeDocument/2006/relationships/slide" Target="slide346.xml"/><Relationship Id="rId7" Type="http://schemas.openxmlformats.org/officeDocument/2006/relationships/audio" Target="../media/snd_boing.wav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48.png"/><Relationship Id="rId4" Type="http://schemas.openxmlformats.org/officeDocument/2006/relationships/slide" Target="slide343.xml"/><Relationship Id="rId5" Type="http://schemas.openxmlformats.org/officeDocument/2006/relationships/slide" Target="slide338.xml"/><Relationship Id="rId6" Type="http://schemas.openxmlformats.org/officeDocument/2006/relationships/slide" Target="slide346.xml"/><Relationship Id="rId7" Type="http://schemas.openxmlformats.org/officeDocument/2006/relationships/audio" Target="../media/snd_boing.wav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48.png"/><Relationship Id="rId4" Type="http://schemas.openxmlformats.org/officeDocument/2006/relationships/slide" Target="slide339.xml"/><Relationship Id="rId5" Type="http://schemas.openxmlformats.org/officeDocument/2006/relationships/slide" Target="slide344.xml"/><Relationship Id="rId6" Type="http://schemas.openxmlformats.org/officeDocument/2006/relationships/slide" Target="slide346.xml"/><Relationship Id="rId7" Type="http://schemas.openxmlformats.org/officeDocument/2006/relationships/audio" Target="../media/snd_boing.wav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48.png"/><Relationship Id="rId4" Type="http://schemas.openxmlformats.org/officeDocument/2006/relationships/slide" Target="slide345.xml"/><Relationship Id="rId5" Type="http://schemas.openxmlformats.org/officeDocument/2006/relationships/slide" Target="slide340.xml"/><Relationship Id="rId6" Type="http://schemas.openxmlformats.org/officeDocument/2006/relationships/slide" Target="slide346.xml"/><Relationship Id="rId7" Type="http://schemas.openxmlformats.org/officeDocument/2006/relationships/audio" Target="../media/snd_boing.wav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1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slide" Target="slide352.xml"/><Relationship Id="rId8" Type="http://schemas.openxmlformats.org/officeDocument/2006/relationships/slide" Target="slide347.xml"/><Relationship Id="rId9" Type="http://schemas.openxmlformats.org/officeDocument/2006/relationships/slide" Target="slide357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1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slide" Target="slide348.xml"/><Relationship Id="rId8" Type="http://schemas.openxmlformats.org/officeDocument/2006/relationships/slide" Target="slide353.xml"/><Relationship Id="rId9" Type="http://schemas.openxmlformats.org/officeDocument/2006/relationships/slide" Target="slide357.xml"/><Relationship Id="rId10" Type="http://schemas.openxmlformats.org/officeDocument/2006/relationships/audio" Target="../media/snd_ding.wav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1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slide" Target="slide354.xml"/><Relationship Id="rId10" Type="http://schemas.openxmlformats.org/officeDocument/2006/relationships/slide" Target="slide349.xml"/><Relationship Id="rId11" Type="http://schemas.openxmlformats.org/officeDocument/2006/relationships/slide" Target="slide357.xml"/><Relationship Id="rId12" Type="http://schemas.openxmlformats.org/officeDocument/2006/relationships/audio" Target="../media/snd_ding.wav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1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slide" Target="slide355.xml"/><Relationship Id="rId10" Type="http://schemas.openxmlformats.org/officeDocument/2006/relationships/slide" Target="slide350.xml"/><Relationship Id="rId11" Type="http://schemas.openxmlformats.org/officeDocument/2006/relationships/slide" Target="slide357.xml"/><Relationship Id="rId12" Type="http://schemas.openxmlformats.org/officeDocument/2006/relationships/audio" Target="../media/snd_ding.wav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1.png"/><Relationship Id="rId8" Type="http://schemas.openxmlformats.org/officeDocument/2006/relationships/image" Target="../media/image57.png"/><Relationship Id="rId9" Type="http://schemas.openxmlformats.org/officeDocument/2006/relationships/slide" Target="slide356.xml"/><Relationship Id="rId10" Type="http://schemas.openxmlformats.org/officeDocument/2006/relationships/slide" Target="slide351.xml"/><Relationship Id="rId11" Type="http://schemas.openxmlformats.org/officeDocument/2006/relationships/slide" Target="slide357.xml"/><Relationship Id="rId12" Type="http://schemas.openxmlformats.org/officeDocument/2006/relationships/audio" Target="../media/snd_ding.wav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slide" Target="slide357.xml"/><Relationship Id="rId9" Type="http://schemas.openxmlformats.org/officeDocument/2006/relationships/audio" Target="../media/snd_tada.wav"/><Relationship Id="rId10" Type="http://schemas.openxmlformats.org/officeDocument/2006/relationships/image" Target="../media/image69.png"/><Relationship Id="rId11" Type="http://schemas.openxmlformats.org/officeDocument/2006/relationships/audio" Target="../media/snd_cheer.wav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1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slide" Target="slide352.xml"/><Relationship Id="rId8" Type="http://schemas.openxmlformats.org/officeDocument/2006/relationships/slide" Target="slide347.xml"/><Relationship Id="rId9" Type="http://schemas.openxmlformats.org/officeDocument/2006/relationships/slide" Target="slide357.xml"/><Relationship Id="rId10" Type="http://schemas.openxmlformats.org/officeDocument/2006/relationships/audio" Target="../media/snd_boing.wav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1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slide" Target="slide348.xml"/><Relationship Id="rId8" Type="http://schemas.openxmlformats.org/officeDocument/2006/relationships/slide" Target="slide353.xml"/><Relationship Id="rId9" Type="http://schemas.openxmlformats.org/officeDocument/2006/relationships/slide" Target="slide357.xml"/><Relationship Id="rId10" Type="http://schemas.openxmlformats.org/officeDocument/2006/relationships/audio" Target="../media/snd_boing.wav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1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slide" Target="slide354.xml"/><Relationship Id="rId10" Type="http://schemas.openxmlformats.org/officeDocument/2006/relationships/slide" Target="slide349.xml"/><Relationship Id="rId11" Type="http://schemas.openxmlformats.org/officeDocument/2006/relationships/slide" Target="slide357.xml"/><Relationship Id="rId12" Type="http://schemas.openxmlformats.org/officeDocument/2006/relationships/audio" Target="../media/snd_boing.wav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1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slide" Target="slide355.xml"/><Relationship Id="rId10" Type="http://schemas.openxmlformats.org/officeDocument/2006/relationships/slide" Target="slide350.xml"/><Relationship Id="rId11" Type="http://schemas.openxmlformats.org/officeDocument/2006/relationships/slide" Target="slide357.xml"/><Relationship Id="rId12" Type="http://schemas.openxmlformats.org/officeDocument/2006/relationships/audio" Target="../media/snd_boing.wav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1.png"/><Relationship Id="rId8" Type="http://schemas.openxmlformats.org/officeDocument/2006/relationships/image" Target="../media/image57.png"/><Relationship Id="rId9" Type="http://schemas.openxmlformats.org/officeDocument/2006/relationships/slide" Target="slide356.xml"/><Relationship Id="rId10" Type="http://schemas.openxmlformats.org/officeDocument/2006/relationships/slide" Target="slide351.xml"/><Relationship Id="rId11" Type="http://schemas.openxmlformats.org/officeDocument/2006/relationships/slide" Target="slide357.xml"/><Relationship Id="rId12" Type="http://schemas.openxmlformats.org/officeDocument/2006/relationships/audio" Target="../media/snd_boing.wav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image" Target="../media/image60.png"/><Relationship Id="rId4" Type="http://schemas.openxmlformats.org/officeDocument/2006/relationships/slide" Target="slide363.xml"/><Relationship Id="rId5" Type="http://schemas.openxmlformats.org/officeDocument/2006/relationships/slide" Target="slide358.xml"/><Relationship Id="rId6" Type="http://schemas.openxmlformats.org/officeDocument/2006/relationships/slide" Target="slide368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image" Target="../media/image61.png"/><Relationship Id="rId4" Type="http://schemas.openxmlformats.org/officeDocument/2006/relationships/slide" Target="slide364.xml"/><Relationship Id="rId5" Type="http://schemas.openxmlformats.org/officeDocument/2006/relationships/slide" Target="slide359.xml"/><Relationship Id="rId6" Type="http://schemas.openxmlformats.org/officeDocument/2006/relationships/slide" Target="slide368.xml"/><Relationship Id="rId7" Type="http://schemas.openxmlformats.org/officeDocument/2006/relationships/audio" Target="../media/snd_munch.wav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image" Target="../media/image62.png"/><Relationship Id="rId4" Type="http://schemas.openxmlformats.org/officeDocument/2006/relationships/slide" Target="slide365.xml"/><Relationship Id="rId5" Type="http://schemas.openxmlformats.org/officeDocument/2006/relationships/slide" Target="slide360.xml"/><Relationship Id="rId6" Type="http://schemas.openxmlformats.org/officeDocument/2006/relationships/slide" Target="slide368.xml"/><Relationship Id="rId7" Type="http://schemas.openxmlformats.org/officeDocument/2006/relationships/audio" Target="../media/snd_munch.wav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image" Target="../media/image63.png"/><Relationship Id="rId4" Type="http://schemas.openxmlformats.org/officeDocument/2006/relationships/slide" Target="slide361.xml"/><Relationship Id="rId5" Type="http://schemas.openxmlformats.org/officeDocument/2006/relationships/slide" Target="slide366.xml"/><Relationship Id="rId6" Type="http://schemas.openxmlformats.org/officeDocument/2006/relationships/slide" Target="slide368.xml"/><Relationship Id="rId7" Type="http://schemas.openxmlformats.org/officeDocument/2006/relationships/audio" Target="../media/snd_munch.wav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image" Target="../media/image64.png"/><Relationship Id="rId4" Type="http://schemas.openxmlformats.org/officeDocument/2006/relationships/slide" Target="slide367.xml"/><Relationship Id="rId5" Type="http://schemas.openxmlformats.org/officeDocument/2006/relationships/slide" Target="slide362.xml"/><Relationship Id="rId6" Type="http://schemas.openxmlformats.org/officeDocument/2006/relationships/slide" Target="slide368.xml"/><Relationship Id="rId7" Type="http://schemas.openxmlformats.org/officeDocument/2006/relationships/audio" Target="../media/snd_munch.wav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image" Target="../media/image58.png"/><Relationship Id="rId4" Type="http://schemas.openxmlformats.org/officeDocument/2006/relationships/slide" Target="slide368.xml"/><Relationship Id="rId5" Type="http://schemas.openxmlformats.org/officeDocument/2006/relationships/audio" Target="../media/snd_tada.wav"/><Relationship Id="rId6" Type="http://schemas.openxmlformats.org/officeDocument/2006/relationships/image" Target="../media/image69.png"/><Relationship Id="rId7" Type="http://schemas.openxmlformats.org/officeDocument/2006/relationships/audio" Target="../media/snd_cheer.wav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image" Target="../media/image60.png"/><Relationship Id="rId4" Type="http://schemas.openxmlformats.org/officeDocument/2006/relationships/slide" Target="slide363.xml"/><Relationship Id="rId5" Type="http://schemas.openxmlformats.org/officeDocument/2006/relationships/slide" Target="slide358.xml"/><Relationship Id="rId6" Type="http://schemas.openxmlformats.org/officeDocument/2006/relationships/slide" Target="slide368.xml"/><Relationship Id="rId7" Type="http://schemas.openxmlformats.org/officeDocument/2006/relationships/audio" Target="../media/snd_boing.wav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image" Target="../media/image61.png"/><Relationship Id="rId4" Type="http://schemas.openxmlformats.org/officeDocument/2006/relationships/slide" Target="slide364.xml"/><Relationship Id="rId5" Type="http://schemas.openxmlformats.org/officeDocument/2006/relationships/slide" Target="slide359.xml"/><Relationship Id="rId6" Type="http://schemas.openxmlformats.org/officeDocument/2006/relationships/slide" Target="slide368.xml"/><Relationship Id="rId7" Type="http://schemas.openxmlformats.org/officeDocument/2006/relationships/audio" Target="../media/snd_boing.wav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image" Target="../media/image62.png"/><Relationship Id="rId4" Type="http://schemas.openxmlformats.org/officeDocument/2006/relationships/slide" Target="slide365.xml"/><Relationship Id="rId5" Type="http://schemas.openxmlformats.org/officeDocument/2006/relationships/slide" Target="slide360.xml"/><Relationship Id="rId6" Type="http://schemas.openxmlformats.org/officeDocument/2006/relationships/slide" Target="slide368.xml"/><Relationship Id="rId7" Type="http://schemas.openxmlformats.org/officeDocument/2006/relationships/audio" Target="../media/snd_boing.wav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image" Target="../media/image63.png"/><Relationship Id="rId4" Type="http://schemas.openxmlformats.org/officeDocument/2006/relationships/slide" Target="slide361.xml"/><Relationship Id="rId5" Type="http://schemas.openxmlformats.org/officeDocument/2006/relationships/slide" Target="slide366.xml"/><Relationship Id="rId6" Type="http://schemas.openxmlformats.org/officeDocument/2006/relationships/slide" Target="slide368.xml"/><Relationship Id="rId7" Type="http://schemas.openxmlformats.org/officeDocument/2006/relationships/audio" Target="../media/snd_boing.wav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image" Target="../media/image64.png"/><Relationship Id="rId4" Type="http://schemas.openxmlformats.org/officeDocument/2006/relationships/slide" Target="slide367.xml"/><Relationship Id="rId5" Type="http://schemas.openxmlformats.org/officeDocument/2006/relationships/slide" Target="slide362.xml"/><Relationship Id="rId6" Type="http://schemas.openxmlformats.org/officeDocument/2006/relationships/slide" Target="slide368.xml"/><Relationship Id="rId7" Type="http://schemas.openxmlformats.org/officeDocument/2006/relationships/audio" Target="../media/snd_boing.wav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374.xml"/><Relationship Id="rId7" Type="http://schemas.openxmlformats.org/officeDocument/2006/relationships/slide" Target="slide369.xml"/><Relationship Id="rId8" Type="http://schemas.openxmlformats.org/officeDocument/2006/relationships/slide" Target="slide379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370.xml"/><Relationship Id="rId7" Type="http://schemas.openxmlformats.org/officeDocument/2006/relationships/slide" Target="slide375.xml"/><Relationship Id="rId8" Type="http://schemas.openxmlformats.org/officeDocument/2006/relationships/slide" Target="slide379.xml"/><Relationship Id="rId9" Type="http://schemas.openxmlformats.org/officeDocument/2006/relationships/audio" Target="../media/snd_ding.wav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371.xml"/><Relationship Id="rId7" Type="http://schemas.openxmlformats.org/officeDocument/2006/relationships/slide" Target="slide376.xml"/><Relationship Id="rId8" Type="http://schemas.openxmlformats.org/officeDocument/2006/relationships/slide" Target="slide379.xml"/><Relationship Id="rId9" Type="http://schemas.openxmlformats.org/officeDocument/2006/relationships/audio" Target="../media/snd_ding.wav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377.xml"/><Relationship Id="rId7" Type="http://schemas.openxmlformats.org/officeDocument/2006/relationships/slide" Target="slide372.xml"/><Relationship Id="rId8" Type="http://schemas.openxmlformats.org/officeDocument/2006/relationships/slide" Target="slide379.xml"/><Relationship Id="rId9" Type="http://schemas.openxmlformats.org/officeDocument/2006/relationships/audio" Target="../media/snd_ding.wav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378.xml"/><Relationship Id="rId7" Type="http://schemas.openxmlformats.org/officeDocument/2006/relationships/slide" Target="slide373.xml"/><Relationship Id="rId8" Type="http://schemas.openxmlformats.org/officeDocument/2006/relationships/slide" Target="slide379.xml"/><Relationship Id="rId9" Type="http://schemas.openxmlformats.org/officeDocument/2006/relationships/audio" Target="../media/snd_ding.wav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slide" Target="slide379.xml"/><Relationship Id="rId4" Type="http://schemas.openxmlformats.org/officeDocument/2006/relationships/audio" Target="../media/snd_tada.wav"/><Relationship Id="rId5" Type="http://schemas.openxmlformats.org/officeDocument/2006/relationships/image" Target="../media/image69.png"/><Relationship Id="rId6" Type="http://schemas.openxmlformats.org/officeDocument/2006/relationships/audio" Target="../media/snd_cheer.wav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374.xml"/><Relationship Id="rId7" Type="http://schemas.openxmlformats.org/officeDocument/2006/relationships/slide" Target="slide369.xml"/><Relationship Id="rId8" Type="http://schemas.openxmlformats.org/officeDocument/2006/relationships/slide" Target="slide379.xml"/><Relationship Id="rId9" Type="http://schemas.openxmlformats.org/officeDocument/2006/relationships/audio" Target="../media/snd_boing.wav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370.xml"/><Relationship Id="rId7" Type="http://schemas.openxmlformats.org/officeDocument/2006/relationships/slide" Target="slide375.xml"/><Relationship Id="rId8" Type="http://schemas.openxmlformats.org/officeDocument/2006/relationships/slide" Target="slide379.xml"/><Relationship Id="rId9" Type="http://schemas.openxmlformats.org/officeDocument/2006/relationships/audio" Target="../media/snd_boing.wav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371.xml"/><Relationship Id="rId7" Type="http://schemas.openxmlformats.org/officeDocument/2006/relationships/slide" Target="slide376.xml"/><Relationship Id="rId8" Type="http://schemas.openxmlformats.org/officeDocument/2006/relationships/slide" Target="slide379.xml"/><Relationship Id="rId9" Type="http://schemas.openxmlformats.org/officeDocument/2006/relationships/audio" Target="../media/snd_boing.wav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377.xml"/><Relationship Id="rId7" Type="http://schemas.openxmlformats.org/officeDocument/2006/relationships/slide" Target="slide372.xml"/><Relationship Id="rId8" Type="http://schemas.openxmlformats.org/officeDocument/2006/relationships/slide" Target="slide379.xml"/><Relationship Id="rId9" Type="http://schemas.openxmlformats.org/officeDocument/2006/relationships/audio" Target="../media/snd_boing.wav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slide" Target="slide378.xml"/><Relationship Id="rId7" Type="http://schemas.openxmlformats.org/officeDocument/2006/relationships/slide" Target="slide373.xml"/><Relationship Id="rId8" Type="http://schemas.openxmlformats.org/officeDocument/2006/relationships/slide" Target="slide379.xml"/><Relationship Id="rId9" Type="http://schemas.openxmlformats.org/officeDocument/2006/relationships/audio" Target="../media/snd_boing.wav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385.xml"/><Relationship Id="rId7" Type="http://schemas.openxmlformats.org/officeDocument/2006/relationships/slide" Target="slide380.xml"/><Relationship Id="rId8" Type="http://schemas.openxmlformats.org/officeDocument/2006/relationships/slide" Target="slide414.xml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386.xml"/><Relationship Id="rId7" Type="http://schemas.openxmlformats.org/officeDocument/2006/relationships/slide" Target="slide381.xml"/><Relationship Id="rId8" Type="http://schemas.openxmlformats.org/officeDocument/2006/relationships/slide" Target="slide414.xml"/><Relationship Id="rId9" Type="http://schemas.openxmlformats.org/officeDocument/2006/relationships/audio" Target="../media/snd_pop.wav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387.xml"/><Relationship Id="rId7" Type="http://schemas.openxmlformats.org/officeDocument/2006/relationships/slide" Target="slide382.xml"/><Relationship Id="rId8" Type="http://schemas.openxmlformats.org/officeDocument/2006/relationships/slide" Target="slide414.xml"/><Relationship Id="rId9" Type="http://schemas.openxmlformats.org/officeDocument/2006/relationships/audio" Target="../media/snd_pop.wav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388.xml"/><Relationship Id="rId7" Type="http://schemas.openxmlformats.org/officeDocument/2006/relationships/slide" Target="slide383.xml"/><Relationship Id="rId8" Type="http://schemas.openxmlformats.org/officeDocument/2006/relationships/slide" Target="slide414.xml"/><Relationship Id="rId9" Type="http://schemas.openxmlformats.org/officeDocument/2006/relationships/audio" Target="../media/snd_pop.wav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389.xml"/><Relationship Id="rId7" Type="http://schemas.openxmlformats.org/officeDocument/2006/relationships/slide" Target="slide384.xml"/><Relationship Id="rId8" Type="http://schemas.openxmlformats.org/officeDocument/2006/relationships/slide" Target="slide414.xml"/><Relationship Id="rId9" Type="http://schemas.openxmlformats.org/officeDocument/2006/relationships/audio" Target="../media/snd_pop.wav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414.xml"/><Relationship Id="rId7" Type="http://schemas.openxmlformats.org/officeDocument/2006/relationships/audio" Target="../media/snd_cheer.wav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391.xml"/><Relationship Id="rId7" Type="http://schemas.openxmlformats.org/officeDocument/2006/relationships/slide" Target="slide386.xml"/><Relationship Id="rId8" Type="http://schemas.openxmlformats.org/officeDocument/2006/relationships/slide" Target="slide414.xml"/><Relationship Id="rId9" Type="http://schemas.openxmlformats.org/officeDocument/2006/relationships/audio" Target="../media/snd_pop.wav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392.xml"/><Relationship Id="rId7" Type="http://schemas.openxmlformats.org/officeDocument/2006/relationships/slide" Target="slide387.xml"/><Relationship Id="rId8" Type="http://schemas.openxmlformats.org/officeDocument/2006/relationships/slide" Target="slide414.xml"/><Relationship Id="rId9" Type="http://schemas.openxmlformats.org/officeDocument/2006/relationships/audio" Target="../media/snd_pop.wav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393.xml"/><Relationship Id="rId7" Type="http://schemas.openxmlformats.org/officeDocument/2006/relationships/slide" Target="slide388.xml"/><Relationship Id="rId8" Type="http://schemas.openxmlformats.org/officeDocument/2006/relationships/slide" Target="slide414.xml"/><Relationship Id="rId9" Type="http://schemas.openxmlformats.org/officeDocument/2006/relationships/audio" Target="../media/snd_pop.wav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394.xml"/><Relationship Id="rId7" Type="http://schemas.openxmlformats.org/officeDocument/2006/relationships/slide" Target="slide389.xml"/><Relationship Id="rId8" Type="http://schemas.openxmlformats.org/officeDocument/2006/relationships/slide" Target="slide414.xml"/><Relationship Id="rId9" Type="http://schemas.openxmlformats.org/officeDocument/2006/relationships/audio" Target="../media/snd_pop.wav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395.xml"/><Relationship Id="rId7" Type="http://schemas.openxmlformats.org/officeDocument/2006/relationships/slide" Target="slide390.xml"/><Relationship Id="rId8" Type="http://schemas.openxmlformats.org/officeDocument/2006/relationships/slide" Target="slide414.xml"/><Relationship Id="rId9" Type="http://schemas.openxmlformats.org/officeDocument/2006/relationships/audio" Target="../media/snd_pop.wav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414.xml"/><Relationship Id="rId7" Type="http://schemas.openxmlformats.org/officeDocument/2006/relationships/audio" Target="../media/snd_cheer.wav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397.xml"/><Relationship Id="rId7" Type="http://schemas.openxmlformats.org/officeDocument/2006/relationships/slide" Target="slide392.xml"/><Relationship Id="rId8" Type="http://schemas.openxmlformats.org/officeDocument/2006/relationships/slide" Target="slide414.xml"/><Relationship Id="rId9" Type="http://schemas.openxmlformats.org/officeDocument/2006/relationships/audio" Target="../media/snd_pop.wav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398.xml"/><Relationship Id="rId7" Type="http://schemas.openxmlformats.org/officeDocument/2006/relationships/slide" Target="slide393.xml"/><Relationship Id="rId8" Type="http://schemas.openxmlformats.org/officeDocument/2006/relationships/slide" Target="slide414.xml"/><Relationship Id="rId9" Type="http://schemas.openxmlformats.org/officeDocument/2006/relationships/audio" Target="../media/snd_pop.wav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399.xml"/><Relationship Id="rId7" Type="http://schemas.openxmlformats.org/officeDocument/2006/relationships/slide" Target="slide394.xml"/><Relationship Id="rId8" Type="http://schemas.openxmlformats.org/officeDocument/2006/relationships/slide" Target="slide414.xml"/><Relationship Id="rId9" Type="http://schemas.openxmlformats.org/officeDocument/2006/relationships/audio" Target="../media/snd_pop.wav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400.xml"/><Relationship Id="rId7" Type="http://schemas.openxmlformats.org/officeDocument/2006/relationships/slide" Target="slide395.xml"/><Relationship Id="rId8" Type="http://schemas.openxmlformats.org/officeDocument/2006/relationships/slide" Target="slide414.xml"/><Relationship Id="rId9" Type="http://schemas.openxmlformats.org/officeDocument/2006/relationships/audio" Target="../media/snd_pop.wav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401.xml"/><Relationship Id="rId7" Type="http://schemas.openxmlformats.org/officeDocument/2006/relationships/slide" Target="slide396.xml"/><Relationship Id="rId8" Type="http://schemas.openxmlformats.org/officeDocument/2006/relationships/slide" Target="slide414.xml"/><Relationship Id="rId9" Type="http://schemas.openxmlformats.org/officeDocument/2006/relationships/audio" Target="../media/snd_pop.wav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414.xml"/><Relationship Id="rId7" Type="http://schemas.openxmlformats.org/officeDocument/2006/relationships/audio" Target="../media/snd_cheer.wav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403.xml"/><Relationship Id="rId7" Type="http://schemas.openxmlformats.org/officeDocument/2006/relationships/slide" Target="slide398.xml"/><Relationship Id="rId8" Type="http://schemas.openxmlformats.org/officeDocument/2006/relationships/slide" Target="slide414.xml"/><Relationship Id="rId9" Type="http://schemas.openxmlformats.org/officeDocument/2006/relationships/audio" Target="../media/snd_pop.wav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404.xml"/><Relationship Id="rId7" Type="http://schemas.openxmlformats.org/officeDocument/2006/relationships/slide" Target="slide399.xml"/><Relationship Id="rId8" Type="http://schemas.openxmlformats.org/officeDocument/2006/relationships/slide" Target="slide414.xml"/><Relationship Id="rId9" Type="http://schemas.openxmlformats.org/officeDocument/2006/relationships/audio" Target="../media/snd_pop.wav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405.xml"/><Relationship Id="rId7" Type="http://schemas.openxmlformats.org/officeDocument/2006/relationships/slide" Target="slide400.xml"/><Relationship Id="rId8" Type="http://schemas.openxmlformats.org/officeDocument/2006/relationships/slide" Target="slide414.xml"/><Relationship Id="rId9" Type="http://schemas.openxmlformats.org/officeDocument/2006/relationships/audio" Target="../media/snd_pop.wav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406.xml"/><Relationship Id="rId7" Type="http://schemas.openxmlformats.org/officeDocument/2006/relationships/slide" Target="slide401.xml"/><Relationship Id="rId8" Type="http://schemas.openxmlformats.org/officeDocument/2006/relationships/slide" Target="slide414.xml"/><Relationship Id="rId9" Type="http://schemas.openxmlformats.org/officeDocument/2006/relationships/audio" Target="../media/snd_pop.wav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407.xml"/><Relationship Id="rId7" Type="http://schemas.openxmlformats.org/officeDocument/2006/relationships/slide" Target="slide402.xml"/><Relationship Id="rId8" Type="http://schemas.openxmlformats.org/officeDocument/2006/relationships/slide" Target="slide414.xml"/><Relationship Id="rId9" Type="http://schemas.openxmlformats.org/officeDocument/2006/relationships/audio" Target="../media/snd_pop.wav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414.xml"/><Relationship Id="rId7" Type="http://schemas.openxmlformats.org/officeDocument/2006/relationships/audio" Target="../media/snd_cheer.wav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409.xml"/><Relationship Id="rId7" Type="http://schemas.openxmlformats.org/officeDocument/2006/relationships/slide" Target="slide404.xml"/><Relationship Id="rId8" Type="http://schemas.openxmlformats.org/officeDocument/2006/relationships/slide" Target="slide414.xml"/><Relationship Id="rId9" Type="http://schemas.openxmlformats.org/officeDocument/2006/relationships/audio" Target="../media/snd_pop.wav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410.xml"/><Relationship Id="rId7" Type="http://schemas.openxmlformats.org/officeDocument/2006/relationships/slide" Target="slide405.xml"/><Relationship Id="rId8" Type="http://schemas.openxmlformats.org/officeDocument/2006/relationships/slide" Target="slide414.xml"/><Relationship Id="rId9" Type="http://schemas.openxmlformats.org/officeDocument/2006/relationships/audio" Target="../media/snd_pop.wav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411.xml"/><Relationship Id="rId7" Type="http://schemas.openxmlformats.org/officeDocument/2006/relationships/slide" Target="slide406.xml"/><Relationship Id="rId8" Type="http://schemas.openxmlformats.org/officeDocument/2006/relationships/slide" Target="slide414.xml"/><Relationship Id="rId9" Type="http://schemas.openxmlformats.org/officeDocument/2006/relationships/audio" Target="../media/snd_pop.wav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412.xml"/><Relationship Id="rId7" Type="http://schemas.openxmlformats.org/officeDocument/2006/relationships/slide" Target="slide407.xml"/><Relationship Id="rId8" Type="http://schemas.openxmlformats.org/officeDocument/2006/relationships/slide" Target="slide414.xml"/><Relationship Id="rId9" Type="http://schemas.openxmlformats.org/officeDocument/2006/relationships/audio" Target="../media/snd_pop.wav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413.xml"/><Relationship Id="rId7" Type="http://schemas.openxmlformats.org/officeDocument/2006/relationships/slide" Target="slide408.xml"/><Relationship Id="rId8" Type="http://schemas.openxmlformats.org/officeDocument/2006/relationships/slide" Target="slide414.xml"/><Relationship Id="rId9" Type="http://schemas.openxmlformats.org/officeDocument/2006/relationships/audio" Target="../media/snd_pop.wav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414.xml"/><Relationship Id="rId7" Type="http://schemas.openxmlformats.org/officeDocument/2006/relationships/audio" Target="../media/snd_cheer.wav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414.xml"/><Relationship Id="rId7" Type="http://schemas.openxmlformats.org/officeDocument/2006/relationships/audio" Target="../media/snd_cheer.wav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414.xml"/><Relationship Id="rId7" Type="http://schemas.openxmlformats.org/officeDocument/2006/relationships/audio" Target="../media/snd_cheer.wav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414.xml"/><Relationship Id="rId7" Type="http://schemas.openxmlformats.org/officeDocument/2006/relationships/audio" Target="../media/snd_cheer.wav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414.xml"/><Relationship Id="rId7" Type="http://schemas.openxmlformats.org/officeDocument/2006/relationships/audio" Target="../media/snd_cheer.wav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slide" Target="slide414.xml"/><Relationship Id="rId7" Type="http://schemas.openxmlformats.org/officeDocument/2006/relationships/audio" Target="../media/snd_cheer.wav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Relationship Id="rId4" Type="http://schemas.openxmlformats.org/officeDocument/2006/relationships/image" Target="../media/image69.png"/><Relationship Id="rId5" Type="http://schemas.openxmlformats.org/officeDocument/2006/relationships/audio" Target="../media/snd_cheer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286000" y="1079500"/>
            <a:ext cx="7620000" cy="3556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Silent Letters Games"/>
          <p:cNvSpPr/>
          <p:nvPr/>
        </p:nvSpPr>
        <p:spPr>
          <a:xfrm>
            <a:off x="2540000" y="1333500"/>
            <a:ext cx="7112000" cy="952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200" b="1" lang="en-US">
                <a:solidFill>
                  <a:srgbClr val="8A6CF0"/>
                </a:solidFill>
                <a:latin typeface="Arial"/>
                <a:cs typeface="Arial"/>
              </a:rPr>
              <a:t>Silent Letters Games</a:t>
            </a:r>
          </a:p>
        </p:txBody>
      </p:sp>
      <p:sp>
        <p:nvSpPr>
          <p:cNvPr id="5" name="Sample" descr="قَالُوا۟  مِا۟ئَةَ  أَنَا۠"/>
          <p:cNvSpPr/>
          <p:nvPr/>
        </p:nvSpPr>
        <p:spPr>
          <a:xfrm>
            <a:off x="2540000" y="2349500"/>
            <a:ext cx="7112000" cy="1397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قَالُوا۟  مِا۟ئَةَ  أَنَا۠</a:t>
            </a:r>
          </a:p>
        </p:txBody>
      </p:sp>
      <p:sp>
        <p:nvSpPr>
          <p:cNvPr id="6" name="Subtitle" descr="Find the ghost letters: written, but not read!"/>
          <p:cNvSpPr/>
          <p:nvPr/>
        </p:nvSpPr>
        <p:spPr>
          <a:xfrm>
            <a:off x="2540000" y="3746500"/>
            <a:ext cx="7112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Find the ghost letters: written, but not read!</a:t>
            </a:r>
          </a:p>
        </p:txBody>
      </p:sp>
      <p:sp>
        <p:nvSpPr>
          <p:cNvPr id="7" name="Start" descr="Start ▶">
            <a:hlinkClick action="ppaction://hlinksldjump" r:id="rId3"/>
          </p:cNvPr>
          <p:cNvSpPr/>
          <p:nvPr/>
        </p:nvSpPr>
        <p:spPr>
          <a:xfrm>
            <a:off x="4826000" y="5016500"/>
            <a:ext cx="25400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Start ▶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Ghost Hunt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8A6CF0"/>
                </a:solidFill>
                <a:latin typeface="Arial"/>
                <a:cs typeface="Arial"/>
              </a:rPr>
              <a:t>How to play: Ghost Hunt</a:t>
            </a:r>
          </a:p>
        </p:txBody>
      </p:sp>
      <p:sp>
        <p:nvSpPr>
          <p:cNvPr id="5" name="Line 1" descr="1.  The word is split into its letters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1.  The word is split into its letters.</a:t>
            </a:r>
          </a:p>
        </p:txBody>
      </p:sp>
      <p:sp>
        <p:nvSpPr>
          <p:cNvPr id="6" name="Line 2" descr="2.  One letter is a ghost: we do not read it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2.  One letter is a ghost: we do not read it.</a:t>
            </a:r>
          </a:p>
        </p:txBody>
      </p:sp>
      <p:sp>
        <p:nvSpPr>
          <p:cNvPr id="7" name="Line 3" descr="3.  Tap the ghost letter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3.  Tap the ghost letter!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000" y="2095500"/>
            <a:ext cx="16510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ord قَالُوا۟" descr="قَالُوا۟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قَالُوا۟</a:t>
            </a:r>
          </a:p>
        </p:txBody>
      </p:sp>
      <p:sp>
        <p:nvSpPr>
          <p:cNvPr id="5" name="Letter 1 قَ" descr="قَ">
            <a:hlinkClick action="ppaction://hlinksldjump" r:id="rId3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6" name="Letter 2 ا" descr="ا">
            <a:hlinkClick action="ppaction://hlinksldjump" r:id="rId3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7" name="Letter 3 لُ" descr="لُ">
            <a:hlinkClick action="ppaction://hlinksldjump" r:id="rId3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8" name="Letter 4 و" descr="و">
            <a:hlinkClick action="ppaction://hlinksldjump" r:id="rId3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9" name="Letter 5 ا۟" descr="ا۟">
            <a:hlinkClick action="ppaction://hlinksldjump" r:id="rId4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sp>
        <p:nvSpPr>
          <p:cNvPr id="4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Word ءَامَنُوا۟" descr="ءَامَنُوا۟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ءَامَنُوا۟</a:t>
            </a:r>
          </a:p>
        </p:txBody>
      </p:sp>
      <p:sp>
        <p:nvSpPr>
          <p:cNvPr id="6" name="Letter 1 ءَ" descr="ءَ">
            <a:hlinkClick action="ppaction://hlinksldjump" r:id="rId4"/>
          </p:cNvPr>
          <p:cNvSpPr/>
          <p:nvPr/>
        </p:nvSpPr>
        <p:spPr>
          <a:xfrm>
            <a:off x="9493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ءَ</a:t>
            </a:r>
          </a:p>
        </p:txBody>
      </p:sp>
      <p:sp>
        <p:nvSpPr>
          <p:cNvPr id="7" name="Letter 2 ا" descr="ا">
            <a:hlinkClick action="ppaction://hlinksldjump" r:id="rId4"/>
          </p:cNvPr>
          <p:cNvSpPr/>
          <p:nvPr/>
        </p:nvSpPr>
        <p:spPr>
          <a:xfrm>
            <a:off x="7842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8" name="Letter 3 مَ" descr="مَ">
            <a:hlinkClick action="ppaction://hlinksldjump" r:id="rId4"/>
          </p:cNvPr>
          <p:cNvSpPr/>
          <p:nvPr/>
        </p:nvSpPr>
        <p:spPr>
          <a:xfrm>
            <a:off x="6191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9" name="Letter 4 نُ" descr="نُ">
            <a:hlinkClick action="ppaction://hlinksldjump" r:id="rId4"/>
          </p:cNvPr>
          <p:cNvSpPr/>
          <p:nvPr/>
        </p:nvSpPr>
        <p:spPr>
          <a:xfrm>
            <a:off x="4540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0" name="Letter 5 و" descr="و">
            <a:hlinkClick action="ppaction://hlinksldjump" r:id="rId4"/>
          </p:cNvPr>
          <p:cNvSpPr/>
          <p:nvPr/>
        </p:nvSpPr>
        <p:spPr>
          <a:xfrm>
            <a:off x="2889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1" name="Letter 6 ا۟" descr="ا۟">
            <a:hlinkClick action="ppaction://hlinksldjump" r:id="rId5"/>
          </p:cNvPr>
          <p:cNvSpPr/>
          <p:nvPr/>
        </p:nvSpPr>
        <p:spPr>
          <a:xfrm>
            <a:off x="1238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pic>
        <p:nvPicPr>
          <p:cNvPr id="12" name="Boo" descr="Bo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4953000"/>
            <a:ext cx="1143000" cy="1314450"/>
          </a:xfrm>
          <a:prstGeom prst="rect">
            <a:avLst/>
          </a:prstGeom>
        </p:spPr>
      </p:pic>
      <p:sp>
        <p:nvSpPr>
          <p:cNvPr id="13" name="Boo text" descr="Boo! Found it!"/>
          <p:cNvSpPr/>
          <p:nvPr/>
        </p:nvSpPr>
        <p:spPr>
          <a:xfrm>
            <a:off x="6858000" y="52070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Boo! Found it!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" dur="400" fill="hold" repeatCount="2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sp>
        <p:nvSpPr>
          <p:cNvPr id="5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Word قَالُوا۟" descr="قَالُوا۟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قَالُوا۟</a:t>
            </a:r>
          </a:p>
        </p:txBody>
      </p:sp>
      <p:sp>
        <p:nvSpPr>
          <p:cNvPr id="7" name="Letter 1 قَ" descr="قَ">
            <a:hlinkClick action="ppaction://hlinksldjump" r:id="rId4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8" name="Letter 2 ا" descr="ا">
            <a:hlinkClick action="ppaction://hlinksldjump" r:id="rId4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9" name="Letter 3 لُ" descr="لُ">
            <a:hlinkClick action="ppaction://hlinksldjump" r:id="rId4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0" name="Letter 4 و" descr="و">
            <a:hlinkClick action="ppaction://hlinksldjump" r:id="rId4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1" name="Letter 5 ا۟" descr="ا۟">
            <a:hlinkClick action="ppaction://hlinksldjump" r:id="rId5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pic>
        <p:nvPicPr>
          <p:cNvPr id="12" name="Boo" descr="Bo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4953000"/>
            <a:ext cx="1143000" cy="1314450"/>
          </a:xfrm>
          <a:prstGeom prst="rect">
            <a:avLst/>
          </a:prstGeom>
        </p:spPr>
      </p:pic>
      <p:sp>
        <p:nvSpPr>
          <p:cNvPr id="13" name="Boo text" descr="Boo! Found it!"/>
          <p:cNvSpPr/>
          <p:nvPr/>
        </p:nvSpPr>
        <p:spPr>
          <a:xfrm>
            <a:off x="6858000" y="52070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Boo! Found it!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" dur="400" fill="hold" repeatCount="2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pic>
        <p:nvPicPr>
          <p:cNvPr id="5" name="Ghost found 3" descr="Ghost foun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079500"/>
            <a:ext cx="571500" cy="660400"/>
          </a:xfrm>
          <a:prstGeom prst="rect">
            <a:avLst/>
          </a:prstGeom>
        </p:spPr>
      </p:pic>
      <p:sp>
        <p:nvSpPr>
          <p:cNvPr id="6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Word أُو۟لَٰٓئِكَ" descr="أُو۟لَـٰٓئِكَ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أُو۟لَـ</a:t>
            </a:r>
            <a:r>
              <a:rPr sz="7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sp>
        <p:nvSpPr>
          <p:cNvPr id="8" name="Letter 1 أُ" descr="أُ">
            <a:hlinkClick action="ppaction://hlinksldjump" r:id="rId4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9" name="Letter 2 و۟" descr="و۟">
            <a:hlinkClick action="ppaction://hlinksldjump" r:id="rId5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و۟</a:t>
            </a:r>
          </a:p>
        </p:txBody>
      </p:sp>
      <p:sp>
        <p:nvSpPr>
          <p:cNvPr id="10" name="Letter 3 لَٰٓ" descr="لَٰٓ">
            <a:hlinkClick action="ppaction://hlinksldjump" r:id="rId4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</a:t>
            </a:r>
            <a:r>
              <a:rPr sz="7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</a:t>
            </a:r>
          </a:p>
        </p:txBody>
      </p:sp>
      <p:sp>
        <p:nvSpPr>
          <p:cNvPr id="11" name="Letter 4 ئِ" descr="ئِ">
            <a:hlinkClick action="ppaction://hlinksldjump" r:id="rId4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ئِ</a:t>
            </a:r>
          </a:p>
        </p:txBody>
      </p:sp>
      <p:sp>
        <p:nvSpPr>
          <p:cNvPr id="12" name="Letter 5 كَ" descr="كَ">
            <a:hlinkClick action="ppaction://hlinksldjump" r:id="rId4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13" name="Boo" descr="Bo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4953000"/>
            <a:ext cx="1143000" cy="1314450"/>
          </a:xfrm>
          <a:prstGeom prst="rect">
            <a:avLst/>
          </a:prstGeom>
        </p:spPr>
      </p:pic>
      <p:sp>
        <p:nvSpPr>
          <p:cNvPr id="14" name="Boo text" descr="Boo! Found it!"/>
          <p:cNvSpPr/>
          <p:nvPr/>
        </p:nvSpPr>
        <p:spPr>
          <a:xfrm>
            <a:off x="6858000" y="52070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Boo! Found it!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" dur="400" fill="hold" repeatCount="2000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pic>
        <p:nvPicPr>
          <p:cNvPr id="5" name="Ghost found 3" descr="Ghost foun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079500"/>
            <a:ext cx="571500" cy="660400"/>
          </a:xfrm>
          <a:prstGeom prst="rect">
            <a:avLst/>
          </a:prstGeom>
        </p:spPr>
      </p:pic>
      <p:pic>
        <p:nvPicPr>
          <p:cNvPr id="6" name="Ghost found 4" descr="Ghost found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1079500"/>
            <a:ext cx="571500" cy="660400"/>
          </a:xfrm>
          <a:prstGeom prst="rect">
            <a:avLst/>
          </a:prstGeom>
        </p:spPr>
      </p:pic>
      <p:sp>
        <p:nvSpPr>
          <p:cNvPr id="7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Word ثَمُودَا۟" descr="ثَمُودَا۟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ثَمُودَا۟</a:t>
            </a:r>
          </a:p>
        </p:txBody>
      </p:sp>
      <p:sp>
        <p:nvSpPr>
          <p:cNvPr id="9" name="Letter 1 ثَ" descr="ثَ">
            <a:hlinkClick action="ppaction://hlinksldjump" r:id="rId4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0" name="Letter 2 مُ" descr="مُ">
            <a:hlinkClick action="ppaction://hlinksldjump" r:id="rId4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1" name="Letter 3 و" descr="و">
            <a:hlinkClick action="ppaction://hlinksldjump" r:id="rId4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2" name="Letter 4 دَ" descr="دَ">
            <a:hlinkClick action="ppaction://hlinksldjump" r:id="rId4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3" name="Letter 5 ا۟" descr="ا۟">
            <a:hlinkClick action="ppaction://hlinksldjump" r:id="rId5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pic>
        <p:nvPicPr>
          <p:cNvPr id="14" name="Boo" descr="Bo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4953000"/>
            <a:ext cx="1143000" cy="1314450"/>
          </a:xfrm>
          <a:prstGeom prst="rect">
            <a:avLst/>
          </a:prstGeom>
        </p:spPr>
      </p:pic>
      <p:sp>
        <p:nvSpPr>
          <p:cNvPr id="15" name="Boo text" descr="Boo! Found it!"/>
          <p:cNvSpPr/>
          <p:nvPr/>
        </p:nvSpPr>
        <p:spPr>
          <a:xfrm>
            <a:off x="6858000" y="52070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Boo! Found it!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" dur="400" fill="hold" repeatCount="2000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pic>
        <p:nvPicPr>
          <p:cNvPr id="5" name="Ghost found 3" descr="Ghost foun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079500"/>
            <a:ext cx="571500" cy="660400"/>
          </a:xfrm>
          <a:prstGeom prst="rect">
            <a:avLst/>
          </a:prstGeom>
        </p:spPr>
      </p:pic>
      <p:pic>
        <p:nvPicPr>
          <p:cNvPr id="6" name="Ghost found 4" descr="Ghost found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1079500"/>
            <a:ext cx="571500" cy="660400"/>
          </a:xfrm>
          <a:prstGeom prst="rect">
            <a:avLst/>
          </a:prstGeom>
        </p:spPr>
      </p:pic>
      <p:pic>
        <p:nvPicPr>
          <p:cNvPr id="7" name="Ghost found 5" descr="Ghost found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0" y="1079500"/>
            <a:ext cx="571500" cy="660400"/>
          </a:xfrm>
          <a:prstGeom prst="rect">
            <a:avLst/>
          </a:prstGeom>
        </p:spPr>
      </p:pic>
      <p:pic>
        <p:nvPicPr>
          <p:cNvPr id="8" name="Happy ghost 1" descr="Happy ghos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2413000"/>
            <a:ext cx="1651000" cy="1905000"/>
          </a:xfrm>
          <a:prstGeom prst="rect">
            <a:avLst/>
          </a:prstGeom>
        </p:spPr>
      </p:pic>
      <p:pic>
        <p:nvPicPr>
          <p:cNvPr id="9" name="Happy ghost 2" descr="Happy ghos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2413000"/>
            <a:ext cx="1651000" cy="1905000"/>
          </a:xfrm>
          <a:prstGeom prst="rect">
            <a:avLst/>
          </a:prstGeom>
        </p:spPr>
      </p:pic>
      <p:pic>
        <p:nvPicPr>
          <p:cNvPr id="10" name="Happy ghost 3" descr="Happy ghos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0" y="2413000"/>
            <a:ext cx="1651000" cy="1905000"/>
          </a:xfrm>
          <a:prstGeom prst="rect">
            <a:avLst/>
          </a:prstGeom>
        </p:spPr>
      </p:pic>
      <p:sp>
        <p:nvSpPr>
          <p:cNvPr id="11" name="You found all the ghosts!" descr="You found all the ghosts!"/>
          <p:cNvSpPr/>
          <p:nvPr/>
        </p:nvSpPr>
        <p:spPr>
          <a:xfrm>
            <a:off x="8255000" y="1270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You found all the ghosts!</a:t>
            </a:r>
          </a:p>
        </p:txBody>
      </p:sp>
      <p:sp>
        <p:nvSpPr>
          <p:cNvPr id="12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6" dur="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8" dur="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ord قَالُوا۟" descr="قَالُوا۟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قَالُوا۟</a:t>
            </a:r>
          </a:p>
        </p:txBody>
      </p:sp>
      <p:sp>
        <p:nvSpPr>
          <p:cNvPr id="5" name="Letter 1 قَ" descr="قَ">
            <a:hlinkClick action="ppaction://hlinksldjump" r:id="rId3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6" name="Letter 2 ا" descr="ا">
            <a:hlinkClick action="ppaction://hlinksldjump" r:id="rId3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7" name="Letter 3 لُ" descr="لُ">
            <a:hlinkClick action="ppaction://hlinksldjump" r:id="rId3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8" name="Letter 4 و" descr="و">
            <a:hlinkClick action="ppaction://hlinksldjump" r:id="rId3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9" name="Letter 5 ا۟" descr="ا۟">
            <a:hlinkClick action="ppaction://hlinksldjump" r:id="rId4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381000" y="508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sp>
        <p:nvSpPr>
          <p:cNvPr id="4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Word ءَامَنُوا۟" descr="ءَامَنُوا۟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ءَامَنُوا۟</a:t>
            </a:r>
          </a:p>
        </p:txBody>
      </p:sp>
      <p:sp>
        <p:nvSpPr>
          <p:cNvPr id="6" name="Letter 1 ءَ" descr="ءَ">
            <a:hlinkClick action="ppaction://hlinksldjump" r:id="rId4"/>
          </p:cNvPr>
          <p:cNvSpPr/>
          <p:nvPr/>
        </p:nvSpPr>
        <p:spPr>
          <a:xfrm>
            <a:off x="9493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ءَ</a:t>
            </a:r>
          </a:p>
        </p:txBody>
      </p:sp>
      <p:sp>
        <p:nvSpPr>
          <p:cNvPr id="7" name="Letter 2 ا" descr="ا">
            <a:hlinkClick action="ppaction://hlinksldjump" r:id="rId4"/>
          </p:cNvPr>
          <p:cNvSpPr/>
          <p:nvPr/>
        </p:nvSpPr>
        <p:spPr>
          <a:xfrm>
            <a:off x="7842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8" name="Letter 3 مَ" descr="مَ">
            <a:hlinkClick action="ppaction://hlinksldjump" r:id="rId4"/>
          </p:cNvPr>
          <p:cNvSpPr/>
          <p:nvPr/>
        </p:nvSpPr>
        <p:spPr>
          <a:xfrm>
            <a:off x="6191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9" name="Letter 4 نُ" descr="نُ">
            <a:hlinkClick action="ppaction://hlinksldjump" r:id="rId4"/>
          </p:cNvPr>
          <p:cNvSpPr/>
          <p:nvPr/>
        </p:nvSpPr>
        <p:spPr>
          <a:xfrm>
            <a:off x="4540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0" name="Letter 5 و" descr="و">
            <a:hlinkClick action="ppaction://hlinksldjump" r:id="rId4"/>
          </p:cNvPr>
          <p:cNvSpPr/>
          <p:nvPr/>
        </p:nvSpPr>
        <p:spPr>
          <a:xfrm>
            <a:off x="2889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1" name="Letter 6 ا۟" descr="ا۟">
            <a:hlinkClick action="ppaction://hlinksldjump" r:id="rId5"/>
          </p:cNvPr>
          <p:cNvSpPr/>
          <p:nvPr/>
        </p:nvSpPr>
        <p:spPr>
          <a:xfrm>
            <a:off x="1238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381000" y="508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sp>
        <p:nvSpPr>
          <p:cNvPr id="5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Word قَالُوا۟" descr="قَالُوا۟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قَالُوا۟</a:t>
            </a:r>
          </a:p>
        </p:txBody>
      </p:sp>
      <p:sp>
        <p:nvSpPr>
          <p:cNvPr id="7" name="Letter 1 قَ" descr="قَ">
            <a:hlinkClick action="ppaction://hlinksldjump" r:id="rId4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8" name="Letter 2 ا" descr="ا">
            <a:hlinkClick action="ppaction://hlinksldjump" r:id="rId4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9" name="Letter 3 لُ" descr="لُ">
            <a:hlinkClick action="ppaction://hlinksldjump" r:id="rId4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0" name="Letter 4 و" descr="و">
            <a:hlinkClick action="ppaction://hlinksldjump" r:id="rId4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1" name="Letter 5 ا۟" descr="ا۟">
            <a:hlinkClick action="ppaction://hlinksldjump" r:id="rId5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381000" y="508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pic>
        <p:nvPicPr>
          <p:cNvPr id="5" name="Ghost found 3" descr="Ghost foun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079500"/>
            <a:ext cx="571500" cy="660400"/>
          </a:xfrm>
          <a:prstGeom prst="rect">
            <a:avLst/>
          </a:prstGeom>
        </p:spPr>
      </p:pic>
      <p:sp>
        <p:nvSpPr>
          <p:cNvPr id="6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Word أُو۟لَٰٓئِكَ" descr="أُو۟لَـٰٓئِكَ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أُو۟لَـ</a:t>
            </a:r>
            <a:r>
              <a:rPr sz="7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sp>
        <p:nvSpPr>
          <p:cNvPr id="8" name="Letter 1 أُ" descr="أُ">
            <a:hlinkClick action="ppaction://hlinksldjump" r:id="rId4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9" name="Letter 2 و۟" descr="و۟">
            <a:hlinkClick action="ppaction://hlinksldjump" r:id="rId5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و۟</a:t>
            </a:r>
          </a:p>
        </p:txBody>
      </p:sp>
      <p:sp>
        <p:nvSpPr>
          <p:cNvPr id="10" name="Letter 3 لَٰٓ" descr="لَٰٓ">
            <a:hlinkClick action="ppaction://hlinksldjump" r:id="rId4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</a:t>
            </a:r>
            <a:r>
              <a:rPr sz="7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</a:t>
            </a:r>
          </a:p>
        </p:txBody>
      </p:sp>
      <p:sp>
        <p:nvSpPr>
          <p:cNvPr id="11" name="Letter 4 ئِ" descr="ئِ">
            <a:hlinkClick action="ppaction://hlinksldjump" r:id="rId4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ئِ</a:t>
            </a:r>
          </a:p>
        </p:txBody>
      </p:sp>
      <p:sp>
        <p:nvSpPr>
          <p:cNvPr id="12" name="Letter 5 كَ" descr="كَ">
            <a:hlinkClick action="ppaction://hlinksldjump" r:id="rId4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381000" y="508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pic>
        <p:nvPicPr>
          <p:cNvPr id="5" name="Ghost found 3" descr="Ghost foun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079500"/>
            <a:ext cx="571500" cy="660400"/>
          </a:xfrm>
          <a:prstGeom prst="rect">
            <a:avLst/>
          </a:prstGeom>
        </p:spPr>
      </p:pic>
      <p:pic>
        <p:nvPicPr>
          <p:cNvPr id="6" name="Ghost found 4" descr="Ghost found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1079500"/>
            <a:ext cx="571500" cy="660400"/>
          </a:xfrm>
          <a:prstGeom prst="rect">
            <a:avLst/>
          </a:prstGeom>
        </p:spPr>
      </p:pic>
      <p:sp>
        <p:nvSpPr>
          <p:cNvPr id="7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Word ثَمُودَا۟" descr="ثَمُودَا۟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ثَمُودَا۟</a:t>
            </a:r>
          </a:p>
        </p:txBody>
      </p:sp>
      <p:sp>
        <p:nvSpPr>
          <p:cNvPr id="9" name="Letter 1 ثَ" descr="ثَ">
            <a:hlinkClick action="ppaction://hlinksldjump" r:id="rId4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0" name="Letter 2 مُ" descr="مُ">
            <a:hlinkClick action="ppaction://hlinksldjump" r:id="rId4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1" name="Letter 3 و" descr="و">
            <a:hlinkClick action="ppaction://hlinksldjump" r:id="rId4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2" name="Letter 4 دَ" descr="دَ">
            <a:hlinkClick action="ppaction://hlinksldjump" r:id="rId4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3" name="Letter 5 ا۟" descr="ا۟">
            <a:hlinkClick action="ppaction://hlinksldjump" r:id="rId5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sp>
        <p:nvSpPr>
          <p:cNvPr id="14" name="Try again!" descr="Try again!"/>
          <p:cNvSpPr/>
          <p:nvPr/>
        </p:nvSpPr>
        <p:spPr>
          <a:xfrm>
            <a:off x="381000" y="508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Build a Snowman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500" b="1" lang="en-US">
                <a:solidFill>
                  <a:srgbClr val="8A6CF0"/>
                </a:solidFill>
                <a:latin typeface="Arial"/>
                <a:cs typeface="Arial"/>
              </a:rPr>
              <a:t>How to play: Build a Snowman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Every right answer adds a piece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3.  Every right answer adds a piece!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2095500"/>
            <a:ext cx="11430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0" descr="Snowman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ٱلرَّسُولَ" descr="ٱلرَّسُول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ٱلرَّسُولَ</a:t>
            </a:r>
          </a:p>
        </p:txBody>
      </p:sp>
      <p:sp>
        <p:nvSpPr>
          <p:cNvPr id="10" name="Answer 2 ٱلرَّسُولَا" descr="ٱلرَّسُولَ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ٱلرَّسُولَا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Stopping on this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Stopping on this word:</a:t>
            </a:r>
          </a:p>
        </p:txBody>
      </p:sp>
      <p:sp>
        <p:nvSpPr>
          <p:cNvPr id="13" name="Find ٱلرَّسُولَا۠" descr="ٱلرَّسُول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ٱلرَّسُولَا۠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1" descr="Snowma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كِتَابٌ" descr="كِتَاب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كِتَابٌ</a:t>
            </a:r>
          </a:p>
        </p:txBody>
      </p:sp>
      <p:sp>
        <p:nvSpPr>
          <p:cNvPr id="10" name="Answer 2 ءَامَنُوا۟" descr="ءَامَنُوا۟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ءَامَنُوا۟</a:t>
            </a:r>
          </a:p>
        </p:txBody>
      </p:sp>
      <p:sp>
        <p:nvSpPr>
          <p:cNvPr id="11" name="Answer 3 ذَهَبَ" descr="ذَهَب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2" descr="Snowma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ٱلرَّسُولَ" descr="ٱلرَّسُول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ٱلرَّسُولَ</a:t>
            </a:r>
          </a:p>
        </p:txBody>
      </p:sp>
      <p:sp>
        <p:nvSpPr>
          <p:cNvPr id="10" name="Answer 2 ٱلرَّسُولَا" descr="ٱلرَّسُولَ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ٱلرَّسُولَا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Reading on to the next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E2640"/>
                </a:solidFill>
                <a:latin typeface="Arial"/>
                <a:cs typeface="Arial"/>
              </a:rPr>
              <a:t>Reading on to the next word:</a:t>
            </a:r>
          </a:p>
        </p:txBody>
      </p:sp>
      <p:sp>
        <p:nvSpPr>
          <p:cNvPr id="13" name="Find ٱلرَّسُولَا۠" descr="ٱلرَّسُول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ٱلرَّسُولَا۠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3" descr="Snowma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يَلۡعَبُ" descr="يَلۡعَب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10" name="Answer 2 كَفَرُوا۟" descr="كَفَرُوا۟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كَفَرُوا۟</a:t>
            </a:r>
          </a:p>
        </p:txBody>
      </p:sp>
      <p:sp>
        <p:nvSpPr>
          <p:cNvPr id="11" name="Answer 3 فِيلٌ" descr="فِيل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فِيلٌ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4" descr="Snowma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قَالَ" descr="قَال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10" name="Answer 2 نَامَ" descr="نَام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sp>
        <p:nvSpPr>
          <p:cNvPr id="11" name="Answer 3 أُو۟لَٰٓئِكَ" descr="أُو۟لَـٰٓئِك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أُو۟لَـ</a:t>
            </a:r>
            <a:r>
              <a:rPr sz="56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5" descr="Snowma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Hello, snowman!" descr="Hello, snowman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FB57A"/>
                </a:solidFill>
                <a:latin typeface="Arial"/>
                <a:cs typeface="Arial"/>
              </a:rPr>
              <a:t>Hello, snowman!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300" fill="hold" repeatCount="3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0" descr="Snowman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ٱلرَّسُولَ" descr="ٱلرَّسُول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ٱلرَّسُولَ</a:t>
            </a:r>
          </a:p>
        </p:txBody>
      </p:sp>
      <p:sp>
        <p:nvSpPr>
          <p:cNvPr id="10" name="Answer 2 ٱلرَّسُولَا" descr="ٱلرَّسُولَ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ٱلرَّسُولَا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Stopping on this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Stopping on this word:</a:t>
            </a:r>
          </a:p>
        </p:txBody>
      </p:sp>
      <p:sp>
        <p:nvSpPr>
          <p:cNvPr id="14" name="Find ٱلرَّسُولَا۠" descr="ٱلرَّسُول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ٱلرَّسُولَا۠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1" descr="Snowma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كِتَابٌ" descr="كِتَاب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كِتَابٌ</a:t>
            </a:r>
          </a:p>
        </p:txBody>
      </p:sp>
      <p:sp>
        <p:nvSpPr>
          <p:cNvPr id="10" name="Answer 2 ءَامَنُوا۟" descr="ءَامَنُوا۟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ءَامَنُوا۟</a:t>
            </a:r>
          </a:p>
        </p:txBody>
      </p:sp>
      <p:sp>
        <p:nvSpPr>
          <p:cNvPr id="11" name="Answer 3 ذَهَبَ" descr="ذَهَب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2" descr="Snowma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ٱلرَّسُولَ" descr="ٱلرَّسُول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ٱلرَّسُولَ</a:t>
            </a:r>
          </a:p>
        </p:txBody>
      </p:sp>
      <p:sp>
        <p:nvSpPr>
          <p:cNvPr id="10" name="Answer 2 ٱلرَّسُولَا" descr="ٱلرَّسُولَ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ٱلرَّسُولَا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Reading on to the next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E2640"/>
                </a:solidFill>
                <a:latin typeface="Arial"/>
                <a:cs typeface="Arial"/>
              </a:rPr>
              <a:t>Reading on to the next word:</a:t>
            </a:r>
          </a:p>
        </p:txBody>
      </p:sp>
      <p:sp>
        <p:nvSpPr>
          <p:cNvPr id="14" name="Find ٱلرَّسُولَا۠" descr="ٱلرَّسُول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ٱلرَّسُولَا۠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3" descr="Snowma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يَلۡعَبُ" descr="يَلۡعَب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10" name="Answer 2 كَفَرُوا۟" descr="كَفَرُوا۟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كَفَرُوا۟</a:t>
            </a:r>
          </a:p>
        </p:txBody>
      </p:sp>
      <p:sp>
        <p:nvSpPr>
          <p:cNvPr id="11" name="Answer 3 فِيلٌ" descr="فِيل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فِيلٌ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4" descr="Snowma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قَالَ" descr="قَال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10" name="Answer 2 نَامَ" descr="نَام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sp>
        <p:nvSpPr>
          <p:cNvPr id="11" name="Answer 3 أُو۟لَٰٓئِكَ" descr="أُو۟لَـٰٓئِك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أُو۟لَـ</a:t>
            </a:r>
            <a:r>
              <a:rPr sz="56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Read It?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700" b="1" lang="en-US">
                <a:solidFill>
                  <a:srgbClr val="8A6CF0"/>
                </a:solidFill>
                <a:latin typeface="Arial"/>
                <a:cs typeface="Arial"/>
              </a:rPr>
              <a:t>How to play: Read It?</a:t>
            </a:r>
          </a:p>
        </p:txBody>
      </p:sp>
      <p:sp>
        <p:nvSpPr>
          <p:cNvPr id="5" name="Line 1" descr="1.  Look at the orange letter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1.  Look at the orange letter.</a:t>
            </a:r>
          </a:p>
        </p:txBody>
      </p:sp>
      <p:sp>
        <p:nvSpPr>
          <p:cNvPr id="6" name="Line 2" descr="2.  Read it, never read it,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2.  Read it, never read it,</a:t>
            </a:r>
          </a:p>
        </p:txBody>
      </p:sp>
      <p:sp>
        <p:nvSpPr>
          <p:cNvPr id="7" name="Line 3" descr="3.  or read it only when you stop?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3.  or read it only when you stop?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095500"/>
            <a:ext cx="19050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تَابُوا۟" descr="تَابُوا۟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تَابُو</a:t>
            </a:r>
            <a:r>
              <a:rPr sz="91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ا۟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7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7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6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6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سَّبِيلَا۠" descr="ٱلسَّبِيلَا۠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</a:t>
            </a:r>
            <a:r>
              <a:rPr sz="70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ا۠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6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6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رَّسُولَا۠" descr="ٱلرَّسُولَا۠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ٱلرَّسُولَ</a:t>
            </a:r>
            <a:r>
              <a:rPr sz="70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ا۠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6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6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جَاهَدُوا۟" descr="جَاهَدُوا۟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جَ</a:t>
            </a:r>
            <a:r>
              <a:rPr sz="82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</a:t>
            </a:r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هَدُوا۟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7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7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تَابُوا۟" descr="تَابُوا۟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تَابُو</a:t>
            </a:r>
            <a:r>
              <a:rPr sz="91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ا۟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7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7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6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6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reat sorting!" descr="Great sorting!"/>
          <p:cNvSpPr/>
          <p:nvPr/>
        </p:nvSpPr>
        <p:spPr>
          <a:xfrm>
            <a:off x="4572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Great sorting!</a:t>
            </a:r>
          </a:p>
        </p:txBody>
      </p:sp>
      <p:sp>
        <p:nvSpPr>
          <p:cNvPr id="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تَابُوا۟" descr="تَابُوا۟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تَابُو</a:t>
            </a:r>
            <a:r>
              <a:rPr sz="91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ا۟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7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7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6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6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سَّبِيلَا۠" descr="ٱلسَّبِيلَا۠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</a:t>
            </a:r>
            <a:r>
              <a:rPr sz="70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ا۠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6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6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رَّسُولَا۠" descr="ٱلرَّسُولَا۠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ٱلرَّسُولَ</a:t>
            </a:r>
            <a:r>
              <a:rPr sz="70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ا۠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6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6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جَاهَدُوا۟" descr="جَاهَدُوا۟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جَ</a:t>
            </a:r>
            <a:r>
              <a:rPr sz="82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</a:t>
            </a:r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هَدُوا۟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7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7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تَابُوا۟" descr="تَابُوا۟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تَابُو</a:t>
            </a:r>
            <a:r>
              <a:rPr sz="91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ا۟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7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7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6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6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Treasure Dig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900" b="1" lang="en-US">
                <a:solidFill>
                  <a:srgbClr val="8A6CF0"/>
                </a:solidFill>
                <a:latin typeface="Arial"/>
                <a:cs typeface="Arial"/>
              </a:rPr>
              <a:t>How to play: Treasure Dig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Dig in the right san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2.  Dig in the right sand.</a:t>
            </a:r>
          </a:p>
        </p:txBody>
      </p:sp>
      <p:sp>
        <p:nvSpPr>
          <p:cNvPr id="7" name="Line 3" descr="3.  Find the gems and the treasure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3.  Find the gems and the treasure!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116667"/>
            <a:ext cx="2095500" cy="1862667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hovel" descr="Shov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4" name="Sand 1" descr="Sand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5" name="Answer 1 لَٰكِنَّ" descr="لَـٰكِنَّ">
            <a:hlinkClick action="ppaction://hlinksldjump" r:id="rId5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4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كِنَّ</a:t>
            </a:r>
          </a:p>
        </p:txBody>
      </p:sp>
      <p:pic>
        <p:nvPicPr>
          <p:cNvPr id="6" name="Sand 2" descr="San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7" name="Answer 2 لَٰكِنَّا" descr="لَـٰكِنَّا">
            <a:hlinkClick action="ppaction://hlinksldjump" r:id="rId6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4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كِنَّا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Reading on to the next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E2640"/>
                </a:solidFill>
                <a:latin typeface="Arial"/>
                <a:cs typeface="Arial"/>
              </a:rPr>
              <a:t>Reading on to the next word:</a:t>
            </a:r>
          </a:p>
        </p:txBody>
      </p:sp>
      <p:sp>
        <p:nvSpPr>
          <p:cNvPr id="10" name="Find لَّٰكِنَّا۠" descr="لَّـٰكِنَّ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لَّـ</a:t>
            </a:r>
            <a:r>
              <a:rPr sz="3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كِنَّا۠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Shovel" descr="Shov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5" name="Sand 1" descr="San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6" name="Answer 1 سَمِعَ" descr="سَمِعَ">
            <a:hlinkClick action="ppaction://hlinksldjump" r:id="rId6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pic>
        <p:nvPicPr>
          <p:cNvPr id="7" name="Sand 2" descr="San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8" name="Answer 2 عَمِلُوا۟" descr="عَمِلُوا۟">
            <a:hlinkClick action="ppaction://hlinksldjump" r:id="rId7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عَمِلُوا۟</a:t>
            </a:r>
          </a:p>
        </p:txBody>
      </p:sp>
      <p:pic>
        <p:nvPicPr>
          <p:cNvPr id="9" name="Sand 3" descr="San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1000" y="3810000"/>
            <a:ext cx="2540000" cy="1409700"/>
          </a:xfrm>
          <a:prstGeom prst="rect">
            <a:avLst/>
          </a:prstGeom>
        </p:spPr>
      </p:pic>
      <p:sp>
        <p:nvSpPr>
          <p:cNvPr id="10" name="Answer 3 يَلۡعَبُ" descr="يَلۡعَبُ">
            <a:hlinkClick action="ppaction://hlinksldjump" r:id="rId6"/>
          </p:cNvPr>
          <p:cNvSpPr/>
          <p:nvPr/>
        </p:nvSpPr>
        <p:spPr>
          <a:xfrm>
            <a:off x="1714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pic>
        <p:nvPicPr>
          <p:cNvPr id="11" name="New gem" descr="New ge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0" y="2159000"/>
            <a:ext cx="1016000" cy="901700"/>
          </a:xfrm>
          <a:prstGeom prst="rect">
            <a:avLst/>
          </a:prstGeom>
        </p:spPr>
      </p:pic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Gem 2" descr="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143000"/>
            <a:ext cx="635000" cy="565150"/>
          </a:xfrm>
          <a:prstGeom prst="rect">
            <a:avLst/>
          </a:prstGeom>
        </p:spPr>
      </p:pic>
      <p:pic>
        <p:nvPicPr>
          <p:cNvPr id="5" name="Shovel" descr="Shove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6" name="Sand 1" descr="San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7" name="Answer 1 جَاهَدُوا۟" descr="جَاهَدُوا۟">
            <a:hlinkClick action="ppaction://hlinksldjump" r:id="rId7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جَاهَدُوا۟</a:t>
            </a:r>
          </a:p>
        </p:txBody>
      </p:sp>
      <p:pic>
        <p:nvPicPr>
          <p:cNvPr id="8" name="Sand 2" descr="San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9" name="Answer 2 يَلۡعَبُ" descr="يَلۡعَبُ">
            <a:hlinkClick action="ppaction://hlinksldjump" r:id="rId8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pic>
        <p:nvPicPr>
          <p:cNvPr id="10" name="Sand 3" descr="San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1000" y="3810000"/>
            <a:ext cx="2540000" cy="1409700"/>
          </a:xfrm>
          <a:prstGeom prst="rect">
            <a:avLst/>
          </a:prstGeom>
        </p:spPr>
      </p:pic>
      <p:sp>
        <p:nvSpPr>
          <p:cNvPr id="11" name="Answer 3 كِتَابٌ" descr="كِتَابٌ">
            <a:hlinkClick action="ppaction://hlinksldjump" r:id="rId8"/>
          </p:cNvPr>
          <p:cNvSpPr/>
          <p:nvPr/>
        </p:nvSpPr>
        <p:spPr>
          <a:xfrm>
            <a:off x="1714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كِتَابٌ</a:t>
            </a:r>
          </a:p>
        </p:txBody>
      </p:sp>
      <p:pic>
        <p:nvPicPr>
          <p:cNvPr id="12" name="New gem" descr="New 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159000"/>
            <a:ext cx="1016000" cy="901700"/>
          </a:xfrm>
          <a:prstGeom prst="rect">
            <a:avLst/>
          </a:prstGeom>
        </p:spPr>
      </p:pic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Gem 2" descr="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143000"/>
            <a:ext cx="635000" cy="565150"/>
          </a:xfrm>
          <a:prstGeom prst="rect">
            <a:avLst/>
          </a:prstGeom>
        </p:spPr>
      </p:pic>
      <p:pic>
        <p:nvPicPr>
          <p:cNvPr id="5" name="Gem 3" descr="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1143000"/>
            <a:ext cx="635000" cy="565150"/>
          </a:xfrm>
          <a:prstGeom prst="rect">
            <a:avLst/>
          </a:prstGeom>
        </p:spPr>
      </p:pic>
      <p:pic>
        <p:nvPicPr>
          <p:cNvPr id="6" name="Shovel" descr="Shove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7" name="Sand 1" descr="San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8" name="Answer 1 ٱلظُّنُونَا" descr="ٱلظُّنُونَا">
            <a:hlinkClick action="ppaction://hlinksldjump" r:id="rId8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ٱلظُّنُونَا</a:t>
            </a:r>
          </a:p>
        </p:txBody>
      </p:sp>
      <p:pic>
        <p:nvPicPr>
          <p:cNvPr id="9" name="Sand 2" descr="Sand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10" name="Answer 2 ٱلظُّنُونَ" descr="ٱلظُّنُونَ">
            <a:hlinkClick action="ppaction://hlinksldjump" r:id="rId9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ٱلظُّنُونَ</a:t>
            </a:r>
          </a:p>
        </p:txBody>
      </p:sp>
      <p:pic>
        <p:nvPicPr>
          <p:cNvPr id="11" name="New gem" descr="New ge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8000" y="2159000"/>
            <a:ext cx="1016000" cy="901700"/>
          </a:xfrm>
          <a:prstGeom prst="rect">
            <a:avLst/>
          </a:prstGeom>
        </p:spPr>
      </p:pic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Stopping on this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Stopping on this word:</a:t>
            </a:r>
          </a:p>
        </p:txBody>
      </p:sp>
      <p:sp>
        <p:nvSpPr>
          <p:cNvPr id="14" name="Find ٱلظُّنُونَا۠" descr="ٱلظُّنُون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ٱلظُّنُونَا۠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Gem 2" descr="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143000"/>
            <a:ext cx="635000" cy="565150"/>
          </a:xfrm>
          <a:prstGeom prst="rect">
            <a:avLst/>
          </a:prstGeom>
        </p:spPr>
      </p:pic>
      <p:pic>
        <p:nvPicPr>
          <p:cNvPr id="5" name="Gem 3" descr="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1143000"/>
            <a:ext cx="635000" cy="565150"/>
          </a:xfrm>
          <a:prstGeom prst="rect">
            <a:avLst/>
          </a:prstGeom>
        </p:spPr>
      </p:pic>
      <p:pic>
        <p:nvPicPr>
          <p:cNvPr id="6" name="Gem 4" descr="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143000"/>
            <a:ext cx="635000" cy="565150"/>
          </a:xfrm>
          <a:prstGeom prst="rect">
            <a:avLst/>
          </a:prstGeom>
        </p:spPr>
      </p:pic>
      <p:pic>
        <p:nvPicPr>
          <p:cNvPr id="7" name="Shovel" descr="Shove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8" name="Sand 1" descr="San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9" name="Answer 1 جَلَسَ" descr="جَلَسَ">
            <a:hlinkClick action="ppaction://hlinksldjump" r:id="rId8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pic>
        <p:nvPicPr>
          <p:cNvPr id="10" name="Sand 2" descr="Sand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11" name="Answer 2 هَاجَرُوا۟" descr="هَاجَرُوا۟">
            <a:hlinkClick action="ppaction://hlinksldjump" r:id="rId9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هَاجَرُوا۟</a:t>
            </a:r>
          </a:p>
        </p:txBody>
      </p:sp>
      <p:pic>
        <p:nvPicPr>
          <p:cNvPr id="12" name="Sand 3" descr="San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1000" y="3810000"/>
            <a:ext cx="2540000" cy="1409700"/>
          </a:xfrm>
          <a:prstGeom prst="rect">
            <a:avLst/>
          </a:prstGeom>
        </p:spPr>
      </p:pic>
      <p:sp>
        <p:nvSpPr>
          <p:cNvPr id="13" name="Answer 3 ذَهَبَ" descr="ذَهَبَ">
            <a:hlinkClick action="ppaction://hlinksldjump" r:id="rId8"/>
          </p:cNvPr>
          <p:cNvSpPr/>
          <p:nvPr/>
        </p:nvSpPr>
        <p:spPr>
          <a:xfrm>
            <a:off x="1714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pic>
        <p:nvPicPr>
          <p:cNvPr id="14" name="New gem" descr="New ge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0" y="2159000"/>
            <a:ext cx="1016000" cy="901700"/>
          </a:xfrm>
          <a:prstGeom prst="rect">
            <a:avLst/>
          </a:prstGeom>
        </p:spPr>
      </p:pic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7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Gem 2" descr="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143000"/>
            <a:ext cx="635000" cy="565150"/>
          </a:xfrm>
          <a:prstGeom prst="rect">
            <a:avLst/>
          </a:prstGeom>
        </p:spPr>
      </p:pic>
      <p:pic>
        <p:nvPicPr>
          <p:cNvPr id="5" name="Gem 3" descr="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1143000"/>
            <a:ext cx="635000" cy="565150"/>
          </a:xfrm>
          <a:prstGeom prst="rect">
            <a:avLst/>
          </a:prstGeom>
        </p:spPr>
      </p:pic>
      <p:pic>
        <p:nvPicPr>
          <p:cNvPr id="6" name="Gem 4" descr="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143000"/>
            <a:ext cx="635000" cy="565150"/>
          </a:xfrm>
          <a:prstGeom prst="rect">
            <a:avLst/>
          </a:prstGeom>
        </p:spPr>
      </p:pic>
      <p:pic>
        <p:nvPicPr>
          <p:cNvPr id="7" name="Gem 5" descr="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143000"/>
            <a:ext cx="635000" cy="565150"/>
          </a:xfrm>
          <a:prstGeom prst="rect">
            <a:avLst/>
          </a:prstGeom>
        </p:spPr>
      </p:pic>
      <p:pic>
        <p:nvPicPr>
          <p:cNvPr id="8" name="Treasure" descr="Treasur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9000" y="3048000"/>
            <a:ext cx="2794000" cy="2286000"/>
          </a:xfrm>
          <a:prstGeom prst="rect">
            <a:avLst/>
          </a:prstGeom>
        </p:spPr>
      </p:pic>
      <p:sp>
        <p:nvSpPr>
          <p:cNvPr id="9" name="Treasure!" descr="Treasure!"/>
          <p:cNvSpPr/>
          <p:nvPr/>
        </p:nvSpPr>
        <p:spPr>
          <a:xfrm>
            <a:off x="7937500" y="2095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FB57A"/>
                </a:solidFill>
                <a:latin typeface="Arial"/>
                <a:cs typeface="Arial"/>
              </a:rPr>
              <a:t>Treasure!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hovel" descr="Shov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4" name="Sand 1" descr="Sand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5" name="Answer 1 لَٰكِنَّ" descr="لَـٰكِنَّ">
            <a:hlinkClick action="ppaction://hlinksldjump" r:id="rId5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4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كِنَّ</a:t>
            </a:r>
          </a:p>
        </p:txBody>
      </p:sp>
      <p:pic>
        <p:nvPicPr>
          <p:cNvPr id="6" name="Sand 2" descr="San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7" name="Answer 2 لَٰكِنَّا" descr="لَـٰكِنَّا">
            <a:hlinkClick action="ppaction://hlinksldjump" r:id="rId6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4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كِنَّا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381000" y="241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Reading on to the next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E2640"/>
                </a:solidFill>
                <a:latin typeface="Arial"/>
                <a:cs typeface="Arial"/>
              </a:rPr>
              <a:t>Reading on to the next word:</a:t>
            </a:r>
          </a:p>
        </p:txBody>
      </p:sp>
      <p:sp>
        <p:nvSpPr>
          <p:cNvPr id="11" name="Find لَّٰكِنَّا۠" descr="لَّـٰكِنَّ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لَّـ</a:t>
            </a:r>
            <a:r>
              <a:rPr sz="3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كِنَّا۠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Shovel" descr="Shov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5" name="Sand 1" descr="San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6" name="Answer 1 سَمِعَ" descr="سَمِعَ">
            <a:hlinkClick action="ppaction://hlinksldjump" r:id="rId6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pic>
        <p:nvPicPr>
          <p:cNvPr id="7" name="Sand 2" descr="San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8" name="Answer 2 عَمِلُوا۟" descr="عَمِلُوا۟">
            <a:hlinkClick action="ppaction://hlinksldjump" r:id="rId7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عَمِلُوا۟</a:t>
            </a:r>
          </a:p>
        </p:txBody>
      </p:sp>
      <p:pic>
        <p:nvPicPr>
          <p:cNvPr id="9" name="Sand 3" descr="San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1000" y="3810000"/>
            <a:ext cx="2540000" cy="1409700"/>
          </a:xfrm>
          <a:prstGeom prst="rect">
            <a:avLst/>
          </a:prstGeom>
        </p:spPr>
      </p:pic>
      <p:sp>
        <p:nvSpPr>
          <p:cNvPr id="10" name="Answer 3 يَلۡعَبُ" descr="يَلۡعَبُ">
            <a:hlinkClick action="ppaction://hlinksldjump" r:id="rId6"/>
          </p:cNvPr>
          <p:cNvSpPr/>
          <p:nvPr/>
        </p:nvSpPr>
        <p:spPr>
          <a:xfrm>
            <a:off x="1714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381000" y="241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Gem 2" descr="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143000"/>
            <a:ext cx="635000" cy="565150"/>
          </a:xfrm>
          <a:prstGeom prst="rect">
            <a:avLst/>
          </a:prstGeom>
        </p:spPr>
      </p:pic>
      <p:pic>
        <p:nvPicPr>
          <p:cNvPr id="5" name="Shovel" descr="Shove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6" name="Sand 1" descr="San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7" name="Answer 1 جَاهَدُوا۟" descr="جَاهَدُوا۟">
            <a:hlinkClick action="ppaction://hlinksldjump" r:id="rId7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جَاهَدُوا۟</a:t>
            </a:r>
          </a:p>
        </p:txBody>
      </p:sp>
      <p:pic>
        <p:nvPicPr>
          <p:cNvPr id="8" name="Sand 2" descr="San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9" name="Answer 2 يَلۡعَبُ" descr="يَلۡعَبُ">
            <a:hlinkClick action="ppaction://hlinksldjump" r:id="rId8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pic>
        <p:nvPicPr>
          <p:cNvPr id="10" name="Sand 3" descr="San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1000" y="3810000"/>
            <a:ext cx="2540000" cy="1409700"/>
          </a:xfrm>
          <a:prstGeom prst="rect">
            <a:avLst/>
          </a:prstGeom>
        </p:spPr>
      </p:pic>
      <p:sp>
        <p:nvSpPr>
          <p:cNvPr id="11" name="Answer 3 كِتَابٌ" descr="كِتَابٌ">
            <a:hlinkClick action="ppaction://hlinksldjump" r:id="rId8"/>
          </p:cNvPr>
          <p:cNvSpPr/>
          <p:nvPr/>
        </p:nvSpPr>
        <p:spPr>
          <a:xfrm>
            <a:off x="1714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كِتَابٌ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381000" y="241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Gem 2" descr="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143000"/>
            <a:ext cx="635000" cy="565150"/>
          </a:xfrm>
          <a:prstGeom prst="rect">
            <a:avLst/>
          </a:prstGeom>
        </p:spPr>
      </p:pic>
      <p:pic>
        <p:nvPicPr>
          <p:cNvPr id="5" name="Gem 3" descr="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1143000"/>
            <a:ext cx="635000" cy="565150"/>
          </a:xfrm>
          <a:prstGeom prst="rect">
            <a:avLst/>
          </a:prstGeom>
        </p:spPr>
      </p:pic>
      <p:pic>
        <p:nvPicPr>
          <p:cNvPr id="6" name="Shovel" descr="Shove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7" name="Sand 1" descr="San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8" name="Answer 1 ٱلظُّنُونَا" descr="ٱلظُّنُونَا">
            <a:hlinkClick action="ppaction://hlinksldjump" r:id="rId8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ٱلظُّنُونَا</a:t>
            </a:r>
          </a:p>
        </p:txBody>
      </p:sp>
      <p:pic>
        <p:nvPicPr>
          <p:cNvPr id="9" name="Sand 2" descr="Sand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10" name="Answer 2 ٱلظُّنُونَ" descr="ٱلظُّنُونَ">
            <a:hlinkClick action="ppaction://hlinksldjump" r:id="rId9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ٱلظُّنُونَ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381000" y="241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Stopping on this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Stopping on this word:</a:t>
            </a:r>
          </a:p>
        </p:txBody>
      </p:sp>
      <p:sp>
        <p:nvSpPr>
          <p:cNvPr id="14" name="Find ٱلظُّنُونَا۠" descr="ٱلظُّنُون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ٱلظُّنُونَا۠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Gem 2" descr="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143000"/>
            <a:ext cx="635000" cy="565150"/>
          </a:xfrm>
          <a:prstGeom prst="rect">
            <a:avLst/>
          </a:prstGeom>
        </p:spPr>
      </p:pic>
      <p:pic>
        <p:nvPicPr>
          <p:cNvPr id="5" name="Gem 3" descr="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1143000"/>
            <a:ext cx="635000" cy="565150"/>
          </a:xfrm>
          <a:prstGeom prst="rect">
            <a:avLst/>
          </a:prstGeom>
        </p:spPr>
      </p:pic>
      <p:pic>
        <p:nvPicPr>
          <p:cNvPr id="6" name="Gem 4" descr="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143000"/>
            <a:ext cx="635000" cy="565150"/>
          </a:xfrm>
          <a:prstGeom prst="rect">
            <a:avLst/>
          </a:prstGeom>
        </p:spPr>
      </p:pic>
      <p:pic>
        <p:nvPicPr>
          <p:cNvPr id="7" name="Shovel" descr="Shove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8" name="Sand 1" descr="San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9" name="Answer 1 جَلَسَ" descr="جَلَسَ">
            <a:hlinkClick action="ppaction://hlinksldjump" r:id="rId8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pic>
        <p:nvPicPr>
          <p:cNvPr id="10" name="Sand 2" descr="Sand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11" name="Answer 2 هَاجَرُوا۟" descr="هَاجَرُوا۟">
            <a:hlinkClick action="ppaction://hlinksldjump" r:id="rId9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هَاجَرُوا۟</a:t>
            </a:r>
          </a:p>
        </p:txBody>
      </p:sp>
      <p:pic>
        <p:nvPicPr>
          <p:cNvPr id="12" name="Sand 3" descr="San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1000" y="3810000"/>
            <a:ext cx="2540000" cy="1409700"/>
          </a:xfrm>
          <a:prstGeom prst="rect">
            <a:avLst/>
          </a:prstGeom>
        </p:spPr>
      </p:pic>
      <p:sp>
        <p:nvSpPr>
          <p:cNvPr id="13" name="Answer 3 ذَهَبَ" descr="ذَهَبَ">
            <a:hlinkClick action="ppaction://hlinksldjump" r:id="rId8"/>
          </p:cNvPr>
          <p:cNvSpPr/>
          <p:nvPr/>
        </p:nvSpPr>
        <p:spPr>
          <a:xfrm>
            <a:off x="1714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14" name="Try again!" descr="Try again!"/>
          <p:cNvSpPr/>
          <p:nvPr/>
        </p:nvSpPr>
        <p:spPr>
          <a:xfrm>
            <a:off x="381000" y="241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7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Fireworks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500" b="1" lang="en-US">
                <a:solidFill>
                  <a:srgbClr val="8A6CF0"/>
                </a:solidFill>
                <a:latin typeface="Arial"/>
                <a:cs typeface="Arial"/>
              </a:rPr>
              <a:t>How to play: Fireworks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Light the right rocket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Light the right rocket.</a:t>
            </a:r>
          </a:p>
        </p:txBody>
      </p:sp>
      <p:sp>
        <p:nvSpPr>
          <p:cNvPr id="7" name="Line 3" descr="3.  Boom! A firework in the sky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Boom! A firework in the sky!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095500"/>
            <a:ext cx="19050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 1" descr="Rocket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0" y="4445000"/>
            <a:ext cx="508000" cy="1651000"/>
          </a:xfrm>
          <a:prstGeom prst="rect">
            <a:avLst/>
          </a:prstGeom>
        </p:spPr>
      </p:pic>
      <p:sp>
        <p:nvSpPr>
          <p:cNvPr id="4" name="Answer 1 يَلۡعَبُ" descr="يَلۡعَبُ">
            <a:hlinkClick action="ppaction://hlinksldjump" r:id="rId4"/>
          </p:cNvPr>
          <p:cNvSpPr/>
          <p:nvPr/>
        </p:nvSpPr>
        <p:spPr>
          <a:xfrm>
            <a:off x="7874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pic>
        <p:nvPicPr>
          <p:cNvPr id="5" name="Rocket 2" descr="Rocket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0" y="4445000"/>
            <a:ext cx="508000" cy="1651000"/>
          </a:xfrm>
          <a:prstGeom prst="rect">
            <a:avLst/>
          </a:prstGeom>
        </p:spPr>
      </p:pic>
      <p:sp>
        <p:nvSpPr>
          <p:cNvPr id="6" name="Answer 2 ءَامَنُوا۟" descr="ءَامَنُوا۟">
            <a:hlinkClick action="ppaction://hlinksldjump" r:id="rId5"/>
          </p:cNvPr>
          <p:cNvSpPr/>
          <p:nvPr/>
        </p:nvSpPr>
        <p:spPr>
          <a:xfrm>
            <a:off x="4826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ءَامَنُوا۟</a:t>
            </a:r>
          </a:p>
        </p:txBody>
      </p:sp>
      <p:pic>
        <p:nvPicPr>
          <p:cNvPr id="7" name="Rocket 3" descr="Rocket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0" y="4445000"/>
            <a:ext cx="508000" cy="1651000"/>
          </a:xfrm>
          <a:prstGeom prst="rect">
            <a:avLst/>
          </a:prstGeom>
        </p:spPr>
      </p:pic>
      <p:sp>
        <p:nvSpPr>
          <p:cNvPr id="8" name="Answer 3 سَمِعَ" descr="سَمِعَ">
            <a:hlinkClick action="ppaction://hlinksldjump" r:id="rId4"/>
          </p:cNvPr>
          <p:cNvSpPr/>
          <p:nvPr/>
        </p:nvSpPr>
        <p:spPr>
          <a:xfrm>
            <a:off x="1778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work 1" descr="Firewo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1016000"/>
            <a:ext cx="1651000" cy="1651000"/>
          </a:xfrm>
          <a:prstGeom prst="rect">
            <a:avLst/>
          </a:prstGeom>
        </p:spPr>
      </p:pic>
      <p:pic>
        <p:nvPicPr>
          <p:cNvPr id="4" name="Rocket 1" descr="Rocket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0" y="4445000"/>
            <a:ext cx="508000" cy="1651000"/>
          </a:xfrm>
          <a:prstGeom prst="rect">
            <a:avLst/>
          </a:prstGeom>
        </p:spPr>
      </p:pic>
      <p:sp>
        <p:nvSpPr>
          <p:cNvPr id="5" name="Answer 1 ثَمُودَا۟" descr="ثَمُودَا۟">
            <a:hlinkClick action="ppaction://hlinksldjump" r:id="rId5"/>
          </p:cNvPr>
          <p:cNvSpPr/>
          <p:nvPr/>
        </p:nvSpPr>
        <p:spPr>
          <a:xfrm>
            <a:off x="7874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ثَمُودَا۟</a:t>
            </a:r>
          </a:p>
        </p:txBody>
      </p:sp>
      <p:pic>
        <p:nvPicPr>
          <p:cNvPr id="6" name="Rocket 2" descr="Rocket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0" y="4445000"/>
            <a:ext cx="508000" cy="1651000"/>
          </a:xfrm>
          <a:prstGeom prst="rect">
            <a:avLst/>
          </a:prstGeom>
        </p:spPr>
      </p:pic>
      <p:sp>
        <p:nvSpPr>
          <p:cNvPr id="7" name="Answer 2 كِتَابٌ" descr="كِتَابٌ">
            <a:hlinkClick action="ppaction://hlinksldjump" r:id="rId6"/>
          </p:cNvPr>
          <p:cNvSpPr/>
          <p:nvPr/>
        </p:nvSpPr>
        <p:spPr>
          <a:xfrm>
            <a:off x="4826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كِتَابٌ</a:t>
            </a:r>
          </a:p>
        </p:txBody>
      </p:sp>
      <p:pic>
        <p:nvPicPr>
          <p:cNvPr id="8" name="Rocket 3" descr="Rocket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0" y="4445000"/>
            <a:ext cx="508000" cy="1651000"/>
          </a:xfrm>
          <a:prstGeom prst="rect">
            <a:avLst/>
          </a:prstGeom>
        </p:spPr>
      </p:pic>
      <p:sp>
        <p:nvSpPr>
          <p:cNvPr id="9" name="Answer 3 قَالَ" descr="قَالَ">
            <a:hlinkClick action="ppaction://hlinksldjump" r:id="rId6"/>
          </p:cNvPr>
          <p:cNvSpPr/>
          <p:nvPr/>
        </p:nvSpPr>
        <p:spPr>
          <a:xfrm>
            <a:off x="1778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work 1" descr="Firewo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1016000"/>
            <a:ext cx="1651000" cy="1651000"/>
          </a:xfrm>
          <a:prstGeom prst="rect">
            <a:avLst/>
          </a:prstGeom>
        </p:spPr>
      </p:pic>
      <p:pic>
        <p:nvPicPr>
          <p:cNvPr id="4" name="Firework 2" descr="Firewo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762000"/>
            <a:ext cx="1651000" cy="1651000"/>
          </a:xfrm>
          <a:prstGeom prst="rect">
            <a:avLst/>
          </a:prstGeom>
        </p:spPr>
      </p:pic>
      <p:pic>
        <p:nvPicPr>
          <p:cNvPr id="5" name="Rocket 1" descr="Rocket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0000" y="4445000"/>
            <a:ext cx="508000" cy="1651000"/>
          </a:xfrm>
          <a:prstGeom prst="rect">
            <a:avLst/>
          </a:prstGeom>
        </p:spPr>
      </p:pic>
      <p:sp>
        <p:nvSpPr>
          <p:cNvPr id="6" name="Answer 1 لَٰكِنَّ" descr="لَـٰكِنَّ">
            <a:hlinkClick action="ppaction://hlinksldjump" r:id="rId6"/>
          </p:cNvPr>
          <p:cNvSpPr/>
          <p:nvPr/>
        </p:nvSpPr>
        <p:spPr>
          <a:xfrm>
            <a:off x="7874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4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كِنَّ</a:t>
            </a:r>
          </a:p>
        </p:txBody>
      </p:sp>
      <p:pic>
        <p:nvPicPr>
          <p:cNvPr id="7" name="Rocket 2" descr="Rocket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2000" y="4445000"/>
            <a:ext cx="508000" cy="1651000"/>
          </a:xfrm>
          <a:prstGeom prst="rect">
            <a:avLst/>
          </a:prstGeom>
        </p:spPr>
      </p:pic>
      <p:sp>
        <p:nvSpPr>
          <p:cNvPr id="8" name="Answer 2 لَٰكِنَّا" descr="لَـٰكِنَّا">
            <a:hlinkClick action="ppaction://hlinksldjump" r:id="rId7"/>
          </p:cNvPr>
          <p:cNvSpPr/>
          <p:nvPr/>
        </p:nvSpPr>
        <p:spPr>
          <a:xfrm>
            <a:off x="4826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4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كِنَّا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Reading on to the next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E2640"/>
                </a:solidFill>
                <a:latin typeface="Arial"/>
                <a:cs typeface="Arial"/>
              </a:rPr>
              <a:t>Reading on to the next word:</a:t>
            </a:r>
          </a:p>
        </p:txBody>
      </p:sp>
      <p:sp>
        <p:nvSpPr>
          <p:cNvPr id="11" name="Find لَّٰكِنَّا۠" descr="لَّـٰكِنَّ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لَّـ</a:t>
            </a:r>
            <a:r>
              <a:rPr sz="3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كِنَّا۠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work 1" descr="Firewo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1016000"/>
            <a:ext cx="1651000" cy="1651000"/>
          </a:xfrm>
          <a:prstGeom prst="rect">
            <a:avLst/>
          </a:prstGeom>
        </p:spPr>
      </p:pic>
      <p:pic>
        <p:nvPicPr>
          <p:cNvPr id="4" name="Firework 2" descr="Firewo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762000"/>
            <a:ext cx="1651000" cy="1651000"/>
          </a:xfrm>
          <a:prstGeom prst="rect">
            <a:avLst/>
          </a:prstGeom>
        </p:spPr>
      </p:pic>
      <p:pic>
        <p:nvPicPr>
          <p:cNvPr id="5" name="Firework 3" descr="Firework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00" y="952500"/>
            <a:ext cx="1651000" cy="1651000"/>
          </a:xfrm>
          <a:prstGeom prst="rect">
            <a:avLst/>
          </a:prstGeom>
        </p:spPr>
      </p:pic>
      <p:pic>
        <p:nvPicPr>
          <p:cNvPr id="6" name="Rocket 1" descr="Rocket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0" y="4445000"/>
            <a:ext cx="508000" cy="1651000"/>
          </a:xfrm>
          <a:prstGeom prst="rect">
            <a:avLst/>
          </a:prstGeom>
        </p:spPr>
      </p:pic>
      <p:sp>
        <p:nvSpPr>
          <p:cNvPr id="7" name="Answer 1 ثَمُودَا۟" descr="ثَمُودَا۟">
            <a:hlinkClick action="ppaction://hlinksldjump" r:id="rId7"/>
          </p:cNvPr>
          <p:cNvSpPr/>
          <p:nvPr/>
        </p:nvSpPr>
        <p:spPr>
          <a:xfrm>
            <a:off x="7874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ثَمُودَا۟</a:t>
            </a:r>
          </a:p>
        </p:txBody>
      </p:sp>
      <p:pic>
        <p:nvPicPr>
          <p:cNvPr id="8" name="Rocket 2" descr="Rocket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2000" y="4445000"/>
            <a:ext cx="508000" cy="1651000"/>
          </a:xfrm>
          <a:prstGeom prst="rect">
            <a:avLst/>
          </a:prstGeom>
        </p:spPr>
      </p:pic>
      <p:sp>
        <p:nvSpPr>
          <p:cNvPr id="9" name="Answer 2 فِيلٌ" descr="فِيلٌ">
            <a:hlinkClick action="ppaction://hlinksldjump" r:id="rId8"/>
          </p:cNvPr>
          <p:cNvSpPr/>
          <p:nvPr/>
        </p:nvSpPr>
        <p:spPr>
          <a:xfrm>
            <a:off x="4826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فِيلٌ</a:t>
            </a:r>
          </a:p>
        </p:txBody>
      </p:sp>
      <p:pic>
        <p:nvPicPr>
          <p:cNvPr id="10" name="Rocket 3" descr="Rocket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4000" y="4445000"/>
            <a:ext cx="508000" cy="1651000"/>
          </a:xfrm>
          <a:prstGeom prst="rect">
            <a:avLst/>
          </a:prstGeom>
        </p:spPr>
      </p:pic>
      <p:sp>
        <p:nvSpPr>
          <p:cNvPr id="11" name="Answer 3 يَلۡعَبُ" descr="يَلۡعَبُ">
            <a:hlinkClick action="ppaction://hlinksldjump" r:id="rId8"/>
          </p:cNvPr>
          <p:cNvSpPr/>
          <p:nvPr/>
        </p:nvSpPr>
        <p:spPr>
          <a:xfrm>
            <a:off x="1778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work 1" descr="Firewo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1016000"/>
            <a:ext cx="1651000" cy="1651000"/>
          </a:xfrm>
          <a:prstGeom prst="rect">
            <a:avLst/>
          </a:prstGeom>
        </p:spPr>
      </p:pic>
      <p:pic>
        <p:nvPicPr>
          <p:cNvPr id="4" name="Firework 2" descr="Firewo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762000"/>
            <a:ext cx="1651000" cy="1651000"/>
          </a:xfrm>
          <a:prstGeom prst="rect">
            <a:avLst/>
          </a:prstGeom>
        </p:spPr>
      </p:pic>
      <p:pic>
        <p:nvPicPr>
          <p:cNvPr id="5" name="Firework 3" descr="Firework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00" y="952500"/>
            <a:ext cx="1651000" cy="1651000"/>
          </a:xfrm>
          <a:prstGeom prst="rect">
            <a:avLst/>
          </a:prstGeom>
        </p:spPr>
      </p:pic>
      <p:pic>
        <p:nvPicPr>
          <p:cNvPr id="6" name="Firework 4" descr="Firewor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500" y="825500"/>
            <a:ext cx="1651000" cy="1651000"/>
          </a:xfrm>
          <a:prstGeom prst="rect">
            <a:avLst/>
          </a:prstGeom>
        </p:spPr>
      </p:pic>
      <p:pic>
        <p:nvPicPr>
          <p:cNvPr id="7" name="Rocket 1" descr="Rocket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0" y="4445000"/>
            <a:ext cx="508000" cy="1651000"/>
          </a:xfrm>
          <a:prstGeom prst="rect">
            <a:avLst/>
          </a:prstGeom>
        </p:spPr>
      </p:pic>
      <p:sp>
        <p:nvSpPr>
          <p:cNvPr id="8" name="Answer 1 ٱلظُّنُونَ" descr="ٱلظُّنُونَ">
            <a:hlinkClick action="ppaction://hlinksldjump" r:id="rId7"/>
          </p:cNvPr>
          <p:cNvSpPr/>
          <p:nvPr/>
        </p:nvSpPr>
        <p:spPr>
          <a:xfrm>
            <a:off x="7874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ٱلظُّنُونَ</a:t>
            </a:r>
          </a:p>
        </p:txBody>
      </p:sp>
      <p:pic>
        <p:nvPicPr>
          <p:cNvPr id="9" name="Rocket 2" descr="Rocket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2000" y="4445000"/>
            <a:ext cx="508000" cy="1651000"/>
          </a:xfrm>
          <a:prstGeom prst="rect">
            <a:avLst/>
          </a:prstGeom>
        </p:spPr>
      </p:pic>
      <p:sp>
        <p:nvSpPr>
          <p:cNvPr id="10" name="Answer 2 ٱلظُّنُونَا" descr="ٱلظُّنُونَا">
            <a:hlinkClick action="ppaction://hlinksldjump" r:id="rId8"/>
          </p:cNvPr>
          <p:cNvSpPr/>
          <p:nvPr/>
        </p:nvSpPr>
        <p:spPr>
          <a:xfrm>
            <a:off x="4826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ٱلظُّنُونَا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Reading on to the next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E2640"/>
                </a:solidFill>
                <a:latin typeface="Arial"/>
                <a:cs typeface="Arial"/>
              </a:rPr>
              <a:t>Reading on to the next word:</a:t>
            </a:r>
          </a:p>
        </p:txBody>
      </p:sp>
      <p:sp>
        <p:nvSpPr>
          <p:cNvPr id="13" name="Find ٱلظُّنُونَا۠" descr="ٱلظُّنُون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ٱلظُّنُونَا۠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work 1" descr="Firewo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1016000"/>
            <a:ext cx="1651000" cy="1651000"/>
          </a:xfrm>
          <a:prstGeom prst="rect">
            <a:avLst/>
          </a:prstGeom>
        </p:spPr>
      </p:pic>
      <p:pic>
        <p:nvPicPr>
          <p:cNvPr id="4" name="Firework 2" descr="Firewo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762000"/>
            <a:ext cx="1651000" cy="1651000"/>
          </a:xfrm>
          <a:prstGeom prst="rect">
            <a:avLst/>
          </a:prstGeom>
        </p:spPr>
      </p:pic>
      <p:pic>
        <p:nvPicPr>
          <p:cNvPr id="5" name="Firework 3" descr="Firework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00" y="952500"/>
            <a:ext cx="1651000" cy="1651000"/>
          </a:xfrm>
          <a:prstGeom prst="rect">
            <a:avLst/>
          </a:prstGeom>
        </p:spPr>
      </p:pic>
      <p:pic>
        <p:nvPicPr>
          <p:cNvPr id="6" name="Firework 4" descr="Firewor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500" y="825500"/>
            <a:ext cx="1651000" cy="1651000"/>
          </a:xfrm>
          <a:prstGeom prst="rect">
            <a:avLst/>
          </a:prstGeom>
        </p:spPr>
      </p:pic>
      <p:pic>
        <p:nvPicPr>
          <p:cNvPr id="7" name="Firework 5" descr="Firewor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0" y="2286000"/>
            <a:ext cx="1651000" cy="1651000"/>
          </a:xfrm>
          <a:prstGeom prst="rect">
            <a:avLst/>
          </a:prstGeom>
        </p:spPr>
      </p:pic>
      <p:sp>
        <p:nvSpPr>
          <p:cNvPr id="8" name="Hooray!" descr="Hooray!"/>
          <p:cNvSpPr/>
          <p:nvPr/>
        </p:nvSpPr>
        <p:spPr>
          <a:xfrm>
            <a:off x="4826000" y="4445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2FB57A"/>
                </a:solidFill>
                <a:latin typeface="Arial"/>
                <a:cs typeface="Arial"/>
              </a:rPr>
              <a:t>Hooray!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p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p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 1" descr="Rocket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0" y="4445000"/>
            <a:ext cx="508000" cy="1651000"/>
          </a:xfrm>
          <a:prstGeom prst="rect">
            <a:avLst/>
          </a:prstGeom>
        </p:spPr>
      </p:pic>
      <p:sp>
        <p:nvSpPr>
          <p:cNvPr id="4" name="Answer 1 يَلۡعَبُ" descr="يَلۡعَبُ">
            <a:hlinkClick action="ppaction://hlinksldjump" r:id="rId4"/>
          </p:cNvPr>
          <p:cNvSpPr/>
          <p:nvPr/>
        </p:nvSpPr>
        <p:spPr>
          <a:xfrm>
            <a:off x="7874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pic>
        <p:nvPicPr>
          <p:cNvPr id="5" name="Rocket 2" descr="Rocket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0" y="4445000"/>
            <a:ext cx="508000" cy="1651000"/>
          </a:xfrm>
          <a:prstGeom prst="rect">
            <a:avLst/>
          </a:prstGeom>
        </p:spPr>
      </p:pic>
      <p:sp>
        <p:nvSpPr>
          <p:cNvPr id="6" name="Answer 2 ءَامَنُوا۟" descr="ءَامَنُوا۟">
            <a:hlinkClick action="ppaction://hlinksldjump" r:id="rId5"/>
          </p:cNvPr>
          <p:cNvSpPr/>
          <p:nvPr/>
        </p:nvSpPr>
        <p:spPr>
          <a:xfrm>
            <a:off x="4826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ءَامَنُوا۟</a:t>
            </a:r>
          </a:p>
        </p:txBody>
      </p:sp>
      <p:pic>
        <p:nvPicPr>
          <p:cNvPr id="7" name="Rocket 3" descr="Rocket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0" y="4445000"/>
            <a:ext cx="508000" cy="1651000"/>
          </a:xfrm>
          <a:prstGeom prst="rect">
            <a:avLst/>
          </a:prstGeom>
        </p:spPr>
      </p:pic>
      <p:sp>
        <p:nvSpPr>
          <p:cNvPr id="8" name="Answer 3 سَمِعَ" descr="سَمِعَ">
            <a:hlinkClick action="ppaction://hlinksldjump" r:id="rId4"/>
          </p:cNvPr>
          <p:cNvSpPr/>
          <p:nvPr/>
        </p:nvSpPr>
        <p:spPr>
          <a:xfrm>
            <a:off x="1778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4699000" y="1651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work 1" descr="Firewo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1016000"/>
            <a:ext cx="1651000" cy="1651000"/>
          </a:xfrm>
          <a:prstGeom prst="rect">
            <a:avLst/>
          </a:prstGeom>
        </p:spPr>
      </p:pic>
      <p:pic>
        <p:nvPicPr>
          <p:cNvPr id="4" name="Rocket 1" descr="Rocket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0" y="4445000"/>
            <a:ext cx="508000" cy="1651000"/>
          </a:xfrm>
          <a:prstGeom prst="rect">
            <a:avLst/>
          </a:prstGeom>
        </p:spPr>
      </p:pic>
      <p:sp>
        <p:nvSpPr>
          <p:cNvPr id="5" name="Answer 1 ثَمُودَا۟" descr="ثَمُودَا۟">
            <a:hlinkClick action="ppaction://hlinksldjump" r:id="rId5"/>
          </p:cNvPr>
          <p:cNvSpPr/>
          <p:nvPr/>
        </p:nvSpPr>
        <p:spPr>
          <a:xfrm>
            <a:off x="7874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ثَمُودَا۟</a:t>
            </a:r>
          </a:p>
        </p:txBody>
      </p:sp>
      <p:pic>
        <p:nvPicPr>
          <p:cNvPr id="6" name="Rocket 2" descr="Rocket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0" y="4445000"/>
            <a:ext cx="508000" cy="1651000"/>
          </a:xfrm>
          <a:prstGeom prst="rect">
            <a:avLst/>
          </a:prstGeom>
        </p:spPr>
      </p:pic>
      <p:sp>
        <p:nvSpPr>
          <p:cNvPr id="7" name="Answer 2 كِتَابٌ" descr="كِتَابٌ">
            <a:hlinkClick action="ppaction://hlinksldjump" r:id="rId6"/>
          </p:cNvPr>
          <p:cNvSpPr/>
          <p:nvPr/>
        </p:nvSpPr>
        <p:spPr>
          <a:xfrm>
            <a:off x="4826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كِتَابٌ</a:t>
            </a:r>
          </a:p>
        </p:txBody>
      </p:sp>
      <p:pic>
        <p:nvPicPr>
          <p:cNvPr id="8" name="Rocket 3" descr="Rocket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0" y="4445000"/>
            <a:ext cx="508000" cy="1651000"/>
          </a:xfrm>
          <a:prstGeom prst="rect">
            <a:avLst/>
          </a:prstGeom>
        </p:spPr>
      </p:pic>
      <p:sp>
        <p:nvSpPr>
          <p:cNvPr id="9" name="Answer 3 قَالَ" descr="قَالَ">
            <a:hlinkClick action="ppaction://hlinksldjump" r:id="rId6"/>
          </p:cNvPr>
          <p:cNvSpPr/>
          <p:nvPr/>
        </p:nvSpPr>
        <p:spPr>
          <a:xfrm>
            <a:off x="1778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4699000" y="1651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work 1" descr="Firewo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1016000"/>
            <a:ext cx="1651000" cy="1651000"/>
          </a:xfrm>
          <a:prstGeom prst="rect">
            <a:avLst/>
          </a:prstGeom>
        </p:spPr>
      </p:pic>
      <p:pic>
        <p:nvPicPr>
          <p:cNvPr id="4" name="Firework 2" descr="Firewo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762000"/>
            <a:ext cx="1651000" cy="1651000"/>
          </a:xfrm>
          <a:prstGeom prst="rect">
            <a:avLst/>
          </a:prstGeom>
        </p:spPr>
      </p:pic>
      <p:pic>
        <p:nvPicPr>
          <p:cNvPr id="5" name="Rocket 1" descr="Rocket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0000" y="4445000"/>
            <a:ext cx="508000" cy="1651000"/>
          </a:xfrm>
          <a:prstGeom prst="rect">
            <a:avLst/>
          </a:prstGeom>
        </p:spPr>
      </p:pic>
      <p:sp>
        <p:nvSpPr>
          <p:cNvPr id="6" name="Answer 1 لَٰكِنَّ" descr="لَـٰكِنَّ">
            <a:hlinkClick action="ppaction://hlinksldjump" r:id="rId6"/>
          </p:cNvPr>
          <p:cNvSpPr/>
          <p:nvPr/>
        </p:nvSpPr>
        <p:spPr>
          <a:xfrm>
            <a:off x="7874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4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كِنَّ</a:t>
            </a:r>
          </a:p>
        </p:txBody>
      </p:sp>
      <p:pic>
        <p:nvPicPr>
          <p:cNvPr id="7" name="Rocket 2" descr="Rocket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2000" y="4445000"/>
            <a:ext cx="508000" cy="1651000"/>
          </a:xfrm>
          <a:prstGeom prst="rect">
            <a:avLst/>
          </a:prstGeom>
        </p:spPr>
      </p:pic>
      <p:sp>
        <p:nvSpPr>
          <p:cNvPr id="8" name="Answer 2 لَٰكِنَّا" descr="لَـٰكِنَّا">
            <a:hlinkClick action="ppaction://hlinksldjump" r:id="rId7"/>
          </p:cNvPr>
          <p:cNvSpPr/>
          <p:nvPr/>
        </p:nvSpPr>
        <p:spPr>
          <a:xfrm>
            <a:off x="4826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4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كِنَّا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4699000" y="1651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Reading on to the next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E2640"/>
                </a:solidFill>
                <a:latin typeface="Arial"/>
                <a:cs typeface="Arial"/>
              </a:rPr>
              <a:t>Reading on to the next word:</a:t>
            </a:r>
          </a:p>
        </p:txBody>
      </p:sp>
      <p:sp>
        <p:nvSpPr>
          <p:cNvPr id="12" name="Find لَّٰكِنَّا۠" descr="لَّـٰكِنَّ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لَّـ</a:t>
            </a:r>
            <a:r>
              <a:rPr sz="3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كِنَّا۠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work 1" descr="Firewo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1016000"/>
            <a:ext cx="1651000" cy="1651000"/>
          </a:xfrm>
          <a:prstGeom prst="rect">
            <a:avLst/>
          </a:prstGeom>
        </p:spPr>
      </p:pic>
      <p:pic>
        <p:nvPicPr>
          <p:cNvPr id="4" name="Firework 2" descr="Firewo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762000"/>
            <a:ext cx="1651000" cy="1651000"/>
          </a:xfrm>
          <a:prstGeom prst="rect">
            <a:avLst/>
          </a:prstGeom>
        </p:spPr>
      </p:pic>
      <p:pic>
        <p:nvPicPr>
          <p:cNvPr id="5" name="Firework 3" descr="Firework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00" y="952500"/>
            <a:ext cx="1651000" cy="1651000"/>
          </a:xfrm>
          <a:prstGeom prst="rect">
            <a:avLst/>
          </a:prstGeom>
        </p:spPr>
      </p:pic>
      <p:pic>
        <p:nvPicPr>
          <p:cNvPr id="6" name="Rocket 1" descr="Rocket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0" y="4445000"/>
            <a:ext cx="508000" cy="1651000"/>
          </a:xfrm>
          <a:prstGeom prst="rect">
            <a:avLst/>
          </a:prstGeom>
        </p:spPr>
      </p:pic>
      <p:sp>
        <p:nvSpPr>
          <p:cNvPr id="7" name="Answer 1 ثَمُودَا۟" descr="ثَمُودَا۟">
            <a:hlinkClick action="ppaction://hlinksldjump" r:id="rId7"/>
          </p:cNvPr>
          <p:cNvSpPr/>
          <p:nvPr/>
        </p:nvSpPr>
        <p:spPr>
          <a:xfrm>
            <a:off x="7874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ثَمُودَا۟</a:t>
            </a:r>
          </a:p>
        </p:txBody>
      </p:sp>
      <p:pic>
        <p:nvPicPr>
          <p:cNvPr id="8" name="Rocket 2" descr="Rocket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2000" y="4445000"/>
            <a:ext cx="508000" cy="1651000"/>
          </a:xfrm>
          <a:prstGeom prst="rect">
            <a:avLst/>
          </a:prstGeom>
        </p:spPr>
      </p:pic>
      <p:sp>
        <p:nvSpPr>
          <p:cNvPr id="9" name="Answer 2 فِيلٌ" descr="فِيلٌ">
            <a:hlinkClick action="ppaction://hlinksldjump" r:id="rId8"/>
          </p:cNvPr>
          <p:cNvSpPr/>
          <p:nvPr/>
        </p:nvSpPr>
        <p:spPr>
          <a:xfrm>
            <a:off x="4826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فِيلٌ</a:t>
            </a:r>
          </a:p>
        </p:txBody>
      </p:sp>
      <p:pic>
        <p:nvPicPr>
          <p:cNvPr id="10" name="Rocket 3" descr="Rocket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4000" y="4445000"/>
            <a:ext cx="508000" cy="1651000"/>
          </a:xfrm>
          <a:prstGeom prst="rect">
            <a:avLst/>
          </a:prstGeom>
        </p:spPr>
      </p:pic>
      <p:sp>
        <p:nvSpPr>
          <p:cNvPr id="11" name="Answer 3 يَلۡعَبُ" descr="يَلۡعَبُ">
            <a:hlinkClick action="ppaction://hlinksldjump" r:id="rId8"/>
          </p:cNvPr>
          <p:cNvSpPr/>
          <p:nvPr/>
        </p:nvSpPr>
        <p:spPr>
          <a:xfrm>
            <a:off x="1778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4699000" y="1651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work 1" descr="Firewo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1016000"/>
            <a:ext cx="1651000" cy="1651000"/>
          </a:xfrm>
          <a:prstGeom prst="rect">
            <a:avLst/>
          </a:prstGeom>
        </p:spPr>
      </p:pic>
      <p:pic>
        <p:nvPicPr>
          <p:cNvPr id="4" name="Firework 2" descr="Firewo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762000"/>
            <a:ext cx="1651000" cy="1651000"/>
          </a:xfrm>
          <a:prstGeom prst="rect">
            <a:avLst/>
          </a:prstGeom>
        </p:spPr>
      </p:pic>
      <p:pic>
        <p:nvPicPr>
          <p:cNvPr id="5" name="Firework 3" descr="Firework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00" y="952500"/>
            <a:ext cx="1651000" cy="1651000"/>
          </a:xfrm>
          <a:prstGeom prst="rect">
            <a:avLst/>
          </a:prstGeom>
        </p:spPr>
      </p:pic>
      <p:pic>
        <p:nvPicPr>
          <p:cNvPr id="6" name="Firework 4" descr="Firewor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500" y="825500"/>
            <a:ext cx="1651000" cy="1651000"/>
          </a:xfrm>
          <a:prstGeom prst="rect">
            <a:avLst/>
          </a:prstGeom>
        </p:spPr>
      </p:pic>
      <p:pic>
        <p:nvPicPr>
          <p:cNvPr id="7" name="Rocket 1" descr="Rocket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0" y="4445000"/>
            <a:ext cx="508000" cy="1651000"/>
          </a:xfrm>
          <a:prstGeom prst="rect">
            <a:avLst/>
          </a:prstGeom>
        </p:spPr>
      </p:pic>
      <p:sp>
        <p:nvSpPr>
          <p:cNvPr id="8" name="Answer 1 ٱلظُّنُونَ" descr="ٱلظُّنُونَ">
            <a:hlinkClick action="ppaction://hlinksldjump" r:id="rId7"/>
          </p:cNvPr>
          <p:cNvSpPr/>
          <p:nvPr/>
        </p:nvSpPr>
        <p:spPr>
          <a:xfrm>
            <a:off x="7874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ٱلظُّنُونَ</a:t>
            </a:r>
          </a:p>
        </p:txBody>
      </p:sp>
      <p:pic>
        <p:nvPicPr>
          <p:cNvPr id="9" name="Rocket 2" descr="Rocket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2000" y="4445000"/>
            <a:ext cx="508000" cy="1651000"/>
          </a:xfrm>
          <a:prstGeom prst="rect">
            <a:avLst/>
          </a:prstGeom>
        </p:spPr>
      </p:pic>
      <p:sp>
        <p:nvSpPr>
          <p:cNvPr id="10" name="Answer 2 ٱلظُّنُونَا" descr="ٱلظُّنُونَا">
            <a:hlinkClick action="ppaction://hlinksldjump" r:id="rId8"/>
          </p:cNvPr>
          <p:cNvSpPr/>
          <p:nvPr/>
        </p:nvSpPr>
        <p:spPr>
          <a:xfrm>
            <a:off x="4826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ٱلظُّنُونَا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699000" y="1651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Reading on to the next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E2640"/>
                </a:solidFill>
                <a:latin typeface="Arial"/>
                <a:cs typeface="Arial"/>
              </a:rPr>
              <a:t>Reading on to the next word:</a:t>
            </a:r>
          </a:p>
        </p:txBody>
      </p:sp>
      <p:sp>
        <p:nvSpPr>
          <p:cNvPr id="14" name="Find ٱلظُّنُونَا۠" descr="ٱلظُّنُون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ٱلظُّنُونَا۠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ord بِأَيۡي۟دٍ" descr="بِأَيۡي۟دٍ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بِأَيۡي۟دٍ</a:t>
            </a:r>
          </a:p>
        </p:txBody>
      </p:sp>
      <p:sp>
        <p:nvSpPr>
          <p:cNvPr id="5" name="Letter 1 بِ" descr="بِ">
            <a:hlinkClick action="ppaction://hlinksldjump" r:id="rId3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6" name="Letter 2 أَ" descr="أَ">
            <a:hlinkClick action="ppaction://hlinksldjump" r:id="rId3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7" name="Letter 3 يۡ" descr="يۡ">
            <a:hlinkClick action="ppaction://hlinksldjump" r:id="rId3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يۡ</a:t>
            </a:r>
          </a:p>
        </p:txBody>
      </p:sp>
      <p:sp>
        <p:nvSpPr>
          <p:cNvPr id="8" name="Letter 4 ي۟" descr="ي۟">
            <a:hlinkClick action="ppaction://hlinksldjump" r:id="rId4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ي۟</a:t>
            </a:r>
          </a:p>
        </p:txBody>
      </p:sp>
      <p:sp>
        <p:nvSpPr>
          <p:cNvPr id="9" name="Letter 5 دٍ" descr="دٍ">
            <a:hlinkClick action="ppaction://hlinksldjump" r:id="rId3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دٍ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sp>
        <p:nvSpPr>
          <p:cNvPr id="4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Word مِا۟ئَةَ" descr="مِا۟ئَةَ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مِا۟ئَةَ</a:t>
            </a:r>
          </a:p>
        </p:txBody>
      </p:sp>
      <p:sp>
        <p:nvSpPr>
          <p:cNvPr id="6" name="Letter 1 مِ" descr="مِ">
            <a:hlinkClick action="ppaction://hlinksldjump" r:id="rId4"/>
          </p:cNvPr>
          <p:cNvSpPr/>
          <p:nvPr/>
        </p:nvSpPr>
        <p:spPr>
          <a:xfrm>
            <a:off x="7842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7" name="Letter 2 ا۟" descr="ا۟">
            <a:hlinkClick action="ppaction://hlinksldjump" r:id="rId5"/>
          </p:cNvPr>
          <p:cNvSpPr/>
          <p:nvPr/>
        </p:nvSpPr>
        <p:spPr>
          <a:xfrm>
            <a:off x="6191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sp>
        <p:nvSpPr>
          <p:cNvPr id="8" name="Letter 3 ئَ" descr="ئَ">
            <a:hlinkClick action="ppaction://hlinksldjump" r:id="rId4"/>
          </p:cNvPr>
          <p:cNvSpPr/>
          <p:nvPr/>
        </p:nvSpPr>
        <p:spPr>
          <a:xfrm>
            <a:off x="4540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ئَ</a:t>
            </a:r>
          </a:p>
        </p:txBody>
      </p:sp>
      <p:sp>
        <p:nvSpPr>
          <p:cNvPr id="9" name="Letter 4 ةَ" descr="ةَ">
            <a:hlinkClick action="ppaction://hlinksldjump" r:id="rId4"/>
          </p:cNvPr>
          <p:cNvSpPr/>
          <p:nvPr/>
        </p:nvSpPr>
        <p:spPr>
          <a:xfrm>
            <a:off x="2889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ةَ</a:t>
            </a:r>
          </a:p>
        </p:txBody>
      </p:sp>
      <p:pic>
        <p:nvPicPr>
          <p:cNvPr id="10" name="Boo" descr="Bo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4953000"/>
            <a:ext cx="1143000" cy="1314450"/>
          </a:xfrm>
          <a:prstGeom prst="rect">
            <a:avLst/>
          </a:prstGeom>
        </p:spPr>
      </p:pic>
      <p:sp>
        <p:nvSpPr>
          <p:cNvPr id="11" name="Boo text" descr="Boo! Found it!"/>
          <p:cNvSpPr/>
          <p:nvPr/>
        </p:nvSpPr>
        <p:spPr>
          <a:xfrm>
            <a:off x="6858000" y="52070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Boo! Found it!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" dur="400" fill="hold" repeatCount="2000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sp>
        <p:nvSpPr>
          <p:cNvPr id="5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Word تَابُوا۟" descr="تَابُوا۟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تَابُوا۟</a:t>
            </a:r>
          </a:p>
        </p:txBody>
      </p:sp>
      <p:sp>
        <p:nvSpPr>
          <p:cNvPr id="7" name="Letter 1 تَ" descr="تَ">
            <a:hlinkClick action="ppaction://hlinksldjump" r:id="rId4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8" name="Letter 2 ا" descr="ا">
            <a:hlinkClick action="ppaction://hlinksldjump" r:id="rId4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9" name="Letter 3 بُ" descr="بُ">
            <a:hlinkClick action="ppaction://hlinksldjump" r:id="rId4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0" name="Letter 4 و" descr="و">
            <a:hlinkClick action="ppaction://hlinksldjump" r:id="rId4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1" name="Letter 5 ا۟" descr="ا۟">
            <a:hlinkClick action="ppaction://hlinksldjump" r:id="rId5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pic>
        <p:nvPicPr>
          <p:cNvPr id="12" name="Boo" descr="Bo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4953000"/>
            <a:ext cx="1143000" cy="1314450"/>
          </a:xfrm>
          <a:prstGeom prst="rect">
            <a:avLst/>
          </a:prstGeom>
        </p:spPr>
      </p:pic>
      <p:sp>
        <p:nvSpPr>
          <p:cNvPr id="13" name="Boo text" descr="Boo! Found it!"/>
          <p:cNvSpPr/>
          <p:nvPr/>
        </p:nvSpPr>
        <p:spPr>
          <a:xfrm>
            <a:off x="6858000" y="52070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Boo! Found it!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" dur="400" fill="hold" repeatCount="2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pic>
        <p:nvPicPr>
          <p:cNvPr id="5" name="Ghost found 3" descr="Ghost foun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079500"/>
            <a:ext cx="571500" cy="660400"/>
          </a:xfrm>
          <a:prstGeom prst="rect">
            <a:avLst/>
          </a:prstGeom>
        </p:spPr>
      </p:pic>
      <p:sp>
        <p:nvSpPr>
          <p:cNvPr id="6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Word جَاهَدُوا۟" descr="جَاهَدُوا۟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جَاهَدُوا۟</a:t>
            </a:r>
          </a:p>
        </p:txBody>
      </p:sp>
      <p:sp>
        <p:nvSpPr>
          <p:cNvPr id="8" name="Letter 1 جَ" descr="جَ">
            <a:hlinkClick action="ppaction://hlinksldjump" r:id="rId4"/>
          </p:cNvPr>
          <p:cNvSpPr/>
          <p:nvPr/>
        </p:nvSpPr>
        <p:spPr>
          <a:xfrm>
            <a:off x="9493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9" name="Letter 2 ا" descr="ا">
            <a:hlinkClick action="ppaction://hlinksldjump" r:id="rId4"/>
          </p:cNvPr>
          <p:cNvSpPr/>
          <p:nvPr/>
        </p:nvSpPr>
        <p:spPr>
          <a:xfrm>
            <a:off x="7842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0" name="Letter 3 هَ" descr="هَ">
            <a:hlinkClick action="ppaction://hlinksldjump" r:id="rId4"/>
          </p:cNvPr>
          <p:cNvSpPr/>
          <p:nvPr/>
        </p:nvSpPr>
        <p:spPr>
          <a:xfrm>
            <a:off x="6191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1" name="Letter 4 دُ" descr="دُ">
            <a:hlinkClick action="ppaction://hlinksldjump" r:id="rId4"/>
          </p:cNvPr>
          <p:cNvSpPr/>
          <p:nvPr/>
        </p:nvSpPr>
        <p:spPr>
          <a:xfrm>
            <a:off x="4540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2" name="Letter 5 و" descr="و">
            <a:hlinkClick action="ppaction://hlinksldjump" r:id="rId4"/>
          </p:cNvPr>
          <p:cNvSpPr/>
          <p:nvPr/>
        </p:nvSpPr>
        <p:spPr>
          <a:xfrm>
            <a:off x="2889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3" name="Letter 6 ا۟" descr="ا۟">
            <a:hlinkClick action="ppaction://hlinksldjump" r:id="rId5"/>
          </p:cNvPr>
          <p:cNvSpPr/>
          <p:nvPr/>
        </p:nvSpPr>
        <p:spPr>
          <a:xfrm>
            <a:off x="1238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pic>
        <p:nvPicPr>
          <p:cNvPr id="14" name="Boo" descr="Bo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4953000"/>
            <a:ext cx="1143000" cy="1314450"/>
          </a:xfrm>
          <a:prstGeom prst="rect">
            <a:avLst/>
          </a:prstGeom>
        </p:spPr>
      </p:pic>
      <p:sp>
        <p:nvSpPr>
          <p:cNvPr id="15" name="Boo text" descr="Boo! Found it!"/>
          <p:cNvSpPr/>
          <p:nvPr/>
        </p:nvSpPr>
        <p:spPr>
          <a:xfrm>
            <a:off x="6858000" y="52070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Boo! Found it!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" dur="400" fill="hold" repeatCount="2000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pic>
        <p:nvPicPr>
          <p:cNvPr id="5" name="Ghost found 3" descr="Ghost foun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079500"/>
            <a:ext cx="571500" cy="660400"/>
          </a:xfrm>
          <a:prstGeom prst="rect">
            <a:avLst/>
          </a:prstGeom>
        </p:spPr>
      </p:pic>
      <p:pic>
        <p:nvPicPr>
          <p:cNvPr id="6" name="Ghost found 4" descr="Ghost found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1079500"/>
            <a:ext cx="571500" cy="660400"/>
          </a:xfrm>
          <a:prstGeom prst="rect">
            <a:avLst/>
          </a:prstGeom>
        </p:spPr>
      </p:pic>
      <p:sp>
        <p:nvSpPr>
          <p:cNvPr id="7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Word عَمِلُوا۟" descr="عَمِلُوا۟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عَمِلُوا۟</a:t>
            </a:r>
          </a:p>
        </p:txBody>
      </p:sp>
      <p:sp>
        <p:nvSpPr>
          <p:cNvPr id="9" name="Letter 1 عَ" descr="عَ">
            <a:hlinkClick action="ppaction://hlinksldjump" r:id="rId4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0" name="Letter 2 مِ" descr="مِ">
            <a:hlinkClick action="ppaction://hlinksldjump" r:id="rId4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11" name="Letter 3 لُ" descr="لُ">
            <a:hlinkClick action="ppaction://hlinksldjump" r:id="rId4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2" name="Letter 4 و" descr="و">
            <a:hlinkClick action="ppaction://hlinksldjump" r:id="rId4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3" name="Letter 5 ا۟" descr="ا۟">
            <a:hlinkClick action="ppaction://hlinksldjump" r:id="rId5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pic>
        <p:nvPicPr>
          <p:cNvPr id="14" name="Boo" descr="Bo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4953000"/>
            <a:ext cx="1143000" cy="1314450"/>
          </a:xfrm>
          <a:prstGeom prst="rect">
            <a:avLst/>
          </a:prstGeom>
        </p:spPr>
      </p:pic>
      <p:sp>
        <p:nvSpPr>
          <p:cNvPr id="15" name="Boo text" descr="Boo! Found it!"/>
          <p:cNvSpPr/>
          <p:nvPr/>
        </p:nvSpPr>
        <p:spPr>
          <a:xfrm>
            <a:off x="6858000" y="52070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Boo! Found it!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" dur="400" fill="hold" repeatCount="2000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pic>
        <p:nvPicPr>
          <p:cNvPr id="5" name="Ghost found 3" descr="Ghost foun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079500"/>
            <a:ext cx="571500" cy="660400"/>
          </a:xfrm>
          <a:prstGeom prst="rect">
            <a:avLst/>
          </a:prstGeom>
        </p:spPr>
      </p:pic>
      <p:pic>
        <p:nvPicPr>
          <p:cNvPr id="6" name="Ghost found 4" descr="Ghost found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1079500"/>
            <a:ext cx="571500" cy="660400"/>
          </a:xfrm>
          <a:prstGeom prst="rect">
            <a:avLst/>
          </a:prstGeom>
        </p:spPr>
      </p:pic>
      <p:pic>
        <p:nvPicPr>
          <p:cNvPr id="7" name="Ghost found 5" descr="Ghost found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0" y="1079500"/>
            <a:ext cx="571500" cy="660400"/>
          </a:xfrm>
          <a:prstGeom prst="rect">
            <a:avLst/>
          </a:prstGeom>
        </p:spPr>
      </p:pic>
      <p:pic>
        <p:nvPicPr>
          <p:cNvPr id="8" name="Happy ghost 1" descr="Happy ghos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2413000"/>
            <a:ext cx="1651000" cy="1905000"/>
          </a:xfrm>
          <a:prstGeom prst="rect">
            <a:avLst/>
          </a:prstGeom>
        </p:spPr>
      </p:pic>
      <p:pic>
        <p:nvPicPr>
          <p:cNvPr id="9" name="Happy ghost 2" descr="Happy ghos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2413000"/>
            <a:ext cx="1651000" cy="1905000"/>
          </a:xfrm>
          <a:prstGeom prst="rect">
            <a:avLst/>
          </a:prstGeom>
        </p:spPr>
      </p:pic>
      <p:pic>
        <p:nvPicPr>
          <p:cNvPr id="10" name="Happy ghost 3" descr="Happy ghos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0" y="2413000"/>
            <a:ext cx="1651000" cy="1905000"/>
          </a:xfrm>
          <a:prstGeom prst="rect">
            <a:avLst/>
          </a:prstGeom>
        </p:spPr>
      </p:pic>
      <p:sp>
        <p:nvSpPr>
          <p:cNvPr id="11" name="You found all the ghosts!" descr="You found all the ghosts!"/>
          <p:cNvSpPr/>
          <p:nvPr/>
        </p:nvSpPr>
        <p:spPr>
          <a:xfrm>
            <a:off x="8255000" y="1270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You found all the ghosts!</a:t>
            </a:r>
          </a:p>
        </p:txBody>
      </p:sp>
      <p:sp>
        <p:nvSpPr>
          <p:cNvPr id="12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6" dur="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8" dur="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ord بِأَيۡي۟دٍ" descr="بِأَيۡي۟دٍ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بِأَيۡي۟دٍ</a:t>
            </a:r>
          </a:p>
        </p:txBody>
      </p:sp>
      <p:sp>
        <p:nvSpPr>
          <p:cNvPr id="5" name="Letter 1 بِ" descr="بِ">
            <a:hlinkClick action="ppaction://hlinksldjump" r:id="rId3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6" name="Letter 2 أَ" descr="أَ">
            <a:hlinkClick action="ppaction://hlinksldjump" r:id="rId3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7" name="Letter 3 يۡ" descr="يۡ">
            <a:hlinkClick action="ppaction://hlinksldjump" r:id="rId3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يۡ</a:t>
            </a:r>
          </a:p>
        </p:txBody>
      </p:sp>
      <p:sp>
        <p:nvSpPr>
          <p:cNvPr id="8" name="Letter 4 ي۟" descr="ي۟">
            <a:hlinkClick action="ppaction://hlinksldjump" r:id="rId4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ي۟</a:t>
            </a:r>
          </a:p>
        </p:txBody>
      </p:sp>
      <p:sp>
        <p:nvSpPr>
          <p:cNvPr id="9" name="Letter 5 دٍ" descr="دٍ">
            <a:hlinkClick action="ppaction://hlinksldjump" r:id="rId3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دٍ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381000" y="508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sp>
        <p:nvSpPr>
          <p:cNvPr id="4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Word مِا۟ئَةَ" descr="مِا۟ئَةَ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مِا۟ئَةَ</a:t>
            </a:r>
          </a:p>
        </p:txBody>
      </p:sp>
      <p:sp>
        <p:nvSpPr>
          <p:cNvPr id="6" name="Letter 1 مِ" descr="مِ">
            <a:hlinkClick action="ppaction://hlinksldjump" r:id="rId4"/>
          </p:cNvPr>
          <p:cNvSpPr/>
          <p:nvPr/>
        </p:nvSpPr>
        <p:spPr>
          <a:xfrm>
            <a:off x="7842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7" name="Letter 2 ا۟" descr="ا۟">
            <a:hlinkClick action="ppaction://hlinksldjump" r:id="rId5"/>
          </p:cNvPr>
          <p:cNvSpPr/>
          <p:nvPr/>
        </p:nvSpPr>
        <p:spPr>
          <a:xfrm>
            <a:off x="6191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sp>
        <p:nvSpPr>
          <p:cNvPr id="8" name="Letter 3 ئَ" descr="ئَ">
            <a:hlinkClick action="ppaction://hlinksldjump" r:id="rId4"/>
          </p:cNvPr>
          <p:cNvSpPr/>
          <p:nvPr/>
        </p:nvSpPr>
        <p:spPr>
          <a:xfrm>
            <a:off x="4540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ئَ</a:t>
            </a:r>
          </a:p>
        </p:txBody>
      </p:sp>
      <p:sp>
        <p:nvSpPr>
          <p:cNvPr id="9" name="Letter 4 ةَ" descr="ةَ">
            <a:hlinkClick action="ppaction://hlinksldjump" r:id="rId4"/>
          </p:cNvPr>
          <p:cNvSpPr/>
          <p:nvPr/>
        </p:nvSpPr>
        <p:spPr>
          <a:xfrm>
            <a:off x="2889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ةَ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381000" y="508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sp>
        <p:nvSpPr>
          <p:cNvPr id="5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Word تَابُوا۟" descr="تَابُوا۟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تَابُوا۟</a:t>
            </a:r>
          </a:p>
        </p:txBody>
      </p:sp>
      <p:sp>
        <p:nvSpPr>
          <p:cNvPr id="7" name="Letter 1 تَ" descr="تَ">
            <a:hlinkClick action="ppaction://hlinksldjump" r:id="rId4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8" name="Letter 2 ا" descr="ا">
            <a:hlinkClick action="ppaction://hlinksldjump" r:id="rId4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9" name="Letter 3 بُ" descr="بُ">
            <a:hlinkClick action="ppaction://hlinksldjump" r:id="rId4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0" name="Letter 4 و" descr="و">
            <a:hlinkClick action="ppaction://hlinksldjump" r:id="rId4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1" name="Letter 5 ا۟" descr="ا۟">
            <a:hlinkClick action="ppaction://hlinksldjump" r:id="rId5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381000" y="508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pic>
        <p:nvPicPr>
          <p:cNvPr id="5" name="Ghost found 3" descr="Ghost foun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079500"/>
            <a:ext cx="571500" cy="660400"/>
          </a:xfrm>
          <a:prstGeom prst="rect">
            <a:avLst/>
          </a:prstGeom>
        </p:spPr>
      </p:pic>
      <p:sp>
        <p:nvSpPr>
          <p:cNvPr id="6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Word جَاهَدُوا۟" descr="جَاهَدُوا۟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جَاهَدُوا۟</a:t>
            </a:r>
          </a:p>
        </p:txBody>
      </p:sp>
      <p:sp>
        <p:nvSpPr>
          <p:cNvPr id="8" name="Letter 1 جَ" descr="جَ">
            <a:hlinkClick action="ppaction://hlinksldjump" r:id="rId4"/>
          </p:cNvPr>
          <p:cNvSpPr/>
          <p:nvPr/>
        </p:nvSpPr>
        <p:spPr>
          <a:xfrm>
            <a:off x="9493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9" name="Letter 2 ا" descr="ا">
            <a:hlinkClick action="ppaction://hlinksldjump" r:id="rId4"/>
          </p:cNvPr>
          <p:cNvSpPr/>
          <p:nvPr/>
        </p:nvSpPr>
        <p:spPr>
          <a:xfrm>
            <a:off x="7842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0" name="Letter 3 هَ" descr="هَ">
            <a:hlinkClick action="ppaction://hlinksldjump" r:id="rId4"/>
          </p:cNvPr>
          <p:cNvSpPr/>
          <p:nvPr/>
        </p:nvSpPr>
        <p:spPr>
          <a:xfrm>
            <a:off x="6191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1" name="Letter 4 دُ" descr="دُ">
            <a:hlinkClick action="ppaction://hlinksldjump" r:id="rId4"/>
          </p:cNvPr>
          <p:cNvSpPr/>
          <p:nvPr/>
        </p:nvSpPr>
        <p:spPr>
          <a:xfrm>
            <a:off x="4540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2" name="Letter 5 و" descr="و">
            <a:hlinkClick action="ppaction://hlinksldjump" r:id="rId4"/>
          </p:cNvPr>
          <p:cNvSpPr/>
          <p:nvPr/>
        </p:nvSpPr>
        <p:spPr>
          <a:xfrm>
            <a:off x="2889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3" name="Letter 6 ا۟" descr="ا۟">
            <a:hlinkClick action="ppaction://hlinksldjump" r:id="rId5"/>
          </p:cNvPr>
          <p:cNvSpPr/>
          <p:nvPr/>
        </p:nvSpPr>
        <p:spPr>
          <a:xfrm>
            <a:off x="1238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sp>
        <p:nvSpPr>
          <p:cNvPr id="14" name="Try again!" descr="Try again!"/>
          <p:cNvSpPr/>
          <p:nvPr/>
        </p:nvSpPr>
        <p:spPr>
          <a:xfrm>
            <a:off x="381000" y="508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pic>
        <p:nvPicPr>
          <p:cNvPr id="5" name="Ghost found 3" descr="Ghost foun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079500"/>
            <a:ext cx="571500" cy="660400"/>
          </a:xfrm>
          <a:prstGeom prst="rect">
            <a:avLst/>
          </a:prstGeom>
        </p:spPr>
      </p:pic>
      <p:pic>
        <p:nvPicPr>
          <p:cNvPr id="6" name="Ghost found 4" descr="Ghost found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1079500"/>
            <a:ext cx="571500" cy="660400"/>
          </a:xfrm>
          <a:prstGeom prst="rect">
            <a:avLst/>
          </a:prstGeom>
        </p:spPr>
      </p:pic>
      <p:sp>
        <p:nvSpPr>
          <p:cNvPr id="7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Word عَمِلُوا۟" descr="عَمِلُوا۟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عَمِلُوا۟</a:t>
            </a:r>
          </a:p>
        </p:txBody>
      </p:sp>
      <p:sp>
        <p:nvSpPr>
          <p:cNvPr id="9" name="Letter 1 عَ" descr="عَ">
            <a:hlinkClick action="ppaction://hlinksldjump" r:id="rId4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0" name="Letter 2 مِ" descr="مِ">
            <a:hlinkClick action="ppaction://hlinksldjump" r:id="rId4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11" name="Letter 3 لُ" descr="لُ">
            <a:hlinkClick action="ppaction://hlinksldjump" r:id="rId4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2" name="Letter 4 و" descr="و">
            <a:hlinkClick action="ppaction://hlinksldjump" r:id="rId4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3" name="Letter 5 ا۟" descr="ا۟">
            <a:hlinkClick action="ppaction://hlinksldjump" r:id="rId5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sp>
        <p:nvSpPr>
          <p:cNvPr id="14" name="Try again!" descr="Try again!"/>
          <p:cNvSpPr/>
          <p:nvPr/>
        </p:nvSpPr>
        <p:spPr>
          <a:xfrm>
            <a:off x="381000" y="508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Frog Hop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700" b="1" lang="en-US">
                <a:solidFill>
                  <a:srgbClr val="8A6CF0"/>
                </a:solidFill>
                <a:latin typeface="Arial"/>
                <a:cs typeface="Arial"/>
              </a:rPr>
              <a:t>How to play: Frog Hop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lily pa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2.  Tap the right lily pad.</a:t>
            </a:r>
          </a:p>
        </p:txBody>
      </p:sp>
      <p:sp>
        <p:nvSpPr>
          <p:cNvPr id="7" name="Line 3" descr="3.  Help the frog reach the island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3.  Help the frog reach the island!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139950"/>
            <a:ext cx="2095500" cy="18161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Frog" descr="Fro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500" y="3302000"/>
            <a:ext cx="1397000" cy="1206500"/>
          </a:xfrm>
          <a:prstGeom prst="rect">
            <a:avLst/>
          </a:prstGeom>
        </p:spPr>
      </p:pic>
      <p:pic>
        <p:nvPicPr>
          <p:cNvPr id="5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841500"/>
            <a:ext cx="2032000" cy="901700"/>
          </a:xfrm>
          <a:prstGeom prst="rect">
            <a:avLst/>
          </a:prstGeom>
        </p:spPr>
      </p:pic>
      <p:sp>
        <p:nvSpPr>
          <p:cNvPr id="6" name="Answer 1 قَوَارِيرَا" descr="قَوَارِيرَا">
            <a:hlinkClick action="ppaction://hlinksldjump" r:id="rId6"/>
          </p:cNvPr>
          <p:cNvSpPr/>
          <p:nvPr/>
        </p:nvSpPr>
        <p:spPr>
          <a:xfrm>
            <a:off x="8540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E2640"/>
                </a:solidFill>
                <a:latin typeface="Arial"/>
                <a:cs typeface="Arial"/>
              </a:rPr>
              <a:t>قَوَارِيرَا</a:t>
            </a:r>
          </a:p>
        </p:txBody>
      </p:sp>
      <p:pic>
        <p:nvPicPr>
          <p:cNvPr id="7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3556000"/>
            <a:ext cx="2032000" cy="901700"/>
          </a:xfrm>
          <a:prstGeom prst="rect">
            <a:avLst/>
          </a:prstGeom>
        </p:spPr>
      </p:pic>
      <p:sp>
        <p:nvSpPr>
          <p:cNvPr id="8" name="Answer 2 قَوَارِيرَ" descr="قَوَارِيرَ">
            <a:hlinkClick action="ppaction://hlinksldjump" r:id="rId7"/>
          </p:cNvPr>
          <p:cNvSpPr/>
          <p:nvPr/>
        </p:nvSpPr>
        <p:spPr>
          <a:xfrm>
            <a:off x="8540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Arial"/>
                <a:cs typeface="Arial"/>
              </a:rPr>
              <a:t>قَوَارِيرَ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Stopping on this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Stopping on this word:</a:t>
            </a:r>
          </a:p>
        </p:txBody>
      </p:sp>
      <p:sp>
        <p:nvSpPr>
          <p:cNvPr id="11" name="Find قَوَارِيرَا۠" descr="قَوَارِير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قَوَارِيرَا۠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3302000"/>
            <a:ext cx="1397000" cy="1206500"/>
          </a:xfrm>
          <a:prstGeom prst="rect">
            <a:avLst/>
          </a:prstGeom>
        </p:spPr>
      </p:pic>
      <p:pic>
        <p:nvPicPr>
          <p:cNvPr id="6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41500"/>
            <a:ext cx="2032000" cy="901700"/>
          </a:xfrm>
          <a:prstGeom prst="rect">
            <a:avLst/>
          </a:prstGeom>
        </p:spPr>
      </p:pic>
      <p:sp>
        <p:nvSpPr>
          <p:cNvPr id="7" name="Answer 1 ذَهَبَ" descr="ذَهَبَ">
            <a:hlinkClick action="ppaction://hlinksldjump" r:id="rId6"/>
          </p:cNvPr>
          <p:cNvSpPr/>
          <p:nvPr/>
        </p:nvSpPr>
        <p:spPr>
          <a:xfrm>
            <a:off x="7016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pic>
        <p:nvPicPr>
          <p:cNvPr id="8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56000"/>
            <a:ext cx="2032000" cy="901700"/>
          </a:xfrm>
          <a:prstGeom prst="rect">
            <a:avLst/>
          </a:prstGeom>
        </p:spPr>
      </p:pic>
      <p:sp>
        <p:nvSpPr>
          <p:cNvPr id="9" name="Answer 2 هَاجَرُوا۟" descr="هَاجَرُوا۟">
            <a:hlinkClick action="ppaction://hlinksldjump" r:id="rId7"/>
          </p:cNvPr>
          <p:cNvSpPr/>
          <p:nvPr/>
        </p:nvSpPr>
        <p:spPr>
          <a:xfrm>
            <a:off x="7016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هَاجَرُوا۟</a:t>
            </a:r>
          </a:p>
        </p:txBody>
      </p:sp>
      <p:pic>
        <p:nvPicPr>
          <p:cNvPr id="10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70500"/>
            <a:ext cx="2032000" cy="901700"/>
          </a:xfrm>
          <a:prstGeom prst="rect">
            <a:avLst/>
          </a:prstGeom>
        </p:spPr>
      </p:pic>
      <p:sp>
        <p:nvSpPr>
          <p:cNvPr id="11" name="Answer 3 سَمِعَ" descr="سَمِعَ">
            <a:hlinkClick action="ppaction://hlinksldjump" r:id="rId6"/>
          </p:cNvPr>
          <p:cNvSpPr/>
          <p:nvPr/>
        </p:nvSpPr>
        <p:spPr>
          <a:xfrm>
            <a:off x="7016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302000"/>
            <a:ext cx="1397000" cy="1206500"/>
          </a:xfrm>
          <a:prstGeom prst="rect">
            <a:avLst/>
          </a:prstGeom>
        </p:spPr>
      </p:pic>
      <p:pic>
        <p:nvPicPr>
          <p:cNvPr id="7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841500"/>
            <a:ext cx="2032000" cy="901700"/>
          </a:xfrm>
          <a:prstGeom prst="rect">
            <a:avLst/>
          </a:prstGeom>
        </p:spPr>
      </p:pic>
      <p:sp>
        <p:nvSpPr>
          <p:cNvPr id="8" name="Answer 1 ٱلسَّبِيلَا" descr="ٱلسَّبِيلَا">
            <a:hlinkClick action="ppaction://hlinksldjump" r:id="rId6"/>
          </p:cNvPr>
          <p:cNvSpPr/>
          <p:nvPr/>
        </p:nvSpPr>
        <p:spPr>
          <a:xfrm>
            <a:off x="5492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ٱلسَّبِيلَا</a:t>
            </a:r>
          </a:p>
        </p:txBody>
      </p:sp>
      <p:pic>
        <p:nvPicPr>
          <p:cNvPr id="9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3556000"/>
            <a:ext cx="2032000" cy="901700"/>
          </a:xfrm>
          <a:prstGeom prst="rect">
            <a:avLst/>
          </a:prstGeom>
        </p:spPr>
      </p:pic>
      <p:sp>
        <p:nvSpPr>
          <p:cNvPr id="10" name="Answer 2 ٱلسَّبِيلَ" descr="ٱلسَّبِيلَ">
            <a:hlinkClick action="ppaction://hlinksldjump" r:id="rId7"/>
          </p:cNvPr>
          <p:cNvSpPr/>
          <p:nvPr/>
        </p:nvSpPr>
        <p:spPr>
          <a:xfrm>
            <a:off x="5492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Stopping on this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Stopping on this word:</a:t>
            </a:r>
          </a:p>
        </p:txBody>
      </p:sp>
      <p:sp>
        <p:nvSpPr>
          <p:cNvPr id="13" name="Find ٱلسَّبِيلَا۠" descr="ٱلسَّبِيل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ٱلسَّبِيلَا۠</a:t>
            </a:r>
          </a:p>
        </p:txBody>
      </p:sp>
      <p:sp>
        <p:nvSpPr>
          <p:cNvPr id="1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3302000"/>
            <a:ext cx="1397000" cy="1206500"/>
          </a:xfrm>
          <a:prstGeom prst="rect">
            <a:avLst/>
          </a:prstGeom>
        </p:spPr>
      </p:pic>
      <p:pic>
        <p:nvPicPr>
          <p:cNvPr id="8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841500"/>
            <a:ext cx="2032000" cy="901700"/>
          </a:xfrm>
          <a:prstGeom prst="rect">
            <a:avLst/>
          </a:prstGeom>
        </p:spPr>
      </p:pic>
      <p:sp>
        <p:nvSpPr>
          <p:cNvPr id="9" name="Answer 1 سَمِعَ" descr="سَمِعَ">
            <a:hlinkClick action="ppaction://hlinksldjump" r:id="rId6"/>
          </p:cNvPr>
          <p:cNvSpPr/>
          <p:nvPr/>
        </p:nvSpPr>
        <p:spPr>
          <a:xfrm>
            <a:off x="3968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pic>
        <p:nvPicPr>
          <p:cNvPr id="10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56000"/>
            <a:ext cx="2032000" cy="901700"/>
          </a:xfrm>
          <a:prstGeom prst="rect">
            <a:avLst/>
          </a:prstGeom>
        </p:spPr>
      </p:pic>
      <p:sp>
        <p:nvSpPr>
          <p:cNvPr id="11" name="Answer 2 ذَهَبَ" descr="ذَهَبَ">
            <a:hlinkClick action="ppaction://hlinksldjump" r:id="rId6"/>
          </p:cNvPr>
          <p:cNvSpPr/>
          <p:nvPr/>
        </p:nvSpPr>
        <p:spPr>
          <a:xfrm>
            <a:off x="3968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pic>
        <p:nvPicPr>
          <p:cNvPr id="12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270500"/>
            <a:ext cx="2032000" cy="901700"/>
          </a:xfrm>
          <a:prstGeom prst="rect">
            <a:avLst/>
          </a:prstGeom>
        </p:spPr>
      </p:pic>
      <p:sp>
        <p:nvSpPr>
          <p:cNvPr id="13" name="Answer 3 جَاهَدُوا۟" descr="جَاهَدُوا۟">
            <a:hlinkClick action="ppaction://hlinksldjump" r:id="rId7"/>
          </p:cNvPr>
          <p:cNvSpPr/>
          <p:nvPr/>
        </p:nvSpPr>
        <p:spPr>
          <a:xfrm>
            <a:off x="3968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جَاهَدُوا۟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0"/>
            <a:ext cx="1397000" cy="1206500"/>
          </a:xfrm>
          <a:prstGeom prst="rect">
            <a:avLst/>
          </a:prstGeom>
        </p:spPr>
      </p:pic>
      <p:pic>
        <p:nvPicPr>
          <p:cNvPr id="9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841500"/>
            <a:ext cx="2032000" cy="901700"/>
          </a:xfrm>
          <a:prstGeom prst="rect">
            <a:avLst/>
          </a:prstGeom>
        </p:spPr>
      </p:pic>
      <p:sp>
        <p:nvSpPr>
          <p:cNvPr id="10" name="Answer 1 نَامَ" descr="نَامَ">
            <a:hlinkClick action="ppaction://hlinksldjump" r:id="rId6"/>
          </p:cNvPr>
          <p:cNvSpPr/>
          <p:nvPr/>
        </p:nvSpPr>
        <p:spPr>
          <a:xfrm>
            <a:off x="2444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pic>
        <p:nvPicPr>
          <p:cNvPr id="11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56000"/>
            <a:ext cx="2032000" cy="901700"/>
          </a:xfrm>
          <a:prstGeom prst="rect">
            <a:avLst/>
          </a:prstGeom>
        </p:spPr>
      </p:pic>
      <p:sp>
        <p:nvSpPr>
          <p:cNvPr id="12" name="Answer 2 جَلَسَ" descr="جَلَسَ">
            <a:hlinkClick action="ppaction://hlinksldjump" r:id="rId6"/>
          </p:cNvPr>
          <p:cNvSpPr/>
          <p:nvPr/>
        </p:nvSpPr>
        <p:spPr>
          <a:xfrm>
            <a:off x="2444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pic>
        <p:nvPicPr>
          <p:cNvPr id="13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5270500"/>
            <a:ext cx="2032000" cy="901700"/>
          </a:xfrm>
          <a:prstGeom prst="rect">
            <a:avLst/>
          </a:prstGeom>
        </p:spPr>
      </p:pic>
      <p:sp>
        <p:nvSpPr>
          <p:cNvPr id="14" name="Answer 3 أُو۟لَٰٓئِكَ" descr="أُو۟لَـٰٓئِكَ">
            <a:hlinkClick action="ppaction://hlinksldjump" r:id="rId7"/>
          </p:cNvPr>
          <p:cNvSpPr/>
          <p:nvPr/>
        </p:nvSpPr>
        <p:spPr>
          <a:xfrm>
            <a:off x="2444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أُو۟لَـ</a:t>
            </a:r>
            <a:r>
              <a:rPr sz="31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Pad 5" descr="Pad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0" y="3937000"/>
            <a:ext cx="1651000" cy="736600"/>
          </a:xfrm>
          <a:prstGeom prst="rect">
            <a:avLst/>
          </a:prstGeom>
        </p:spPr>
      </p:pic>
      <p:pic>
        <p:nvPicPr>
          <p:cNvPr id="9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05000"/>
            <a:ext cx="1397000" cy="1206500"/>
          </a:xfrm>
          <a:prstGeom prst="rect">
            <a:avLst/>
          </a:prstGeom>
        </p:spPr>
      </p:pic>
      <p:sp>
        <p:nvSpPr>
          <p:cNvPr id="10" name="You made it!" descr="You made it!"/>
          <p:cNvSpPr/>
          <p:nvPr/>
        </p:nvSpPr>
        <p:spPr>
          <a:xfrm>
            <a:off x="3175000" y="114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You made it!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Frog" descr="Fro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500" y="3302000"/>
            <a:ext cx="1397000" cy="1206500"/>
          </a:xfrm>
          <a:prstGeom prst="rect">
            <a:avLst/>
          </a:prstGeom>
        </p:spPr>
      </p:pic>
      <p:pic>
        <p:nvPicPr>
          <p:cNvPr id="5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841500"/>
            <a:ext cx="2032000" cy="901700"/>
          </a:xfrm>
          <a:prstGeom prst="rect">
            <a:avLst/>
          </a:prstGeom>
        </p:spPr>
      </p:pic>
      <p:sp>
        <p:nvSpPr>
          <p:cNvPr id="6" name="Answer 1 قَوَارِيرَا" descr="قَوَارِيرَا">
            <a:hlinkClick action="ppaction://hlinksldjump" r:id="rId6"/>
          </p:cNvPr>
          <p:cNvSpPr/>
          <p:nvPr/>
        </p:nvSpPr>
        <p:spPr>
          <a:xfrm>
            <a:off x="8540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E2640"/>
                </a:solidFill>
                <a:latin typeface="Arial"/>
                <a:cs typeface="Arial"/>
              </a:rPr>
              <a:t>قَوَارِيرَا</a:t>
            </a:r>
          </a:p>
        </p:txBody>
      </p:sp>
      <p:pic>
        <p:nvPicPr>
          <p:cNvPr id="7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3556000"/>
            <a:ext cx="2032000" cy="901700"/>
          </a:xfrm>
          <a:prstGeom prst="rect">
            <a:avLst/>
          </a:prstGeom>
        </p:spPr>
      </p:pic>
      <p:sp>
        <p:nvSpPr>
          <p:cNvPr id="8" name="Answer 2 قَوَارِيرَ" descr="قَوَارِيرَ">
            <a:hlinkClick action="ppaction://hlinksldjump" r:id="rId7"/>
          </p:cNvPr>
          <p:cNvSpPr/>
          <p:nvPr/>
        </p:nvSpPr>
        <p:spPr>
          <a:xfrm>
            <a:off x="8540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Arial"/>
                <a:cs typeface="Arial"/>
              </a:rPr>
              <a:t>قَوَارِيرَ</a:t>
            </a:r>
          </a:p>
        </p:txBody>
      </p:sp>
      <p:sp>
        <p:nvSpPr>
          <p:cNvPr id="9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Stopping on this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Stopping on this word:</a:t>
            </a:r>
          </a:p>
        </p:txBody>
      </p:sp>
      <p:sp>
        <p:nvSpPr>
          <p:cNvPr id="12" name="Find قَوَارِيرَا۠" descr="قَوَارِير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قَوَارِيرَا۠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3302000"/>
            <a:ext cx="1397000" cy="1206500"/>
          </a:xfrm>
          <a:prstGeom prst="rect">
            <a:avLst/>
          </a:prstGeom>
        </p:spPr>
      </p:pic>
      <p:pic>
        <p:nvPicPr>
          <p:cNvPr id="6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41500"/>
            <a:ext cx="2032000" cy="901700"/>
          </a:xfrm>
          <a:prstGeom prst="rect">
            <a:avLst/>
          </a:prstGeom>
        </p:spPr>
      </p:pic>
      <p:sp>
        <p:nvSpPr>
          <p:cNvPr id="7" name="Answer 1 ذَهَبَ" descr="ذَهَبَ">
            <a:hlinkClick action="ppaction://hlinksldjump" r:id="rId6"/>
          </p:cNvPr>
          <p:cNvSpPr/>
          <p:nvPr/>
        </p:nvSpPr>
        <p:spPr>
          <a:xfrm>
            <a:off x="7016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pic>
        <p:nvPicPr>
          <p:cNvPr id="8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56000"/>
            <a:ext cx="2032000" cy="901700"/>
          </a:xfrm>
          <a:prstGeom prst="rect">
            <a:avLst/>
          </a:prstGeom>
        </p:spPr>
      </p:pic>
      <p:sp>
        <p:nvSpPr>
          <p:cNvPr id="9" name="Answer 2 هَاجَرُوا۟" descr="هَاجَرُوا۟">
            <a:hlinkClick action="ppaction://hlinksldjump" r:id="rId7"/>
          </p:cNvPr>
          <p:cNvSpPr/>
          <p:nvPr/>
        </p:nvSpPr>
        <p:spPr>
          <a:xfrm>
            <a:off x="7016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هَاجَرُوا۟</a:t>
            </a:r>
          </a:p>
        </p:txBody>
      </p:sp>
      <p:pic>
        <p:nvPicPr>
          <p:cNvPr id="10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70500"/>
            <a:ext cx="2032000" cy="901700"/>
          </a:xfrm>
          <a:prstGeom prst="rect">
            <a:avLst/>
          </a:prstGeom>
        </p:spPr>
      </p:pic>
      <p:sp>
        <p:nvSpPr>
          <p:cNvPr id="11" name="Answer 3 سَمِعَ" descr="سَمِعَ">
            <a:hlinkClick action="ppaction://hlinksldjump" r:id="rId6"/>
          </p:cNvPr>
          <p:cNvSpPr/>
          <p:nvPr/>
        </p:nvSpPr>
        <p:spPr>
          <a:xfrm>
            <a:off x="7016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sp>
        <p:nvSpPr>
          <p:cNvPr id="12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302000"/>
            <a:ext cx="1397000" cy="1206500"/>
          </a:xfrm>
          <a:prstGeom prst="rect">
            <a:avLst/>
          </a:prstGeom>
        </p:spPr>
      </p:pic>
      <p:pic>
        <p:nvPicPr>
          <p:cNvPr id="7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841500"/>
            <a:ext cx="2032000" cy="901700"/>
          </a:xfrm>
          <a:prstGeom prst="rect">
            <a:avLst/>
          </a:prstGeom>
        </p:spPr>
      </p:pic>
      <p:sp>
        <p:nvSpPr>
          <p:cNvPr id="8" name="Answer 1 ٱلسَّبِيلَا" descr="ٱلسَّبِيلَا">
            <a:hlinkClick action="ppaction://hlinksldjump" r:id="rId6"/>
          </p:cNvPr>
          <p:cNvSpPr/>
          <p:nvPr/>
        </p:nvSpPr>
        <p:spPr>
          <a:xfrm>
            <a:off x="5492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ٱلسَّبِيلَا</a:t>
            </a:r>
          </a:p>
        </p:txBody>
      </p:sp>
      <p:pic>
        <p:nvPicPr>
          <p:cNvPr id="9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3556000"/>
            <a:ext cx="2032000" cy="901700"/>
          </a:xfrm>
          <a:prstGeom prst="rect">
            <a:avLst/>
          </a:prstGeom>
        </p:spPr>
      </p:pic>
      <p:sp>
        <p:nvSpPr>
          <p:cNvPr id="10" name="Answer 2 ٱلسَّبِيلَ" descr="ٱلسَّبِيلَ">
            <a:hlinkClick action="ppaction://hlinksldjump" r:id="rId7"/>
          </p:cNvPr>
          <p:cNvSpPr/>
          <p:nvPr/>
        </p:nvSpPr>
        <p:spPr>
          <a:xfrm>
            <a:off x="5492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</a:t>
            </a:r>
          </a:p>
        </p:txBody>
      </p:sp>
      <p:sp>
        <p:nvSpPr>
          <p:cNvPr id="11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Stopping on this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Stopping on this word:</a:t>
            </a:r>
          </a:p>
        </p:txBody>
      </p:sp>
      <p:sp>
        <p:nvSpPr>
          <p:cNvPr id="14" name="Find ٱلسَّبِيلَا۠" descr="ٱلسَّبِيل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ٱلسَّبِيلَا۠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3302000"/>
            <a:ext cx="1397000" cy="1206500"/>
          </a:xfrm>
          <a:prstGeom prst="rect">
            <a:avLst/>
          </a:prstGeom>
        </p:spPr>
      </p:pic>
      <p:pic>
        <p:nvPicPr>
          <p:cNvPr id="8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841500"/>
            <a:ext cx="2032000" cy="901700"/>
          </a:xfrm>
          <a:prstGeom prst="rect">
            <a:avLst/>
          </a:prstGeom>
        </p:spPr>
      </p:pic>
      <p:sp>
        <p:nvSpPr>
          <p:cNvPr id="9" name="Answer 1 سَمِعَ" descr="سَمِعَ">
            <a:hlinkClick action="ppaction://hlinksldjump" r:id="rId6"/>
          </p:cNvPr>
          <p:cNvSpPr/>
          <p:nvPr/>
        </p:nvSpPr>
        <p:spPr>
          <a:xfrm>
            <a:off x="3968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pic>
        <p:nvPicPr>
          <p:cNvPr id="10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56000"/>
            <a:ext cx="2032000" cy="901700"/>
          </a:xfrm>
          <a:prstGeom prst="rect">
            <a:avLst/>
          </a:prstGeom>
        </p:spPr>
      </p:pic>
      <p:sp>
        <p:nvSpPr>
          <p:cNvPr id="11" name="Answer 2 ذَهَبَ" descr="ذَهَبَ">
            <a:hlinkClick action="ppaction://hlinksldjump" r:id="rId6"/>
          </p:cNvPr>
          <p:cNvSpPr/>
          <p:nvPr/>
        </p:nvSpPr>
        <p:spPr>
          <a:xfrm>
            <a:off x="3968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pic>
        <p:nvPicPr>
          <p:cNvPr id="12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270500"/>
            <a:ext cx="2032000" cy="901700"/>
          </a:xfrm>
          <a:prstGeom prst="rect">
            <a:avLst/>
          </a:prstGeom>
        </p:spPr>
      </p:pic>
      <p:sp>
        <p:nvSpPr>
          <p:cNvPr id="13" name="Answer 3 جَاهَدُوا۟" descr="جَاهَدُوا۟">
            <a:hlinkClick action="ppaction://hlinksldjump" r:id="rId7"/>
          </p:cNvPr>
          <p:cNvSpPr/>
          <p:nvPr/>
        </p:nvSpPr>
        <p:spPr>
          <a:xfrm>
            <a:off x="3968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جَاهَدُوا۟</a:t>
            </a:r>
          </a:p>
        </p:txBody>
      </p:sp>
      <p:sp>
        <p:nvSpPr>
          <p:cNvPr id="14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0"/>
            <a:ext cx="1397000" cy="1206500"/>
          </a:xfrm>
          <a:prstGeom prst="rect">
            <a:avLst/>
          </a:prstGeom>
        </p:spPr>
      </p:pic>
      <p:pic>
        <p:nvPicPr>
          <p:cNvPr id="9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841500"/>
            <a:ext cx="2032000" cy="901700"/>
          </a:xfrm>
          <a:prstGeom prst="rect">
            <a:avLst/>
          </a:prstGeom>
        </p:spPr>
      </p:pic>
      <p:sp>
        <p:nvSpPr>
          <p:cNvPr id="10" name="Answer 1 نَامَ" descr="نَامَ">
            <a:hlinkClick action="ppaction://hlinksldjump" r:id="rId6"/>
          </p:cNvPr>
          <p:cNvSpPr/>
          <p:nvPr/>
        </p:nvSpPr>
        <p:spPr>
          <a:xfrm>
            <a:off x="2444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pic>
        <p:nvPicPr>
          <p:cNvPr id="11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56000"/>
            <a:ext cx="2032000" cy="901700"/>
          </a:xfrm>
          <a:prstGeom prst="rect">
            <a:avLst/>
          </a:prstGeom>
        </p:spPr>
      </p:pic>
      <p:sp>
        <p:nvSpPr>
          <p:cNvPr id="12" name="Answer 2 جَلَسَ" descr="جَلَسَ">
            <a:hlinkClick action="ppaction://hlinksldjump" r:id="rId6"/>
          </p:cNvPr>
          <p:cNvSpPr/>
          <p:nvPr/>
        </p:nvSpPr>
        <p:spPr>
          <a:xfrm>
            <a:off x="2444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pic>
        <p:nvPicPr>
          <p:cNvPr id="13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5270500"/>
            <a:ext cx="2032000" cy="901700"/>
          </a:xfrm>
          <a:prstGeom prst="rect">
            <a:avLst/>
          </a:prstGeom>
        </p:spPr>
      </p:pic>
      <p:sp>
        <p:nvSpPr>
          <p:cNvPr id="14" name="Answer 3 أُو۟لَٰٓئِكَ" descr="أُو۟لَـٰٓئِكَ">
            <a:hlinkClick action="ppaction://hlinksldjump" r:id="rId7"/>
          </p:cNvPr>
          <p:cNvSpPr/>
          <p:nvPr/>
        </p:nvSpPr>
        <p:spPr>
          <a:xfrm>
            <a:off x="2444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أُو۟لَـ</a:t>
            </a:r>
            <a:r>
              <a:rPr sz="31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sp>
        <p:nvSpPr>
          <p:cNvPr id="15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Dino Eggs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500" b="1" lang="en-US">
                <a:solidFill>
                  <a:srgbClr val="8A6CF0"/>
                </a:solidFill>
                <a:latin typeface="Arial"/>
                <a:cs typeface="Arial"/>
              </a:rPr>
              <a:t>How to play: Dino Eggs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egg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right egg.</a:t>
            </a:r>
          </a:p>
        </p:txBody>
      </p:sp>
      <p:sp>
        <p:nvSpPr>
          <p:cNvPr id="7" name="Line 3" descr="3.  Hatch all the baby dino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Hatch all the baby dinos!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875" y="2095500"/>
            <a:ext cx="161925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gg 1" descr="Egg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4" name="Answer 1 لِشَا۟يۡءٍ" descr="لِشَا۟يۡءٍ">
            <a:hlinkClick action="ppaction://hlinksldjump" r:id="rId6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لِشَا۟يۡءٍ</a:t>
            </a:r>
          </a:p>
        </p:txBody>
      </p:sp>
      <p:pic>
        <p:nvPicPr>
          <p:cNvPr id="5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6" name="Answer 2 يَلۡعَبُ" descr="يَلۡعَبُ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pic>
        <p:nvPicPr>
          <p:cNvPr id="7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8" name="Answer 3 فِيلٌ" descr="فِيلٌ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فِيلٌ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Egg 1" descr="Egg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5" name="Answer 1 لَٰكِنَّ" descr="لَـٰكِنَّ">
            <a:hlinkClick action="ppaction://hlinksldjump" r:id="rId6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3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كِنَّ</a:t>
            </a:r>
          </a:p>
        </p:txBody>
      </p:sp>
      <p:pic>
        <p:nvPicPr>
          <p:cNvPr id="6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7" name="Answer 2 لَٰكِنَّا" descr="لَـٰكِنَّا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3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كِنَّا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Stopping on this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Stopping on this word:</a:t>
            </a:r>
          </a:p>
        </p:txBody>
      </p:sp>
      <p:sp>
        <p:nvSpPr>
          <p:cNvPr id="10" name="Find لَّٰكِنَّا۠" descr="لَّـٰكِنَّ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لَّـ</a:t>
            </a:r>
            <a:r>
              <a:rPr sz="3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كِنَّا۠</a:t>
            </a:r>
          </a:p>
        </p:txBody>
      </p:sp>
      <p:sp>
        <p:nvSpPr>
          <p:cNvPr id="1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6" name="Answer 1 ذَهَبَ" descr="ذَهَبَ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pic>
        <p:nvPicPr>
          <p:cNvPr id="7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8" name="Answer 2 هَاجَرُوا۟" descr="هَاجَرُوا۟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هَاجَرُوا۟</a:t>
            </a:r>
          </a:p>
        </p:txBody>
      </p:sp>
      <p:pic>
        <p:nvPicPr>
          <p:cNvPr id="9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0" name="Answer 3 نُورٌ" descr="نُورٌ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7" name="Answer 1 صَدَقُوا۟" descr="صَدَقُوا۟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صَدَقُوا۟</a:t>
            </a:r>
          </a:p>
        </p:txBody>
      </p:sp>
      <p:pic>
        <p:nvPicPr>
          <p:cNvPr id="8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9" name="Answer 2 نُورٌ" descr="نُورٌ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pic>
        <p:nvPicPr>
          <p:cNvPr id="10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1" name="Answer 3 كِتَابٌ" descr="كِتَابٌ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كِتَابٌ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Egg 1" descr="Egg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8" name="Answer 1 أَنَ" descr="أَنَ">
            <a:hlinkClick action="ppaction://hlinksldjump" r:id="rId6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أَنَ</a:t>
            </a:r>
          </a:p>
        </p:txBody>
      </p:sp>
      <p:pic>
        <p:nvPicPr>
          <p:cNvPr id="9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10" name="Answer 2 أَنَا" descr="أَنَا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أَنَا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Stopping on this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Stopping on this word:</a:t>
            </a:r>
          </a:p>
        </p:txBody>
      </p:sp>
      <p:sp>
        <p:nvSpPr>
          <p:cNvPr id="13" name="Find أَنَا۠" descr="أَن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أَنَا۠</a:t>
            </a:r>
          </a:p>
        </p:txBody>
      </p:sp>
      <p:sp>
        <p:nvSpPr>
          <p:cNvPr id="1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Baby dino 5" descr="Baby dino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5397500"/>
            <a:ext cx="1016000" cy="1016000"/>
          </a:xfrm>
          <a:prstGeom prst="rect">
            <a:avLst/>
          </a:prstGeom>
        </p:spPr>
      </p:pic>
      <p:sp>
        <p:nvSpPr>
          <p:cNvPr id="8" name="All the eggs hatched!" descr="All the eggs hatched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All the eggs hatched!</a:t>
            </a:r>
          </a:p>
        </p:txBody>
      </p:sp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250" fill="hold" repeatCount="2000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gg 1" descr="Egg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4" name="Answer 1 لِشَا۟يۡءٍ" descr="لِشَا۟يۡءٍ">
            <a:hlinkClick action="ppaction://hlinksldjump" r:id="rId6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لِشَا۟يۡءٍ</a:t>
            </a:r>
          </a:p>
        </p:txBody>
      </p:sp>
      <p:pic>
        <p:nvPicPr>
          <p:cNvPr id="5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6" name="Answer 2 يَلۡعَبُ" descr="يَلۡعَبُ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pic>
        <p:nvPicPr>
          <p:cNvPr id="7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8" name="Answer 3 فِيلٌ" descr="فِيلٌ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فِيلٌ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Egg 1" descr="Egg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5" name="Answer 1 لَٰكِنَّ" descr="لَـٰكِنَّ">
            <a:hlinkClick action="ppaction://hlinksldjump" r:id="rId6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3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كِنَّ</a:t>
            </a:r>
          </a:p>
        </p:txBody>
      </p:sp>
      <p:pic>
        <p:nvPicPr>
          <p:cNvPr id="6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7" name="Answer 2 لَٰكِنَّا" descr="لَـٰكِنَّا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3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كِنَّا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Stopping on this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Stopping on this word:</a:t>
            </a:r>
          </a:p>
        </p:txBody>
      </p:sp>
      <p:sp>
        <p:nvSpPr>
          <p:cNvPr id="11" name="Find لَّٰكِنَّا۠" descr="لَّـٰكِنَّ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لَّـ</a:t>
            </a:r>
            <a:r>
              <a:rPr sz="3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كِنَّا۠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6" name="Answer 1 ذَهَبَ" descr="ذَهَبَ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pic>
        <p:nvPicPr>
          <p:cNvPr id="7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8" name="Answer 2 هَاجَرُوا۟" descr="هَاجَرُوا۟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هَاجَرُوا۟</a:t>
            </a:r>
          </a:p>
        </p:txBody>
      </p:sp>
      <p:pic>
        <p:nvPicPr>
          <p:cNvPr id="9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0" name="Answer 3 نُورٌ" descr="نُورٌ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7" name="Answer 1 صَدَقُوا۟" descr="صَدَقُوا۟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صَدَقُوا۟</a:t>
            </a:r>
          </a:p>
        </p:txBody>
      </p:sp>
      <p:pic>
        <p:nvPicPr>
          <p:cNvPr id="8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9" name="Answer 2 نُورٌ" descr="نُورٌ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pic>
        <p:nvPicPr>
          <p:cNvPr id="10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1" name="Answer 3 كِتَابٌ" descr="كِتَابٌ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كِتَابٌ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Egg 1" descr="Egg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8" name="Answer 1 أَنَ" descr="أَنَ">
            <a:hlinkClick action="ppaction://hlinksldjump" r:id="rId6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أَنَ</a:t>
            </a:r>
          </a:p>
        </p:txBody>
      </p:sp>
      <p:pic>
        <p:nvPicPr>
          <p:cNvPr id="9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10" name="Answer 2 أَنَا" descr="أَنَا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أَنَا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Stopping on this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Stopping on this word:</a:t>
            </a:r>
          </a:p>
        </p:txBody>
      </p:sp>
      <p:sp>
        <p:nvSpPr>
          <p:cNvPr id="14" name="Find أَنَا۠" descr="أَن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أَنَا۠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أُو۟لَٰٓئِكَ" descr="أُو۟لَـٰٓئِكَ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</a:t>
            </a:r>
            <a:r>
              <a:rPr sz="91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و۟</a:t>
            </a:r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91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7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7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6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6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أَنَا۠" descr="أَنَا۠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أَنَ</a:t>
            </a:r>
            <a:r>
              <a:rPr sz="91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ا۠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6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6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رَّسُولَا۠" descr="ٱلرَّسُولَا۠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ٱلرَّسُولَ</a:t>
            </a:r>
            <a:r>
              <a:rPr sz="70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ا۠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6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6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لَّٰكِنَّا۠" descr="لَّـٰكِنَّا۠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لَّـ</a:t>
            </a:r>
            <a:r>
              <a:rPr sz="91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كِنَّ</a:t>
            </a:r>
            <a:r>
              <a:rPr sz="91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ا۠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6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6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أُو۟لَٰٓئِكَ" descr="أُو۟لَـٰٓئِكَ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</a:t>
            </a:r>
            <a:r>
              <a:rPr sz="91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و۟</a:t>
            </a:r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91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7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7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6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6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reat sorting!" descr="Great sorting!"/>
          <p:cNvSpPr/>
          <p:nvPr/>
        </p:nvSpPr>
        <p:spPr>
          <a:xfrm>
            <a:off x="4572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Great sorting!</a:t>
            </a:r>
          </a:p>
        </p:txBody>
      </p:sp>
      <p:sp>
        <p:nvSpPr>
          <p:cNvPr id="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أُو۟لَٰٓئِكَ" descr="أُو۟لَـٰٓئِكَ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</a:t>
            </a:r>
            <a:r>
              <a:rPr sz="91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و۟</a:t>
            </a:r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91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7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7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6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6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أَنَا۠" descr="أَنَا۠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أَنَ</a:t>
            </a:r>
            <a:r>
              <a:rPr sz="91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ا۠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6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6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رَّسُولَا۠" descr="ٱلرَّسُولَا۠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ٱلرَّسُولَ</a:t>
            </a:r>
            <a:r>
              <a:rPr sz="70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ا۠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6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6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لَّٰكِنَّا۠" descr="لَّـٰكِنَّا۠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لَّـ</a:t>
            </a:r>
            <a:r>
              <a:rPr sz="91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كِنَّ</a:t>
            </a:r>
            <a:r>
              <a:rPr sz="91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ا۠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6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6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أُو۟لَٰٓئِكَ" descr="أُو۟لَـٰٓئِكَ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</a:t>
            </a:r>
            <a:r>
              <a:rPr sz="91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و۟</a:t>
            </a:r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91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7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7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6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6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Busy Bee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700" b="1" lang="en-US">
                <a:solidFill>
                  <a:srgbClr val="8A6CF0"/>
                </a:solidFill>
                <a:latin typeface="Arial"/>
                <a:cs typeface="Arial"/>
              </a:rPr>
              <a:t>How to play: Busy Bee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Fly to the right flower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Fly to the right flower.</a:t>
            </a:r>
          </a:p>
        </p:txBody>
      </p:sp>
      <p:sp>
        <p:nvSpPr>
          <p:cNvPr id="7" name="Line 3" descr="3.  Fill the honey jar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Fill the honey jar!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242038"/>
            <a:ext cx="2095500" cy="1611923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أُو۟لَٰٓئِكَ" descr="أُو۟لَـٰٓئِكَ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أُو۟لَـ</a:t>
            </a:r>
            <a:r>
              <a:rPr sz="2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يَقُولُ" descr="يَقُولُ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يَقُولُ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سَمِعَ" descr="سَمِعَ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3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يَلۡعَبُ" descr="يَلۡعَبُ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فِيلٌ" descr="فِيلٌ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فِيلٌ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جَاهَدُوا۟" descr="جَاهَدُوا۟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جَاهَدُوا۟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3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ٱلسَّبِيلَ" descr="ٱلسَّبِيلَ">
            <a:hlinkClick action="ppaction://hlinksldjump" r:id="rId7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ٱلسَّبِيلَا" descr="ٱلسَّبِيلَا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ٱلسَّبِيلَا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Stopping on this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Stopping on this word:</a:t>
            </a:r>
          </a:p>
        </p:txBody>
      </p:sp>
      <p:sp>
        <p:nvSpPr>
          <p:cNvPr id="11" name="Find ٱلسَّبِيلَا۠" descr="ٱلسَّبِيل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ٱلسَّبِيلَا۠</a:t>
            </a:r>
          </a:p>
        </p:txBody>
      </p:sp>
      <p:sp>
        <p:nvSpPr>
          <p:cNvPr id="12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نَامَ" descr="نَامَ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جَاهَدُوا۟" descr="جَاهَدُوا۟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جَاهَدُوا۟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يَقُولُ" descr="يَقُولُ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يَقُولُ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3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ٱلسَّبِيلَ" descr="ٱلسَّبِيلَ">
            <a:hlinkClick action="ppaction://hlinksldjump" r:id="rId7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ٱلسَّبِيلَا" descr="ٱلسَّبِيلَا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ٱلسَّبِيلَا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Stopping on this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Stopping on this word:</a:t>
            </a:r>
          </a:p>
        </p:txBody>
      </p:sp>
      <p:sp>
        <p:nvSpPr>
          <p:cNvPr id="11" name="Find ٱلسَّبِيلَا۠" descr="ٱلسَّبِيل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ٱلسَّبِيلَا۠</a:t>
            </a:r>
          </a:p>
        </p:txBody>
      </p:sp>
      <p:sp>
        <p:nvSpPr>
          <p:cNvPr id="12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5" descr="Honey ja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sp>
        <p:nvSpPr>
          <p:cNvPr id="5" name="Yummy honey!" descr="Yummy honey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Yummy honey!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أُو۟لَٰٓئِكَ" descr="أُو۟لَـٰٓئِكَ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أُو۟لَـ</a:t>
            </a:r>
            <a:r>
              <a:rPr sz="2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يَقُولُ" descr="يَقُولُ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يَقُولُ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سَمِعَ" descr="سَمِعَ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يَلۡعَبُ" descr="يَلۡعَبُ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فِيلٌ" descr="فِيلٌ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فِيلٌ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جَاهَدُوا۟" descr="جَاهَدُوا۟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جَاهَدُوا۟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ٱلسَّبِيلَ" descr="ٱلسَّبِيلَ">
            <a:hlinkClick action="ppaction://hlinksldjump" r:id="rId7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ٱلسَّبِيلَا" descr="ٱلسَّبِيلَا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ٱلسَّبِيلَا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Stopping on this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Stopping on this word:</a:t>
            </a:r>
          </a:p>
        </p:txBody>
      </p:sp>
      <p:sp>
        <p:nvSpPr>
          <p:cNvPr id="12" name="Find ٱلسَّبِيلَا۠" descr="ٱلسَّبِيل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ٱلسَّبِيلَا۠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نَامَ" descr="نَامَ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جَاهَدُوا۟" descr="جَاهَدُوا۟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جَاهَدُوا۟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يَقُولُ" descr="يَقُولُ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يَقُولُ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ٱلسَّبِيلَ" descr="ٱلسَّبِيلَ">
            <a:hlinkClick action="ppaction://hlinksldjump" r:id="rId7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ٱلسَّبِيلَا" descr="ٱلسَّبِيلَا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ٱلسَّبِيلَا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Stopping on this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Stopping on this word:</a:t>
            </a:r>
          </a:p>
        </p:txBody>
      </p:sp>
      <p:sp>
        <p:nvSpPr>
          <p:cNvPr id="12" name="Find ٱلسَّبِيلَا۠" descr="ٱلسَّبِيل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ٱلسَّبِيلَا۠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ord كَفَرُوا۟" descr="كَفَرُوا۟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كَفَرُوا۟</a:t>
            </a:r>
          </a:p>
        </p:txBody>
      </p:sp>
      <p:sp>
        <p:nvSpPr>
          <p:cNvPr id="5" name="Letter 1 كَ" descr="كَ">
            <a:hlinkClick action="ppaction://hlinksldjump" r:id="rId3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6" name="Letter 2 فَ" descr="فَ">
            <a:hlinkClick action="ppaction://hlinksldjump" r:id="rId3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7" name="Letter 3 رُ" descr="رُ">
            <a:hlinkClick action="ppaction://hlinksldjump" r:id="rId3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8" name="Letter 4 و" descr="و">
            <a:hlinkClick action="ppaction://hlinksldjump" r:id="rId3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9" name="Letter 5 ا۟" descr="ا۟">
            <a:hlinkClick action="ppaction://hlinksldjump" r:id="rId4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sp>
        <p:nvSpPr>
          <p:cNvPr id="4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Word هَاجَرُوا۟" descr="هَاجَرُوا۟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هَاجَرُوا۟</a:t>
            </a:r>
          </a:p>
        </p:txBody>
      </p:sp>
      <p:sp>
        <p:nvSpPr>
          <p:cNvPr id="6" name="Letter 1 هَ" descr="هَ">
            <a:hlinkClick action="ppaction://hlinksldjump" r:id="rId4"/>
          </p:cNvPr>
          <p:cNvSpPr/>
          <p:nvPr/>
        </p:nvSpPr>
        <p:spPr>
          <a:xfrm>
            <a:off x="9493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7" name="Letter 2 ا" descr="ا">
            <a:hlinkClick action="ppaction://hlinksldjump" r:id="rId4"/>
          </p:cNvPr>
          <p:cNvSpPr/>
          <p:nvPr/>
        </p:nvSpPr>
        <p:spPr>
          <a:xfrm>
            <a:off x="7842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8" name="Letter 3 جَ" descr="جَ">
            <a:hlinkClick action="ppaction://hlinksldjump" r:id="rId4"/>
          </p:cNvPr>
          <p:cNvSpPr/>
          <p:nvPr/>
        </p:nvSpPr>
        <p:spPr>
          <a:xfrm>
            <a:off x="6191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9" name="Letter 4 رُ" descr="رُ">
            <a:hlinkClick action="ppaction://hlinksldjump" r:id="rId4"/>
          </p:cNvPr>
          <p:cNvSpPr/>
          <p:nvPr/>
        </p:nvSpPr>
        <p:spPr>
          <a:xfrm>
            <a:off x="4540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0" name="Letter 5 و" descr="و">
            <a:hlinkClick action="ppaction://hlinksldjump" r:id="rId4"/>
          </p:cNvPr>
          <p:cNvSpPr/>
          <p:nvPr/>
        </p:nvSpPr>
        <p:spPr>
          <a:xfrm>
            <a:off x="2889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1" name="Letter 6 ا۟" descr="ا۟">
            <a:hlinkClick action="ppaction://hlinksldjump" r:id="rId5"/>
          </p:cNvPr>
          <p:cNvSpPr/>
          <p:nvPr/>
        </p:nvSpPr>
        <p:spPr>
          <a:xfrm>
            <a:off x="1238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pic>
        <p:nvPicPr>
          <p:cNvPr id="12" name="Boo" descr="Bo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4953000"/>
            <a:ext cx="1143000" cy="1314450"/>
          </a:xfrm>
          <a:prstGeom prst="rect">
            <a:avLst/>
          </a:prstGeom>
        </p:spPr>
      </p:pic>
      <p:sp>
        <p:nvSpPr>
          <p:cNvPr id="13" name="Boo text" descr="Boo! Found it!"/>
          <p:cNvSpPr/>
          <p:nvPr/>
        </p:nvSpPr>
        <p:spPr>
          <a:xfrm>
            <a:off x="6858000" y="52070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Boo! Found it!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" dur="400" fill="hold" repeatCount="2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sp>
        <p:nvSpPr>
          <p:cNvPr id="5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Word بِأَيۡي۟دٍ" descr="بِأَيۡي۟دٍ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بِأَيۡي۟دٍ</a:t>
            </a:r>
          </a:p>
        </p:txBody>
      </p:sp>
      <p:sp>
        <p:nvSpPr>
          <p:cNvPr id="7" name="Letter 1 بِ" descr="بِ">
            <a:hlinkClick action="ppaction://hlinksldjump" r:id="rId4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8" name="Letter 2 أَ" descr="أَ">
            <a:hlinkClick action="ppaction://hlinksldjump" r:id="rId4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9" name="Letter 3 يۡ" descr="يۡ">
            <a:hlinkClick action="ppaction://hlinksldjump" r:id="rId4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يۡ</a:t>
            </a:r>
          </a:p>
        </p:txBody>
      </p:sp>
      <p:sp>
        <p:nvSpPr>
          <p:cNvPr id="10" name="Letter 4 ي۟" descr="ي۟">
            <a:hlinkClick action="ppaction://hlinksldjump" r:id="rId5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ي۟</a:t>
            </a:r>
          </a:p>
        </p:txBody>
      </p:sp>
      <p:sp>
        <p:nvSpPr>
          <p:cNvPr id="11" name="Letter 5 دٍ" descr="دٍ">
            <a:hlinkClick action="ppaction://hlinksldjump" r:id="rId4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دٍ</a:t>
            </a:r>
          </a:p>
        </p:txBody>
      </p:sp>
      <p:pic>
        <p:nvPicPr>
          <p:cNvPr id="12" name="Boo" descr="Bo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4953000"/>
            <a:ext cx="1143000" cy="1314450"/>
          </a:xfrm>
          <a:prstGeom prst="rect">
            <a:avLst/>
          </a:prstGeom>
        </p:spPr>
      </p:pic>
      <p:sp>
        <p:nvSpPr>
          <p:cNvPr id="13" name="Boo text" descr="Boo! Found it!"/>
          <p:cNvSpPr/>
          <p:nvPr/>
        </p:nvSpPr>
        <p:spPr>
          <a:xfrm>
            <a:off x="6858000" y="52070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Boo! Found it!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" dur="400" fill="hold" repeatCount="2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pic>
        <p:nvPicPr>
          <p:cNvPr id="5" name="Ghost found 3" descr="Ghost foun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079500"/>
            <a:ext cx="571500" cy="660400"/>
          </a:xfrm>
          <a:prstGeom prst="rect">
            <a:avLst/>
          </a:prstGeom>
        </p:spPr>
      </p:pic>
      <p:sp>
        <p:nvSpPr>
          <p:cNvPr id="6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Word صَدَقُوا۟" descr="صَدَقُوا۟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صَدَقُوا۟</a:t>
            </a:r>
          </a:p>
        </p:txBody>
      </p:sp>
      <p:sp>
        <p:nvSpPr>
          <p:cNvPr id="8" name="Letter 1 صَ" descr="صَ">
            <a:hlinkClick action="ppaction://hlinksldjump" r:id="rId4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9" name="Letter 2 دَ" descr="دَ">
            <a:hlinkClick action="ppaction://hlinksldjump" r:id="rId4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0" name="Letter 3 قُ" descr="قُ">
            <a:hlinkClick action="ppaction://hlinksldjump" r:id="rId4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1" name="Letter 4 و" descr="و">
            <a:hlinkClick action="ppaction://hlinksldjump" r:id="rId4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2" name="Letter 5 ا۟" descr="ا۟">
            <a:hlinkClick action="ppaction://hlinksldjump" r:id="rId5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pic>
        <p:nvPicPr>
          <p:cNvPr id="13" name="Boo" descr="Bo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4953000"/>
            <a:ext cx="1143000" cy="1314450"/>
          </a:xfrm>
          <a:prstGeom prst="rect">
            <a:avLst/>
          </a:prstGeom>
        </p:spPr>
      </p:pic>
      <p:sp>
        <p:nvSpPr>
          <p:cNvPr id="14" name="Boo text" descr="Boo! Found it!"/>
          <p:cNvSpPr/>
          <p:nvPr/>
        </p:nvSpPr>
        <p:spPr>
          <a:xfrm>
            <a:off x="6858000" y="52070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Boo! Found it!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" dur="400" fill="hold" repeatCount="2000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pic>
        <p:nvPicPr>
          <p:cNvPr id="5" name="Ghost found 3" descr="Ghost foun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079500"/>
            <a:ext cx="571500" cy="660400"/>
          </a:xfrm>
          <a:prstGeom prst="rect">
            <a:avLst/>
          </a:prstGeom>
        </p:spPr>
      </p:pic>
      <p:pic>
        <p:nvPicPr>
          <p:cNvPr id="6" name="Ghost found 4" descr="Ghost found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1079500"/>
            <a:ext cx="571500" cy="660400"/>
          </a:xfrm>
          <a:prstGeom prst="rect">
            <a:avLst/>
          </a:prstGeom>
        </p:spPr>
      </p:pic>
      <p:sp>
        <p:nvSpPr>
          <p:cNvPr id="7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Word أُو۟لَٰٓئِكَ" descr="أُو۟لَـٰٓئِكَ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أُو۟لَـ</a:t>
            </a:r>
            <a:r>
              <a:rPr sz="7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sp>
        <p:nvSpPr>
          <p:cNvPr id="9" name="Letter 1 أُ" descr="أُ">
            <a:hlinkClick action="ppaction://hlinksldjump" r:id="rId4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10" name="Letter 2 و۟" descr="و۟">
            <a:hlinkClick action="ppaction://hlinksldjump" r:id="rId5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و۟</a:t>
            </a:r>
          </a:p>
        </p:txBody>
      </p:sp>
      <p:sp>
        <p:nvSpPr>
          <p:cNvPr id="11" name="Letter 3 لَٰٓ" descr="لَٰٓ">
            <a:hlinkClick action="ppaction://hlinksldjump" r:id="rId4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</a:t>
            </a:r>
            <a:r>
              <a:rPr sz="7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</a:t>
            </a:r>
          </a:p>
        </p:txBody>
      </p:sp>
      <p:sp>
        <p:nvSpPr>
          <p:cNvPr id="12" name="Letter 4 ئِ" descr="ئِ">
            <a:hlinkClick action="ppaction://hlinksldjump" r:id="rId4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ئِ</a:t>
            </a:r>
          </a:p>
        </p:txBody>
      </p:sp>
      <p:sp>
        <p:nvSpPr>
          <p:cNvPr id="13" name="Letter 5 كَ" descr="كَ">
            <a:hlinkClick action="ppaction://hlinksldjump" r:id="rId4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14" name="Boo" descr="Bo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4953000"/>
            <a:ext cx="1143000" cy="1314450"/>
          </a:xfrm>
          <a:prstGeom prst="rect">
            <a:avLst/>
          </a:prstGeom>
        </p:spPr>
      </p:pic>
      <p:sp>
        <p:nvSpPr>
          <p:cNvPr id="15" name="Boo text" descr="Boo! Found it!"/>
          <p:cNvSpPr/>
          <p:nvPr/>
        </p:nvSpPr>
        <p:spPr>
          <a:xfrm>
            <a:off x="6858000" y="52070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Boo! Found it!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" dur="400" fill="hold" repeatCount="2000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pic>
        <p:nvPicPr>
          <p:cNvPr id="5" name="Ghost found 3" descr="Ghost foun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079500"/>
            <a:ext cx="571500" cy="660400"/>
          </a:xfrm>
          <a:prstGeom prst="rect">
            <a:avLst/>
          </a:prstGeom>
        </p:spPr>
      </p:pic>
      <p:pic>
        <p:nvPicPr>
          <p:cNvPr id="6" name="Ghost found 4" descr="Ghost found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1079500"/>
            <a:ext cx="571500" cy="660400"/>
          </a:xfrm>
          <a:prstGeom prst="rect">
            <a:avLst/>
          </a:prstGeom>
        </p:spPr>
      </p:pic>
      <p:pic>
        <p:nvPicPr>
          <p:cNvPr id="7" name="Ghost found 5" descr="Ghost found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0" y="1079500"/>
            <a:ext cx="571500" cy="660400"/>
          </a:xfrm>
          <a:prstGeom prst="rect">
            <a:avLst/>
          </a:prstGeom>
        </p:spPr>
      </p:pic>
      <p:pic>
        <p:nvPicPr>
          <p:cNvPr id="8" name="Happy ghost 1" descr="Happy ghos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2413000"/>
            <a:ext cx="1651000" cy="1905000"/>
          </a:xfrm>
          <a:prstGeom prst="rect">
            <a:avLst/>
          </a:prstGeom>
        </p:spPr>
      </p:pic>
      <p:pic>
        <p:nvPicPr>
          <p:cNvPr id="9" name="Happy ghost 2" descr="Happy ghos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2413000"/>
            <a:ext cx="1651000" cy="1905000"/>
          </a:xfrm>
          <a:prstGeom prst="rect">
            <a:avLst/>
          </a:prstGeom>
        </p:spPr>
      </p:pic>
      <p:pic>
        <p:nvPicPr>
          <p:cNvPr id="10" name="Happy ghost 3" descr="Happy ghos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0" y="2413000"/>
            <a:ext cx="1651000" cy="1905000"/>
          </a:xfrm>
          <a:prstGeom prst="rect">
            <a:avLst/>
          </a:prstGeom>
        </p:spPr>
      </p:pic>
      <p:sp>
        <p:nvSpPr>
          <p:cNvPr id="11" name="You found all the ghosts!" descr="You found all the ghosts!"/>
          <p:cNvSpPr/>
          <p:nvPr/>
        </p:nvSpPr>
        <p:spPr>
          <a:xfrm>
            <a:off x="8255000" y="1270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You found all the ghosts!</a:t>
            </a:r>
          </a:p>
        </p:txBody>
      </p:sp>
      <p:sp>
        <p:nvSpPr>
          <p:cNvPr id="12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6" dur="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8" dur="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ord كَفَرُوا۟" descr="كَفَرُوا۟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كَفَرُوا۟</a:t>
            </a:r>
          </a:p>
        </p:txBody>
      </p:sp>
      <p:sp>
        <p:nvSpPr>
          <p:cNvPr id="5" name="Letter 1 كَ" descr="كَ">
            <a:hlinkClick action="ppaction://hlinksldjump" r:id="rId3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6" name="Letter 2 فَ" descr="فَ">
            <a:hlinkClick action="ppaction://hlinksldjump" r:id="rId3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7" name="Letter 3 رُ" descr="رُ">
            <a:hlinkClick action="ppaction://hlinksldjump" r:id="rId3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8" name="Letter 4 و" descr="و">
            <a:hlinkClick action="ppaction://hlinksldjump" r:id="rId3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9" name="Letter 5 ا۟" descr="ا۟">
            <a:hlinkClick action="ppaction://hlinksldjump" r:id="rId4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381000" y="508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sp>
        <p:nvSpPr>
          <p:cNvPr id="4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Word هَاجَرُوا۟" descr="هَاجَرُوا۟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هَاجَرُوا۟</a:t>
            </a:r>
          </a:p>
        </p:txBody>
      </p:sp>
      <p:sp>
        <p:nvSpPr>
          <p:cNvPr id="6" name="Letter 1 هَ" descr="هَ">
            <a:hlinkClick action="ppaction://hlinksldjump" r:id="rId4"/>
          </p:cNvPr>
          <p:cNvSpPr/>
          <p:nvPr/>
        </p:nvSpPr>
        <p:spPr>
          <a:xfrm>
            <a:off x="9493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7" name="Letter 2 ا" descr="ا">
            <a:hlinkClick action="ppaction://hlinksldjump" r:id="rId4"/>
          </p:cNvPr>
          <p:cNvSpPr/>
          <p:nvPr/>
        </p:nvSpPr>
        <p:spPr>
          <a:xfrm>
            <a:off x="7842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8" name="Letter 3 جَ" descr="جَ">
            <a:hlinkClick action="ppaction://hlinksldjump" r:id="rId4"/>
          </p:cNvPr>
          <p:cNvSpPr/>
          <p:nvPr/>
        </p:nvSpPr>
        <p:spPr>
          <a:xfrm>
            <a:off x="6191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9" name="Letter 4 رُ" descr="رُ">
            <a:hlinkClick action="ppaction://hlinksldjump" r:id="rId4"/>
          </p:cNvPr>
          <p:cNvSpPr/>
          <p:nvPr/>
        </p:nvSpPr>
        <p:spPr>
          <a:xfrm>
            <a:off x="4540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0" name="Letter 5 و" descr="و">
            <a:hlinkClick action="ppaction://hlinksldjump" r:id="rId4"/>
          </p:cNvPr>
          <p:cNvSpPr/>
          <p:nvPr/>
        </p:nvSpPr>
        <p:spPr>
          <a:xfrm>
            <a:off x="2889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1" name="Letter 6 ا۟" descr="ا۟">
            <a:hlinkClick action="ppaction://hlinksldjump" r:id="rId5"/>
          </p:cNvPr>
          <p:cNvSpPr/>
          <p:nvPr/>
        </p:nvSpPr>
        <p:spPr>
          <a:xfrm>
            <a:off x="1238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381000" y="508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sp>
        <p:nvSpPr>
          <p:cNvPr id="5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Word بِأَيۡي۟دٍ" descr="بِأَيۡي۟دٍ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بِأَيۡي۟دٍ</a:t>
            </a:r>
          </a:p>
        </p:txBody>
      </p:sp>
      <p:sp>
        <p:nvSpPr>
          <p:cNvPr id="7" name="Letter 1 بِ" descr="بِ">
            <a:hlinkClick action="ppaction://hlinksldjump" r:id="rId4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8" name="Letter 2 أَ" descr="أَ">
            <a:hlinkClick action="ppaction://hlinksldjump" r:id="rId4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9" name="Letter 3 يۡ" descr="يۡ">
            <a:hlinkClick action="ppaction://hlinksldjump" r:id="rId4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يۡ</a:t>
            </a:r>
          </a:p>
        </p:txBody>
      </p:sp>
      <p:sp>
        <p:nvSpPr>
          <p:cNvPr id="10" name="Letter 4 ي۟" descr="ي۟">
            <a:hlinkClick action="ppaction://hlinksldjump" r:id="rId5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ي۟</a:t>
            </a:r>
          </a:p>
        </p:txBody>
      </p:sp>
      <p:sp>
        <p:nvSpPr>
          <p:cNvPr id="11" name="Letter 5 دٍ" descr="دٍ">
            <a:hlinkClick action="ppaction://hlinksldjump" r:id="rId4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دٍ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381000" y="508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pic>
        <p:nvPicPr>
          <p:cNvPr id="5" name="Ghost found 3" descr="Ghost foun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079500"/>
            <a:ext cx="571500" cy="660400"/>
          </a:xfrm>
          <a:prstGeom prst="rect">
            <a:avLst/>
          </a:prstGeom>
        </p:spPr>
      </p:pic>
      <p:sp>
        <p:nvSpPr>
          <p:cNvPr id="6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Word صَدَقُوا۟" descr="صَدَقُوا۟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صَدَقُوا۟</a:t>
            </a:r>
          </a:p>
        </p:txBody>
      </p:sp>
      <p:sp>
        <p:nvSpPr>
          <p:cNvPr id="8" name="Letter 1 صَ" descr="صَ">
            <a:hlinkClick action="ppaction://hlinksldjump" r:id="rId4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9" name="Letter 2 دَ" descr="دَ">
            <a:hlinkClick action="ppaction://hlinksldjump" r:id="rId4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0" name="Letter 3 قُ" descr="قُ">
            <a:hlinkClick action="ppaction://hlinksldjump" r:id="rId4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1" name="Letter 4 و" descr="و">
            <a:hlinkClick action="ppaction://hlinksldjump" r:id="rId4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2" name="Letter 5 ا۟" descr="ا۟">
            <a:hlinkClick action="ppaction://hlinksldjump" r:id="rId5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381000" y="508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pic>
        <p:nvPicPr>
          <p:cNvPr id="5" name="Ghost found 3" descr="Ghost foun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079500"/>
            <a:ext cx="571500" cy="660400"/>
          </a:xfrm>
          <a:prstGeom prst="rect">
            <a:avLst/>
          </a:prstGeom>
        </p:spPr>
      </p:pic>
      <p:pic>
        <p:nvPicPr>
          <p:cNvPr id="6" name="Ghost found 4" descr="Ghost found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1079500"/>
            <a:ext cx="571500" cy="660400"/>
          </a:xfrm>
          <a:prstGeom prst="rect">
            <a:avLst/>
          </a:prstGeom>
        </p:spPr>
      </p:pic>
      <p:sp>
        <p:nvSpPr>
          <p:cNvPr id="7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Word أُو۟لَٰٓئِكَ" descr="أُو۟لَـٰٓئِكَ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أُو۟لَـ</a:t>
            </a:r>
            <a:r>
              <a:rPr sz="7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sp>
        <p:nvSpPr>
          <p:cNvPr id="9" name="Letter 1 أُ" descr="أُ">
            <a:hlinkClick action="ppaction://hlinksldjump" r:id="rId4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10" name="Letter 2 و۟" descr="و۟">
            <a:hlinkClick action="ppaction://hlinksldjump" r:id="rId5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و۟</a:t>
            </a:r>
          </a:p>
        </p:txBody>
      </p:sp>
      <p:sp>
        <p:nvSpPr>
          <p:cNvPr id="11" name="Letter 3 لَٰٓ" descr="لَٰٓ">
            <a:hlinkClick action="ppaction://hlinksldjump" r:id="rId4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</a:t>
            </a:r>
            <a:r>
              <a:rPr sz="7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</a:t>
            </a:r>
          </a:p>
        </p:txBody>
      </p:sp>
      <p:sp>
        <p:nvSpPr>
          <p:cNvPr id="12" name="Letter 4 ئِ" descr="ئِ">
            <a:hlinkClick action="ppaction://hlinksldjump" r:id="rId4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ئِ</a:t>
            </a:r>
          </a:p>
        </p:txBody>
      </p:sp>
      <p:sp>
        <p:nvSpPr>
          <p:cNvPr id="13" name="Letter 5 كَ" descr="كَ">
            <a:hlinkClick action="ppaction://hlinksldjump" r:id="rId4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4" name="Try again!" descr="Try again!"/>
          <p:cNvSpPr/>
          <p:nvPr/>
        </p:nvSpPr>
        <p:spPr>
          <a:xfrm>
            <a:off x="381000" y="508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Rocket Launch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800" b="1" lang="en-US">
                <a:solidFill>
                  <a:srgbClr val="8A6CF0"/>
                </a:solidFill>
                <a:latin typeface="Arial"/>
                <a:cs typeface="Arial"/>
              </a:rPr>
              <a:t>How to play: Rocket Launch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 to add fuel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2.  Tap the right card to add fuel.</a:t>
            </a:r>
          </a:p>
        </p:txBody>
      </p:sp>
      <p:sp>
        <p:nvSpPr>
          <p:cNvPr id="7" name="Line 3" descr="3.  Full tank? 3, 2, 1... go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3.  Full tank? 3, 2, 1... go!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4232" y="2095500"/>
            <a:ext cx="1020536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6" name="Answer 1 قَوَارِيرَ" descr="قَوَارِير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قَوَارِيرَ</a:t>
            </a:r>
          </a:p>
        </p:txBody>
      </p:sp>
      <p:sp>
        <p:nvSpPr>
          <p:cNvPr id="7" name="Answer 2 قَوَارِيرَا" descr="قَوَارِيرَ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قَوَارِيرَا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Stopping on this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Stopping on this word:</a:t>
            </a:r>
          </a:p>
        </p:txBody>
      </p:sp>
      <p:sp>
        <p:nvSpPr>
          <p:cNvPr id="10" name="Find قَوَارِيرَا۠" descr="قَوَارِير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قَوَارِيرَا۠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5161280"/>
            <a:ext cx="419100" cy="60452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قَالَ" descr="قَال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8" name="Answer 2 يَلۡعَبُ" descr="يَلۡعَب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9" name="Answer 3 مِا۟ئَةَ" descr="مِا۟ئَة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مِا۟ئَةَ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4556760"/>
            <a:ext cx="419100" cy="120904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ٱلسَّبِيلَا" descr="ٱلسَّبِيل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ٱلسَّبِيلَا</a:t>
            </a:r>
          </a:p>
        </p:txBody>
      </p:sp>
      <p:sp>
        <p:nvSpPr>
          <p:cNvPr id="8" name="Answer 2 ٱلسَّبِيلَ" descr="ٱلسَّبِيل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Reading on to the next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E2640"/>
                </a:solidFill>
                <a:latin typeface="Arial"/>
                <a:cs typeface="Arial"/>
              </a:rPr>
              <a:t>Reading on to the next word:</a:t>
            </a:r>
          </a:p>
        </p:txBody>
      </p:sp>
      <p:sp>
        <p:nvSpPr>
          <p:cNvPr id="11" name="Find ٱلسَّبِيلَا۠" descr="ٱلسَّبِيل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ٱلسَّبِيلَا۠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952240"/>
            <a:ext cx="419100" cy="181356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يَقُولُ" descr="يَقُول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يَقُولُ</a:t>
            </a:r>
          </a:p>
        </p:txBody>
      </p:sp>
      <p:sp>
        <p:nvSpPr>
          <p:cNvPr id="8" name="Answer 2 أُو۟لَٰٓئِكَ" descr="أُو۟لَـٰٓئِك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أُو۟لَـ</a:t>
            </a:r>
            <a:r>
              <a:rPr sz="56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sp>
        <p:nvSpPr>
          <p:cNvPr id="9" name="Answer 3 سَمِعَ" descr="سَمِع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347720"/>
            <a:ext cx="419100" cy="241808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ثَمُودَا۟" descr="ثَمُودَا۟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ثَمُودَا۟</a:t>
            </a:r>
          </a:p>
        </p:txBody>
      </p:sp>
      <p:sp>
        <p:nvSpPr>
          <p:cNvPr id="8" name="Answer 2 كِتَابٌ" descr="كِتَاب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كِتَابٌ</a:t>
            </a:r>
          </a:p>
        </p:txBody>
      </p:sp>
      <p:sp>
        <p:nvSpPr>
          <p:cNvPr id="9" name="Answer 3 قَالَ" descr="قَال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2743200"/>
            <a:ext cx="419100" cy="302260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pic>
        <p:nvPicPr>
          <p:cNvPr id="7" name="Flame" descr="Flam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5715000"/>
            <a:ext cx="1270000" cy="1651000"/>
          </a:xfrm>
          <a:prstGeom prst="rect">
            <a:avLst/>
          </a:prstGeom>
        </p:spPr>
      </p:pic>
      <p:sp>
        <p:nvSpPr>
          <p:cNvPr id="8" name="3, 2, 1... Blast off!" descr="3, 2, 1... Blast off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3, 2, 1... Blast off!</a:t>
            </a:r>
          </a:p>
        </p:txBody>
      </p:sp>
      <p:sp>
        <p:nvSpPr>
          <p:cNvPr id="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1.0000 E" pathEditMode="relative" ptsTypes="AA">
                                      <p:cBhvr>
                                        <p:cTn id="4" dur="2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1.0000 E" pathEditMode="relative" ptsTypes="AA">
                                      <p:cBhvr>
                                        <p:cTn id="6" dur="2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6" name="Answer 1 قَوَارِيرَ" descr="قَوَارِير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قَوَارِيرَ</a:t>
            </a:r>
          </a:p>
        </p:txBody>
      </p:sp>
      <p:sp>
        <p:nvSpPr>
          <p:cNvPr id="7" name="Answer 2 قَوَارِيرَا" descr="قَوَارِيرَ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قَوَارِيرَا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Stopping on this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Stopping on this word:</a:t>
            </a:r>
          </a:p>
        </p:txBody>
      </p:sp>
      <p:sp>
        <p:nvSpPr>
          <p:cNvPr id="11" name="Find قَوَارِيرَا۠" descr="قَوَارِير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قَوَارِيرَا۠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5161280"/>
            <a:ext cx="419100" cy="60452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قَالَ" descr="قَال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8" name="Answer 2 يَلۡعَبُ" descr="يَلۡعَب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9" name="Answer 3 مِا۟ئَةَ" descr="مِا۟ئَة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مِا۟ئَةَ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4556760"/>
            <a:ext cx="419100" cy="120904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ٱلسَّبِيلَا" descr="ٱلسَّبِيل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ٱلسَّبِيلَا</a:t>
            </a:r>
          </a:p>
        </p:txBody>
      </p:sp>
      <p:sp>
        <p:nvSpPr>
          <p:cNvPr id="8" name="Answer 2 ٱلسَّبِيلَ" descr="ٱلسَّبِيل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Reading on to the next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E2640"/>
                </a:solidFill>
                <a:latin typeface="Arial"/>
                <a:cs typeface="Arial"/>
              </a:rPr>
              <a:t>Reading on to the next word:</a:t>
            </a:r>
          </a:p>
        </p:txBody>
      </p:sp>
      <p:sp>
        <p:nvSpPr>
          <p:cNvPr id="12" name="Find ٱلسَّبِيلَا۠" descr="ٱلسَّبِيل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ٱلسَّبِيلَا۠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952240"/>
            <a:ext cx="419100" cy="181356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يَقُولُ" descr="يَقُول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يَقُولُ</a:t>
            </a:r>
          </a:p>
        </p:txBody>
      </p:sp>
      <p:sp>
        <p:nvSpPr>
          <p:cNvPr id="8" name="Answer 2 أُو۟لَٰٓئِكَ" descr="أُو۟لَـٰٓئِك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أُو۟لَـ</a:t>
            </a:r>
            <a:r>
              <a:rPr sz="56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sp>
        <p:nvSpPr>
          <p:cNvPr id="9" name="Answer 3 سَمِعَ" descr="سَمِع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347720"/>
            <a:ext cx="419100" cy="241808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ثَمُودَا۟" descr="ثَمُودَا۟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ثَمُودَا۟</a:t>
            </a:r>
          </a:p>
        </p:txBody>
      </p:sp>
      <p:sp>
        <p:nvSpPr>
          <p:cNvPr id="8" name="Answer 2 كِتَابٌ" descr="كِتَاب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كِتَابٌ</a:t>
            </a:r>
          </a:p>
        </p:txBody>
      </p:sp>
      <p:sp>
        <p:nvSpPr>
          <p:cNvPr id="9" name="Answer 3 قَالَ" descr="قَال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Claw Machine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900" b="1" lang="en-US">
                <a:solidFill>
                  <a:srgbClr val="8A6CF0"/>
                </a:solidFill>
                <a:latin typeface="Arial"/>
                <a:cs typeface="Arial"/>
              </a:rPr>
              <a:t>How to play: Claw Machine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Grab the right toy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Grab the right toy.</a:t>
            </a:r>
          </a:p>
        </p:txBody>
      </p:sp>
      <p:sp>
        <p:nvSpPr>
          <p:cNvPr id="7" name="Line 3" descr="3.  Win all the prize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Win all the prizes!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2095500"/>
            <a:ext cx="15240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Claw" descr="Cla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5" name="Toy 1" descr="To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6" name="Answer 1 جَلَسَ" descr="جَلَسَ">
            <a:hlinkClick action="ppaction://hlinksldjump" r:id="rId7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pic>
        <p:nvPicPr>
          <p:cNvPr id="7" name="Toy 2" descr="To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8" name="Answer 2 يَلۡعَبُ" descr="يَلۡعَبُ">
            <a:hlinkClick action="ppaction://hlinksldjump" r:id="rId7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pic>
        <p:nvPicPr>
          <p:cNvPr id="9" name="Toy 3" descr="To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0" name="Answer 3 مِا۟ئَةَ" descr="مِا۟ئَةَ">
            <a:hlinkClick action="ppaction://hlinksldjump" r:id="rId8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مِا۟ئَةَ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Claw" descr="Cla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6" name="Toy 1" descr="To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7" name="Answer 1 لَٰكِنَّا" descr="لَـٰكِنَّا">
            <a:hlinkClick action="ppaction://hlinksldjump" r:id="rId7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3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كِنَّا</a:t>
            </a:r>
          </a:p>
        </p:txBody>
      </p:sp>
      <p:pic>
        <p:nvPicPr>
          <p:cNvPr id="8" name="Toy 2" descr="To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9" name="Answer 2 لَٰكِنَّ" descr="لَـٰكِنَّ">
            <a:hlinkClick action="ppaction://hlinksldjump" r:id="rId8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3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كِنَّ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Stopping on this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Stopping on this word:</a:t>
            </a:r>
          </a:p>
        </p:txBody>
      </p:sp>
      <p:sp>
        <p:nvSpPr>
          <p:cNvPr id="12" name="Find لَّٰكِنَّا۠" descr="لَّـٰكِنَّ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لَّـ</a:t>
            </a:r>
            <a:r>
              <a:rPr sz="3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كِنَّا۠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ding.wav"/>
      </p:stSnd>
    </p:sndAc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Claw" descr="Cla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7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8" name="Answer 1 نُورٌ" descr="نُورٌ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pic>
        <p:nvPicPr>
          <p:cNvPr id="9" name="Toy 2" descr="Toy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0" name="Answer 2 يَقُولُ" descr="يَقُولُ">
            <a:hlinkClick action="ppaction://hlinksldjump" r:id="rId9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يَقُولُ</a:t>
            </a:r>
          </a:p>
        </p:txBody>
      </p:sp>
      <p:pic>
        <p:nvPicPr>
          <p:cNvPr id="11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2" name="Answer 3 كَفَرُوا۟" descr="كَفَرُوا۟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كَفَرُوا۟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5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Claw" descr="Cla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8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9" name="Answer 1 قَالَ" descr="قَالَ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pic>
        <p:nvPicPr>
          <p:cNvPr id="10" name="Toy 2" descr="Toy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1" name="Answer 2 نُورٌ" descr="نُورٌ">
            <a:hlinkClick action="ppaction://hlinksldjump" r:id="rId9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pic>
        <p:nvPicPr>
          <p:cNvPr id="12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3" name="Answer 3 لِشَا۟يۡءٍ" descr="لِشَا۟يۡءٍ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لِشَا۟يۡءٍ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6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Claw" descr="Cla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9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10" name="Answer 1 ٱلظُّنُونَ" descr="ٱلظُّنُونَ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ٱلظُّنُونَ</a:t>
            </a:r>
          </a:p>
        </p:txBody>
      </p:sp>
      <p:pic>
        <p:nvPicPr>
          <p:cNvPr id="11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2" name="Answer 2 ٱلظُّنُونَا" descr="ٱلظُّنُونَا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ٱلظُّنُونَا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Stopping on this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Stopping on this word:</a:t>
            </a:r>
          </a:p>
        </p:txBody>
      </p:sp>
      <p:sp>
        <p:nvSpPr>
          <p:cNvPr id="15" name="Find ٱلظُّنُونَا۠" descr="ٱلظُّنُون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ٱلظُّنُونَا۠</a:t>
            </a:r>
          </a:p>
        </p:txBody>
      </p:sp>
      <p:sp>
        <p:nvSpPr>
          <p:cNvPr id="16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Prize 5" descr="Priz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381500"/>
            <a:ext cx="1206500" cy="1206500"/>
          </a:xfrm>
          <a:prstGeom prst="rect">
            <a:avLst/>
          </a:prstGeom>
        </p:spPr>
      </p:pic>
      <p:sp>
        <p:nvSpPr>
          <p:cNvPr id="9" name="You won all the toys!" descr="You won all the toys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You won all the toys!</a:t>
            </a:r>
          </a:p>
        </p:txBody>
      </p:sp>
      <p:sp>
        <p:nvSpPr>
          <p:cNvPr id="10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9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Claw" descr="Cla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5" name="Toy 1" descr="To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6" name="Answer 1 جَلَسَ" descr="جَلَسَ">
            <a:hlinkClick action="ppaction://hlinksldjump" r:id="rId7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pic>
        <p:nvPicPr>
          <p:cNvPr id="7" name="Toy 2" descr="To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8" name="Answer 2 يَلۡعَبُ" descr="يَلۡعَبُ">
            <a:hlinkClick action="ppaction://hlinksldjump" r:id="rId7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pic>
        <p:nvPicPr>
          <p:cNvPr id="9" name="Toy 3" descr="To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0" name="Answer 3 مِا۟ئَةَ" descr="مِا۟ئَةَ">
            <a:hlinkClick action="ppaction://hlinksldjump" r:id="rId8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مِا۟ئَةَ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Claw" descr="Cla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6" name="Toy 1" descr="To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7" name="Answer 1 لَٰكِنَّا" descr="لَـٰكِنَّا">
            <a:hlinkClick action="ppaction://hlinksldjump" r:id="rId7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3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كِنَّا</a:t>
            </a:r>
          </a:p>
        </p:txBody>
      </p:sp>
      <p:pic>
        <p:nvPicPr>
          <p:cNvPr id="8" name="Toy 2" descr="To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9" name="Answer 2 لَٰكِنَّ" descr="لَـٰكِنَّ">
            <a:hlinkClick action="ppaction://hlinksldjump" r:id="rId8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3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كِنَّ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Stopping on this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Stopping on this word:</a:t>
            </a:r>
          </a:p>
        </p:txBody>
      </p:sp>
      <p:sp>
        <p:nvSpPr>
          <p:cNvPr id="13" name="Find لَّٰكِنَّا۠" descr="لَّـٰكِنَّ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لَّـ</a:t>
            </a:r>
            <a:r>
              <a:rPr sz="3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كِنَّا۠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Claw" descr="Cla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7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8" name="Answer 1 نُورٌ" descr="نُورٌ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pic>
        <p:nvPicPr>
          <p:cNvPr id="9" name="Toy 2" descr="Toy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0" name="Answer 2 يَقُولُ" descr="يَقُولُ">
            <a:hlinkClick action="ppaction://hlinksldjump" r:id="rId9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يَقُولُ</a:t>
            </a:r>
          </a:p>
        </p:txBody>
      </p:sp>
      <p:pic>
        <p:nvPicPr>
          <p:cNvPr id="11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2" name="Answer 3 كَفَرُوا۟" descr="كَفَرُوا۟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كَفَرُوا۟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6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Claw" descr="Cla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8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9" name="Answer 1 قَالَ" descr="قَالَ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pic>
        <p:nvPicPr>
          <p:cNvPr id="10" name="Toy 2" descr="Toy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1" name="Answer 2 نُورٌ" descr="نُورٌ">
            <a:hlinkClick action="ppaction://hlinksldjump" r:id="rId9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pic>
        <p:nvPicPr>
          <p:cNvPr id="12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3" name="Answer 3 لِشَا۟يۡءٍ" descr="لِشَا۟يۡءٍ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لِشَا۟يۡءٍ</a:t>
            </a:r>
          </a:p>
        </p:txBody>
      </p:sp>
      <p:sp>
        <p:nvSpPr>
          <p:cNvPr id="14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7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Claw" descr="Cla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9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10" name="Answer 1 ٱلظُّنُونَ" descr="ٱلظُّنُونَ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ٱلظُّنُونَ</a:t>
            </a:r>
          </a:p>
        </p:txBody>
      </p:sp>
      <p:pic>
        <p:nvPicPr>
          <p:cNvPr id="11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2" name="Answer 2 ٱلظُّنُونَا" descr="ٱلظُّنُونَا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ٱلظُّنُونَا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Stopping on this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Stopping on this word:</a:t>
            </a:r>
          </a:p>
        </p:txBody>
      </p:sp>
      <p:sp>
        <p:nvSpPr>
          <p:cNvPr id="16" name="Find ٱلظُّنُونَا۠" descr="ٱلظُّنُون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ٱلظُّنُونَا۠</a:t>
            </a:r>
          </a:p>
        </p:txBody>
      </p:sp>
      <p:sp>
        <p:nvSpPr>
          <p:cNvPr id="17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Pizza Party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100" b="1" lang="en-US">
                <a:solidFill>
                  <a:srgbClr val="8A6CF0"/>
                </a:solidFill>
                <a:latin typeface="Arial"/>
                <a:cs typeface="Arial"/>
              </a:rPr>
              <a:t>How to play: Pizza Party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Every right answer adds a topping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3.  Every right answer adds a topping!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095500"/>
            <a:ext cx="19050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0" descr="Pizza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ٱلرَّسُولَا" descr="ٱلرَّسُول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ٱلرَّسُولَا</a:t>
            </a:r>
          </a:p>
        </p:txBody>
      </p:sp>
      <p:sp>
        <p:nvSpPr>
          <p:cNvPr id="10" name="Answer 2 ٱلرَّسُولَ" descr="ٱلرَّسُول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ٱلرَّسُولَ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Reading on to the next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E2640"/>
                </a:solidFill>
                <a:latin typeface="Arial"/>
                <a:cs typeface="Arial"/>
              </a:rPr>
              <a:t>Reading on to the next word:</a:t>
            </a:r>
          </a:p>
        </p:txBody>
      </p:sp>
      <p:sp>
        <p:nvSpPr>
          <p:cNvPr id="13" name="Find ٱلرَّسُولَا۠" descr="ٱلرَّسُول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ٱلرَّسُولَا۠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1" descr="Pizza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قَالَ" descr="قَال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10" name="Answer 2 مِا۟ئَةَ" descr="مِا۟ئَة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مِا۟ئَةَ</a:t>
            </a:r>
          </a:p>
        </p:txBody>
      </p:sp>
      <p:sp>
        <p:nvSpPr>
          <p:cNvPr id="11" name="Answer 3 سَمِعَ" descr="سَمِع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2" descr="Pizza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كَفَرُوا۟" descr="كَفَرُوا۟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كَفَرُوا۟</a:t>
            </a:r>
          </a:p>
        </p:txBody>
      </p:sp>
      <p:sp>
        <p:nvSpPr>
          <p:cNvPr id="10" name="Answer 2 فِيلٌ" descr="فِيل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فِيلٌ</a:t>
            </a:r>
          </a:p>
        </p:txBody>
      </p:sp>
      <p:sp>
        <p:nvSpPr>
          <p:cNvPr id="11" name="Answer 3 يَقُولُ" descr="يَقُول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يَقُولُ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3" descr="Pizza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لَٰكِنَّا" descr="لَـٰكِنَّ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56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كِنَّا</a:t>
            </a:r>
          </a:p>
        </p:txBody>
      </p:sp>
      <p:sp>
        <p:nvSpPr>
          <p:cNvPr id="10" name="Answer 2 لَٰكِنَّ" descr="لَـٰكِنَّ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56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كِنَّ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Stopping on this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Stopping on this word:</a:t>
            </a:r>
          </a:p>
        </p:txBody>
      </p:sp>
      <p:sp>
        <p:nvSpPr>
          <p:cNvPr id="13" name="Find لَّٰكِنَّا۠" descr="لَّـٰكِنَّ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لَّـ</a:t>
            </a:r>
            <a:r>
              <a:rPr sz="3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كِنَّا۠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4" descr="Pizza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قَالَ" descr="قَال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10" name="Answer 2 نَامَ" descr="نَام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sp>
        <p:nvSpPr>
          <p:cNvPr id="11" name="Answer 3 صَدَقُوا۟" descr="صَدَقُوا۟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صَدَقُوا۟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5" descr="Pizza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Pizza is ready!" descr="Pizza is ready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FB57A"/>
                </a:solidFill>
                <a:latin typeface="Arial"/>
                <a:cs typeface="Arial"/>
              </a:rPr>
              <a:t>Pizza is ready!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9" dur="300" fill="hold" repeatCount="2000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0" descr="Pizza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ٱلرَّسُولَا" descr="ٱلرَّسُول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ٱلرَّسُولَا</a:t>
            </a:r>
          </a:p>
        </p:txBody>
      </p:sp>
      <p:sp>
        <p:nvSpPr>
          <p:cNvPr id="10" name="Answer 2 ٱلرَّسُولَ" descr="ٱلرَّسُول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ٱلرَّسُولَ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Reading on to the next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E2640"/>
                </a:solidFill>
                <a:latin typeface="Arial"/>
                <a:cs typeface="Arial"/>
              </a:rPr>
              <a:t>Reading on to the next word:</a:t>
            </a:r>
          </a:p>
        </p:txBody>
      </p:sp>
      <p:sp>
        <p:nvSpPr>
          <p:cNvPr id="14" name="Find ٱلرَّسُولَا۠" descr="ٱلرَّسُول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ٱلرَّسُولَا۠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1" descr="Pizza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قَالَ" descr="قَال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10" name="Answer 2 مِا۟ئَةَ" descr="مِا۟ئَة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مِا۟ئَةَ</a:t>
            </a:r>
          </a:p>
        </p:txBody>
      </p:sp>
      <p:sp>
        <p:nvSpPr>
          <p:cNvPr id="11" name="Answer 3 سَمِعَ" descr="سَمِع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2" descr="Pizza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كَفَرُوا۟" descr="كَفَرُوا۟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كَفَرُوا۟</a:t>
            </a:r>
          </a:p>
        </p:txBody>
      </p:sp>
      <p:sp>
        <p:nvSpPr>
          <p:cNvPr id="10" name="Answer 2 فِيلٌ" descr="فِيل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فِيلٌ</a:t>
            </a:r>
          </a:p>
        </p:txBody>
      </p:sp>
      <p:sp>
        <p:nvSpPr>
          <p:cNvPr id="11" name="Answer 3 يَقُولُ" descr="يَقُول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يَقُولُ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3" descr="Pizza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لَٰكِنَّا" descr="لَـٰكِنَّ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56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كِنَّا</a:t>
            </a:r>
          </a:p>
        </p:txBody>
      </p:sp>
      <p:sp>
        <p:nvSpPr>
          <p:cNvPr id="10" name="Answer 2 لَٰكِنَّ" descr="لَـٰكِنَّ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56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كِنَّ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Stopping on this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Stopping on this word:</a:t>
            </a:r>
          </a:p>
        </p:txBody>
      </p:sp>
      <p:sp>
        <p:nvSpPr>
          <p:cNvPr id="14" name="Find لَّٰكِنَّا۠" descr="لَّـٰكِنَّ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لَّـ</a:t>
            </a:r>
            <a:r>
              <a:rPr sz="3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كِنَّا۠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4" descr="Pizza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قَالَ" descr="قَال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10" name="Answer 2 نَامَ" descr="نَام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sp>
        <p:nvSpPr>
          <p:cNvPr id="11" name="Answer 3 صَدَقُوا۟" descr="صَدَقُوا۟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صَدَقُوا۟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جَاهَدُوا۟" descr="جَاهَدُوا۟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جَاهَدُو</a:t>
            </a:r>
            <a:r>
              <a:rPr sz="82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ا۟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7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7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6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6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أُو۟لَٰٓئِكَ" descr="أُو۟لَـٰٓئِكَ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</a:t>
            </a:r>
            <a:r>
              <a:rPr sz="91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و۟</a:t>
            </a:r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91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7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7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6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6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قَوَارِيرَا۠" descr="قَوَارِيرَا۠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قَوَارِيرَ</a:t>
            </a:r>
            <a:r>
              <a:rPr sz="70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ا۠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6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6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لَّٰكِنَّا۠" descr="لَّـٰكِنَّا۠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لَّـ</a:t>
            </a:r>
            <a:r>
              <a:rPr sz="91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كِنَّ</a:t>
            </a:r>
            <a:r>
              <a:rPr sz="91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ا۠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6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6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لَّٰكِنَّا۠" descr="لَّٰكِنَّا۠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لَّ</a:t>
            </a:r>
            <a:r>
              <a:rPr sz="91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1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كِ</a:t>
            </a:r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نَّا۠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7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7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reat sorting!" descr="Great sorting!"/>
          <p:cNvSpPr/>
          <p:nvPr/>
        </p:nvSpPr>
        <p:spPr>
          <a:xfrm>
            <a:off x="4572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Great sorting!</a:t>
            </a:r>
          </a:p>
        </p:txBody>
      </p:sp>
      <p:sp>
        <p:nvSpPr>
          <p:cNvPr id="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جَاهَدُوا۟" descr="جَاهَدُوا۟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جَاهَدُو</a:t>
            </a:r>
            <a:r>
              <a:rPr sz="82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ا۟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7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7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6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6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أُو۟لَٰٓئِكَ" descr="أُو۟لَـٰٓئِكَ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</a:t>
            </a:r>
            <a:r>
              <a:rPr sz="91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و۟</a:t>
            </a:r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91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7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7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6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6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قَوَارِيرَا۠" descr="قَوَارِيرَا۠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قَوَارِيرَ</a:t>
            </a:r>
            <a:r>
              <a:rPr sz="70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ا۠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6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6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لَّٰكِنَّا۠" descr="لَّـٰكِنَّا۠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لَّـ</a:t>
            </a:r>
            <a:r>
              <a:rPr sz="91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كِنَّ</a:t>
            </a:r>
            <a:r>
              <a:rPr sz="91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ا۠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6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6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لَّٰكِنَّا۠" descr="لَّٰكِنَّا۠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لَّ</a:t>
            </a:r>
            <a:r>
              <a:rPr sz="91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1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كِ</a:t>
            </a:r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نَّا۠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7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7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ord كَفَرُوا۟" descr="كَفَرُوا۟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كَفَرُوا۟</a:t>
            </a:r>
          </a:p>
        </p:txBody>
      </p:sp>
      <p:sp>
        <p:nvSpPr>
          <p:cNvPr id="5" name="Letter 1 كَ" descr="كَ">
            <a:hlinkClick action="ppaction://hlinksldjump" r:id="rId3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6" name="Letter 2 فَ" descr="فَ">
            <a:hlinkClick action="ppaction://hlinksldjump" r:id="rId3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7" name="Letter 3 رُ" descr="رُ">
            <a:hlinkClick action="ppaction://hlinksldjump" r:id="rId3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8" name="Letter 4 و" descr="و">
            <a:hlinkClick action="ppaction://hlinksldjump" r:id="rId3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9" name="Letter 5 ا۟" descr="ا۟">
            <a:hlinkClick action="ppaction://hlinksldjump" r:id="rId4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sp>
        <p:nvSpPr>
          <p:cNvPr id="4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Word أُو۟لَٰٓئِكَ" descr="أُو۟لَـٰٓئِكَ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أُو۟لَـ</a:t>
            </a:r>
            <a:r>
              <a:rPr sz="7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sp>
        <p:nvSpPr>
          <p:cNvPr id="6" name="Letter 1 أُ" descr="أُ">
            <a:hlinkClick action="ppaction://hlinksldjump" r:id="rId4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7" name="Letter 2 و۟" descr="و۟">
            <a:hlinkClick action="ppaction://hlinksldjump" r:id="rId5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و۟</a:t>
            </a:r>
          </a:p>
        </p:txBody>
      </p:sp>
      <p:sp>
        <p:nvSpPr>
          <p:cNvPr id="8" name="Letter 3 لَٰٓ" descr="لَٰٓ">
            <a:hlinkClick action="ppaction://hlinksldjump" r:id="rId4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</a:t>
            </a:r>
            <a:r>
              <a:rPr sz="7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</a:t>
            </a:r>
          </a:p>
        </p:txBody>
      </p:sp>
      <p:sp>
        <p:nvSpPr>
          <p:cNvPr id="9" name="Letter 4 ئِ" descr="ئِ">
            <a:hlinkClick action="ppaction://hlinksldjump" r:id="rId4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ئِ</a:t>
            </a:r>
          </a:p>
        </p:txBody>
      </p:sp>
      <p:sp>
        <p:nvSpPr>
          <p:cNvPr id="10" name="Letter 5 كَ" descr="كَ">
            <a:hlinkClick action="ppaction://hlinksldjump" r:id="rId4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11" name="Boo" descr="Bo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4953000"/>
            <a:ext cx="1143000" cy="1314450"/>
          </a:xfrm>
          <a:prstGeom prst="rect">
            <a:avLst/>
          </a:prstGeom>
        </p:spPr>
      </p:pic>
      <p:sp>
        <p:nvSpPr>
          <p:cNvPr id="12" name="Boo text" descr="Boo! Found it!"/>
          <p:cNvSpPr/>
          <p:nvPr/>
        </p:nvSpPr>
        <p:spPr>
          <a:xfrm>
            <a:off x="6858000" y="52070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Boo! Found it!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" dur="400" fill="hold" repeatCount="2000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sp>
        <p:nvSpPr>
          <p:cNvPr id="5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Word صَدَقُوا۟" descr="صَدَقُوا۟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صَدَقُوا۟</a:t>
            </a:r>
          </a:p>
        </p:txBody>
      </p:sp>
      <p:sp>
        <p:nvSpPr>
          <p:cNvPr id="7" name="Letter 1 صَ" descr="صَ">
            <a:hlinkClick action="ppaction://hlinksldjump" r:id="rId4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8" name="Letter 2 دَ" descr="دَ">
            <a:hlinkClick action="ppaction://hlinksldjump" r:id="rId4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9" name="Letter 3 قُ" descr="قُ">
            <a:hlinkClick action="ppaction://hlinksldjump" r:id="rId4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0" name="Letter 4 و" descr="و">
            <a:hlinkClick action="ppaction://hlinksldjump" r:id="rId4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1" name="Letter 5 ا۟" descr="ا۟">
            <a:hlinkClick action="ppaction://hlinksldjump" r:id="rId5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pic>
        <p:nvPicPr>
          <p:cNvPr id="12" name="Boo" descr="Bo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4953000"/>
            <a:ext cx="1143000" cy="1314450"/>
          </a:xfrm>
          <a:prstGeom prst="rect">
            <a:avLst/>
          </a:prstGeom>
        </p:spPr>
      </p:pic>
      <p:sp>
        <p:nvSpPr>
          <p:cNvPr id="13" name="Boo text" descr="Boo! Found it!"/>
          <p:cNvSpPr/>
          <p:nvPr/>
        </p:nvSpPr>
        <p:spPr>
          <a:xfrm>
            <a:off x="6858000" y="52070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Boo! Found it!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" dur="400" fill="hold" repeatCount="2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pic>
        <p:nvPicPr>
          <p:cNvPr id="5" name="Ghost found 3" descr="Ghost foun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079500"/>
            <a:ext cx="571500" cy="660400"/>
          </a:xfrm>
          <a:prstGeom prst="rect">
            <a:avLst/>
          </a:prstGeom>
        </p:spPr>
      </p:pic>
      <p:sp>
        <p:nvSpPr>
          <p:cNvPr id="6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Word صَدَقُوا۟" descr="صَدَقُوا۟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صَدَقُوا۟</a:t>
            </a:r>
          </a:p>
        </p:txBody>
      </p:sp>
      <p:sp>
        <p:nvSpPr>
          <p:cNvPr id="8" name="Letter 1 صَ" descr="صَ">
            <a:hlinkClick action="ppaction://hlinksldjump" r:id="rId4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9" name="Letter 2 دَ" descr="دَ">
            <a:hlinkClick action="ppaction://hlinksldjump" r:id="rId4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0" name="Letter 3 قُ" descr="قُ">
            <a:hlinkClick action="ppaction://hlinksldjump" r:id="rId4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1" name="Letter 4 و" descr="و">
            <a:hlinkClick action="ppaction://hlinksldjump" r:id="rId4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2" name="Letter 5 ا۟" descr="ا۟">
            <a:hlinkClick action="ppaction://hlinksldjump" r:id="rId5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pic>
        <p:nvPicPr>
          <p:cNvPr id="13" name="Boo" descr="Bo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4953000"/>
            <a:ext cx="1143000" cy="1314450"/>
          </a:xfrm>
          <a:prstGeom prst="rect">
            <a:avLst/>
          </a:prstGeom>
        </p:spPr>
      </p:pic>
      <p:sp>
        <p:nvSpPr>
          <p:cNvPr id="14" name="Boo text" descr="Boo! Found it!"/>
          <p:cNvSpPr/>
          <p:nvPr/>
        </p:nvSpPr>
        <p:spPr>
          <a:xfrm>
            <a:off x="6858000" y="52070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Boo! Found it!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" dur="400" fill="hold" repeatCount="2000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pic>
        <p:nvPicPr>
          <p:cNvPr id="5" name="Ghost found 3" descr="Ghost foun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079500"/>
            <a:ext cx="571500" cy="660400"/>
          </a:xfrm>
          <a:prstGeom prst="rect">
            <a:avLst/>
          </a:prstGeom>
        </p:spPr>
      </p:pic>
      <p:pic>
        <p:nvPicPr>
          <p:cNvPr id="6" name="Ghost found 4" descr="Ghost found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1079500"/>
            <a:ext cx="571500" cy="660400"/>
          </a:xfrm>
          <a:prstGeom prst="rect">
            <a:avLst/>
          </a:prstGeom>
        </p:spPr>
      </p:pic>
      <p:sp>
        <p:nvSpPr>
          <p:cNvPr id="7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Word قَالُوا۟" descr="قَالُوا۟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قَالُوا۟</a:t>
            </a:r>
          </a:p>
        </p:txBody>
      </p:sp>
      <p:sp>
        <p:nvSpPr>
          <p:cNvPr id="9" name="Letter 1 قَ" descr="قَ">
            <a:hlinkClick action="ppaction://hlinksldjump" r:id="rId4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0" name="Letter 2 ا" descr="ا">
            <a:hlinkClick action="ppaction://hlinksldjump" r:id="rId4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1" name="Letter 3 لُ" descr="لُ">
            <a:hlinkClick action="ppaction://hlinksldjump" r:id="rId4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2" name="Letter 4 و" descr="و">
            <a:hlinkClick action="ppaction://hlinksldjump" r:id="rId4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3" name="Letter 5 ا۟" descr="ا۟">
            <a:hlinkClick action="ppaction://hlinksldjump" r:id="rId5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pic>
        <p:nvPicPr>
          <p:cNvPr id="14" name="Boo" descr="Bo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4953000"/>
            <a:ext cx="1143000" cy="1314450"/>
          </a:xfrm>
          <a:prstGeom prst="rect">
            <a:avLst/>
          </a:prstGeom>
        </p:spPr>
      </p:pic>
      <p:sp>
        <p:nvSpPr>
          <p:cNvPr id="15" name="Boo text" descr="Boo! Found it!"/>
          <p:cNvSpPr/>
          <p:nvPr/>
        </p:nvSpPr>
        <p:spPr>
          <a:xfrm>
            <a:off x="6858000" y="52070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Boo! Found it!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" dur="400" fill="hold" repeatCount="2000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pic>
        <p:nvPicPr>
          <p:cNvPr id="5" name="Ghost found 3" descr="Ghost foun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079500"/>
            <a:ext cx="571500" cy="660400"/>
          </a:xfrm>
          <a:prstGeom prst="rect">
            <a:avLst/>
          </a:prstGeom>
        </p:spPr>
      </p:pic>
      <p:pic>
        <p:nvPicPr>
          <p:cNvPr id="6" name="Ghost found 4" descr="Ghost found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1079500"/>
            <a:ext cx="571500" cy="660400"/>
          </a:xfrm>
          <a:prstGeom prst="rect">
            <a:avLst/>
          </a:prstGeom>
        </p:spPr>
      </p:pic>
      <p:pic>
        <p:nvPicPr>
          <p:cNvPr id="7" name="Ghost found 5" descr="Ghost found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0" y="1079500"/>
            <a:ext cx="571500" cy="660400"/>
          </a:xfrm>
          <a:prstGeom prst="rect">
            <a:avLst/>
          </a:prstGeom>
        </p:spPr>
      </p:pic>
      <p:pic>
        <p:nvPicPr>
          <p:cNvPr id="8" name="Happy ghost 1" descr="Happy ghos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2413000"/>
            <a:ext cx="1651000" cy="1905000"/>
          </a:xfrm>
          <a:prstGeom prst="rect">
            <a:avLst/>
          </a:prstGeom>
        </p:spPr>
      </p:pic>
      <p:pic>
        <p:nvPicPr>
          <p:cNvPr id="9" name="Happy ghost 2" descr="Happy ghos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2413000"/>
            <a:ext cx="1651000" cy="1905000"/>
          </a:xfrm>
          <a:prstGeom prst="rect">
            <a:avLst/>
          </a:prstGeom>
        </p:spPr>
      </p:pic>
      <p:pic>
        <p:nvPicPr>
          <p:cNvPr id="10" name="Happy ghost 3" descr="Happy ghos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0" y="2413000"/>
            <a:ext cx="1651000" cy="1905000"/>
          </a:xfrm>
          <a:prstGeom prst="rect">
            <a:avLst/>
          </a:prstGeom>
        </p:spPr>
      </p:pic>
      <p:sp>
        <p:nvSpPr>
          <p:cNvPr id="11" name="You found all the ghosts!" descr="You found all the ghosts!"/>
          <p:cNvSpPr/>
          <p:nvPr/>
        </p:nvSpPr>
        <p:spPr>
          <a:xfrm>
            <a:off x="8255000" y="1270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You found all the ghosts!</a:t>
            </a:r>
          </a:p>
        </p:txBody>
      </p:sp>
      <p:sp>
        <p:nvSpPr>
          <p:cNvPr id="12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6" dur="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8" dur="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ord كَفَرُوا۟" descr="كَفَرُوا۟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كَفَرُوا۟</a:t>
            </a:r>
          </a:p>
        </p:txBody>
      </p:sp>
      <p:sp>
        <p:nvSpPr>
          <p:cNvPr id="5" name="Letter 1 كَ" descr="كَ">
            <a:hlinkClick action="ppaction://hlinksldjump" r:id="rId3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6" name="Letter 2 فَ" descr="فَ">
            <a:hlinkClick action="ppaction://hlinksldjump" r:id="rId3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7" name="Letter 3 رُ" descr="رُ">
            <a:hlinkClick action="ppaction://hlinksldjump" r:id="rId3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8" name="Letter 4 و" descr="و">
            <a:hlinkClick action="ppaction://hlinksldjump" r:id="rId3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9" name="Letter 5 ا۟" descr="ا۟">
            <a:hlinkClick action="ppaction://hlinksldjump" r:id="rId4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381000" y="508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sp>
        <p:nvSpPr>
          <p:cNvPr id="4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Word أُو۟لَٰٓئِكَ" descr="أُو۟لَـٰٓئِكَ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أُو۟لَـ</a:t>
            </a:r>
            <a:r>
              <a:rPr sz="7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sp>
        <p:nvSpPr>
          <p:cNvPr id="6" name="Letter 1 أُ" descr="أُ">
            <a:hlinkClick action="ppaction://hlinksldjump" r:id="rId4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7" name="Letter 2 و۟" descr="و۟">
            <a:hlinkClick action="ppaction://hlinksldjump" r:id="rId5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و۟</a:t>
            </a:r>
          </a:p>
        </p:txBody>
      </p:sp>
      <p:sp>
        <p:nvSpPr>
          <p:cNvPr id="8" name="Letter 3 لَٰٓ" descr="لَٰٓ">
            <a:hlinkClick action="ppaction://hlinksldjump" r:id="rId4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</a:t>
            </a:r>
            <a:r>
              <a:rPr sz="7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</a:t>
            </a:r>
          </a:p>
        </p:txBody>
      </p:sp>
      <p:sp>
        <p:nvSpPr>
          <p:cNvPr id="9" name="Letter 4 ئِ" descr="ئِ">
            <a:hlinkClick action="ppaction://hlinksldjump" r:id="rId4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ئِ</a:t>
            </a:r>
          </a:p>
        </p:txBody>
      </p:sp>
      <p:sp>
        <p:nvSpPr>
          <p:cNvPr id="10" name="Letter 5 كَ" descr="كَ">
            <a:hlinkClick action="ppaction://hlinksldjump" r:id="rId4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381000" y="508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sp>
        <p:nvSpPr>
          <p:cNvPr id="5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Word صَدَقُوا۟" descr="صَدَقُوا۟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صَدَقُوا۟</a:t>
            </a:r>
          </a:p>
        </p:txBody>
      </p:sp>
      <p:sp>
        <p:nvSpPr>
          <p:cNvPr id="7" name="Letter 1 صَ" descr="صَ">
            <a:hlinkClick action="ppaction://hlinksldjump" r:id="rId4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8" name="Letter 2 دَ" descr="دَ">
            <a:hlinkClick action="ppaction://hlinksldjump" r:id="rId4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9" name="Letter 3 قُ" descr="قُ">
            <a:hlinkClick action="ppaction://hlinksldjump" r:id="rId4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0" name="Letter 4 و" descr="و">
            <a:hlinkClick action="ppaction://hlinksldjump" r:id="rId4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1" name="Letter 5 ا۟" descr="ا۟">
            <a:hlinkClick action="ppaction://hlinksldjump" r:id="rId5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381000" y="508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pic>
        <p:nvPicPr>
          <p:cNvPr id="5" name="Ghost found 3" descr="Ghost foun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079500"/>
            <a:ext cx="571500" cy="660400"/>
          </a:xfrm>
          <a:prstGeom prst="rect">
            <a:avLst/>
          </a:prstGeom>
        </p:spPr>
      </p:pic>
      <p:sp>
        <p:nvSpPr>
          <p:cNvPr id="6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Word صَدَقُوا۟" descr="صَدَقُوا۟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صَدَقُوا۟</a:t>
            </a:r>
          </a:p>
        </p:txBody>
      </p:sp>
      <p:sp>
        <p:nvSpPr>
          <p:cNvPr id="8" name="Letter 1 صَ" descr="صَ">
            <a:hlinkClick action="ppaction://hlinksldjump" r:id="rId4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9" name="Letter 2 دَ" descr="دَ">
            <a:hlinkClick action="ppaction://hlinksldjump" r:id="rId4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0" name="Letter 3 قُ" descr="قُ">
            <a:hlinkClick action="ppaction://hlinksldjump" r:id="rId4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1" name="Letter 4 و" descr="و">
            <a:hlinkClick action="ppaction://hlinksldjump" r:id="rId4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2" name="Letter 5 ا۟" descr="ا۟">
            <a:hlinkClick action="ppaction://hlinksldjump" r:id="rId5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381000" y="508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pic>
        <p:nvPicPr>
          <p:cNvPr id="5" name="Ghost found 3" descr="Ghost foun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079500"/>
            <a:ext cx="571500" cy="660400"/>
          </a:xfrm>
          <a:prstGeom prst="rect">
            <a:avLst/>
          </a:prstGeom>
        </p:spPr>
      </p:pic>
      <p:pic>
        <p:nvPicPr>
          <p:cNvPr id="6" name="Ghost found 4" descr="Ghost found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1079500"/>
            <a:ext cx="571500" cy="660400"/>
          </a:xfrm>
          <a:prstGeom prst="rect">
            <a:avLst/>
          </a:prstGeom>
        </p:spPr>
      </p:pic>
      <p:sp>
        <p:nvSpPr>
          <p:cNvPr id="7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Word قَالُوا۟" descr="قَالُوا۟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قَالُوا۟</a:t>
            </a:r>
          </a:p>
        </p:txBody>
      </p:sp>
      <p:sp>
        <p:nvSpPr>
          <p:cNvPr id="9" name="Letter 1 قَ" descr="قَ">
            <a:hlinkClick action="ppaction://hlinksldjump" r:id="rId4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0" name="Letter 2 ا" descr="ا">
            <a:hlinkClick action="ppaction://hlinksldjump" r:id="rId4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1" name="Letter 3 لُ" descr="لُ">
            <a:hlinkClick action="ppaction://hlinksldjump" r:id="rId4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2" name="Letter 4 و" descr="و">
            <a:hlinkClick action="ppaction://hlinksldjump" r:id="rId4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3" name="Letter 5 ا۟" descr="ا۟">
            <a:hlinkClick action="ppaction://hlinksldjump" r:id="rId5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sp>
        <p:nvSpPr>
          <p:cNvPr id="14" name="Try again!" descr="Try again!"/>
          <p:cNvSpPr/>
          <p:nvPr/>
        </p:nvSpPr>
        <p:spPr>
          <a:xfrm>
            <a:off x="381000" y="508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Apple Tree (class game)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700" b="1" lang="en-US">
                <a:solidFill>
                  <a:srgbClr val="8A6CF0"/>
                </a:solidFill>
                <a:latin typeface="Arial"/>
                <a:cs typeface="Arial"/>
              </a:rPr>
              <a:t>How to play: Apple Tree (class game)</a:t>
            </a:r>
          </a:p>
        </p:txBody>
      </p:sp>
      <p:sp>
        <p:nvSpPr>
          <p:cNvPr id="5" name="Line 1" descr="1.  Two teams: Red and Blue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1.  Two teams: Red and Blue.</a:t>
            </a:r>
          </a:p>
        </p:txBody>
      </p:sp>
      <p:sp>
        <p:nvSpPr>
          <p:cNvPr id="6" name="Line 2" descr="2.  Read the word, then tap your team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2.  Read the word, then tap your team.</a:t>
            </a:r>
          </a:p>
        </p:txBody>
      </p:sp>
      <p:sp>
        <p:nvSpPr>
          <p:cNvPr id="7" name="Line 3" descr="3.  First basket with 5 apples win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3.  First basket with 5 apples wins!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375" y="2095500"/>
            <a:ext cx="174625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2413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3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2" name="Apple 9" descr="Appl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3" name="Apple 10" descr="Appl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هَاجَرُوا۟" descr="هَاجَرُوا۟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هَاجَرُوا۟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3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2" name="Apple 9" descr="Appl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قَوَارِيرَا۠" descr="قَوَارِيرَا۠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قَوَارِيرَا۠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رَّسُولَا۠" descr="ٱلرَّسُولَا۠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ٱلرَّسُولَا۠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صَدَقُوا۟" descr="صَدَقُوا۟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صَدَقُوا۟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ظُّنُونَا۠" descr="ٱلظُّنُونَا۠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ٱلظُّنُونَا۠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3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2" name="Apple 9" descr="Appl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3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قَوَارِيرَا۠" descr="قَوَارِيرَا۠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قَوَارِيرَا۠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2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رَّسُولَا۠" descr="ٱلرَّسُولَا۠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ٱلرَّسُولَا۠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1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صَدَقُوا۟" descr="صَدَقُوا۟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صَدَقُوا۟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ظُّنُونَا۠" descr="ٱلظُّنُونَا۠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ٱلظُّنُونَا۠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أُو۟لَٰٓئِكَ" descr="أُو۟لَـٰٓئِكَ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أُو۟لَـ</a:t>
            </a:r>
            <a:r>
              <a:rPr sz="5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2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3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رَّسُولَا۠" descr="ٱلرَّسُولَا۠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ٱلرَّسُولَا۠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1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2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صَدَقُوا۟" descr="صَدَقُوا۟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صَدَقُوا۟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1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ظُّنُونَا۠" descr="ٱلظُّنُونَا۠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ٱلظُّنُونَا۠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أُو۟لَٰٓئِكَ" descr="أُو۟لَـٰٓئِكَ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أُو۟لَـ</a:t>
            </a:r>
            <a:r>
              <a:rPr sz="5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أَنَا۠" descr="أَنَا۠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أَنَا۠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7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8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1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2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3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صَدَقُوا۟" descr="صَدَقُوا۟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صَدَقُوا۟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1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2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ظُّنُونَا۠" descr="ٱلظُّنُونَا۠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ٱلظُّنُونَا۠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1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أُو۟لَٰٓئِكَ" descr="أُو۟لَـٰٓئِكَ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أُو۟لَـ</a:t>
            </a:r>
            <a:r>
              <a:rPr sz="5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0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أَنَا۠" descr="أَنَا۠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أَنَا۠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7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8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9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قَالُوا۟" descr="قَالُوا۟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قَالُوا۟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6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7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8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1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2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3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ظُّنُونَا۠" descr="ٱلظُّنُونَا۠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ٱلظُّنُونَا۠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1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2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أُو۟لَٰٓئِكَ" descr="أُو۟لَـٰٓئِكَ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أُو۟لَـ</a:t>
            </a:r>
            <a:r>
              <a:rPr sz="5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0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1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أَنَا۠" descr="أَنَا۠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أَنَا۠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7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8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9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0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قَالُوا۟" descr="قَالُوا۟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قَالُوا۟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6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7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8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9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ثَمُودَا۟" descr="ثَمُودَا۟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ثَمُودَا۟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5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6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7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8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1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2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3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0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1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2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7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8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9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0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1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6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7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8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9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0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5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6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7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8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9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0" descr="Snowman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أَنَا" descr="أَن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أَنَا</a:t>
            </a:r>
          </a:p>
        </p:txBody>
      </p:sp>
      <p:sp>
        <p:nvSpPr>
          <p:cNvPr id="10" name="Answer 2 أَنَ" descr="أَن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أَنَ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Stopping on this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Stopping on this word:</a:t>
            </a:r>
          </a:p>
        </p:txBody>
      </p:sp>
      <p:sp>
        <p:nvSpPr>
          <p:cNvPr id="13" name="Find أَنَا۠" descr="أَن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أَنَا۠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1" descr="Snowma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قَالَ" descr="قَال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10" name="Answer 2 ءَامَنُوا۟" descr="ءَامَنُوا۟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ءَامَنُوا۟</a:t>
            </a:r>
          </a:p>
        </p:txBody>
      </p:sp>
      <p:sp>
        <p:nvSpPr>
          <p:cNvPr id="11" name="Answer 3 سَمِعَ" descr="سَمِع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2" descr="Snowma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قَوَارِيرَا" descr="قَوَارِير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قَوَارِيرَا</a:t>
            </a:r>
          </a:p>
        </p:txBody>
      </p:sp>
      <p:sp>
        <p:nvSpPr>
          <p:cNvPr id="10" name="Answer 2 قَوَارِيرَ" descr="قَوَارِير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قَوَارِيرَ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Stopping on this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Stopping on this word:</a:t>
            </a:r>
          </a:p>
        </p:txBody>
      </p:sp>
      <p:sp>
        <p:nvSpPr>
          <p:cNvPr id="13" name="Find قَوَارِيرَا۠" descr="قَوَارِير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قَوَارِيرَا۠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3" descr="Snowma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كَفَرُوا۟" descr="كَفَرُوا۟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كَفَرُوا۟</a:t>
            </a:r>
          </a:p>
        </p:txBody>
      </p:sp>
      <p:sp>
        <p:nvSpPr>
          <p:cNvPr id="10" name="Answer 2 فِيلٌ" descr="فِيل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فِيلٌ</a:t>
            </a:r>
          </a:p>
        </p:txBody>
      </p:sp>
      <p:sp>
        <p:nvSpPr>
          <p:cNvPr id="11" name="Answer 3 ذَهَبَ" descr="ذَهَب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4" descr="Snowma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جَلَسَ" descr="جَلَس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sp>
        <p:nvSpPr>
          <p:cNvPr id="10" name="Answer 2 ثَمُودَا۟" descr="ثَمُودَا۟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ثَمُودَا۟</a:t>
            </a:r>
          </a:p>
        </p:txBody>
      </p:sp>
      <p:sp>
        <p:nvSpPr>
          <p:cNvPr id="11" name="Answer 3 قَالَ" descr="قَال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5" descr="Snowma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Hello, snowman!" descr="Hello, snowman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FB57A"/>
                </a:solidFill>
                <a:latin typeface="Arial"/>
                <a:cs typeface="Arial"/>
              </a:rPr>
              <a:t>Hello, snowman!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300" fill="hold" repeatCount="3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0" descr="Snowman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أَنَا" descr="أَن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أَنَا</a:t>
            </a:r>
          </a:p>
        </p:txBody>
      </p:sp>
      <p:sp>
        <p:nvSpPr>
          <p:cNvPr id="10" name="Answer 2 أَنَ" descr="أَن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أَنَ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Stopping on this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Stopping on this word:</a:t>
            </a:r>
          </a:p>
        </p:txBody>
      </p:sp>
      <p:sp>
        <p:nvSpPr>
          <p:cNvPr id="14" name="Find أَنَا۠" descr="أَن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أَنَا۠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1" descr="Snowma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قَالَ" descr="قَال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10" name="Answer 2 ءَامَنُوا۟" descr="ءَامَنُوا۟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ءَامَنُوا۟</a:t>
            </a:r>
          </a:p>
        </p:txBody>
      </p:sp>
      <p:sp>
        <p:nvSpPr>
          <p:cNvPr id="11" name="Answer 3 سَمِعَ" descr="سَمِع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2" descr="Snowma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قَوَارِيرَا" descr="قَوَارِير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قَوَارِيرَا</a:t>
            </a:r>
          </a:p>
        </p:txBody>
      </p:sp>
      <p:sp>
        <p:nvSpPr>
          <p:cNvPr id="10" name="Answer 2 قَوَارِيرَ" descr="قَوَارِير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قَوَارِيرَ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Stopping on this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Stopping on this word:</a:t>
            </a:r>
          </a:p>
        </p:txBody>
      </p:sp>
      <p:sp>
        <p:nvSpPr>
          <p:cNvPr id="14" name="Find قَوَارِيرَا۠" descr="قَوَارِير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قَوَارِيرَا۠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3" descr="Snowma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كَفَرُوا۟" descr="كَفَرُوا۟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كَفَرُوا۟</a:t>
            </a:r>
          </a:p>
        </p:txBody>
      </p:sp>
      <p:sp>
        <p:nvSpPr>
          <p:cNvPr id="10" name="Answer 2 فِيلٌ" descr="فِيل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فِيلٌ</a:t>
            </a:r>
          </a:p>
        </p:txBody>
      </p:sp>
      <p:sp>
        <p:nvSpPr>
          <p:cNvPr id="11" name="Answer 3 ذَهَبَ" descr="ذَهَب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now" descr="S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nowman 4" descr="Snowma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032000"/>
            <a:ext cx="2540000" cy="4235450"/>
          </a:xfrm>
          <a:prstGeom prst="rect">
            <a:avLst/>
          </a:prstGeom>
        </p:spPr>
      </p:pic>
      <p:sp>
        <p:nvSpPr>
          <p:cNvPr id="9" name="Answer 1 جَلَسَ" descr="جَلَس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sp>
        <p:nvSpPr>
          <p:cNvPr id="10" name="Answer 2 ثَمُودَا۟" descr="ثَمُودَا۟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ثَمُودَا۟</a:t>
            </a:r>
          </a:p>
        </p:txBody>
      </p:sp>
      <p:sp>
        <p:nvSpPr>
          <p:cNvPr id="11" name="Answer 3 قَالَ" descr="قَال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سَّبِيلَا۠" descr="ٱلسَّبِيلَا۠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</a:t>
            </a:r>
            <a:r>
              <a:rPr sz="70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ا۠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6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6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ثَمُودَا۟" descr="ثَمُودَا۟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ثَمُ</a:t>
            </a:r>
            <a:r>
              <a:rPr sz="91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و</a:t>
            </a:r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دَا۟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7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7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لَّٰكِنَّا۠" descr="لَّـٰكِنَّا۠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لَّـ</a:t>
            </a:r>
            <a:r>
              <a:rPr sz="91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كِنَّ</a:t>
            </a:r>
            <a:r>
              <a:rPr sz="91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ا۠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6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6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لَّٰكِنَّا۠" descr="لَّـٰكِنَّا۠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لَّـ</a:t>
            </a:r>
            <a:r>
              <a:rPr sz="91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كِنَّ</a:t>
            </a:r>
            <a:r>
              <a:rPr sz="91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ا۠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6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6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رَّسُولَا۠" descr="ٱلرَّسُولَا۠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ٱلرَّسُولَ</a:t>
            </a:r>
            <a:r>
              <a:rPr sz="70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ا۠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6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6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reat sorting!" descr="Great sorting!"/>
          <p:cNvSpPr/>
          <p:nvPr/>
        </p:nvSpPr>
        <p:spPr>
          <a:xfrm>
            <a:off x="4572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Great sorting!</a:t>
            </a:r>
          </a:p>
        </p:txBody>
      </p:sp>
      <p:sp>
        <p:nvSpPr>
          <p:cNvPr id="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سَّبِيلَا۠" descr="ٱلسَّبِيلَا۠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</a:t>
            </a:r>
            <a:r>
              <a:rPr sz="70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ا۠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6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6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ثَمُودَا۟" descr="ثَمُودَا۟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ثَمُ</a:t>
            </a:r>
            <a:r>
              <a:rPr sz="91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و</a:t>
            </a:r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دَا۟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7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7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لَّٰكِنَّا۠" descr="لَّـٰكِنَّا۠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لَّـ</a:t>
            </a:r>
            <a:r>
              <a:rPr sz="91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كِنَّ</a:t>
            </a:r>
            <a:r>
              <a:rPr sz="91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ا۠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6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6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لَّٰكِنَّا۠" descr="لَّـٰكِنَّا۠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لَّـ</a:t>
            </a:r>
            <a:r>
              <a:rPr sz="91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كِنَّ</a:t>
            </a:r>
            <a:r>
              <a:rPr sz="91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ا۠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6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6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رَّسُولَا۠" descr="ٱلرَّسُولَا۠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ٱلرَّسُولَ</a:t>
            </a:r>
            <a:r>
              <a:rPr sz="70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ا۠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6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6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hovel" descr="Shov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4" name="Sand 1" descr="Sand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5" name="Answer 1 ٱلرَّسُولَ" descr="ٱلرَّسُولَ">
            <a:hlinkClick action="ppaction://hlinksldjump" r:id="rId5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ٱلرَّسُولَ</a:t>
            </a:r>
          </a:p>
        </p:txBody>
      </p:sp>
      <p:pic>
        <p:nvPicPr>
          <p:cNvPr id="6" name="Sand 2" descr="San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7" name="Answer 2 ٱلرَّسُولَا" descr="ٱلرَّسُولَا">
            <a:hlinkClick action="ppaction://hlinksldjump" r:id="rId6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ٱلرَّسُولَا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Reading on to the next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E2640"/>
                </a:solidFill>
                <a:latin typeface="Arial"/>
                <a:cs typeface="Arial"/>
              </a:rPr>
              <a:t>Reading on to the next word:</a:t>
            </a:r>
          </a:p>
        </p:txBody>
      </p:sp>
      <p:sp>
        <p:nvSpPr>
          <p:cNvPr id="10" name="Find ٱلرَّسُولَا۠" descr="ٱلرَّسُول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ٱلرَّسُولَا۠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Shovel" descr="Shov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5" name="Sand 1" descr="San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6" name="Answer 1 يَقُولُ" descr="يَقُولُ">
            <a:hlinkClick action="ppaction://hlinksldjump" r:id="rId6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يَقُولُ</a:t>
            </a:r>
          </a:p>
        </p:txBody>
      </p:sp>
      <p:pic>
        <p:nvPicPr>
          <p:cNvPr id="7" name="Sand 2" descr="San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8" name="Answer 2 سَمِعَ" descr="سَمِعَ">
            <a:hlinkClick action="ppaction://hlinksldjump" r:id="rId6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pic>
        <p:nvPicPr>
          <p:cNvPr id="9" name="Sand 3" descr="San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1000" y="3810000"/>
            <a:ext cx="2540000" cy="1409700"/>
          </a:xfrm>
          <a:prstGeom prst="rect">
            <a:avLst/>
          </a:prstGeom>
        </p:spPr>
      </p:pic>
      <p:sp>
        <p:nvSpPr>
          <p:cNvPr id="10" name="Answer 3 أُو۟لَٰٓئِكَ" descr="أُو۟لَـٰٓئِكَ">
            <a:hlinkClick action="ppaction://hlinksldjump" r:id="rId7"/>
          </p:cNvPr>
          <p:cNvSpPr/>
          <p:nvPr/>
        </p:nvSpPr>
        <p:spPr>
          <a:xfrm>
            <a:off x="1714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أُو۟لَـ</a:t>
            </a:r>
            <a:r>
              <a:rPr sz="4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pic>
        <p:nvPicPr>
          <p:cNvPr id="11" name="New gem" descr="New ge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0" y="2159000"/>
            <a:ext cx="1016000" cy="901700"/>
          </a:xfrm>
          <a:prstGeom prst="rect">
            <a:avLst/>
          </a:prstGeom>
        </p:spPr>
      </p:pic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Gem 2" descr="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143000"/>
            <a:ext cx="635000" cy="565150"/>
          </a:xfrm>
          <a:prstGeom prst="rect">
            <a:avLst/>
          </a:prstGeom>
        </p:spPr>
      </p:pic>
      <p:pic>
        <p:nvPicPr>
          <p:cNvPr id="5" name="Shovel" descr="Shove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6" name="Sand 1" descr="San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7" name="Answer 1 أُو۟لَٰٓئِكَ" descr="أُو۟لَـٰٓئِكَ">
            <a:hlinkClick action="ppaction://hlinksldjump" r:id="rId7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أُو۟لَـ</a:t>
            </a:r>
            <a:r>
              <a:rPr sz="4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pic>
        <p:nvPicPr>
          <p:cNvPr id="8" name="Sand 2" descr="San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9" name="Answer 2 فِيلٌ" descr="فِيلٌ">
            <a:hlinkClick action="ppaction://hlinksldjump" r:id="rId8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فِيلٌ</a:t>
            </a:r>
          </a:p>
        </p:txBody>
      </p:sp>
      <p:pic>
        <p:nvPicPr>
          <p:cNvPr id="10" name="Sand 3" descr="San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1000" y="3810000"/>
            <a:ext cx="2540000" cy="1409700"/>
          </a:xfrm>
          <a:prstGeom prst="rect">
            <a:avLst/>
          </a:prstGeom>
        </p:spPr>
      </p:pic>
      <p:sp>
        <p:nvSpPr>
          <p:cNvPr id="11" name="Answer 3 ذَهَبَ" descr="ذَهَبَ">
            <a:hlinkClick action="ppaction://hlinksldjump" r:id="rId8"/>
          </p:cNvPr>
          <p:cNvSpPr/>
          <p:nvPr/>
        </p:nvSpPr>
        <p:spPr>
          <a:xfrm>
            <a:off x="1714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pic>
        <p:nvPicPr>
          <p:cNvPr id="12" name="New gem" descr="New 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159000"/>
            <a:ext cx="1016000" cy="901700"/>
          </a:xfrm>
          <a:prstGeom prst="rect">
            <a:avLst/>
          </a:prstGeom>
        </p:spPr>
      </p:pic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Gem 2" descr="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143000"/>
            <a:ext cx="635000" cy="565150"/>
          </a:xfrm>
          <a:prstGeom prst="rect">
            <a:avLst/>
          </a:prstGeom>
        </p:spPr>
      </p:pic>
      <p:pic>
        <p:nvPicPr>
          <p:cNvPr id="5" name="Gem 3" descr="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1143000"/>
            <a:ext cx="635000" cy="565150"/>
          </a:xfrm>
          <a:prstGeom prst="rect">
            <a:avLst/>
          </a:prstGeom>
        </p:spPr>
      </p:pic>
      <p:pic>
        <p:nvPicPr>
          <p:cNvPr id="6" name="Shovel" descr="Shove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7" name="Sand 1" descr="San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8" name="Answer 1 ٱلظُّنُونَا" descr="ٱلظُّنُونَا">
            <a:hlinkClick action="ppaction://hlinksldjump" r:id="rId8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ٱلظُّنُونَا</a:t>
            </a:r>
          </a:p>
        </p:txBody>
      </p:sp>
      <p:pic>
        <p:nvPicPr>
          <p:cNvPr id="9" name="Sand 2" descr="Sand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10" name="Answer 2 ٱلظُّنُونَ" descr="ٱلظُّنُونَ">
            <a:hlinkClick action="ppaction://hlinksldjump" r:id="rId9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ٱلظُّنُونَ</a:t>
            </a:r>
          </a:p>
        </p:txBody>
      </p:sp>
      <p:pic>
        <p:nvPicPr>
          <p:cNvPr id="11" name="New gem" descr="New ge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8000" y="2159000"/>
            <a:ext cx="1016000" cy="901700"/>
          </a:xfrm>
          <a:prstGeom prst="rect">
            <a:avLst/>
          </a:prstGeom>
        </p:spPr>
      </p:pic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Reading on to the next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E2640"/>
                </a:solidFill>
                <a:latin typeface="Arial"/>
                <a:cs typeface="Arial"/>
              </a:rPr>
              <a:t>Reading on to the next word:</a:t>
            </a:r>
          </a:p>
        </p:txBody>
      </p:sp>
      <p:sp>
        <p:nvSpPr>
          <p:cNvPr id="14" name="Find ٱلظُّنُونَا۠" descr="ٱلظُّنُون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ٱلظُّنُونَا۠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Gem 2" descr="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143000"/>
            <a:ext cx="635000" cy="565150"/>
          </a:xfrm>
          <a:prstGeom prst="rect">
            <a:avLst/>
          </a:prstGeom>
        </p:spPr>
      </p:pic>
      <p:pic>
        <p:nvPicPr>
          <p:cNvPr id="5" name="Gem 3" descr="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1143000"/>
            <a:ext cx="635000" cy="565150"/>
          </a:xfrm>
          <a:prstGeom prst="rect">
            <a:avLst/>
          </a:prstGeom>
        </p:spPr>
      </p:pic>
      <p:pic>
        <p:nvPicPr>
          <p:cNvPr id="6" name="Gem 4" descr="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143000"/>
            <a:ext cx="635000" cy="565150"/>
          </a:xfrm>
          <a:prstGeom prst="rect">
            <a:avLst/>
          </a:prstGeom>
        </p:spPr>
      </p:pic>
      <p:pic>
        <p:nvPicPr>
          <p:cNvPr id="7" name="Shovel" descr="Shove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8" name="Sand 1" descr="San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9" name="Answer 1 جَلَسَ" descr="جَلَسَ">
            <a:hlinkClick action="ppaction://hlinksldjump" r:id="rId8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pic>
        <p:nvPicPr>
          <p:cNvPr id="10" name="Sand 2" descr="Sand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11" name="Answer 2 هَاجَرُوا۟" descr="هَاجَرُوا۟">
            <a:hlinkClick action="ppaction://hlinksldjump" r:id="rId9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هَاجَرُوا۟</a:t>
            </a:r>
          </a:p>
        </p:txBody>
      </p:sp>
      <p:pic>
        <p:nvPicPr>
          <p:cNvPr id="12" name="Sand 3" descr="San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1000" y="3810000"/>
            <a:ext cx="2540000" cy="1409700"/>
          </a:xfrm>
          <a:prstGeom prst="rect">
            <a:avLst/>
          </a:prstGeom>
        </p:spPr>
      </p:pic>
      <p:sp>
        <p:nvSpPr>
          <p:cNvPr id="13" name="Answer 3 نُورٌ" descr="نُورٌ">
            <a:hlinkClick action="ppaction://hlinksldjump" r:id="rId8"/>
          </p:cNvPr>
          <p:cNvSpPr/>
          <p:nvPr/>
        </p:nvSpPr>
        <p:spPr>
          <a:xfrm>
            <a:off x="1714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pic>
        <p:nvPicPr>
          <p:cNvPr id="14" name="New gem" descr="New ge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0" y="2159000"/>
            <a:ext cx="1016000" cy="901700"/>
          </a:xfrm>
          <a:prstGeom prst="rect">
            <a:avLst/>
          </a:prstGeom>
        </p:spPr>
      </p:pic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7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Gem 2" descr="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143000"/>
            <a:ext cx="635000" cy="565150"/>
          </a:xfrm>
          <a:prstGeom prst="rect">
            <a:avLst/>
          </a:prstGeom>
        </p:spPr>
      </p:pic>
      <p:pic>
        <p:nvPicPr>
          <p:cNvPr id="5" name="Gem 3" descr="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1143000"/>
            <a:ext cx="635000" cy="565150"/>
          </a:xfrm>
          <a:prstGeom prst="rect">
            <a:avLst/>
          </a:prstGeom>
        </p:spPr>
      </p:pic>
      <p:pic>
        <p:nvPicPr>
          <p:cNvPr id="6" name="Gem 4" descr="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143000"/>
            <a:ext cx="635000" cy="565150"/>
          </a:xfrm>
          <a:prstGeom prst="rect">
            <a:avLst/>
          </a:prstGeom>
        </p:spPr>
      </p:pic>
      <p:pic>
        <p:nvPicPr>
          <p:cNvPr id="7" name="Gem 5" descr="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143000"/>
            <a:ext cx="635000" cy="565150"/>
          </a:xfrm>
          <a:prstGeom prst="rect">
            <a:avLst/>
          </a:prstGeom>
        </p:spPr>
      </p:pic>
      <p:pic>
        <p:nvPicPr>
          <p:cNvPr id="8" name="Treasure" descr="Treasur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9000" y="3048000"/>
            <a:ext cx="2794000" cy="2286000"/>
          </a:xfrm>
          <a:prstGeom prst="rect">
            <a:avLst/>
          </a:prstGeom>
        </p:spPr>
      </p:pic>
      <p:sp>
        <p:nvSpPr>
          <p:cNvPr id="9" name="Treasure!" descr="Treasure!"/>
          <p:cNvSpPr/>
          <p:nvPr/>
        </p:nvSpPr>
        <p:spPr>
          <a:xfrm>
            <a:off x="7937500" y="2095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FB57A"/>
                </a:solidFill>
                <a:latin typeface="Arial"/>
                <a:cs typeface="Arial"/>
              </a:rPr>
              <a:t>Treasure!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hovel" descr="Shov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4" name="Sand 1" descr="Sand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5" name="Answer 1 ٱلرَّسُولَ" descr="ٱلرَّسُولَ">
            <a:hlinkClick action="ppaction://hlinksldjump" r:id="rId5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ٱلرَّسُولَ</a:t>
            </a:r>
          </a:p>
        </p:txBody>
      </p:sp>
      <p:pic>
        <p:nvPicPr>
          <p:cNvPr id="6" name="Sand 2" descr="San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7" name="Answer 2 ٱلرَّسُولَا" descr="ٱلرَّسُولَا">
            <a:hlinkClick action="ppaction://hlinksldjump" r:id="rId6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ٱلرَّسُولَا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381000" y="241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Reading on to the next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E2640"/>
                </a:solidFill>
                <a:latin typeface="Arial"/>
                <a:cs typeface="Arial"/>
              </a:rPr>
              <a:t>Reading on to the next word:</a:t>
            </a:r>
          </a:p>
        </p:txBody>
      </p:sp>
      <p:sp>
        <p:nvSpPr>
          <p:cNvPr id="11" name="Find ٱلرَّسُولَا۠" descr="ٱلرَّسُول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ٱلرَّسُولَا۠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Shovel" descr="Shov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5" name="Sand 1" descr="San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6" name="Answer 1 يَقُولُ" descr="يَقُولُ">
            <a:hlinkClick action="ppaction://hlinksldjump" r:id="rId6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يَقُولُ</a:t>
            </a:r>
          </a:p>
        </p:txBody>
      </p:sp>
      <p:pic>
        <p:nvPicPr>
          <p:cNvPr id="7" name="Sand 2" descr="San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8" name="Answer 2 سَمِعَ" descr="سَمِعَ">
            <a:hlinkClick action="ppaction://hlinksldjump" r:id="rId6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pic>
        <p:nvPicPr>
          <p:cNvPr id="9" name="Sand 3" descr="San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1000" y="3810000"/>
            <a:ext cx="2540000" cy="1409700"/>
          </a:xfrm>
          <a:prstGeom prst="rect">
            <a:avLst/>
          </a:prstGeom>
        </p:spPr>
      </p:pic>
      <p:sp>
        <p:nvSpPr>
          <p:cNvPr id="10" name="Answer 3 أُو۟لَٰٓئِكَ" descr="أُو۟لَـٰٓئِكَ">
            <a:hlinkClick action="ppaction://hlinksldjump" r:id="rId7"/>
          </p:cNvPr>
          <p:cNvSpPr/>
          <p:nvPr/>
        </p:nvSpPr>
        <p:spPr>
          <a:xfrm>
            <a:off x="1714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أُو۟لَـ</a:t>
            </a:r>
            <a:r>
              <a:rPr sz="4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381000" y="241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Gem 2" descr="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143000"/>
            <a:ext cx="635000" cy="565150"/>
          </a:xfrm>
          <a:prstGeom prst="rect">
            <a:avLst/>
          </a:prstGeom>
        </p:spPr>
      </p:pic>
      <p:pic>
        <p:nvPicPr>
          <p:cNvPr id="5" name="Shovel" descr="Shove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6" name="Sand 1" descr="San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7" name="Answer 1 أُو۟لَٰٓئِكَ" descr="أُو۟لَـٰٓئِكَ">
            <a:hlinkClick action="ppaction://hlinksldjump" r:id="rId7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أُو۟لَـ</a:t>
            </a:r>
            <a:r>
              <a:rPr sz="4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pic>
        <p:nvPicPr>
          <p:cNvPr id="8" name="Sand 2" descr="San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9" name="Answer 2 فِيلٌ" descr="فِيلٌ">
            <a:hlinkClick action="ppaction://hlinksldjump" r:id="rId8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فِيلٌ</a:t>
            </a:r>
          </a:p>
        </p:txBody>
      </p:sp>
      <p:pic>
        <p:nvPicPr>
          <p:cNvPr id="10" name="Sand 3" descr="San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1000" y="3810000"/>
            <a:ext cx="2540000" cy="1409700"/>
          </a:xfrm>
          <a:prstGeom prst="rect">
            <a:avLst/>
          </a:prstGeom>
        </p:spPr>
      </p:pic>
      <p:sp>
        <p:nvSpPr>
          <p:cNvPr id="11" name="Answer 3 ذَهَبَ" descr="ذَهَبَ">
            <a:hlinkClick action="ppaction://hlinksldjump" r:id="rId8"/>
          </p:cNvPr>
          <p:cNvSpPr/>
          <p:nvPr/>
        </p:nvSpPr>
        <p:spPr>
          <a:xfrm>
            <a:off x="1714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381000" y="241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Gem 2" descr="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143000"/>
            <a:ext cx="635000" cy="565150"/>
          </a:xfrm>
          <a:prstGeom prst="rect">
            <a:avLst/>
          </a:prstGeom>
        </p:spPr>
      </p:pic>
      <p:pic>
        <p:nvPicPr>
          <p:cNvPr id="5" name="Gem 3" descr="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1143000"/>
            <a:ext cx="635000" cy="565150"/>
          </a:xfrm>
          <a:prstGeom prst="rect">
            <a:avLst/>
          </a:prstGeom>
        </p:spPr>
      </p:pic>
      <p:pic>
        <p:nvPicPr>
          <p:cNvPr id="6" name="Shovel" descr="Shove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7" name="Sand 1" descr="San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8" name="Answer 1 ٱلظُّنُونَا" descr="ٱلظُّنُونَا">
            <a:hlinkClick action="ppaction://hlinksldjump" r:id="rId8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ٱلظُّنُونَا</a:t>
            </a:r>
          </a:p>
        </p:txBody>
      </p:sp>
      <p:pic>
        <p:nvPicPr>
          <p:cNvPr id="9" name="Sand 2" descr="Sand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10" name="Answer 2 ٱلظُّنُونَ" descr="ٱلظُّنُونَ">
            <a:hlinkClick action="ppaction://hlinksldjump" r:id="rId9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ٱلظُّنُونَ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381000" y="241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Reading on to the next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E2640"/>
                </a:solidFill>
                <a:latin typeface="Arial"/>
                <a:cs typeface="Arial"/>
              </a:rPr>
              <a:t>Reading on to the next word:</a:t>
            </a:r>
          </a:p>
        </p:txBody>
      </p:sp>
      <p:sp>
        <p:nvSpPr>
          <p:cNvPr id="14" name="Find ٱلظُّنُونَا۠" descr="ٱلظُّنُون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ٱلظُّنُونَا۠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em 1" descr="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35000" cy="565150"/>
          </a:xfrm>
          <a:prstGeom prst="rect">
            <a:avLst/>
          </a:prstGeom>
        </p:spPr>
      </p:pic>
      <p:pic>
        <p:nvPicPr>
          <p:cNvPr id="4" name="Gem 2" descr="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143000"/>
            <a:ext cx="635000" cy="565150"/>
          </a:xfrm>
          <a:prstGeom prst="rect">
            <a:avLst/>
          </a:prstGeom>
        </p:spPr>
      </p:pic>
      <p:pic>
        <p:nvPicPr>
          <p:cNvPr id="5" name="Gem 3" descr="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1143000"/>
            <a:ext cx="635000" cy="565150"/>
          </a:xfrm>
          <a:prstGeom prst="rect">
            <a:avLst/>
          </a:prstGeom>
        </p:spPr>
      </p:pic>
      <p:pic>
        <p:nvPicPr>
          <p:cNvPr id="6" name="Gem 4" descr="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143000"/>
            <a:ext cx="635000" cy="565150"/>
          </a:xfrm>
          <a:prstGeom prst="rect">
            <a:avLst/>
          </a:prstGeom>
        </p:spPr>
      </p:pic>
      <p:pic>
        <p:nvPicPr>
          <p:cNvPr id="7" name="Shovel" descr="Shove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2000" y="2413000"/>
            <a:ext cx="889000" cy="1663700"/>
          </a:xfrm>
          <a:prstGeom prst="rect">
            <a:avLst/>
          </a:prstGeom>
        </p:spPr>
      </p:pic>
      <p:pic>
        <p:nvPicPr>
          <p:cNvPr id="8" name="Sand 1" descr="San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0" y="3810000"/>
            <a:ext cx="2540000" cy="1409700"/>
          </a:xfrm>
          <a:prstGeom prst="rect">
            <a:avLst/>
          </a:prstGeom>
        </p:spPr>
      </p:pic>
      <p:sp>
        <p:nvSpPr>
          <p:cNvPr id="9" name="Answer 1 جَلَسَ" descr="جَلَسَ">
            <a:hlinkClick action="ppaction://hlinksldjump" r:id="rId8"/>
          </p:cNvPr>
          <p:cNvSpPr/>
          <p:nvPr/>
        </p:nvSpPr>
        <p:spPr>
          <a:xfrm>
            <a:off x="7683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pic>
        <p:nvPicPr>
          <p:cNvPr id="10" name="Sand 2" descr="Sand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5500" y="3810000"/>
            <a:ext cx="2540000" cy="1409700"/>
          </a:xfrm>
          <a:prstGeom prst="rect">
            <a:avLst/>
          </a:prstGeom>
        </p:spPr>
      </p:pic>
      <p:sp>
        <p:nvSpPr>
          <p:cNvPr id="11" name="Answer 2 هَاجَرُوا۟" descr="هَاجَرُوا۟">
            <a:hlinkClick action="ppaction://hlinksldjump" r:id="rId9"/>
          </p:cNvPr>
          <p:cNvSpPr/>
          <p:nvPr/>
        </p:nvSpPr>
        <p:spPr>
          <a:xfrm>
            <a:off x="46990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هَاجَرُوا۟</a:t>
            </a:r>
          </a:p>
        </p:txBody>
      </p:sp>
      <p:pic>
        <p:nvPicPr>
          <p:cNvPr id="12" name="Sand 3" descr="San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1000" y="3810000"/>
            <a:ext cx="2540000" cy="1409700"/>
          </a:xfrm>
          <a:prstGeom prst="rect">
            <a:avLst/>
          </a:prstGeom>
        </p:spPr>
      </p:pic>
      <p:sp>
        <p:nvSpPr>
          <p:cNvPr id="13" name="Answer 3 نُورٌ" descr="نُورٌ">
            <a:hlinkClick action="ppaction://hlinksldjump" r:id="rId8"/>
          </p:cNvPr>
          <p:cNvSpPr/>
          <p:nvPr/>
        </p:nvSpPr>
        <p:spPr>
          <a:xfrm>
            <a:off x="1714500" y="4000500"/>
            <a:ext cx="2413000" cy="1016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D9B27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sp>
        <p:nvSpPr>
          <p:cNvPr id="14" name="Try again!" descr="Try again!"/>
          <p:cNvSpPr/>
          <p:nvPr/>
        </p:nvSpPr>
        <p:spPr>
          <a:xfrm>
            <a:off x="381000" y="241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7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 1" descr="Rocket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0" y="4445000"/>
            <a:ext cx="508000" cy="1651000"/>
          </a:xfrm>
          <a:prstGeom prst="rect">
            <a:avLst/>
          </a:prstGeom>
        </p:spPr>
      </p:pic>
      <p:sp>
        <p:nvSpPr>
          <p:cNvPr id="4" name="Answer 1 فِيلٌ" descr="فِيلٌ">
            <a:hlinkClick action="ppaction://hlinksldjump" r:id="rId4"/>
          </p:cNvPr>
          <p:cNvSpPr/>
          <p:nvPr/>
        </p:nvSpPr>
        <p:spPr>
          <a:xfrm>
            <a:off x="7874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فِيلٌ</a:t>
            </a:r>
          </a:p>
        </p:txBody>
      </p:sp>
      <p:pic>
        <p:nvPicPr>
          <p:cNvPr id="5" name="Rocket 2" descr="Rocket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0" y="4445000"/>
            <a:ext cx="508000" cy="1651000"/>
          </a:xfrm>
          <a:prstGeom prst="rect">
            <a:avLst/>
          </a:prstGeom>
        </p:spPr>
      </p:pic>
      <p:sp>
        <p:nvSpPr>
          <p:cNvPr id="6" name="Answer 2 كَفَرُوا۟" descr="كَفَرُوا۟">
            <a:hlinkClick action="ppaction://hlinksldjump" r:id="rId5"/>
          </p:cNvPr>
          <p:cNvSpPr/>
          <p:nvPr/>
        </p:nvSpPr>
        <p:spPr>
          <a:xfrm>
            <a:off x="4826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كَفَرُوا۟</a:t>
            </a:r>
          </a:p>
        </p:txBody>
      </p:sp>
      <p:pic>
        <p:nvPicPr>
          <p:cNvPr id="7" name="Rocket 3" descr="Rocket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0" y="4445000"/>
            <a:ext cx="508000" cy="1651000"/>
          </a:xfrm>
          <a:prstGeom prst="rect">
            <a:avLst/>
          </a:prstGeom>
        </p:spPr>
      </p:pic>
      <p:sp>
        <p:nvSpPr>
          <p:cNvPr id="8" name="Answer 3 سَمِعَ" descr="سَمِعَ">
            <a:hlinkClick action="ppaction://hlinksldjump" r:id="rId4"/>
          </p:cNvPr>
          <p:cNvSpPr/>
          <p:nvPr/>
        </p:nvSpPr>
        <p:spPr>
          <a:xfrm>
            <a:off x="1778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work 1" descr="Firewo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1016000"/>
            <a:ext cx="1651000" cy="1651000"/>
          </a:xfrm>
          <a:prstGeom prst="rect">
            <a:avLst/>
          </a:prstGeom>
        </p:spPr>
      </p:pic>
      <p:pic>
        <p:nvPicPr>
          <p:cNvPr id="4" name="Rocket 1" descr="Rocket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0" y="4445000"/>
            <a:ext cx="508000" cy="1651000"/>
          </a:xfrm>
          <a:prstGeom prst="rect">
            <a:avLst/>
          </a:prstGeom>
        </p:spPr>
      </p:pic>
      <p:sp>
        <p:nvSpPr>
          <p:cNvPr id="5" name="Answer 1 يَقُولُ" descr="يَقُولُ">
            <a:hlinkClick action="ppaction://hlinksldjump" r:id="rId5"/>
          </p:cNvPr>
          <p:cNvSpPr/>
          <p:nvPr/>
        </p:nvSpPr>
        <p:spPr>
          <a:xfrm>
            <a:off x="7874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يَقُولُ</a:t>
            </a:r>
          </a:p>
        </p:txBody>
      </p:sp>
      <p:pic>
        <p:nvPicPr>
          <p:cNvPr id="6" name="Rocket 2" descr="Rocket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0" y="4445000"/>
            <a:ext cx="508000" cy="1651000"/>
          </a:xfrm>
          <a:prstGeom prst="rect">
            <a:avLst/>
          </a:prstGeom>
        </p:spPr>
      </p:pic>
      <p:sp>
        <p:nvSpPr>
          <p:cNvPr id="7" name="Answer 2 نُورٌ" descr="نُورٌ">
            <a:hlinkClick action="ppaction://hlinksldjump" r:id="rId5"/>
          </p:cNvPr>
          <p:cNvSpPr/>
          <p:nvPr/>
        </p:nvSpPr>
        <p:spPr>
          <a:xfrm>
            <a:off x="4826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pic>
        <p:nvPicPr>
          <p:cNvPr id="8" name="Rocket 3" descr="Rocket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0" y="4445000"/>
            <a:ext cx="508000" cy="1651000"/>
          </a:xfrm>
          <a:prstGeom prst="rect">
            <a:avLst/>
          </a:prstGeom>
        </p:spPr>
      </p:pic>
      <p:sp>
        <p:nvSpPr>
          <p:cNvPr id="9" name="Answer 3 صَدَقُوا۟" descr="صَدَقُوا۟">
            <a:hlinkClick action="ppaction://hlinksldjump" r:id="rId6"/>
          </p:cNvPr>
          <p:cNvSpPr/>
          <p:nvPr/>
        </p:nvSpPr>
        <p:spPr>
          <a:xfrm>
            <a:off x="1778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صَدَقُوا۟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work 1" descr="Firewo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1016000"/>
            <a:ext cx="1651000" cy="1651000"/>
          </a:xfrm>
          <a:prstGeom prst="rect">
            <a:avLst/>
          </a:prstGeom>
        </p:spPr>
      </p:pic>
      <p:pic>
        <p:nvPicPr>
          <p:cNvPr id="4" name="Firework 2" descr="Firewo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762000"/>
            <a:ext cx="1651000" cy="1651000"/>
          </a:xfrm>
          <a:prstGeom prst="rect">
            <a:avLst/>
          </a:prstGeom>
        </p:spPr>
      </p:pic>
      <p:pic>
        <p:nvPicPr>
          <p:cNvPr id="5" name="Rocket 1" descr="Rocket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0000" y="4445000"/>
            <a:ext cx="508000" cy="1651000"/>
          </a:xfrm>
          <a:prstGeom prst="rect">
            <a:avLst/>
          </a:prstGeom>
        </p:spPr>
      </p:pic>
      <p:sp>
        <p:nvSpPr>
          <p:cNvPr id="6" name="Answer 1 ٱلظُّنُونَا" descr="ٱلظُّنُونَا">
            <a:hlinkClick action="ppaction://hlinksldjump" r:id="rId6"/>
          </p:cNvPr>
          <p:cNvSpPr/>
          <p:nvPr/>
        </p:nvSpPr>
        <p:spPr>
          <a:xfrm>
            <a:off x="7874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ٱلظُّنُونَا</a:t>
            </a:r>
          </a:p>
        </p:txBody>
      </p:sp>
      <p:pic>
        <p:nvPicPr>
          <p:cNvPr id="7" name="Rocket 2" descr="Rocket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2000" y="4445000"/>
            <a:ext cx="508000" cy="1651000"/>
          </a:xfrm>
          <a:prstGeom prst="rect">
            <a:avLst/>
          </a:prstGeom>
        </p:spPr>
      </p:pic>
      <p:sp>
        <p:nvSpPr>
          <p:cNvPr id="8" name="Answer 2 ٱلظُّنُونَ" descr="ٱلظُّنُونَ">
            <a:hlinkClick action="ppaction://hlinksldjump" r:id="rId7"/>
          </p:cNvPr>
          <p:cNvSpPr/>
          <p:nvPr/>
        </p:nvSpPr>
        <p:spPr>
          <a:xfrm>
            <a:off x="4826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ٱلظُّنُونَ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Reading on to the next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E2640"/>
                </a:solidFill>
                <a:latin typeface="Arial"/>
                <a:cs typeface="Arial"/>
              </a:rPr>
              <a:t>Reading on to the next word:</a:t>
            </a:r>
          </a:p>
        </p:txBody>
      </p:sp>
      <p:sp>
        <p:nvSpPr>
          <p:cNvPr id="11" name="Find ٱلظُّنُونَا۠" descr="ٱلظُّنُون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ٱلظُّنُونَا۠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work 1" descr="Firewo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1016000"/>
            <a:ext cx="1651000" cy="1651000"/>
          </a:xfrm>
          <a:prstGeom prst="rect">
            <a:avLst/>
          </a:prstGeom>
        </p:spPr>
      </p:pic>
      <p:pic>
        <p:nvPicPr>
          <p:cNvPr id="4" name="Firework 2" descr="Firewo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762000"/>
            <a:ext cx="1651000" cy="1651000"/>
          </a:xfrm>
          <a:prstGeom prst="rect">
            <a:avLst/>
          </a:prstGeom>
        </p:spPr>
      </p:pic>
      <p:pic>
        <p:nvPicPr>
          <p:cNvPr id="5" name="Firework 3" descr="Firework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00" y="952500"/>
            <a:ext cx="1651000" cy="1651000"/>
          </a:xfrm>
          <a:prstGeom prst="rect">
            <a:avLst/>
          </a:prstGeom>
        </p:spPr>
      </p:pic>
      <p:pic>
        <p:nvPicPr>
          <p:cNvPr id="6" name="Rocket 1" descr="Rocket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0" y="4445000"/>
            <a:ext cx="508000" cy="1651000"/>
          </a:xfrm>
          <a:prstGeom prst="rect">
            <a:avLst/>
          </a:prstGeom>
        </p:spPr>
      </p:pic>
      <p:sp>
        <p:nvSpPr>
          <p:cNvPr id="7" name="Answer 1 سَمِعَ" descr="سَمِعَ">
            <a:hlinkClick action="ppaction://hlinksldjump" r:id="rId7"/>
          </p:cNvPr>
          <p:cNvSpPr/>
          <p:nvPr/>
        </p:nvSpPr>
        <p:spPr>
          <a:xfrm>
            <a:off x="7874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pic>
        <p:nvPicPr>
          <p:cNvPr id="8" name="Rocket 2" descr="Rocket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2000" y="4445000"/>
            <a:ext cx="508000" cy="1651000"/>
          </a:xfrm>
          <a:prstGeom prst="rect">
            <a:avLst/>
          </a:prstGeom>
        </p:spPr>
      </p:pic>
      <p:sp>
        <p:nvSpPr>
          <p:cNvPr id="9" name="Answer 2 يَقُولُ" descr="يَقُولُ">
            <a:hlinkClick action="ppaction://hlinksldjump" r:id="rId7"/>
          </p:cNvPr>
          <p:cNvSpPr/>
          <p:nvPr/>
        </p:nvSpPr>
        <p:spPr>
          <a:xfrm>
            <a:off x="4826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يَقُولُ</a:t>
            </a:r>
          </a:p>
        </p:txBody>
      </p:sp>
      <p:pic>
        <p:nvPicPr>
          <p:cNvPr id="10" name="Rocket 3" descr="Rocket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4000" y="4445000"/>
            <a:ext cx="508000" cy="1651000"/>
          </a:xfrm>
          <a:prstGeom prst="rect">
            <a:avLst/>
          </a:prstGeom>
        </p:spPr>
      </p:pic>
      <p:sp>
        <p:nvSpPr>
          <p:cNvPr id="11" name="Answer 3 ءَامَنُوا۟" descr="ءَامَنُوا۟">
            <a:hlinkClick action="ppaction://hlinksldjump" r:id="rId8"/>
          </p:cNvPr>
          <p:cNvSpPr/>
          <p:nvPr/>
        </p:nvSpPr>
        <p:spPr>
          <a:xfrm>
            <a:off x="1778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ءَامَنُوا۟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work 1" descr="Firewo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1016000"/>
            <a:ext cx="1651000" cy="1651000"/>
          </a:xfrm>
          <a:prstGeom prst="rect">
            <a:avLst/>
          </a:prstGeom>
        </p:spPr>
      </p:pic>
      <p:pic>
        <p:nvPicPr>
          <p:cNvPr id="4" name="Firework 2" descr="Firewo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762000"/>
            <a:ext cx="1651000" cy="1651000"/>
          </a:xfrm>
          <a:prstGeom prst="rect">
            <a:avLst/>
          </a:prstGeom>
        </p:spPr>
      </p:pic>
      <p:pic>
        <p:nvPicPr>
          <p:cNvPr id="5" name="Firework 3" descr="Firework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00" y="952500"/>
            <a:ext cx="1651000" cy="1651000"/>
          </a:xfrm>
          <a:prstGeom prst="rect">
            <a:avLst/>
          </a:prstGeom>
        </p:spPr>
      </p:pic>
      <p:pic>
        <p:nvPicPr>
          <p:cNvPr id="6" name="Firework 4" descr="Firewor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500" y="825500"/>
            <a:ext cx="1651000" cy="1651000"/>
          </a:xfrm>
          <a:prstGeom prst="rect">
            <a:avLst/>
          </a:prstGeom>
        </p:spPr>
      </p:pic>
      <p:pic>
        <p:nvPicPr>
          <p:cNvPr id="7" name="Rocket 1" descr="Rocket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0" y="4445000"/>
            <a:ext cx="508000" cy="1651000"/>
          </a:xfrm>
          <a:prstGeom prst="rect">
            <a:avLst/>
          </a:prstGeom>
        </p:spPr>
      </p:pic>
      <p:sp>
        <p:nvSpPr>
          <p:cNvPr id="8" name="Answer 1 ٱلسَّبِيلَ" descr="ٱلسَّبِيلَ">
            <a:hlinkClick action="ppaction://hlinksldjump" r:id="rId7"/>
          </p:cNvPr>
          <p:cNvSpPr/>
          <p:nvPr/>
        </p:nvSpPr>
        <p:spPr>
          <a:xfrm>
            <a:off x="7874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</a:t>
            </a:r>
          </a:p>
        </p:txBody>
      </p:sp>
      <p:pic>
        <p:nvPicPr>
          <p:cNvPr id="9" name="Rocket 2" descr="Rocket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2000" y="4445000"/>
            <a:ext cx="508000" cy="1651000"/>
          </a:xfrm>
          <a:prstGeom prst="rect">
            <a:avLst/>
          </a:prstGeom>
        </p:spPr>
      </p:pic>
      <p:sp>
        <p:nvSpPr>
          <p:cNvPr id="10" name="Answer 2 ٱلسَّبِيلَا" descr="ٱلسَّبِيلَا">
            <a:hlinkClick action="ppaction://hlinksldjump" r:id="rId8"/>
          </p:cNvPr>
          <p:cNvSpPr/>
          <p:nvPr/>
        </p:nvSpPr>
        <p:spPr>
          <a:xfrm>
            <a:off x="4826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ٱلسَّبِيلَا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Reading on to the next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E2640"/>
                </a:solidFill>
                <a:latin typeface="Arial"/>
                <a:cs typeface="Arial"/>
              </a:rPr>
              <a:t>Reading on to the next word:</a:t>
            </a:r>
          </a:p>
        </p:txBody>
      </p:sp>
      <p:sp>
        <p:nvSpPr>
          <p:cNvPr id="13" name="Find ٱلسَّبِيلَا۠" descr="ٱلسَّبِيل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ٱلسَّبِيلَا۠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work 1" descr="Firewo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1016000"/>
            <a:ext cx="1651000" cy="1651000"/>
          </a:xfrm>
          <a:prstGeom prst="rect">
            <a:avLst/>
          </a:prstGeom>
        </p:spPr>
      </p:pic>
      <p:pic>
        <p:nvPicPr>
          <p:cNvPr id="4" name="Firework 2" descr="Firewo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762000"/>
            <a:ext cx="1651000" cy="1651000"/>
          </a:xfrm>
          <a:prstGeom prst="rect">
            <a:avLst/>
          </a:prstGeom>
        </p:spPr>
      </p:pic>
      <p:pic>
        <p:nvPicPr>
          <p:cNvPr id="5" name="Firework 3" descr="Firework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00" y="952500"/>
            <a:ext cx="1651000" cy="1651000"/>
          </a:xfrm>
          <a:prstGeom prst="rect">
            <a:avLst/>
          </a:prstGeom>
        </p:spPr>
      </p:pic>
      <p:pic>
        <p:nvPicPr>
          <p:cNvPr id="6" name="Firework 4" descr="Firewor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500" y="825500"/>
            <a:ext cx="1651000" cy="1651000"/>
          </a:xfrm>
          <a:prstGeom prst="rect">
            <a:avLst/>
          </a:prstGeom>
        </p:spPr>
      </p:pic>
      <p:pic>
        <p:nvPicPr>
          <p:cNvPr id="7" name="Firework 5" descr="Firewor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0" y="2286000"/>
            <a:ext cx="1651000" cy="1651000"/>
          </a:xfrm>
          <a:prstGeom prst="rect">
            <a:avLst/>
          </a:prstGeom>
        </p:spPr>
      </p:pic>
      <p:sp>
        <p:nvSpPr>
          <p:cNvPr id="8" name="Hooray!" descr="Hooray!"/>
          <p:cNvSpPr/>
          <p:nvPr/>
        </p:nvSpPr>
        <p:spPr>
          <a:xfrm>
            <a:off x="4826000" y="4445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2FB57A"/>
                </a:solidFill>
                <a:latin typeface="Arial"/>
                <a:cs typeface="Arial"/>
              </a:rPr>
              <a:t>Hooray!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p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p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 1" descr="Rocket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0" y="4445000"/>
            <a:ext cx="508000" cy="1651000"/>
          </a:xfrm>
          <a:prstGeom prst="rect">
            <a:avLst/>
          </a:prstGeom>
        </p:spPr>
      </p:pic>
      <p:sp>
        <p:nvSpPr>
          <p:cNvPr id="4" name="Answer 1 فِيلٌ" descr="فِيلٌ">
            <a:hlinkClick action="ppaction://hlinksldjump" r:id="rId4"/>
          </p:cNvPr>
          <p:cNvSpPr/>
          <p:nvPr/>
        </p:nvSpPr>
        <p:spPr>
          <a:xfrm>
            <a:off x="7874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فِيلٌ</a:t>
            </a:r>
          </a:p>
        </p:txBody>
      </p:sp>
      <p:pic>
        <p:nvPicPr>
          <p:cNvPr id="5" name="Rocket 2" descr="Rocket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0" y="4445000"/>
            <a:ext cx="508000" cy="1651000"/>
          </a:xfrm>
          <a:prstGeom prst="rect">
            <a:avLst/>
          </a:prstGeom>
        </p:spPr>
      </p:pic>
      <p:sp>
        <p:nvSpPr>
          <p:cNvPr id="6" name="Answer 2 كَفَرُوا۟" descr="كَفَرُوا۟">
            <a:hlinkClick action="ppaction://hlinksldjump" r:id="rId5"/>
          </p:cNvPr>
          <p:cNvSpPr/>
          <p:nvPr/>
        </p:nvSpPr>
        <p:spPr>
          <a:xfrm>
            <a:off x="4826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كَفَرُوا۟</a:t>
            </a:r>
          </a:p>
        </p:txBody>
      </p:sp>
      <p:pic>
        <p:nvPicPr>
          <p:cNvPr id="7" name="Rocket 3" descr="Rocket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0" y="4445000"/>
            <a:ext cx="508000" cy="1651000"/>
          </a:xfrm>
          <a:prstGeom prst="rect">
            <a:avLst/>
          </a:prstGeom>
        </p:spPr>
      </p:pic>
      <p:sp>
        <p:nvSpPr>
          <p:cNvPr id="8" name="Answer 3 سَمِعَ" descr="سَمِعَ">
            <a:hlinkClick action="ppaction://hlinksldjump" r:id="rId4"/>
          </p:cNvPr>
          <p:cNvSpPr/>
          <p:nvPr/>
        </p:nvSpPr>
        <p:spPr>
          <a:xfrm>
            <a:off x="1778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4699000" y="1651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work 1" descr="Firewo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1016000"/>
            <a:ext cx="1651000" cy="1651000"/>
          </a:xfrm>
          <a:prstGeom prst="rect">
            <a:avLst/>
          </a:prstGeom>
        </p:spPr>
      </p:pic>
      <p:pic>
        <p:nvPicPr>
          <p:cNvPr id="4" name="Rocket 1" descr="Rocket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0" y="4445000"/>
            <a:ext cx="508000" cy="1651000"/>
          </a:xfrm>
          <a:prstGeom prst="rect">
            <a:avLst/>
          </a:prstGeom>
        </p:spPr>
      </p:pic>
      <p:sp>
        <p:nvSpPr>
          <p:cNvPr id="5" name="Answer 1 يَقُولُ" descr="يَقُولُ">
            <a:hlinkClick action="ppaction://hlinksldjump" r:id="rId5"/>
          </p:cNvPr>
          <p:cNvSpPr/>
          <p:nvPr/>
        </p:nvSpPr>
        <p:spPr>
          <a:xfrm>
            <a:off x="7874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يَقُولُ</a:t>
            </a:r>
          </a:p>
        </p:txBody>
      </p:sp>
      <p:pic>
        <p:nvPicPr>
          <p:cNvPr id="6" name="Rocket 2" descr="Rocket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0" y="4445000"/>
            <a:ext cx="508000" cy="1651000"/>
          </a:xfrm>
          <a:prstGeom prst="rect">
            <a:avLst/>
          </a:prstGeom>
        </p:spPr>
      </p:pic>
      <p:sp>
        <p:nvSpPr>
          <p:cNvPr id="7" name="Answer 2 نُورٌ" descr="نُورٌ">
            <a:hlinkClick action="ppaction://hlinksldjump" r:id="rId5"/>
          </p:cNvPr>
          <p:cNvSpPr/>
          <p:nvPr/>
        </p:nvSpPr>
        <p:spPr>
          <a:xfrm>
            <a:off x="4826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pic>
        <p:nvPicPr>
          <p:cNvPr id="8" name="Rocket 3" descr="Rocket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0" y="4445000"/>
            <a:ext cx="508000" cy="1651000"/>
          </a:xfrm>
          <a:prstGeom prst="rect">
            <a:avLst/>
          </a:prstGeom>
        </p:spPr>
      </p:pic>
      <p:sp>
        <p:nvSpPr>
          <p:cNvPr id="9" name="Answer 3 صَدَقُوا۟" descr="صَدَقُوا۟">
            <a:hlinkClick action="ppaction://hlinksldjump" r:id="rId6"/>
          </p:cNvPr>
          <p:cNvSpPr/>
          <p:nvPr/>
        </p:nvSpPr>
        <p:spPr>
          <a:xfrm>
            <a:off x="1778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صَدَقُوا۟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4699000" y="1651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work 1" descr="Firewo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1016000"/>
            <a:ext cx="1651000" cy="1651000"/>
          </a:xfrm>
          <a:prstGeom prst="rect">
            <a:avLst/>
          </a:prstGeom>
        </p:spPr>
      </p:pic>
      <p:pic>
        <p:nvPicPr>
          <p:cNvPr id="4" name="Firework 2" descr="Firewo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762000"/>
            <a:ext cx="1651000" cy="1651000"/>
          </a:xfrm>
          <a:prstGeom prst="rect">
            <a:avLst/>
          </a:prstGeom>
        </p:spPr>
      </p:pic>
      <p:pic>
        <p:nvPicPr>
          <p:cNvPr id="5" name="Rocket 1" descr="Rocket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0000" y="4445000"/>
            <a:ext cx="508000" cy="1651000"/>
          </a:xfrm>
          <a:prstGeom prst="rect">
            <a:avLst/>
          </a:prstGeom>
        </p:spPr>
      </p:pic>
      <p:sp>
        <p:nvSpPr>
          <p:cNvPr id="6" name="Answer 1 ٱلظُّنُونَا" descr="ٱلظُّنُونَا">
            <a:hlinkClick action="ppaction://hlinksldjump" r:id="rId6"/>
          </p:cNvPr>
          <p:cNvSpPr/>
          <p:nvPr/>
        </p:nvSpPr>
        <p:spPr>
          <a:xfrm>
            <a:off x="7874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ٱلظُّنُونَا</a:t>
            </a:r>
          </a:p>
        </p:txBody>
      </p:sp>
      <p:pic>
        <p:nvPicPr>
          <p:cNvPr id="7" name="Rocket 2" descr="Rocket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2000" y="4445000"/>
            <a:ext cx="508000" cy="1651000"/>
          </a:xfrm>
          <a:prstGeom prst="rect">
            <a:avLst/>
          </a:prstGeom>
        </p:spPr>
      </p:pic>
      <p:sp>
        <p:nvSpPr>
          <p:cNvPr id="8" name="Answer 2 ٱلظُّنُونَ" descr="ٱلظُّنُونَ">
            <a:hlinkClick action="ppaction://hlinksldjump" r:id="rId7"/>
          </p:cNvPr>
          <p:cNvSpPr/>
          <p:nvPr/>
        </p:nvSpPr>
        <p:spPr>
          <a:xfrm>
            <a:off x="4826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ٱلظُّنُونَ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4699000" y="1651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Reading on to the next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E2640"/>
                </a:solidFill>
                <a:latin typeface="Arial"/>
                <a:cs typeface="Arial"/>
              </a:rPr>
              <a:t>Reading on to the next word:</a:t>
            </a:r>
          </a:p>
        </p:txBody>
      </p:sp>
      <p:sp>
        <p:nvSpPr>
          <p:cNvPr id="12" name="Find ٱلظُّنُونَا۠" descr="ٱلظُّنُون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ٱلظُّنُونَا۠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work 1" descr="Firewo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1016000"/>
            <a:ext cx="1651000" cy="1651000"/>
          </a:xfrm>
          <a:prstGeom prst="rect">
            <a:avLst/>
          </a:prstGeom>
        </p:spPr>
      </p:pic>
      <p:pic>
        <p:nvPicPr>
          <p:cNvPr id="4" name="Firework 2" descr="Firewo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762000"/>
            <a:ext cx="1651000" cy="1651000"/>
          </a:xfrm>
          <a:prstGeom prst="rect">
            <a:avLst/>
          </a:prstGeom>
        </p:spPr>
      </p:pic>
      <p:pic>
        <p:nvPicPr>
          <p:cNvPr id="5" name="Firework 3" descr="Firework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00" y="952500"/>
            <a:ext cx="1651000" cy="1651000"/>
          </a:xfrm>
          <a:prstGeom prst="rect">
            <a:avLst/>
          </a:prstGeom>
        </p:spPr>
      </p:pic>
      <p:pic>
        <p:nvPicPr>
          <p:cNvPr id="6" name="Rocket 1" descr="Rocket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0" y="4445000"/>
            <a:ext cx="508000" cy="1651000"/>
          </a:xfrm>
          <a:prstGeom prst="rect">
            <a:avLst/>
          </a:prstGeom>
        </p:spPr>
      </p:pic>
      <p:sp>
        <p:nvSpPr>
          <p:cNvPr id="7" name="Answer 1 سَمِعَ" descr="سَمِعَ">
            <a:hlinkClick action="ppaction://hlinksldjump" r:id="rId7"/>
          </p:cNvPr>
          <p:cNvSpPr/>
          <p:nvPr/>
        </p:nvSpPr>
        <p:spPr>
          <a:xfrm>
            <a:off x="7874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pic>
        <p:nvPicPr>
          <p:cNvPr id="8" name="Rocket 2" descr="Rocket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2000" y="4445000"/>
            <a:ext cx="508000" cy="1651000"/>
          </a:xfrm>
          <a:prstGeom prst="rect">
            <a:avLst/>
          </a:prstGeom>
        </p:spPr>
      </p:pic>
      <p:sp>
        <p:nvSpPr>
          <p:cNvPr id="9" name="Answer 2 يَقُولُ" descr="يَقُولُ">
            <a:hlinkClick action="ppaction://hlinksldjump" r:id="rId7"/>
          </p:cNvPr>
          <p:cNvSpPr/>
          <p:nvPr/>
        </p:nvSpPr>
        <p:spPr>
          <a:xfrm>
            <a:off x="4826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يَقُولُ</a:t>
            </a:r>
          </a:p>
        </p:txBody>
      </p:sp>
      <p:pic>
        <p:nvPicPr>
          <p:cNvPr id="10" name="Rocket 3" descr="Rocket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4000" y="4445000"/>
            <a:ext cx="508000" cy="1651000"/>
          </a:xfrm>
          <a:prstGeom prst="rect">
            <a:avLst/>
          </a:prstGeom>
        </p:spPr>
      </p:pic>
      <p:sp>
        <p:nvSpPr>
          <p:cNvPr id="11" name="Answer 3 ءَامَنُوا۟" descr="ءَامَنُوا۟">
            <a:hlinkClick action="ppaction://hlinksldjump" r:id="rId8"/>
          </p:cNvPr>
          <p:cNvSpPr/>
          <p:nvPr/>
        </p:nvSpPr>
        <p:spPr>
          <a:xfrm>
            <a:off x="1778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ءَامَنُوا۟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4699000" y="1651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Night" descr="N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work 1" descr="Firewo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1016000"/>
            <a:ext cx="1651000" cy="1651000"/>
          </a:xfrm>
          <a:prstGeom prst="rect">
            <a:avLst/>
          </a:prstGeom>
        </p:spPr>
      </p:pic>
      <p:pic>
        <p:nvPicPr>
          <p:cNvPr id="4" name="Firework 2" descr="Firewo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762000"/>
            <a:ext cx="1651000" cy="1651000"/>
          </a:xfrm>
          <a:prstGeom prst="rect">
            <a:avLst/>
          </a:prstGeom>
        </p:spPr>
      </p:pic>
      <p:pic>
        <p:nvPicPr>
          <p:cNvPr id="5" name="Firework 3" descr="Firework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00" y="952500"/>
            <a:ext cx="1651000" cy="1651000"/>
          </a:xfrm>
          <a:prstGeom prst="rect">
            <a:avLst/>
          </a:prstGeom>
        </p:spPr>
      </p:pic>
      <p:pic>
        <p:nvPicPr>
          <p:cNvPr id="6" name="Firework 4" descr="Firewor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500" y="825500"/>
            <a:ext cx="1651000" cy="1651000"/>
          </a:xfrm>
          <a:prstGeom prst="rect">
            <a:avLst/>
          </a:prstGeom>
        </p:spPr>
      </p:pic>
      <p:pic>
        <p:nvPicPr>
          <p:cNvPr id="7" name="Rocket 1" descr="Rocket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0" y="4445000"/>
            <a:ext cx="508000" cy="1651000"/>
          </a:xfrm>
          <a:prstGeom prst="rect">
            <a:avLst/>
          </a:prstGeom>
        </p:spPr>
      </p:pic>
      <p:sp>
        <p:nvSpPr>
          <p:cNvPr id="8" name="Answer 1 ٱلسَّبِيلَ" descr="ٱلسَّبِيلَ">
            <a:hlinkClick action="ppaction://hlinksldjump" r:id="rId7"/>
          </p:cNvPr>
          <p:cNvSpPr/>
          <p:nvPr/>
        </p:nvSpPr>
        <p:spPr>
          <a:xfrm>
            <a:off x="7874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</a:t>
            </a:r>
          </a:p>
        </p:txBody>
      </p:sp>
      <p:pic>
        <p:nvPicPr>
          <p:cNvPr id="9" name="Rocket 2" descr="Rocket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2000" y="4445000"/>
            <a:ext cx="508000" cy="1651000"/>
          </a:xfrm>
          <a:prstGeom prst="rect">
            <a:avLst/>
          </a:prstGeom>
        </p:spPr>
      </p:pic>
      <p:sp>
        <p:nvSpPr>
          <p:cNvPr id="10" name="Answer 2 ٱلسَّبِيلَا" descr="ٱلسَّبِيلَا">
            <a:hlinkClick action="ppaction://hlinksldjump" r:id="rId8"/>
          </p:cNvPr>
          <p:cNvSpPr/>
          <p:nvPr/>
        </p:nvSpPr>
        <p:spPr>
          <a:xfrm>
            <a:off x="4826000" y="3302000"/>
            <a:ext cx="2540000" cy="1016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C3B5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ٱلسَّبِيلَا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699000" y="1651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Reading on to the next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E2640"/>
                </a:solidFill>
                <a:latin typeface="Arial"/>
                <a:cs typeface="Arial"/>
              </a:rPr>
              <a:t>Reading on to the next word:</a:t>
            </a:r>
          </a:p>
        </p:txBody>
      </p:sp>
      <p:sp>
        <p:nvSpPr>
          <p:cNvPr id="14" name="Find ٱلسَّبِيلَا۠" descr="ٱلسَّبِيل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ٱلسَّبِيلَا۠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ord جَاهَدُوا۟" descr="جَاهَدُوا۟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جَاهَدُوا۟</a:t>
            </a:r>
          </a:p>
        </p:txBody>
      </p:sp>
      <p:sp>
        <p:nvSpPr>
          <p:cNvPr id="5" name="Letter 1 جَ" descr="جَ">
            <a:hlinkClick action="ppaction://hlinksldjump" r:id="rId3"/>
          </p:cNvPr>
          <p:cNvSpPr/>
          <p:nvPr/>
        </p:nvSpPr>
        <p:spPr>
          <a:xfrm>
            <a:off x="9493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6" name="Letter 2 ا" descr="ا">
            <a:hlinkClick action="ppaction://hlinksldjump" r:id="rId3"/>
          </p:cNvPr>
          <p:cNvSpPr/>
          <p:nvPr/>
        </p:nvSpPr>
        <p:spPr>
          <a:xfrm>
            <a:off x="7842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7" name="Letter 3 هَ" descr="هَ">
            <a:hlinkClick action="ppaction://hlinksldjump" r:id="rId3"/>
          </p:cNvPr>
          <p:cNvSpPr/>
          <p:nvPr/>
        </p:nvSpPr>
        <p:spPr>
          <a:xfrm>
            <a:off x="6191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8" name="Letter 4 دُ" descr="دُ">
            <a:hlinkClick action="ppaction://hlinksldjump" r:id="rId3"/>
          </p:cNvPr>
          <p:cNvSpPr/>
          <p:nvPr/>
        </p:nvSpPr>
        <p:spPr>
          <a:xfrm>
            <a:off x="4540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9" name="Letter 5 و" descr="و">
            <a:hlinkClick action="ppaction://hlinksldjump" r:id="rId3"/>
          </p:cNvPr>
          <p:cNvSpPr/>
          <p:nvPr/>
        </p:nvSpPr>
        <p:spPr>
          <a:xfrm>
            <a:off x="2889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0" name="Letter 6 ا۟" descr="ا۟">
            <a:hlinkClick action="ppaction://hlinksldjump" r:id="rId4"/>
          </p:cNvPr>
          <p:cNvSpPr/>
          <p:nvPr/>
        </p:nvSpPr>
        <p:spPr>
          <a:xfrm>
            <a:off x="1238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sp>
        <p:nvSpPr>
          <p:cNvPr id="4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Word بِأَيۡي۟دٍ" descr="بِأَيۡي۟دٍ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بِأَيۡي۟دٍ</a:t>
            </a:r>
          </a:p>
        </p:txBody>
      </p:sp>
      <p:sp>
        <p:nvSpPr>
          <p:cNvPr id="6" name="Letter 1 بِ" descr="بِ">
            <a:hlinkClick action="ppaction://hlinksldjump" r:id="rId4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7" name="Letter 2 أَ" descr="أَ">
            <a:hlinkClick action="ppaction://hlinksldjump" r:id="rId4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8" name="Letter 3 يۡ" descr="يۡ">
            <a:hlinkClick action="ppaction://hlinksldjump" r:id="rId4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يۡ</a:t>
            </a:r>
          </a:p>
        </p:txBody>
      </p:sp>
      <p:sp>
        <p:nvSpPr>
          <p:cNvPr id="9" name="Letter 4 ي۟" descr="ي۟">
            <a:hlinkClick action="ppaction://hlinksldjump" r:id="rId5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ي۟</a:t>
            </a:r>
          </a:p>
        </p:txBody>
      </p:sp>
      <p:sp>
        <p:nvSpPr>
          <p:cNvPr id="10" name="Letter 5 دٍ" descr="دٍ">
            <a:hlinkClick action="ppaction://hlinksldjump" r:id="rId4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دٍ</a:t>
            </a:r>
          </a:p>
        </p:txBody>
      </p:sp>
      <p:pic>
        <p:nvPicPr>
          <p:cNvPr id="11" name="Boo" descr="Bo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4953000"/>
            <a:ext cx="1143000" cy="1314450"/>
          </a:xfrm>
          <a:prstGeom prst="rect">
            <a:avLst/>
          </a:prstGeom>
        </p:spPr>
      </p:pic>
      <p:sp>
        <p:nvSpPr>
          <p:cNvPr id="12" name="Boo text" descr="Boo! Found it!"/>
          <p:cNvSpPr/>
          <p:nvPr/>
        </p:nvSpPr>
        <p:spPr>
          <a:xfrm>
            <a:off x="6858000" y="52070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Boo! Found it!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" dur="400" fill="hold" repeatCount="2000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sp>
        <p:nvSpPr>
          <p:cNvPr id="5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Word قَالُوا۟" descr="قَالُوا۟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قَالُوا۟</a:t>
            </a:r>
          </a:p>
        </p:txBody>
      </p:sp>
      <p:sp>
        <p:nvSpPr>
          <p:cNvPr id="7" name="Letter 1 قَ" descr="قَ">
            <a:hlinkClick action="ppaction://hlinksldjump" r:id="rId4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8" name="Letter 2 ا" descr="ا">
            <a:hlinkClick action="ppaction://hlinksldjump" r:id="rId4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9" name="Letter 3 لُ" descr="لُ">
            <a:hlinkClick action="ppaction://hlinksldjump" r:id="rId4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0" name="Letter 4 و" descr="و">
            <a:hlinkClick action="ppaction://hlinksldjump" r:id="rId4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1" name="Letter 5 ا۟" descr="ا۟">
            <a:hlinkClick action="ppaction://hlinksldjump" r:id="rId5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pic>
        <p:nvPicPr>
          <p:cNvPr id="12" name="Boo" descr="Bo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4953000"/>
            <a:ext cx="1143000" cy="1314450"/>
          </a:xfrm>
          <a:prstGeom prst="rect">
            <a:avLst/>
          </a:prstGeom>
        </p:spPr>
      </p:pic>
      <p:sp>
        <p:nvSpPr>
          <p:cNvPr id="13" name="Boo text" descr="Boo! Found it!"/>
          <p:cNvSpPr/>
          <p:nvPr/>
        </p:nvSpPr>
        <p:spPr>
          <a:xfrm>
            <a:off x="6858000" y="52070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Boo! Found it!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" dur="400" fill="hold" repeatCount="2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pic>
        <p:nvPicPr>
          <p:cNvPr id="5" name="Ghost found 3" descr="Ghost foun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079500"/>
            <a:ext cx="571500" cy="660400"/>
          </a:xfrm>
          <a:prstGeom prst="rect">
            <a:avLst/>
          </a:prstGeom>
        </p:spPr>
      </p:pic>
      <p:sp>
        <p:nvSpPr>
          <p:cNvPr id="6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Word لِشَا۟يۡءٍ" descr="لِشَا۟يۡءٍ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لِشَا۟يۡءٍ</a:t>
            </a:r>
          </a:p>
        </p:txBody>
      </p:sp>
      <p:sp>
        <p:nvSpPr>
          <p:cNvPr id="8" name="Letter 1 لِ" descr="لِ">
            <a:hlinkClick action="ppaction://hlinksldjump" r:id="rId4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9" name="Letter 2 شَ" descr="شَ">
            <a:hlinkClick action="ppaction://hlinksldjump" r:id="rId4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0" name="Letter 3 ا۟" descr="ا۟">
            <a:hlinkClick action="ppaction://hlinksldjump" r:id="rId5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sp>
        <p:nvSpPr>
          <p:cNvPr id="11" name="Letter 4 يۡ" descr="يۡ">
            <a:hlinkClick action="ppaction://hlinksldjump" r:id="rId4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يۡ</a:t>
            </a:r>
          </a:p>
        </p:txBody>
      </p:sp>
      <p:sp>
        <p:nvSpPr>
          <p:cNvPr id="12" name="Letter 5 ءٍ" descr="ءٍ">
            <a:hlinkClick action="ppaction://hlinksldjump" r:id="rId4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ءٍ</a:t>
            </a:r>
          </a:p>
        </p:txBody>
      </p:sp>
      <p:pic>
        <p:nvPicPr>
          <p:cNvPr id="13" name="Boo" descr="Bo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4953000"/>
            <a:ext cx="1143000" cy="1314450"/>
          </a:xfrm>
          <a:prstGeom prst="rect">
            <a:avLst/>
          </a:prstGeom>
        </p:spPr>
      </p:pic>
      <p:sp>
        <p:nvSpPr>
          <p:cNvPr id="14" name="Boo text" descr="Boo! Found it!"/>
          <p:cNvSpPr/>
          <p:nvPr/>
        </p:nvSpPr>
        <p:spPr>
          <a:xfrm>
            <a:off x="6858000" y="52070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Boo! Found it!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" dur="400" fill="hold" repeatCount="2000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pic>
        <p:nvPicPr>
          <p:cNvPr id="5" name="Ghost found 3" descr="Ghost foun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079500"/>
            <a:ext cx="571500" cy="660400"/>
          </a:xfrm>
          <a:prstGeom prst="rect">
            <a:avLst/>
          </a:prstGeom>
        </p:spPr>
      </p:pic>
      <p:pic>
        <p:nvPicPr>
          <p:cNvPr id="6" name="Ghost found 4" descr="Ghost found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1079500"/>
            <a:ext cx="571500" cy="660400"/>
          </a:xfrm>
          <a:prstGeom prst="rect">
            <a:avLst/>
          </a:prstGeom>
        </p:spPr>
      </p:pic>
      <p:sp>
        <p:nvSpPr>
          <p:cNvPr id="7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Word ءَامَنُوا۟" descr="ءَامَنُوا۟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ءَامَنُوا۟</a:t>
            </a:r>
          </a:p>
        </p:txBody>
      </p:sp>
      <p:sp>
        <p:nvSpPr>
          <p:cNvPr id="9" name="Letter 1 ءَ" descr="ءَ">
            <a:hlinkClick action="ppaction://hlinksldjump" r:id="rId4"/>
          </p:cNvPr>
          <p:cNvSpPr/>
          <p:nvPr/>
        </p:nvSpPr>
        <p:spPr>
          <a:xfrm>
            <a:off x="9493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ءَ</a:t>
            </a:r>
          </a:p>
        </p:txBody>
      </p:sp>
      <p:sp>
        <p:nvSpPr>
          <p:cNvPr id="10" name="Letter 2 ا" descr="ا">
            <a:hlinkClick action="ppaction://hlinksldjump" r:id="rId4"/>
          </p:cNvPr>
          <p:cNvSpPr/>
          <p:nvPr/>
        </p:nvSpPr>
        <p:spPr>
          <a:xfrm>
            <a:off x="7842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1" name="Letter 3 مَ" descr="مَ">
            <a:hlinkClick action="ppaction://hlinksldjump" r:id="rId4"/>
          </p:cNvPr>
          <p:cNvSpPr/>
          <p:nvPr/>
        </p:nvSpPr>
        <p:spPr>
          <a:xfrm>
            <a:off x="6191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Letter 4 نُ" descr="نُ">
            <a:hlinkClick action="ppaction://hlinksldjump" r:id="rId4"/>
          </p:cNvPr>
          <p:cNvSpPr/>
          <p:nvPr/>
        </p:nvSpPr>
        <p:spPr>
          <a:xfrm>
            <a:off x="4540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3" name="Letter 5 و" descr="و">
            <a:hlinkClick action="ppaction://hlinksldjump" r:id="rId4"/>
          </p:cNvPr>
          <p:cNvSpPr/>
          <p:nvPr/>
        </p:nvSpPr>
        <p:spPr>
          <a:xfrm>
            <a:off x="2889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4" name="Letter 6 ا۟" descr="ا۟">
            <a:hlinkClick action="ppaction://hlinksldjump" r:id="rId5"/>
          </p:cNvPr>
          <p:cNvSpPr/>
          <p:nvPr/>
        </p:nvSpPr>
        <p:spPr>
          <a:xfrm>
            <a:off x="1238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pic>
        <p:nvPicPr>
          <p:cNvPr id="15" name="Boo" descr="Bo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4953000"/>
            <a:ext cx="1143000" cy="1314450"/>
          </a:xfrm>
          <a:prstGeom prst="rect">
            <a:avLst/>
          </a:prstGeom>
        </p:spPr>
      </p:pic>
      <p:sp>
        <p:nvSpPr>
          <p:cNvPr id="16" name="Boo text" descr="Boo! Found it!"/>
          <p:cNvSpPr/>
          <p:nvPr/>
        </p:nvSpPr>
        <p:spPr>
          <a:xfrm>
            <a:off x="6858000" y="52070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Boo! Found it!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" dur="400" fill="hold" repeatCount="2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pic>
        <p:nvPicPr>
          <p:cNvPr id="5" name="Ghost found 3" descr="Ghost foun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079500"/>
            <a:ext cx="571500" cy="660400"/>
          </a:xfrm>
          <a:prstGeom prst="rect">
            <a:avLst/>
          </a:prstGeom>
        </p:spPr>
      </p:pic>
      <p:pic>
        <p:nvPicPr>
          <p:cNvPr id="6" name="Ghost found 4" descr="Ghost found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1079500"/>
            <a:ext cx="571500" cy="660400"/>
          </a:xfrm>
          <a:prstGeom prst="rect">
            <a:avLst/>
          </a:prstGeom>
        </p:spPr>
      </p:pic>
      <p:pic>
        <p:nvPicPr>
          <p:cNvPr id="7" name="Ghost found 5" descr="Ghost found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0" y="1079500"/>
            <a:ext cx="571500" cy="660400"/>
          </a:xfrm>
          <a:prstGeom prst="rect">
            <a:avLst/>
          </a:prstGeom>
        </p:spPr>
      </p:pic>
      <p:pic>
        <p:nvPicPr>
          <p:cNvPr id="8" name="Happy ghost 1" descr="Happy ghos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2413000"/>
            <a:ext cx="1651000" cy="1905000"/>
          </a:xfrm>
          <a:prstGeom prst="rect">
            <a:avLst/>
          </a:prstGeom>
        </p:spPr>
      </p:pic>
      <p:pic>
        <p:nvPicPr>
          <p:cNvPr id="9" name="Happy ghost 2" descr="Happy ghos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2413000"/>
            <a:ext cx="1651000" cy="1905000"/>
          </a:xfrm>
          <a:prstGeom prst="rect">
            <a:avLst/>
          </a:prstGeom>
        </p:spPr>
      </p:pic>
      <p:pic>
        <p:nvPicPr>
          <p:cNvPr id="10" name="Happy ghost 3" descr="Happy ghos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0" y="2413000"/>
            <a:ext cx="1651000" cy="1905000"/>
          </a:xfrm>
          <a:prstGeom prst="rect">
            <a:avLst/>
          </a:prstGeom>
        </p:spPr>
      </p:pic>
      <p:sp>
        <p:nvSpPr>
          <p:cNvPr id="11" name="You found all the ghosts!" descr="You found all the ghosts!"/>
          <p:cNvSpPr/>
          <p:nvPr/>
        </p:nvSpPr>
        <p:spPr>
          <a:xfrm>
            <a:off x="8255000" y="1270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You found all the ghosts!</a:t>
            </a:r>
          </a:p>
        </p:txBody>
      </p:sp>
      <p:sp>
        <p:nvSpPr>
          <p:cNvPr id="12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6" dur="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8" dur="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ord جَاهَدُوا۟" descr="جَاهَدُوا۟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جَاهَدُوا۟</a:t>
            </a:r>
          </a:p>
        </p:txBody>
      </p:sp>
      <p:sp>
        <p:nvSpPr>
          <p:cNvPr id="5" name="Letter 1 جَ" descr="جَ">
            <a:hlinkClick action="ppaction://hlinksldjump" r:id="rId3"/>
          </p:cNvPr>
          <p:cNvSpPr/>
          <p:nvPr/>
        </p:nvSpPr>
        <p:spPr>
          <a:xfrm>
            <a:off x="9493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6" name="Letter 2 ا" descr="ا">
            <a:hlinkClick action="ppaction://hlinksldjump" r:id="rId3"/>
          </p:cNvPr>
          <p:cNvSpPr/>
          <p:nvPr/>
        </p:nvSpPr>
        <p:spPr>
          <a:xfrm>
            <a:off x="7842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7" name="Letter 3 هَ" descr="هَ">
            <a:hlinkClick action="ppaction://hlinksldjump" r:id="rId3"/>
          </p:cNvPr>
          <p:cNvSpPr/>
          <p:nvPr/>
        </p:nvSpPr>
        <p:spPr>
          <a:xfrm>
            <a:off x="6191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8" name="Letter 4 دُ" descr="دُ">
            <a:hlinkClick action="ppaction://hlinksldjump" r:id="rId3"/>
          </p:cNvPr>
          <p:cNvSpPr/>
          <p:nvPr/>
        </p:nvSpPr>
        <p:spPr>
          <a:xfrm>
            <a:off x="4540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9" name="Letter 5 و" descr="و">
            <a:hlinkClick action="ppaction://hlinksldjump" r:id="rId3"/>
          </p:cNvPr>
          <p:cNvSpPr/>
          <p:nvPr/>
        </p:nvSpPr>
        <p:spPr>
          <a:xfrm>
            <a:off x="2889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0" name="Letter 6 ا۟" descr="ا۟">
            <a:hlinkClick action="ppaction://hlinksldjump" r:id="rId4"/>
          </p:cNvPr>
          <p:cNvSpPr/>
          <p:nvPr/>
        </p:nvSpPr>
        <p:spPr>
          <a:xfrm>
            <a:off x="1238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381000" y="508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sp>
        <p:nvSpPr>
          <p:cNvPr id="4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Word بِأَيۡي۟دٍ" descr="بِأَيۡي۟دٍ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بِأَيۡي۟دٍ</a:t>
            </a:r>
          </a:p>
        </p:txBody>
      </p:sp>
      <p:sp>
        <p:nvSpPr>
          <p:cNvPr id="6" name="Letter 1 بِ" descr="بِ">
            <a:hlinkClick action="ppaction://hlinksldjump" r:id="rId4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7" name="Letter 2 أَ" descr="أَ">
            <a:hlinkClick action="ppaction://hlinksldjump" r:id="rId4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8" name="Letter 3 يۡ" descr="يۡ">
            <a:hlinkClick action="ppaction://hlinksldjump" r:id="rId4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يۡ</a:t>
            </a:r>
          </a:p>
        </p:txBody>
      </p:sp>
      <p:sp>
        <p:nvSpPr>
          <p:cNvPr id="9" name="Letter 4 ي۟" descr="ي۟">
            <a:hlinkClick action="ppaction://hlinksldjump" r:id="rId5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ي۟</a:t>
            </a:r>
          </a:p>
        </p:txBody>
      </p:sp>
      <p:sp>
        <p:nvSpPr>
          <p:cNvPr id="10" name="Letter 5 دٍ" descr="دٍ">
            <a:hlinkClick action="ppaction://hlinksldjump" r:id="rId4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دٍ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381000" y="508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sp>
        <p:nvSpPr>
          <p:cNvPr id="5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Word قَالُوا۟" descr="قَالُوا۟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قَالُوا۟</a:t>
            </a:r>
          </a:p>
        </p:txBody>
      </p:sp>
      <p:sp>
        <p:nvSpPr>
          <p:cNvPr id="7" name="Letter 1 قَ" descr="قَ">
            <a:hlinkClick action="ppaction://hlinksldjump" r:id="rId4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8" name="Letter 2 ا" descr="ا">
            <a:hlinkClick action="ppaction://hlinksldjump" r:id="rId4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9" name="Letter 3 لُ" descr="لُ">
            <a:hlinkClick action="ppaction://hlinksldjump" r:id="rId4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0" name="Letter 4 و" descr="و">
            <a:hlinkClick action="ppaction://hlinksldjump" r:id="rId4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1" name="Letter 5 ا۟" descr="ا۟">
            <a:hlinkClick action="ppaction://hlinksldjump" r:id="rId5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381000" y="508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pic>
        <p:nvPicPr>
          <p:cNvPr id="5" name="Ghost found 3" descr="Ghost foun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079500"/>
            <a:ext cx="571500" cy="660400"/>
          </a:xfrm>
          <a:prstGeom prst="rect">
            <a:avLst/>
          </a:prstGeom>
        </p:spPr>
      </p:pic>
      <p:sp>
        <p:nvSpPr>
          <p:cNvPr id="6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Word لِشَا۟يۡءٍ" descr="لِشَا۟يۡءٍ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لِشَا۟يۡءٍ</a:t>
            </a:r>
          </a:p>
        </p:txBody>
      </p:sp>
      <p:sp>
        <p:nvSpPr>
          <p:cNvPr id="8" name="Letter 1 لِ" descr="لِ">
            <a:hlinkClick action="ppaction://hlinksldjump" r:id="rId4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9" name="Letter 2 شَ" descr="شَ">
            <a:hlinkClick action="ppaction://hlinksldjump" r:id="rId4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0" name="Letter 3 ا۟" descr="ا۟">
            <a:hlinkClick action="ppaction://hlinksldjump" r:id="rId5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sp>
        <p:nvSpPr>
          <p:cNvPr id="11" name="Letter 4 يۡ" descr="يۡ">
            <a:hlinkClick action="ppaction://hlinksldjump" r:id="rId4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يۡ</a:t>
            </a:r>
          </a:p>
        </p:txBody>
      </p:sp>
      <p:sp>
        <p:nvSpPr>
          <p:cNvPr id="12" name="Letter 5 ءٍ" descr="ءٍ">
            <a:hlinkClick action="ppaction://hlinksldjump" r:id="rId4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ءٍ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381000" y="508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pic>
        <p:nvPicPr>
          <p:cNvPr id="5" name="Ghost found 3" descr="Ghost foun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079500"/>
            <a:ext cx="571500" cy="660400"/>
          </a:xfrm>
          <a:prstGeom prst="rect">
            <a:avLst/>
          </a:prstGeom>
        </p:spPr>
      </p:pic>
      <p:pic>
        <p:nvPicPr>
          <p:cNvPr id="6" name="Ghost found 4" descr="Ghost found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1079500"/>
            <a:ext cx="571500" cy="660400"/>
          </a:xfrm>
          <a:prstGeom prst="rect">
            <a:avLst/>
          </a:prstGeom>
        </p:spPr>
      </p:pic>
      <p:sp>
        <p:nvSpPr>
          <p:cNvPr id="7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Word ءَامَنُوا۟" descr="ءَامَنُوا۟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ءَامَنُوا۟</a:t>
            </a:r>
          </a:p>
        </p:txBody>
      </p:sp>
      <p:sp>
        <p:nvSpPr>
          <p:cNvPr id="9" name="Letter 1 ءَ" descr="ءَ">
            <a:hlinkClick action="ppaction://hlinksldjump" r:id="rId4"/>
          </p:cNvPr>
          <p:cNvSpPr/>
          <p:nvPr/>
        </p:nvSpPr>
        <p:spPr>
          <a:xfrm>
            <a:off x="9493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ءَ</a:t>
            </a:r>
          </a:p>
        </p:txBody>
      </p:sp>
      <p:sp>
        <p:nvSpPr>
          <p:cNvPr id="10" name="Letter 2 ا" descr="ا">
            <a:hlinkClick action="ppaction://hlinksldjump" r:id="rId4"/>
          </p:cNvPr>
          <p:cNvSpPr/>
          <p:nvPr/>
        </p:nvSpPr>
        <p:spPr>
          <a:xfrm>
            <a:off x="7842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1" name="Letter 3 مَ" descr="مَ">
            <a:hlinkClick action="ppaction://hlinksldjump" r:id="rId4"/>
          </p:cNvPr>
          <p:cNvSpPr/>
          <p:nvPr/>
        </p:nvSpPr>
        <p:spPr>
          <a:xfrm>
            <a:off x="6191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Letter 4 نُ" descr="نُ">
            <a:hlinkClick action="ppaction://hlinksldjump" r:id="rId4"/>
          </p:cNvPr>
          <p:cNvSpPr/>
          <p:nvPr/>
        </p:nvSpPr>
        <p:spPr>
          <a:xfrm>
            <a:off x="4540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3" name="Letter 5 و" descr="و">
            <a:hlinkClick action="ppaction://hlinksldjump" r:id="rId4"/>
          </p:cNvPr>
          <p:cNvSpPr/>
          <p:nvPr/>
        </p:nvSpPr>
        <p:spPr>
          <a:xfrm>
            <a:off x="2889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4" name="Letter 6 ا۟" descr="ا۟">
            <a:hlinkClick action="ppaction://hlinksldjump" r:id="rId5"/>
          </p:cNvPr>
          <p:cNvSpPr/>
          <p:nvPr/>
        </p:nvSpPr>
        <p:spPr>
          <a:xfrm>
            <a:off x="1238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508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Frog" descr="Fro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500" y="3302000"/>
            <a:ext cx="1397000" cy="1206500"/>
          </a:xfrm>
          <a:prstGeom prst="rect">
            <a:avLst/>
          </a:prstGeom>
        </p:spPr>
      </p:pic>
      <p:pic>
        <p:nvPicPr>
          <p:cNvPr id="5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841500"/>
            <a:ext cx="2032000" cy="901700"/>
          </a:xfrm>
          <a:prstGeom prst="rect">
            <a:avLst/>
          </a:prstGeom>
        </p:spPr>
      </p:pic>
      <p:sp>
        <p:nvSpPr>
          <p:cNvPr id="6" name="Answer 1 ٱلسَّبِيلَ" descr="ٱلسَّبِيلَ">
            <a:hlinkClick action="ppaction://hlinksldjump" r:id="rId6"/>
          </p:cNvPr>
          <p:cNvSpPr/>
          <p:nvPr/>
        </p:nvSpPr>
        <p:spPr>
          <a:xfrm>
            <a:off x="8540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</a:t>
            </a:r>
          </a:p>
        </p:txBody>
      </p:sp>
      <p:pic>
        <p:nvPicPr>
          <p:cNvPr id="7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3556000"/>
            <a:ext cx="2032000" cy="901700"/>
          </a:xfrm>
          <a:prstGeom prst="rect">
            <a:avLst/>
          </a:prstGeom>
        </p:spPr>
      </p:pic>
      <p:sp>
        <p:nvSpPr>
          <p:cNvPr id="8" name="Answer 2 ٱلسَّبِيلَا" descr="ٱلسَّبِيلَا">
            <a:hlinkClick action="ppaction://hlinksldjump" r:id="rId7"/>
          </p:cNvPr>
          <p:cNvSpPr/>
          <p:nvPr/>
        </p:nvSpPr>
        <p:spPr>
          <a:xfrm>
            <a:off x="8540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ٱلسَّبِيلَا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Reading on to the next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E2640"/>
                </a:solidFill>
                <a:latin typeface="Arial"/>
                <a:cs typeface="Arial"/>
              </a:rPr>
              <a:t>Reading on to the next word:</a:t>
            </a:r>
          </a:p>
        </p:txBody>
      </p:sp>
      <p:sp>
        <p:nvSpPr>
          <p:cNvPr id="11" name="Find ٱلسَّبِيلَا۠" descr="ٱلسَّبِيل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ٱلسَّبِيلَا۠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3302000"/>
            <a:ext cx="1397000" cy="1206500"/>
          </a:xfrm>
          <a:prstGeom prst="rect">
            <a:avLst/>
          </a:prstGeom>
        </p:spPr>
      </p:pic>
      <p:pic>
        <p:nvPicPr>
          <p:cNvPr id="6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41500"/>
            <a:ext cx="2032000" cy="901700"/>
          </a:xfrm>
          <a:prstGeom prst="rect">
            <a:avLst/>
          </a:prstGeom>
        </p:spPr>
      </p:pic>
      <p:sp>
        <p:nvSpPr>
          <p:cNvPr id="7" name="Answer 1 أُو۟لَٰٓئِكَ" descr="أُو۟لَـٰٓئِكَ">
            <a:hlinkClick action="ppaction://hlinksldjump" r:id="rId6"/>
          </p:cNvPr>
          <p:cNvSpPr/>
          <p:nvPr/>
        </p:nvSpPr>
        <p:spPr>
          <a:xfrm>
            <a:off x="7016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أُو۟لَـ</a:t>
            </a:r>
            <a:r>
              <a:rPr sz="31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pic>
        <p:nvPicPr>
          <p:cNvPr id="8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56000"/>
            <a:ext cx="2032000" cy="901700"/>
          </a:xfrm>
          <a:prstGeom prst="rect">
            <a:avLst/>
          </a:prstGeom>
        </p:spPr>
      </p:pic>
      <p:sp>
        <p:nvSpPr>
          <p:cNvPr id="9" name="Answer 2 ذَهَبَ" descr="ذَهَبَ">
            <a:hlinkClick action="ppaction://hlinksldjump" r:id="rId7"/>
          </p:cNvPr>
          <p:cNvSpPr/>
          <p:nvPr/>
        </p:nvSpPr>
        <p:spPr>
          <a:xfrm>
            <a:off x="7016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pic>
        <p:nvPicPr>
          <p:cNvPr id="10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70500"/>
            <a:ext cx="2032000" cy="901700"/>
          </a:xfrm>
          <a:prstGeom prst="rect">
            <a:avLst/>
          </a:prstGeom>
        </p:spPr>
      </p:pic>
      <p:sp>
        <p:nvSpPr>
          <p:cNvPr id="11" name="Answer 3 جَلَسَ" descr="جَلَسَ">
            <a:hlinkClick action="ppaction://hlinksldjump" r:id="rId7"/>
          </p:cNvPr>
          <p:cNvSpPr/>
          <p:nvPr/>
        </p:nvSpPr>
        <p:spPr>
          <a:xfrm>
            <a:off x="7016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302000"/>
            <a:ext cx="1397000" cy="1206500"/>
          </a:xfrm>
          <a:prstGeom prst="rect">
            <a:avLst/>
          </a:prstGeom>
        </p:spPr>
      </p:pic>
      <p:pic>
        <p:nvPicPr>
          <p:cNvPr id="7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841500"/>
            <a:ext cx="2032000" cy="901700"/>
          </a:xfrm>
          <a:prstGeom prst="rect">
            <a:avLst/>
          </a:prstGeom>
        </p:spPr>
      </p:pic>
      <p:sp>
        <p:nvSpPr>
          <p:cNvPr id="8" name="Answer 1 ٱلرَّسُولَا" descr="ٱلرَّسُولَا">
            <a:hlinkClick action="ppaction://hlinksldjump" r:id="rId6"/>
          </p:cNvPr>
          <p:cNvSpPr/>
          <p:nvPr/>
        </p:nvSpPr>
        <p:spPr>
          <a:xfrm>
            <a:off x="5492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ٱلرَّسُولَا</a:t>
            </a:r>
          </a:p>
        </p:txBody>
      </p:sp>
      <p:pic>
        <p:nvPicPr>
          <p:cNvPr id="9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3556000"/>
            <a:ext cx="2032000" cy="901700"/>
          </a:xfrm>
          <a:prstGeom prst="rect">
            <a:avLst/>
          </a:prstGeom>
        </p:spPr>
      </p:pic>
      <p:sp>
        <p:nvSpPr>
          <p:cNvPr id="10" name="Answer 2 ٱلرَّسُولَ" descr="ٱلرَّسُولَ">
            <a:hlinkClick action="ppaction://hlinksldjump" r:id="rId7"/>
          </p:cNvPr>
          <p:cNvSpPr/>
          <p:nvPr/>
        </p:nvSpPr>
        <p:spPr>
          <a:xfrm>
            <a:off x="5492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ٱلرَّسُولَ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Reading on to the next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E2640"/>
                </a:solidFill>
                <a:latin typeface="Arial"/>
                <a:cs typeface="Arial"/>
              </a:rPr>
              <a:t>Reading on to the next word:</a:t>
            </a:r>
          </a:p>
        </p:txBody>
      </p:sp>
      <p:sp>
        <p:nvSpPr>
          <p:cNvPr id="13" name="Find ٱلرَّسُولَا۠" descr="ٱلرَّسُول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ٱلرَّسُولَا۠</a:t>
            </a:r>
          </a:p>
        </p:txBody>
      </p:sp>
      <p:sp>
        <p:nvSpPr>
          <p:cNvPr id="1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3302000"/>
            <a:ext cx="1397000" cy="1206500"/>
          </a:xfrm>
          <a:prstGeom prst="rect">
            <a:avLst/>
          </a:prstGeom>
        </p:spPr>
      </p:pic>
      <p:pic>
        <p:nvPicPr>
          <p:cNvPr id="8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841500"/>
            <a:ext cx="2032000" cy="901700"/>
          </a:xfrm>
          <a:prstGeom prst="rect">
            <a:avLst/>
          </a:prstGeom>
        </p:spPr>
      </p:pic>
      <p:sp>
        <p:nvSpPr>
          <p:cNvPr id="9" name="Answer 1 جَاهَدُوا۟" descr="جَاهَدُوا۟">
            <a:hlinkClick action="ppaction://hlinksldjump" r:id="rId6"/>
          </p:cNvPr>
          <p:cNvSpPr/>
          <p:nvPr/>
        </p:nvSpPr>
        <p:spPr>
          <a:xfrm>
            <a:off x="3968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جَاهَدُوا۟</a:t>
            </a:r>
          </a:p>
        </p:txBody>
      </p:sp>
      <p:pic>
        <p:nvPicPr>
          <p:cNvPr id="10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56000"/>
            <a:ext cx="2032000" cy="901700"/>
          </a:xfrm>
          <a:prstGeom prst="rect">
            <a:avLst/>
          </a:prstGeom>
        </p:spPr>
      </p:pic>
      <p:sp>
        <p:nvSpPr>
          <p:cNvPr id="11" name="Answer 2 ذَهَبَ" descr="ذَهَبَ">
            <a:hlinkClick action="ppaction://hlinksldjump" r:id="rId7"/>
          </p:cNvPr>
          <p:cNvSpPr/>
          <p:nvPr/>
        </p:nvSpPr>
        <p:spPr>
          <a:xfrm>
            <a:off x="3968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pic>
        <p:nvPicPr>
          <p:cNvPr id="12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270500"/>
            <a:ext cx="2032000" cy="901700"/>
          </a:xfrm>
          <a:prstGeom prst="rect">
            <a:avLst/>
          </a:prstGeom>
        </p:spPr>
      </p:pic>
      <p:sp>
        <p:nvSpPr>
          <p:cNvPr id="13" name="Answer 3 يَلۡعَبُ" descr="يَلۡعَبُ">
            <a:hlinkClick action="ppaction://hlinksldjump" r:id="rId7"/>
          </p:cNvPr>
          <p:cNvSpPr/>
          <p:nvPr/>
        </p:nvSpPr>
        <p:spPr>
          <a:xfrm>
            <a:off x="3968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0"/>
            <a:ext cx="1397000" cy="1206500"/>
          </a:xfrm>
          <a:prstGeom prst="rect">
            <a:avLst/>
          </a:prstGeom>
        </p:spPr>
      </p:pic>
      <p:pic>
        <p:nvPicPr>
          <p:cNvPr id="9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841500"/>
            <a:ext cx="2032000" cy="901700"/>
          </a:xfrm>
          <a:prstGeom prst="rect">
            <a:avLst/>
          </a:prstGeom>
        </p:spPr>
      </p:pic>
      <p:sp>
        <p:nvSpPr>
          <p:cNvPr id="10" name="Answer 1 ذَهَبَ" descr="ذَهَبَ">
            <a:hlinkClick action="ppaction://hlinksldjump" r:id="rId6"/>
          </p:cNvPr>
          <p:cNvSpPr/>
          <p:nvPr/>
        </p:nvSpPr>
        <p:spPr>
          <a:xfrm>
            <a:off x="2444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pic>
        <p:nvPicPr>
          <p:cNvPr id="11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56000"/>
            <a:ext cx="2032000" cy="901700"/>
          </a:xfrm>
          <a:prstGeom prst="rect">
            <a:avLst/>
          </a:prstGeom>
        </p:spPr>
      </p:pic>
      <p:sp>
        <p:nvSpPr>
          <p:cNvPr id="12" name="Answer 2 فِيلٌ" descr="فِيلٌ">
            <a:hlinkClick action="ppaction://hlinksldjump" r:id="rId6"/>
          </p:cNvPr>
          <p:cNvSpPr/>
          <p:nvPr/>
        </p:nvSpPr>
        <p:spPr>
          <a:xfrm>
            <a:off x="2444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فِيلٌ</a:t>
            </a:r>
          </a:p>
        </p:txBody>
      </p:sp>
      <p:pic>
        <p:nvPicPr>
          <p:cNvPr id="13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5270500"/>
            <a:ext cx="2032000" cy="901700"/>
          </a:xfrm>
          <a:prstGeom prst="rect">
            <a:avLst/>
          </a:prstGeom>
        </p:spPr>
      </p:pic>
      <p:sp>
        <p:nvSpPr>
          <p:cNvPr id="14" name="Answer 3 ثَمُودَا۟" descr="ثَمُودَا۟">
            <a:hlinkClick action="ppaction://hlinksldjump" r:id="rId7"/>
          </p:cNvPr>
          <p:cNvSpPr/>
          <p:nvPr/>
        </p:nvSpPr>
        <p:spPr>
          <a:xfrm>
            <a:off x="2444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ثَمُودَا۟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Pad 5" descr="Pad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0" y="3937000"/>
            <a:ext cx="1651000" cy="736600"/>
          </a:xfrm>
          <a:prstGeom prst="rect">
            <a:avLst/>
          </a:prstGeom>
        </p:spPr>
      </p:pic>
      <p:pic>
        <p:nvPicPr>
          <p:cNvPr id="9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05000"/>
            <a:ext cx="1397000" cy="1206500"/>
          </a:xfrm>
          <a:prstGeom prst="rect">
            <a:avLst/>
          </a:prstGeom>
        </p:spPr>
      </p:pic>
      <p:sp>
        <p:nvSpPr>
          <p:cNvPr id="10" name="You made it!" descr="You made it!"/>
          <p:cNvSpPr/>
          <p:nvPr/>
        </p:nvSpPr>
        <p:spPr>
          <a:xfrm>
            <a:off x="3175000" y="114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You made it!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Frog" descr="Fro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500" y="3302000"/>
            <a:ext cx="1397000" cy="1206500"/>
          </a:xfrm>
          <a:prstGeom prst="rect">
            <a:avLst/>
          </a:prstGeom>
        </p:spPr>
      </p:pic>
      <p:pic>
        <p:nvPicPr>
          <p:cNvPr id="5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841500"/>
            <a:ext cx="2032000" cy="901700"/>
          </a:xfrm>
          <a:prstGeom prst="rect">
            <a:avLst/>
          </a:prstGeom>
        </p:spPr>
      </p:pic>
      <p:sp>
        <p:nvSpPr>
          <p:cNvPr id="6" name="Answer 1 ٱلسَّبِيلَ" descr="ٱلسَّبِيلَ">
            <a:hlinkClick action="ppaction://hlinksldjump" r:id="rId6"/>
          </p:cNvPr>
          <p:cNvSpPr/>
          <p:nvPr/>
        </p:nvSpPr>
        <p:spPr>
          <a:xfrm>
            <a:off x="8540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</a:t>
            </a:r>
          </a:p>
        </p:txBody>
      </p:sp>
      <p:pic>
        <p:nvPicPr>
          <p:cNvPr id="7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3556000"/>
            <a:ext cx="2032000" cy="901700"/>
          </a:xfrm>
          <a:prstGeom prst="rect">
            <a:avLst/>
          </a:prstGeom>
        </p:spPr>
      </p:pic>
      <p:sp>
        <p:nvSpPr>
          <p:cNvPr id="8" name="Answer 2 ٱلسَّبِيلَا" descr="ٱلسَّبِيلَا">
            <a:hlinkClick action="ppaction://hlinksldjump" r:id="rId7"/>
          </p:cNvPr>
          <p:cNvSpPr/>
          <p:nvPr/>
        </p:nvSpPr>
        <p:spPr>
          <a:xfrm>
            <a:off x="8540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ٱلسَّبِيلَا</a:t>
            </a:r>
          </a:p>
        </p:txBody>
      </p:sp>
      <p:sp>
        <p:nvSpPr>
          <p:cNvPr id="9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Reading on to the next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E2640"/>
                </a:solidFill>
                <a:latin typeface="Arial"/>
                <a:cs typeface="Arial"/>
              </a:rPr>
              <a:t>Reading on to the next word:</a:t>
            </a:r>
          </a:p>
        </p:txBody>
      </p:sp>
      <p:sp>
        <p:nvSpPr>
          <p:cNvPr id="12" name="Find ٱلسَّبِيلَا۠" descr="ٱلسَّبِيل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ٱلسَّبِيلَا۠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3302000"/>
            <a:ext cx="1397000" cy="1206500"/>
          </a:xfrm>
          <a:prstGeom prst="rect">
            <a:avLst/>
          </a:prstGeom>
        </p:spPr>
      </p:pic>
      <p:pic>
        <p:nvPicPr>
          <p:cNvPr id="6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41500"/>
            <a:ext cx="2032000" cy="901700"/>
          </a:xfrm>
          <a:prstGeom prst="rect">
            <a:avLst/>
          </a:prstGeom>
        </p:spPr>
      </p:pic>
      <p:sp>
        <p:nvSpPr>
          <p:cNvPr id="7" name="Answer 1 أُو۟لَٰٓئِكَ" descr="أُو۟لَـٰٓئِكَ">
            <a:hlinkClick action="ppaction://hlinksldjump" r:id="rId6"/>
          </p:cNvPr>
          <p:cNvSpPr/>
          <p:nvPr/>
        </p:nvSpPr>
        <p:spPr>
          <a:xfrm>
            <a:off x="7016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أُو۟لَـ</a:t>
            </a:r>
            <a:r>
              <a:rPr sz="31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pic>
        <p:nvPicPr>
          <p:cNvPr id="8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56000"/>
            <a:ext cx="2032000" cy="901700"/>
          </a:xfrm>
          <a:prstGeom prst="rect">
            <a:avLst/>
          </a:prstGeom>
        </p:spPr>
      </p:pic>
      <p:sp>
        <p:nvSpPr>
          <p:cNvPr id="9" name="Answer 2 ذَهَبَ" descr="ذَهَبَ">
            <a:hlinkClick action="ppaction://hlinksldjump" r:id="rId7"/>
          </p:cNvPr>
          <p:cNvSpPr/>
          <p:nvPr/>
        </p:nvSpPr>
        <p:spPr>
          <a:xfrm>
            <a:off x="7016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pic>
        <p:nvPicPr>
          <p:cNvPr id="10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70500"/>
            <a:ext cx="2032000" cy="901700"/>
          </a:xfrm>
          <a:prstGeom prst="rect">
            <a:avLst/>
          </a:prstGeom>
        </p:spPr>
      </p:pic>
      <p:sp>
        <p:nvSpPr>
          <p:cNvPr id="11" name="Answer 3 جَلَسَ" descr="جَلَسَ">
            <a:hlinkClick action="ppaction://hlinksldjump" r:id="rId7"/>
          </p:cNvPr>
          <p:cNvSpPr/>
          <p:nvPr/>
        </p:nvSpPr>
        <p:spPr>
          <a:xfrm>
            <a:off x="7016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sp>
        <p:nvSpPr>
          <p:cNvPr id="12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302000"/>
            <a:ext cx="1397000" cy="1206500"/>
          </a:xfrm>
          <a:prstGeom prst="rect">
            <a:avLst/>
          </a:prstGeom>
        </p:spPr>
      </p:pic>
      <p:pic>
        <p:nvPicPr>
          <p:cNvPr id="7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841500"/>
            <a:ext cx="2032000" cy="901700"/>
          </a:xfrm>
          <a:prstGeom prst="rect">
            <a:avLst/>
          </a:prstGeom>
        </p:spPr>
      </p:pic>
      <p:sp>
        <p:nvSpPr>
          <p:cNvPr id="8" name="Answer 1 ٱلرَّسُولَا" descr="ٱلرَّسُولَا">
            <a:hlinkClick action="ppaction://hlinksldjump" r:id="rId6"/>
          </p:cNvPr>
          <p:cNvSpPr/>
          <p:nvPr/>
        </p:nvSpPr>
        <p:spPr>
          <a:xfrm>
            <a:off x="5492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ٱلرَّسُولَا</a:t>
            </a:r>
          </a:p>
        </p:txBody>
      </p:sp>
      <p:pic>
        <p:nvPicPr>
          <p:cNvPr id="9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3556000"/>
            <a:ext cx="2032000" cy="901700"/>
          </a:xfrm>
          <a:prstGeom prst="rect">
            <a:avLst/>
          </a:prstGeom>
        </p:spPr>
      </p:pic>
      <p:sp>
        <p:nvSpPr>
          <p:cNvPr id="10" name="Answer 2 ٱلرَّسُولَ" descr="ٱلرَّسُولَ">
            <a:hlinkClick action="ppaction://hlinksldjump" r:id="rId7"/>
          </p:cNvPr>
          <p:cNvSpPr/>
          <p:nvPr/>
        </p:nvSpPr>
        <p:spPr>
          <a:xfrm>
            <a:off x="5492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ٱلرَّسُولَ</a:t>
            </a:r>
          </a:p>
        </p:txBody>
      </p:sp>
      <p:sp>
        <p:nvSpPr>
          <p:cNvPr id="11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Reading on to the next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E2640"/>
                </a:solidFill>
                <a:latin typeface="Arial"/>
                <a:cs typeface="Arial"/>
              </a:rPr>
              <a:t>Reading on to the next word:</a:t>
            </a:r>
          </a:p>
        </p:txBody>
      </p:sp>
      <p:sp>
        <p:nvSpPr>
          <p:cNvPr id="14" name="Find ٱلرَّسُولَا۠" descr="ٱلرَّسُول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ٱلرَّسُولَا۠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3302000"/>
            <a:ext cx="1397000" cy="1206500"/>
          </a:xfrm>
          <a:prstGeom prst="rect">
            <a:avLst/>
          </a:prstGeom>
        </p:spPr>
      </p:pic>
      <p:pic>
        <p:nvPicPr>
          <p:cNvPr id="8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841500"/>
            <a:ext cx="2032000" cy="901700"/>
          </a:xfrm>
          <a:prstGeom prst="rect">
            <a:avLst/>
          </a:prstGeom>
        </p:spPr>
      </p:pic>
      <p:sp>
        <p:nvSpPr>
          <p:cNvPr id="9" name="Answer 1 جَاهَدُوا۟" descr="جَاهَدُوا۟">
            <a:hlinkClick action="ppaction://hlinksldjump" r:id="rId6"/>
          </p:cNvPr>
          <p:cNvSpPr/>
          <p:nvPr/>
        </p:nvSpPr>
        <p:spPr>
          <a:xfrm>
            <a:off x="3968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جَاهَدُوا۟</a:t>
            </a:r>
          </a:p>
        </p:txBody>
      </p:sp>
      <p:pic>
        <p:nvPicPr>
          <p:cNvPr id="10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56000"/>
            <a:ext cx="2032000" cy="901700"/>
          </a:xfrm>
          <a:prstGeom prst="rect">
            <a:avLst/>
          </a:prstGeom>
        </p:spPr>
      </p:pic>
      <p:sp>
        <p:nvSpPr>
          <p:cNvPr id="11" name="Answer 2 ذَهَبَ" descr="ذَهَبَ">
            <a:hlinkClick action="ppaction://hlinksldjump" r:id="rId7"/>
          </p:cNvPr>
          <p:cNvSpPr/>
          <p:nvPr/>
        </p:nvSpPr>
        <p:spPr>
          <a:xfrm>
            <a:off x="3968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pic>
        <p:nvPicPr>
          <p:cNvPr id="12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270500"/>
            <a:ext cx="2032000" cy="901700"/>
          </a:xfrm>
          <a:prstGeom prst="rect">
            <a:avLst/>
          </a:prstGeom>
        </p:spPr>
      </p:pic>
      <p:sp>
        <p:nvSpPr>
          <p:cNvPr id="13" name="Answer 3 يَلۡعَبُ" descr="يَلۡعَبُ">
            <a:hlinkClick action="ppaction://hlinksldjump" r:id="rId7"/>
          </p:cNvPr>
          <p:cNvSpPr/>
          <p:nvPr/>
        </p:nvSpPr>
        <p:spPr>
          <a:xfrm>
            <a:off x="3968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14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0"/>
            <a:ext cx="1397000" cy="1206500"/>
          </a:xfrm>
          <a:prstGeom prst="rect">
            <a:avLst/>
          </a:prstGeom>
        </p:spPr>
      </p:pic>
      <p:pic>
        <p:nvPicPr>
          <p:cNvPr id="9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841500"/>
            <a:ext cx="2032000" cy="901700"/>
          </a:xfrm>
          <a:prstGeom prst="rect">
            <a:avLst/>
          </a:prstGeom>
        </p:spPr>
      </p:pic>
      <p:sp>
        <p:nvSpPr>
          <p:cNvPr id="10" name="Answer 1 ذَهَبَ" descr="ذَهَبَ">
            <a:hlinkClick action="ppaction://hlinksldjump" r:id="rId6"/>
          </p:cNvPr>
          <p:cNvSpPr/>
          <p:nvPr/>
        </p:nvSpPr>
        <p:spPr>
          <a:xfrm>
            <a:off x="2444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pic>
        <p:nvPicPr>
          <p:cNvPr id="11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56000"/>
            <a:ext cx="2032000" cy="901700"/>
          </a:xfrm>
          <a:prstGeom prst="rect">
            <a:avLst/>
          </a:prstGeom>
        </p:spPr>
      </p:pic>
      <p:sp>
        <p:nvSpPr>
          <p:cNvPr id="12" name="Answer 2 فِيلٌ" descr="فِيلٌ">
            <a:hlinkClick action="ppaction://hlinksldjump" r:id="rId6"/>
          </p:cNvPr>
          <p:cNvSpPr/>
          <p:nvPr/>
        </p:nvSpPr>
        <p:spPr>
          <a:xfrm>
            <a:off x="2444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فِيلٌ</a:t>
            </a:r>
          </a:p>
        </p:txBody>
      </p:sp>
      <p:pic>
        <p:nvPicPr>
          <p:cNvPr id="13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5270500"/>
            <a:ext cx="2032000" cy="901700"/>
          </a:xfrm>
          <a:prstGeom prst="rect">
            <a:avLst/>
          </a:prstGeom>
        </p:spPr>
      </p:pic>
      <p:sp>
        <p:nvSpPr>
          <p:cNvPr id="14" name="Answer 3 ثَمُودَا۟" descr="ثَمُودَا۟">
            <a:hlinkClick action="ppaction://hlinksldjump" r:id="rId7"/>
          </p:cNvPr>
          <p:cNvSpPr/>
          <p:nvPr/>
        </p:nvSpPr>
        <p:spPr>
          <a:xfrm>
            <a:off x="2444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ثَمُودَا۟</a:t>
            </a:r>
          </a:p>
        </p:txBody>
      </p:sp>
      <p:sp>
        <p:nvSpPr>
          <p:cNvPr id="15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gg 1" descr="Egg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4" name="Answer 1 ذَهَبَ" descr="ذَهَبَ">
            <a:hlinkClick action="ppaction://hlinksldjump" r:id="rId6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pic>
        <p:nvPicPr>
          <p:cNvPr id="5" name="Egg 2" descr="Egg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6" name="Answer 2 قَالَ" descr="قَالَ">
            <a:hlinkClick action="ppaction://hlinksldjump" r:id="rId6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pic>
        <p:nvPicPr>
          <p:cNvPr id="7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8" name="Answer 3 هَاجَرُوا۟" descr="هَاجَرُوا۟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هَاجَرُوا۟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Egg 1" descr="Egg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5" name="Answer 1 ٱلظُّنُونَا" descr="ٱلظُّنُونَا">
            <a:hlinkClick action="ppaction://hlinksldjump" r:id="rId6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ٱلظُّنُونَا</a:t>
            </a:r>
          </a:p>
        </p:txBody>
      </p:sp>
      <p:pic>
        <p:nvPicPr>
          <p:cNvPr id="6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7" name="Answer 2 ٱلظُّنُونَ" descr="ٱلظُّنُونَ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ٱلظُّنُونَ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Reading on to the next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E2640"/>
                </a:solidFill>
                <a:latin typeface="Arial"/>
                <a:cs typeface="Arial"/>
              </a:rPr>
              <a:t>Reading on to the next word:</a:t>
            </a:r>
          </a:p>
        </p:txBody>
      </p:sp>
      <p:sp>
        <p:nvSpPr>
          <p:cNvPr id="10" name="Find ٱلظُّنُونَا۠" descr="ٱلظُّنُون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ٱلظُّنُونَا۠</a:t>
            </a:r>
          </a:p>
        </p:txBody>
      </p:sp>
      <p:sp>
        <p:nvSpPr>
          <p:cNvPr id="1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6" name="Answer 1 قَالَ" descr="قَالَ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pic>
        <p:nvPicPr>
          <p:cNvPr id="7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8" name="Answer 2 كَفَرُوا۟" descr="كَفَرُوا۟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كَفَرُوا۟</a:t>
            </a:r>
          </a:p>
        </p:txBody>
      </p:sp>
      <p:pic>
        <p:nvPicPr>
          <p:cNvPr id="9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0" name="Answer 3 يَلۡعَبُ" descr="يَلۡعَبُ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7" name="Answer 1 ثَمُودَا۟" descr="ثَمُودَا۟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ثَمُودَا۟</a:t>
            </a:r>
          </a:p>
        </p:txBody>
      </p:sp>
      <p:pic>
        <p:nvPicPr>
          <p:cNvPr id="8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9" name="Answer 2 يَلۡعَبُ" descr="يَلۡعَبُ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pic>
        <p:nvPicPr>
          <p:cNvPr id="10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1" name="Answer 3 نَامَ" descr="نَامَ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Egg 1" descr="Egg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8" name="Answer 1 ٱلرَّسُولَ" descr="ٱلرَّسُولَ">
            <a:hlinkClick action="ppaction://hlinksldjump" r:id="rId6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ٱلرَّسُولَ</a:t>
            </a:r>
          </a:p>
        </p:txBody>
      </p:sp>
      <p:pic>
        <p:nvPicPr>
          <p:cNvPr id="9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10" name="Answer 2 ٱلرَّسُولَا" descr="ٱلرَّسُولَا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ٱلرَّسُولَا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Stopping on this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Stopping on this word:</a:t>
            </a:r>
          </a:p>
        </p:txBody>
      </p:sp>
      <p:sp>
        <p:nvSpPr>
          <p:cNvPr id="13" name="Find ٱلرَّسُولَا۠" descr="ٱلرَّسُول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ٱلرَّسُولَا۠</a:t>
            </a:r>
          </a:p>
        </p:txBody>
      </p:sp>
      <p:sp>
        <p:nvSpPr>
          <p:cNvPr id="1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Baby dino 5" descr="Baby dino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5397500"/>
            <a:ext cx="1016000" cy="1016000"/>
          </a:xfrm>
          <a:prstGeom prst="rect">
            <a:avLst/>
          </a:prstGeom>
        </p:spPr>
      </p:pic>
      <p:sp>
        <p:nvSpPr>
          <p:cNvPr id="8" name="All the eggs hatched!" descr="All the eggs hatched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All the eggs hatched!</a:t>
            </a:r>
          </a:p>
        </p:txBody>
      </p:sp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250" fill="hold" repeatCount="2000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gg 1" descr="Egg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4" name="Answer 1 ذَهَبَ" descr="ذَهَبَ">
            <a:hlinkClick action="ppaction://hlinksldjump" r:id="rId6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pic>
        <p:nvPicPr>
          <p:cNvPr id="5" name="Egg 2" descr="Egg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6" name="Answer 2 قَالَ" descr="قَالَ">
            <a:hlinkClick action="ppaction://hlinksldjump" r:id="rId6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pic>
        <p:nvPicPr>
          <p:cNvPr id="7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8" name="Answer 3 هَاجَرُوا۟" descr="هَاجَرُوا۟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هَاجَرُوا۟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Egg 1" descr="Egg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5" name="Answer 1 ٱلظُّنُونَا" descr="ٱلظُّنُونَا">
            <a:hlinkClick action="ppaction://hlinksldjump" r:id="rId6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ٱلظُّنُونَا</a:t>
            </a:r>
          </a:p>
        </p:txBody>
      </p:sp>
      <p:pic>
        <p:nvPicPr>
          <p:cNvPr id="6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7" name="Answer 2 ٱلظُّنُونَ" descr="ٱلظُّنُونَ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ٱلظُّنُونَ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Reading on to the next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E2640"/>
                </a:solidFill>
                <a:latin typeface="Arial"/>
                <a:cs typeface="Arial"/>
              </a:rPr>
              <a:t>Reading on to the next word:</a:t>
            </a:r>
          </a:p>
        </p:txBody>
      </p:sp>
      <p:sp>
        <p:nvSpPr>
          <p:cNvPr id="11" name="Find ٱلظُّنُونَا۠" descr="ٱلظُّنُون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ٱلظُّنُونَا۠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6" name="Answer 1 قَالَ" descr="قَالَ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pic>
        <p:nvPicPr>
          <p:cNvPr id="7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8" name="Answer 2 كَفَرُوا۟" descr="كَفَرُوا۟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كَفَرُوا۟</a:t>
            </a:r>
          </a:p>
        </p:txBody>
      </p:sp>
      <p:pic>
        <p:nvPicPr>
          <p:cNvPr id="9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0" name="Answer 3 يَلۡعَبُ" descr="يَلۡعَبُ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7" name="Answer 1 ثَمُودَا۟" descr="ثَمُودَا۟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ثَمُودَا۟</a:t>
            </a:r>
          </a:p>
        </p:txBody>
      </p:sp>
      <p:pic>
        <p:nvPicPr>
          <p:cNvPr id="8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9" name="Answer 2 يَلۡعَبُ" descr="يَلۡعَبُ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pic>
        <p:nvPicPr>
          <p:cNvPr id="10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1" name="Answer 3 نَامَ" descr="نَامَ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Egg 1" descr="Egg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8" name="Answer 1 ٱلرَّسُولَ" descr="ٱلرَّسُولَ">
            <a:hlinkClick action="ppaction://hlinksldjump" r:id="rId6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ٱلرَّسُولَ</a:t>
            </a:r>
          </a:p>
        </p:txBody>
      </p:sp>
      <p:pic>
        <p:nvPicPr>
          <p:cNvPr id="9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10" name="Answer 2 ٱلرَّسُولَا" descr="ٱلرَّسُولَا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ٱلرَّسُولَا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Stopping on this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Stopping on this word:</a:t>
            </a:r>
          </a:p>
        </p:txBody>
      </p:sp>
      <p:sp>
        <p:nvSpPr>
          <p:cNvPr id="14" name="Find ٱلرَّسُولَا۠" descr="ٱلرَّسُول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ٱلرَّسُولَا۠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أَنَا۠" descr="أَنَا۠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أَنَ</a:t>
            </a:r>
            <a:r>
              <a:rPr sz="91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ا۠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6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6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سَّبِيلَا۠" descr="ٱلسَّبِيلَا۠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</a:t>
            </a:r>
            <a:r>
              <a:rPr sz="70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ا۠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6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6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قَوَارِيرَا۠" descr="قَوَارِيرَا۠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قَوَارِيرَ</a:t>
            </a:r>
            <a:r>
              <a:rPr sz="70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ا۠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6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6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أُو۟لَٰٓئِكَ" descr="أُو۟لَٰٓئِكَ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أُو۟لَ</a:t>
            </a:r>
            <a:r>
              <a:rPr sz="91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</a:t>
            </a:r>
            <a:r>
              <a:rPr sz="91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ئِ</a:t>
            </a:r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7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7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قَوَارِيرَا۠" descr="قَوَارِيرَا۠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قَوَارِيرَ</a:t>
            </a:r>
            <a:r>
              <a:rPr sz="70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ا۠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6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6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reat sorting!" descr="Great sorting!"/>
          <p:cNvSpPr/>
          <p:nvPr/>
        </p:nvSpPr>
        <p:spPr>
          <a:xfrm>
            <a:off x="4572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Great sorting!</a:t>
            </a:r>
          </a:p>
        </p:txBody>
      </p:sp>
      <p:sp>
        <p:nvSpPr>
          <p:cNvPr id="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أَنَا۠" descr="أَنَا۠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أَنَ</a:t>
            </a:r>
            <a:r>
              <a:rPr sz="91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ا۠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6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6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سَّبِيلَا۠" descr="ٱلسَّبِيلَا۠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</a:t>
            </a:r>
            <a:r>
              <a:rPr sz="70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ا۠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6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6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قَوَارِيرَا۠" descr="قَوَارِيرَا۠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قَوَارِيرَ</a:t>
            </a:r>
            <a:r>
              <a:rPr sz="70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ا۠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6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6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أُو۟لَٰٓئِكَ" descr="أُو۟لَٰٓئِكَ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أُو۟لَ</a:t>
            </a:r>
            <a:r>
              <a:rPr sz="91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</a:t>
            </a:r>
            <a:r>
              <a:rPr sz="91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ئِ</a:t>
            </a:r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7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7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قَوَارِيرَا۠" descr="قَوَارِيرَا۠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قَوَارِيرَ</a:t>
            </a:r>
            <a:r>
              <a:rPr sz="70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ا۠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6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6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يَقُولُ" descr="يَقُولُ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يَقُولُ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نَامَ" descr="نَامَ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صَدَقُوا۟" descr="صَدَقُوا۟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صَدَقُوا۟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3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ذَهَبَ" descr="ذَهَبَ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قَالُوا۟" descr="قَالُوا۟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قَالُوا۟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نُورٌ" descr="نُورٌ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3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لَٰكِنَّ" descr="لَـٰكِنَّ">
            <a:hlinkClick action="ppaction://hlinksldjump" r:id="rId7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3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كِنَّ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لَٰكِنَّا" descr="لَـٰكِنَّا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3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كِنَّا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Stopping on this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Stopping on this word:</a:t>
            </a:r>
          </a:p>
        </p:txBody>
      </p:sp>
      <p:sp>
        <p:nvSpPr>
          <p:cNvPr id="11" name="Find لَّٰكِنَّا۠" descr="لَّـٰكِنَّ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لَّـ</a:t>
            </a:r>
            <a:r>
              <a:rPr sz="3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كِنَّا۠</a:t>
            </a:r>
          </a:p>
        </p:txBody>
      </p:sp>
      <p:sp>
        <p:nvSpPr>
          <p:cNvPr id="12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نُورٌ" descr="نُورٌ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صَدَقُوا۟" descr="صَدَقُوا۟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صَدَقُوا۟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قَالَ" descr="قَالَ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3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لَٰكِنَّ" descr="لَـٰكِنَّ">
            <a:hlinkClick action="ppaction://hlinksldjump" r:id="rId7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3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كِنَّ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لَٰكِنَّا" descr="لَـٰكِنَّا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3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كِنَّا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Stopping on this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Stopping on this word:</a:t>
            </a:r>
          </a:p>
        </p:txBody>
      </p:sp>
      <p:sp>
        <p:nvSpPr>
          <p:cNvPr id="11" name="Find لَّٰكِنَّا۠" descr="لَّـٰكِنَّ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لَّـ</a:t>
            </a:r>
            <a:r>
              <a:rPr sz="3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كِنَّا۠</a:t>
            </a:r>
          </a:p>
        </p:txBody>
      </p:sp>
      <p:sp>
        <p:nvSpPr>
          <p:cNvPr id="12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5" descr="Honey ja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sp>
        <p:nvSpPr>
          <p:cNvPr id="5" name="Yummy honey!" descr="Yummy honey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Yummy honey!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يَقُولُ" descr="يَقُولُ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يَقُولُ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نَامَ" descr="نَامَ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صَدَقُوا۟" descr="صَدَقُوا۟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صَدَقُوا۟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ذَهَبَ" descr="ذَهَبَ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قَالُوا۟" descr="قَالُوا۟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قَالُوا۟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نُورٌ" descr="نُورٌ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لَٰكِنَّ" descr="لَـٰكِنَّ">
            <a:hlinkClick action="ppaction://hlinksldjump" r:id="rId7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3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كِنَّ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لَٰكِنَّا" descr="لَـٰكِنَّا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3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كِنَّا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Stopping on this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Stopping on this word:</a:t>
            </a:r>
          </a:p>
        </p:txBody>
      </p:sp>
      <p:sp>
        <p:nvSpPr>
          <p:cNvPr id="12" name="Find لَّٰكِنَّا۠" descr="لَّـٰكِنَّ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لَّـ</a:t>
            </a:r>
            <a:r>
              <a:rPr sz="3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كِنَّا۠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نُورٌ" descr="نُورٌ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صَدَقُوا۟" descr="صَدَقُوا۟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صَدَقُوا۟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قَالَ" descr="قَالَ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لَٰكِنَّ" descr="لَـٰكِنَّ">
            <a:hlinkClick action="ppaction://hlinksldjump" r:id="rId7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3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كِنَّ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لَٰكِنَّا" descr="لَـٰكِنَّا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3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كِنَّا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Stopping on this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Stopping on this word:</a:t>
            </a:r>
          </a:p>
        </p:txBody>
      </p:sp>
      <p:sp>
        <p:nvSpPr>
          <p:cNvPr id="12" name="Find لَّٰكِنَّا۠" descr="لَّـٰكِنَّ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لَّـ</a:t>
            </a:r>
            <a:r>
              <a:rPr sz="3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كِنَّا۠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ord كَفَرُوا۟" descr="كَفَرُوا۟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كَفَرُوا۟</a:t>
            </a:r>
          </a:p>
        </p:txBody>
      </p:sp>
      <p:sp>
        <p:nvSpPr>
          <p:cNvPr id="5" name="Letter 1 كَ" descr="كَ">
            <a:hlinkClick action="ppaction://hlinksldjump" r:id="rId3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6" name="Letter 2 فَ" descr="فَ">
            <a:hlinkClick action="ppaction://hlinksldjump" r:id="rId3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7" name="Letter 3 رُ" descr="رُ">
            <a:hlinkClick action="ppaction://hlinksldjump" r:id="rId3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8" name="Letter 4 و" descr="و">
            <a:hlinkClick action="ppaction://hlinksldjump" r:id="rId3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9" name="Letter 5 ا۟" descr="ا۟">
            <a:hlinkClick action="ppaction://hlinksldjump" r:id="rId4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sp>
        <p:nvSpPr>
          <p:cNvPr id="4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Word تَابُوا۟" descr="تَابُوا۟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تَابُوا۟</a:t>
            </a:r>
          </a:p>
        </p:txBody>
      </p:sp>
      <p:sp>
        <p:nvSpPr>
          <p:cNvPr id="6" name="Letter 1 تَ" descr="تَ">
            <a:hlinkClick action="ppaction://hlinksldjump" r:id="rId4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7" name="Letter 2 ا" descr="ا">
            <a:hlinkClick action="ppaction://hlinksldjump" r:id="rId4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8" name="Letter 3 بُ" descr="بُ">
            <a:hlinkClick action="ppaction://hlinksldjump" r:id="rId4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9" name="Letter 4 و" descr="و">
            <a:hlinkClick action="ppaction://hlinksldjump" r:id="rId4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0" name="Letter 5 ا۟" descr="ا۟">
            <a:hlinkClick action="ppaction://hlinksldjump" r:id="rId5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pic>
        <p:nvPicPr>
          <p:cNvPr id="11" name="Boo" descr="Bo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4953000"/>
            <a:ext cx="1143000" cy="1314450"/>
          </a:xfrm>
          <a:prstGeom prst="rect">
            <a:avLst/>
          </a:prstGeom>
        </p:spPr>
      </p:pic>
      <p:sp>
        <p:nvSpPr>
          <p:cNvPr id="12" name="Boo text" descr="Boo! Found it!"/>
          <p:cNvSpPr/>
          <p:nvPr/>
        </p:nvSpPr>
        <p:spPr>
          <a:xfrm>
            <a:off x="6858000" y="52070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Boo! Found it!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" dur="400" fill="hold" repeatCount="2000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sp>
        <p:nvSpPr>
          <p:cNvPr id="5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Word مِا۟ئَةَ" descr="مِا۟ئَةَ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مِا۟ئَةَ</a:t>
            </a:r>
          </a:p>
        </p:txBody>
      </p:sp>
      <p:sp>
        <p:nvSpPr>
          <p:cNvPr id="7" name="Letter 1 مِ" descr="مِ">
            <a:hlinkClick action="ppaction://hlinksldjump" r:id="rId4"/>
          </p:cNvPr>
          <p:cNvSpPr/>
          <p:nvPr/>
        </p:nvSpPr>
        <p:spPr>
          <a:xfrm>
            <a:off x="7842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8" name="Letter 2 ا۟" descr="ا۟">
            <a:hlinkClick action="ppaction://hlinksldjump" r:id="rId5"/>
          </p:cNvPr>
          <p:cNvSpPr/>
          <p:nvPr/>
        </p:nvSpPr>
        <p:spPr>
          <a:xfrm>
            <a:off x="6191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sp>
        <p:nvSpPr>
          <p:cNvPr id="9" name="Letter 3 ئَ" descr="ئَ">
            <a:hlinkClick action="ppaction://hlinksldjump" r:id="rId4"/>
          </p:cNvPr>
          <p:cNvSpPr/>
          <p:nvPr/>
        </p:nvSpPr>
        <p:spPr>
          <a:xfrm>
            <a:off x="4540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ئَ</a:t>
            </a:r>
          </a:p>
        </p:txBody>
      </p:sp>
      <p:sp>
        <p:nvSpPr>
          <p:cNvPr id="10" name="Letter 4 ةَ" descr="ةَ">
            <a:hlinkClick action="ppaction://hlinksldjump" r:id="rId4"/>
          </p:cNvPr>
          <p:cNvSpPr/>
          <p:nvPr/>
        </p:nvSpPr>
        <p:spPr>
          <a:xfrm>
            <a:off x="2889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ةَ</a:t>
            </a:r>
          </a:p>
        </p:txBody>
      </p:sp>
      <p:pic>
        <p:nvPicPr>
          <p:cNvPr id="11" name="Boo" descr="Bo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4953000"/>
            <a:ext cx="1143000" cy="1314450"/>
          </a:xfrm>
          <a:prstGeom prst="rect">
            <a:avLst/>
          </a:prstGeom>
        </p:spPr>
      </p:pic>
      <p:sp>
        <p:nvSpPr>
          <p:cNvPr id="12" name="Boo text" descr="Boo! Found it!"/>
          <p:cNvSpPr/>
          <p:nvPr/>
        </p:nvSpPr>
        <p:spPr>
          <a:xfrm>
            <a:off x="6858000" y="52070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Boo! Found it!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" dur="400" fill="hold" repeatCount="2000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pic>
        <p:nvPicPr>
          <p:cNvPr id="5" name="Ghost found 3" descr="Ghost foun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079500"/>
            <a:ext cx="571500" cy="660400"/>
          </a:xfrm>
          <a:prstGeom prst="rect">
            <a:avLst/>
          </a:prstGeom>
        </p:spPr>
      </p:pic>
      <p:sp>
        <p:nvSpPr>
          <p:cNvPr id="6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Word تَابُوا۟" descr="تَابُوا۟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تَابُوا۟</a:t>
            </a:r>
          </a:p>
        </p:txBody>
      </p:sp>
      <p:sp>
        <p:nvSpPr>
          <p:cNvPr id="8" name="Letter 1 تَ" descr="تَ">
            <a:hlinkClick action="ppaction://hlinksldjump" r:id="rId4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9" name="Letter 2 ا" descr="ا">
            <a:hlinkClick action="ppaction://hlinksldjump" r:id="rId4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0" name="Letter 3 بُ" descr="بُ">
            <a:hlinkClick action="ppaction://hlinksldjump" r:id="rId4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1" name="Letter 4 و" descr="و">
            <a:hlinkClick action="ppaction://hlinksldjump" r:id="rId4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2" name="Letter 5 ا۟" descr="ا۟">
            <a:hlinkClick action="ppaction://hlinksldjump" r:id="rId5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pic>
        <p:nvPicPr>
          <p:cNvPr id="13" name="Boo" descr="Bo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4953000"/>
            <a:ext cx="1143000" cy="1314450"/>
          </a:xfrm>
          <a:prstGeom prst="rect">
            <a:avLst/>
          </a:prstGeom>
        </p:spPr>
      </p:pic>
      <p:sp>
        <p:nvSpPr>
          <p:cNvPr id="14" name="Boo text" descr="Boo! Found it!"/>
          <p:cNvSpPr/>
          <p:nvPr/>
        </p:nvSpPr>
        <p:spPr>
          <a:xfrm>
            <a:off x="6858000" y="52070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Boo! Found it!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" dur="400" fill="hold" repeatCount="2000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pic>
        <p:nvPicPr>
          <p:cNvPr id="5" name="Ghost found 3" descr="Ghost foun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079500"/>
            <a:ext cx="571500" cy="660400"/>
          </a:xfrm>
          <a:prstGeom prst="rect">
            <a:avLst/>
          </a:prstGeom>
        </p:spPr>
      </p:pic>
      <p:pic>
        <p:nvPicPr>
          <p:cNvPr id="6" name="Ghost found 4" descr="Ghost found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1079500"/>
            <a:ext cx="571500" cy="660400"/>
          </a:xfrm>
          <a:prstGeom prst="rect">
            <a:avLst/>
          </a:prstGeom>
        </p:spPr>
      </p:pic>
      <p:sp>
        <p:nvSpPr>
          <p:cNvPr id="7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Word أُو۟لَٰٓئِكَ" descr="أُو۟لَـٰٓئِكَ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أُو۟لَـ</a:t>
            </a:r>
            <a:r>
              <a:rPr sz="7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sp>
        <p:nvSpPr>
          <p:cNvPr id="9" name="Letter 1 أُ" descr="أُ">
            <a:hlinkClick action="ppaction://hlinksldjump" r:id="rId4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10" name="Letter 2 و۟" descr="و۟">
            <a:hlinkClick action="ppaction://hlinksldjump" r:id="rId5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و۟</a:t>
            </a:r>
          </a:p>
        </p:txBody>
      </p:sp>
      <p:sp>
        <p:nvSpPr>
          <p:cNvPr id="11" name="Letter 3 لَٰٓ" descr="لَٰٓ">
            <a:hlinkClick action="ppaction://hlinksldjump" r:id="rId4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</a:t>
            </a:r>
            <a:r>
              <a:rPr sz="7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</a:t>
            </a:r>
          </a:p>
        </p:txBody>
      </p:sp>
      <p:sp>
        <p:nvSpPr>
          <p:cNvPr id="12" name="Letter 4 ئِ" descr="ئِ">
            <a:hlinkClick action="ppaction://hlinksldjump" r:id="rId4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ئِ</a:t>
            </a:r>
          </a:p>
        </p:txBody>
      </p:sp>
      <p:sp>
        <p:nvSpPr>
          <p:cNvPr id="13" name="Letter 5 كَ" descr="كَ">
            <a:hlinkClick action="ppaction://hlinksldjump" r:id="rId4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14" name="Boo" descr="Bo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4953000"/>
            <a:ext cx="1143000" cy="1314450"/>
          </a:xfrm>
          <a:prstGeom prst="rect">
            <a:avLst/>
          </a:prstGeom>
        </p:spPr>
      </p:pic>
      <p:sp>
        <p:nvSpPr>
          <p:cNvPr id="15" name="Boo text" descr="Boo! Found it!"/>
          <p:cNvSpPr/>
          <p:nvPr/>
        </p:nvSpPr>
        <p:spPr>
          <a:xfrm>
            <a:off x="6858000" y="52070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Boo! Found it!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" dur="400" fill="hold" repeatCount="2000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pic>
        <p:nvPicPr>
          <p:cNvPr id="5" name="Ghost found 3" descr="Ghost foun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079500"/>
            <a:ext cx="571500" cy="660400"/>
          </a:xfrm>
          <a:prstGeom prst="rect">
            <a:avLst/>
          </a:prstGeom>
        </p:spPr>
      </p:pic>
      <p:pic>
        <p:nvPicPr>
          <p:cNvPr id="6" name="Ghost found 4" descr="Ghost found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1079500"/>
            <a:ext cx="571500" cy="660400"/>
          </a:xfrm>
          <a:prstGeom prst="rect">
            <a:avLst/>
          </a:prstGeom>
        </p:spPr>
      </p:pic>
      <p:pic>
        <p:nvPicPr>
          <p:cNvPr id="7" name="Ghost found 5" descr="Ghost found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0" y="1079500"/>
            <a:ext cx="571500" cy="660400"/>
          </a:xfrm>
          <a:prstGeom prst="rect">
            <a:avLst/>
          </a:prstGeom>
        </p:spPr>
      </p:pic>
      <p:pic>
        <p:nvPicPr>
          <p:cNvPr id="8" name="Happy ghost 1" descr="Happy ghos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2413000"/>
            <a:ext cx="1651000" cy="1905000"/>
          </a:xfrm>
          <a:prstGeom prst="rect">
            <a:avLst/>
          </a:prstGeom>
        </p:spPr>
      </p:pic>
      <p:pic>
        <p:nvPicPr>
          <p:cNvPr id="9" name="Happy ghost 2" descr="Happy ghos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2413000"/>
            <a:ext cx="1651000" cy="1905000"/>
          </a:xfrm>
          <a:prstGeom prst="rect">
            <a:avLst/>
          </a:prstGeom>
        </p:spPr>
      </p:pic>
      <p:pic>
        <p:nvPicPr>
          <p:cNvPr id="10" name="Happy ghost 3" descr="Happy ghos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0" y="2413000"/>
            <a:ext cx="1651000" cy="1905000"/>
          </a:xfrm>
          <a:prstGeom prst="rect">
            <a:avLst/>
          </a:prstGeom>
        </p:spPr>
      </p:pic>
      <p:sp>
        <p:nvSpPr>
          <p:cNvPr id="11" name="You found all the ghosts!" descr="You found all the ghosts!"/>
          <p:cNvSpPr/>
          <p:nvPr/>
        </p:nvSpPr>
        <p:spPr>
          <a:xfrm>
            <a:off x="8255000" y="1270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You found all the ghosts!</a:t>
            </a:r>
          </a:p>
        </p:txBody>
      </p:sp>
      <p:sp>
        <p:nvSpPr>
          <p:cNvPr id="12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6" dur="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8" dur="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ord كَفَرُوا۟" descr="كَفَرُوا۟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كَفَرُوا۟</a:t>
            </a:r>
          </a:p>
        </p:txBody>
      </p:sp>
      <p:sp>
        <p:nvSpPr>
          <p:cNvPr id="5" name="Letter 1 كَ" descr="كَ">
            <a:hlinkClick action="ppaction://hlinksldjump" r:id="rId3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6" name="Letter 2 فَ" descr="فَ">
            <a:hlinkClick action="ppaction://hlinksldjump" r:id="rId3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7" name="Letter 3 رُ" descr="رُ">
            <a:hlinkClick action="ppaction://hlinksldjump" r:id="rId3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8" name="Letter 4 و" descr="و">
            <a:hlinkClick action="ppaction://hlinksldjump" r:id="rId3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9" name="Letter 5 ا۟" descr="ا۟">
            <a:hlinkClick action="ppaction://hlinksldjump" r:id="rId4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381000" y="508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sp>
        <p:nvSpPr>
          <p:cNvPr id="4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Word تَابُوا۟" descr="تَابُوا۟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تَابُوا۟</a:t>
            </a:r>
          </a:p>
        </p:txBody>
      </p:sp>
      <p:sp>
        <p:nvSpPr>
          <p:cNvPr id="6" name="Letter 1 تَ" descr="تَ">
            <a:hlinkClick action="ppaction://hlinksldjump" r:id="rId4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7" name="Letter 2 ا" descr="ا">
            <a:hlinkClick action="ppaction://hlinksldjump" r:id="rId4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8" name="Letter 3 بُ" descr="بُ">
            <a:hlinkClick action="ppaction://hlinksldjump" r:id="rId4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9" name="Letter 4 و" descr="و">
            <a:hlinkClick action="ppaction://hlinksldjump" r:id="rId4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0" name="Letter 5 ا۟" descr="ا۟">
            <a:hlinkClick action="ppaction://hlinksldjump" r:id="rId5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381000" y="508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sp>
        <p:nvSpPr>
          <p:cNvPr id="5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Word مِا۟ئَةَ" descr="مِا۟ئَةَ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مِا۟ئَةَ</a:t>
            </a:r>
          </a:p>
        </p:txBody>
      </p:sp>
      <p:sp>
        <p:nvSpPr>
          <p:cNvPr id="7" name="Letter 1 مِ" descr="مِ">
            <a:hlinkClick action="ppaction://hlinksldjump" r:id="rId4"/>
          </p:cNvPr>
          <p:cNvSpPr/>
          <p:nvPr/>
        </p:nvSpPr>
        <p:spPr>
          <a:xfrm>
            <a:off x="7842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8" name="Letter 2 ا۟" descr="ا۟">
            <a:hlinkClick action="ppaction://hlinksldjump" r:id="rId5"/>
          </p:cNvPr>
          <p:cNvSpPr/>
          <p:nvPr/>
        </p:nvSpPr>
        <p:spPr>
          <a:xfrm>
            <a:off x="6191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sp>
        <p:nvSpPr>
          <p:cNvPr id="9" name="Letter 3 ئَ" descr="ئَ">
            <a:hlinkClick action="ppaction://hlinksldjump" r:id="rId4"/>
          </p:cNvPr>
          <p:cNvSpPr/>
          <p:nvPr/>
        </p:nvSpPr>
        <p:spPr>
          <a:xfrm>
            <a:off x="4540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ئَ</a:t>
            </a:r>
          </a:p>
        </p:txBody>
      </p:sp>
      <p:sp>
        <p:nvSpPr>
          <p:cNvPr id="10" name="Letter 4 ةَ" descr="ةَ">
            <a:hlinkClick action="ppaction://hlinksldjump" r:id="rId4"/>
          </p:cNvPr>
          <p:cNvSpPr/>
          <p:nvPr/>
        </p:nvSpPr>
        <p:spPr>
          <a:xfrm>
            <a:off x="28892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ةَ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381000" y="508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pic>
        <p:nvPicPr>
          <p:cNvPr id="5" name="Ghost found 3" descr="Ghost foun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079500"/>
            <a:ext cx="571500" cy="660400"/>
          </a:xfrm>
          <a:prstGeom prst="rect">
            <a:avLst/>
          </a:prstGeom>
        </p:spPr>
      </p:pic>
      <p:sp>
        <p:nvSpPr>
          <p:cNvPr id="6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Word تَابُوا۟" descr="تَابُوا۟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تَابُوا۟</a:t>
            </a:r>
          </a:p>
        </p:txBody>
      </p:sp>
      <p:sp>
        <p:nvSpPr>
          <p:cNvPr id="8" name="Letter 1 تَ" descr="تَ">
            <a:hlinkClick action="ppaction://hlinksldjump" r:id="rId4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9" name="Letter 2 ا" descr="ا">
            <a:hlinkClick action="ppaction://hlinksldjump" r:id="rId4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0" name="Letter 3 بُ" descr="بُ">
            <a:hlinkClick action="ppaction://hlinksldjump" r:id="rId4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1" name="Letter 4 و" descr="و">
            <a:hlinkClick action="ppaction://hlinksldjump" r:id="rId4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2" name="Letter 5 ا۟" descr="ا۟">
            <a:hlinkClick action="ppaction://hlinksldjump" r:id="rId5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ا۟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381000" y="508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host found 1" descr="Ghost foun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79500"/>
            <a:ext cx="571500" cy="660400"/>
          </a:xfrm>
          <a:prstGeom prst="rect">
            <a:avLst/>
          </a:prstGeom>
        </p:spPr>
      </p:pic>
      <p:pic>
        <p:nvPicPr>
          <p:cNvPr id="4" name="Ghost found 2" descr="Ghost f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79500"/>
            <a:ext cx="571500" cy="660400"/>
          </a:xfrm>
          <a:prstGeom prst="rect">
            <a:avLst/>
          </a:prstGeom>
        </p:spPr>
      </p:pic>
      <p:pic>
        <p:nvPicPr>
          <p:cNvPr id="5" name="Ghost found 3" descr="Ghost foun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079500"/>
            <a:ext cx="571500" cy="660400"/>
          </a:xfrm>
          <a:prstGeom prst="rect">
            <a:avLst/>
          </a:prstGeom>
        </p:spPr>
      </p:pic>
      <p:pic>
        <p:nvPicPr>
          <p:cNvPr id="6" name="Ghost found 4" descr="Ghost found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1079500"/>
            <a:ext cx="571500" cy="660400"/>
          </a:xfrm>
          <a:prstGeom prst="rect">
            <a:avLst/>
          </a:prstGeom>
        </p:spPr>
      </p:pic>
      <p:sp>
        <p:nvSpPr>
          <p:cNvPr id="7" name="Word card"/>
          <p:cNvSpPr/>
          <p:nvPr/>
        </p:nvSpPr>
        <p:spPr>
          <a:xfrm>
            <a:off x="3873500" y="1206500"/>
            <a:ext cx="4445000" cy="158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Word أُو۟لَٰٓئِكَ" descr="أُو۟لَـٰٓئِكَ"/>
          <p:cNvSpPr/>
          <p:nvPr/>
        </p:nvSpPr>
        <p:spPr>
          <a:xfrm>
            <a:off x="4064000" y="1270000"/>
            <a:ext cx="4064000" cy="1460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أُو۟لَـ</a:t>
            </a:r>
            <a:r>
              <a:rPr sz="7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sp>
        <p:nvSpPr>
          <p:cNvPr id="9" name="Letter 1 أُ" descr="أُ">
            <a:hlinkClick action="ppaction://hlinksldjump" r:id="rId4"/>
          </p:cNvPr>
          <p:cNvSpPr/>
          <p:nvPr/>
        </p:nvSpPr>
        <p:spPr>
          <a:xfrm>
            <a:off x="8667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10" name="Letter 2 و۟" descr="و۟">
            <a:hlinkClick action="ppaction://hlinksldjump" r:id="rId5"/>
          </p:cNvPr>
          <p:cNvSpPr/>
          <p:nvPr/>
        </p:nvSpPr>
        <p:spPr>
          <a:xfrm>
            <a:off x="7016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و۟</a:t>
            </a:r>
          </a:p>
        </p:txBody>
      </p:sp>
      <p:sp>
        <p:nvSpPr>
          <p:cNvPr id="11" name="Letter 3 لَٰٓ" descr="لَٰٓ">
            <a:hlinkClick action="ppaction://hlinksldjump" r:id="rId4"/>
          </p:cNvPr>
          <p:cNvSpPr/>
          <p:nvPr/>
        </p:nvSpPr>
        <p:spPr>
          <a:xfrm>
            <a:off x="5365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</a:t>
            </a:r>
            <a:r>
              <a:rPr sz="7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</a:t>
            </a:r>
          </a:p>
        </p:txBody>
      </p:sp>
      <p:sp>
        <p:nvSpPr>
          <p:cNvPr id="12" name="Letter 4 ئِ" descr="ئِ">
            <a:hlinkClick action="ppaction://hlinksldjump" r:id="rId4"/>
          </p:cNvPr>
          <p:cNvSpPr/>
          <p:nvPr/>
        </p:nvSpPr>
        <p:spPr>
          <a:xfrm>
            <a:off x="3714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ئِ</a:t>
            </a:r>
          </a:p>
        </p:txBody>
      </p:sp>
      <p:sp>
        <p:nvSpPr>
          <p:cNvPr id="13" name="Letter 5 كَ" descr="كَ">
            <a:hlinkClick action="ppaction://hlinksldjump" r:id="rId4"/>
          </p:cNvPr>
          <p:cNvSpPr/>
          <p:nvPr/>
        </p:nvSpPr>
        <p:spPr>
          <a:xfrm>
            <a:off x="2063750" y="3302000"/>
            <a:ext cx="1460500" cy="1460500"/>
          </a:xfrm>
          <a:prstGeom prst="roundRect">
            <a:avLst>
              <a:gd name="adj" fmla="val 25000"/>
            </a:avLst>
          </a:prstGeom>
          <a:solidFill>
            <a:srgbClr val="FBFA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4" name="Try again!" descr="Try again!"/>
          <p:cNvSpPr/>
          <p:nvPr/>
        </p:nvSpPr>
        <p:spPr>
          <a:xfrm>
            <a:off x="381000" y="508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Tap the letter we do NOT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Tap the letter we do NOT read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6" name="Answer 1 أَنَا" descr="أَن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أَنَا</a:t>
            </a:r>
          </a:p>
        </p:txBody>
      </p:sp>
      <p:sp>
        <p:nvSpPr>
          <p:cNvPr id="7" name="Answer 2 أَنَ" descr="أَن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أَنَ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Stopping on this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Stopping on this word:</a:t>
            </a:r>
          </a:p>
        </p:txBody>
      </p:sp>
      <p:sp>
        <p:nvSpPr>
          <p:cNvPr id="10" name="Find أَنَا۠" descr="أَن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أَنَا۠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5161280"/>
            <a:ext cx="419100" cy="60452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تَابُوا۟" descr="تَابُوا۟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تَابُوا۟</a:t>
            </a:r>
          </a:p>
        </p:txBody>
      </p:sp>
      <p:sp>
        <p:nvSpPr>
          <p:cNvPr id="8" name="Answer 2 قَالَ" descr="قَال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9" name="Answer 3 يَلۡعَبُ" descr="يَلۡعَب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4556760"/>
            <a:ext cx="419100" cy="120904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أَنَا" descr="أَن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أَنَا</a:t>
            </a:r>
          </a:p>
        </p:txBody>
      </p:sp>
      <p:sp>
        <p:nvSpPr>
          <p:cNvPr id="8" name="Answer 2 أَنَ" descr="أَن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أَنَ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Reading on to the next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E2640"/>
                </a:solidFill>
                <a:latin typeface="Arial"/>
                <a:cs typeface="Arial"/>
              </a:rPr>
              <a:t>Reading on to the next word:</a:t>
            </a:r>
          </a:p>
        </p:txBody>
      </p:sp>
      <p:sp>
        <p:nvSpPr>
          <p:cNvPr id="11" name="Find أَنَا۠" descr="أَن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أَنَا۠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952240"/>
            <a:ext cx="419100" cy="181356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مِا۟ئَةَ" descr="مِا۟ئَة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مِا۟ئَةَ</a:t>
            </a:r>
          </a:p>
        </p:txBody>
      </p:sp>
      <p:sp>
        <p:nvSpPr>
          <p:cNvPr id="8" name="Answer 2 فِيلٌ" descr="فِيل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فِيلٌ</a:t>
            </a:r>
          </a:p>
        </p:txBody>
      </p:sp>
      <p:sp>
        <p:nvSpPr>
          <p:cNvPr id="9" name="Answer 3 قَالَ" descr="قَال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347720"/>
            <a:ext cx="419100" cy="241808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جَلَسَ" descr="جَلَس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sp>
        <p:nvSpPr>
          <p:cNvPr id="8" name="Answer 2 ثَمُودَا۟" descr="ثَمُودَا۟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ثَمُودَا۟</a:t>
            </a:r>
          </a:p>
        </p:txBody>
      </p:sp>
      <p:sp>
        <p:nvSpPr>
          <p:cNvPr id="9" name="Answer 3 فِيلٌ" descr="فِيل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فِيلٌ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2743200"/>
            <a:ext cx="419100" cy="302260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pic>
        <p:nvPicPr>
          <p:cNvPr id="7" name="Flame" descr="Flam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5715000"/>
            <a:ext cx="1270000" cy="1651000"/>
          </a:xfrm>
          <a:prstGeom prst="rect">
            <a:avLst/>
          </a:prstGeom>
        </p:spPr>
      </p:pic>
      <p:sp>
        <p:nvSpPr>
          <p:cNvPr id="8" name="3, 2, 1... Blast off!" descr="3, 2, 1... Blast off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3, 2, 1... Blast off!</a:t>
            </a:r>
          </a:p>
        </p:txBody>
      </p:sp>
      <p:sp>
        <p:nvSpPr>
          <p:cNvPr id="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1.0000 E" pathEditMode="relative" ptsTypes="AA">
                                      <p:cBhvr>
                                        <p:cTn id="4" dur="2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1.0000 E" pathEditMode="relative" ptsTypes="AA">
                                      <p:cBhvr>
                                        <p:cTn id="6" dur="2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6" name="Answer 1 أَنَا" descr="أَن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أَنَا</a:t>
            </a:r>
          </a:p>
        </p:txBody>
      </p:sp>
      <p:sp>
        <p:nvSpPr>
          <p:cNvPr id="7" name="Answer 2 أَنَ" descr="أَن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أَنَ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Stopping on this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Stopping on this word:</a:t>
            </a:r>
          </a:p>
        </p:txBody>
      </p:sp>
      <p:sp>
        <p:nvSpPr>
          <p:cNvPr id="11" name="Find أَنَا۠" descr="أَن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أَنَا۠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5161280"/>
            <a:ext cx="419100" cy="60452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تَابُوا۟" descr="تَابُوا۟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تَابُوا۟</a:t>
            </a:r>
          </a:p>
        </p:txBody>
      </p:sp>
      <p:sp>
        <p:nvSpPr>
          <p:cNvPr id="8" name="Answer 2 قَالَ" descr="قَال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9" name="Answer 3 يَلۡعَبُ" descr="يَلۡعَب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4556760"/>
            <a:ext cx="419100" cy="120904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أَنَا" descr="أَن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أَنَا</a:t>
            </a:r>
          </a:p>
        </p:txBody>
      </p:sp>
      <p:sp>
        <p:nvSpPr>
          <p:cNvPr id="8" name="Answer 2 أَنَ" descr="أَن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أَنَ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Reading on to the next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E2640"/>
                </a:solidFill>
                <a:latin typeface="Arial"/>
                <a:cs typeface="Arial"/>
              </a:rPr>
              <a:t>Reading on to the next word:</a:t>
            </a:r>
          </a:p>
        </p:txBody>
      </p:sp>
      <p:sp>
        <p:nvSpPr>
          <p:cNvPr id="12" name="Find أَنَا۠" descr="أَن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أَنَا۠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952240"/>
            <a:ext cx="419100" cy="181356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مِا۟ئَةَ" descr="مِا۟ئَة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مِا۟ئَةَ</a:t>
            </a:r>
          </a:p>
        </p:txBody>
      </p:sp>
      <p:sp>
        <p:nvSpPr>
          <p:cNvPr id="8" name="Answer 2 فِيلٌ" descr="فِيل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فِيلٌ</a:t>
            </a:r>
          </a:p>
        </p:txBody>
      </p:sp>
      <p:sp>
        <p:nvSpPr>
          <p:cNvPr id="9" name="Answer 3 قَالَ" descr="قَال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347720"/>
            <a:ext cx="419100" cy="241808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جَلَسَ" descr="جَلَس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sp>
        <p:nvSpPr>
          <p:cNvPr id="8" name="Answer 2 ثَمُودَا۟" descr="ثَمُودَا۟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ثَمُودَا۟</a:t>
            </a:r>
          </a:p>
        </p:txBody>
      </p:sp>
      <p:sp>
        <p:nvSpPr>
          <p:cNvPr id="9" name="Answer 3 فِيلٌ" descr="فِيل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فِيلٌ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Claw" descr="Cla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5" name="Toy 1" descr="To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6" name="Answer 1 نَامَ" descr="نَامَ">
            <a:hlinkClick action="ppaction://hlinksldjump" r:id="rId7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pic>
        <p:nvPicPr>
          <p:cNvPr id="7" name="Toy 2" descr="To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8" name="Answer 2 نُورٌ" descr="نُورٌ">
            <a:hlinkClick action="ppaction://hlinksldjump" r:id="rId7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pic>
        <p:nvPicPr>
          <p:cNvPr id="9" name="Toy 3" descr="To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0" name="Answer 3 هَاجَرُوا۟" descr="هَاجَرُوا۟">
            <a:hlinkClick action="ppaction://hlinksldjump" r:id="rId8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هَاجَرُوا۟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Claw" descr="Cla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6" name="Toy 1" descr="To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7" name="Answer 1 لَٰكِنَّ" descr="لَـٰكِنَّ">
            <a:hlinkClick action="ppaction://hlinksldjump" r:id="rId7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3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كِنَّ</a:t>
            </a:r>
          </a:p>
        </p:txBody>
      </p:sp>
      <p:pic>
        <p:nvPicPr>
          <p:cNvPr id="8" name="Toy 2" descr="To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9" name="Answer 2 لَٰكِنَّا" descr="لَـٰكِنَّا">
            <a:hlinkClick action="ppaction://hlinksldjump" r:id="rId8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3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كِنَّا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Reading on to the next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E2640"/>
                </a:solidFill>
                <a:latin typeface="Arial"/>
                <a:cs typeface="Arial"/>
              </a:rPr>
              <a:t>Reading on to the next word:</a:t>
            </a:r>
          </a:p>
        </p:txBody>
      </p:sp>
      <p:sp>
        <p:nvSpPr>
          <p:cNvPr id="12" name="Find لَّٰكِنَّا۠" descr="لَّـٰكِنَّ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لَّـ</a:t>
            </a:r>
            <a:r>
              <a:rPr sz="3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كِنَّا۠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ding.wav"/>
      </p:stSnd>
    </p:sndAc>
  </p:transition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Claw" descr="Cla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7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8" name="Answer 1 نُورٌ" descr="نُورٌ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pic>
        <p:nvPicPr>
          <p:cNvPr id="9" name="Toy 2" descr="Toy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0" name="Answer 2 سَمِعَ" descr="سَمِعَ">
            <a:hlinkClick action="ppaction://hlinksldjump" r:id="rId9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pic>
        <p:nvPicPr>
          <p:cNvPr id="11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2" name="Answer 3 مِا۟ئَةَ" descr="مِا۟ئَةَ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مِا۟ئَةَ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5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Claw" descr="Cla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8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9" name="Answer 1 نُورٌ" descr="نُورٌ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pic>
        <p:nvPicPr>
          <p:cNvPr id="10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1" name="Answer 2 لِشَا۟يۡءٍ" descr="لِشَا۟يۡءٍ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لِشَا۟يۡءٍ</a:t>
            </a:r>
          </a:p>
        </p:txBody>
      </p:sp>
      <p:pic>
        <p:nvPicPr>
          <p:cNvPr id="12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3" name="Answer 3 كِتَابٌ" descr="كِتَابٌ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كِتَابٌ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6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Claw" descr="Cla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9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10" name="Answer 1 ٱلرَّسُولَ" descr="ٱلرَّسُولَ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ٱلرَّسُولَ</a:t>
            </a:r>
          </a:p>
        </p:txBody>
      </p:sp>
      <p:pic>
        <p:nvPicPr>
          <p:cNvPr id="11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2" name="Answer 2 ٱلرَّسُولَا" descr="ٱلرَّسُولَا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ٱلرَّسُولَا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Stopping on this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Stopping on this word:</a:t>
            </a:r>
          </a:p>
        </p:txBody>
      </p:sp>
      <p:sp>
        <p:nvSpPr>
          <p:cNvPr id="15" name="Find ٱلرَّسُولَا۠" descr="ٱلرَّسُول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ٱلرَّسُولَا۠</a:t>
            </a:r>
          </a:p>
        </p:txBody>
      </p:sp>
      <p:sp>
        <p:nvSpPr>
          <p:cNvPr id="16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Prize 5" descr="Priz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381500"/>
            <a:ext cx="1206500" cy="1206500"/>
          </a:xfrm>
          <a:prstGeom prst="rect">
            <a:avLst/>
          </a:prstGeom>
        </p:spPr>
      </p:pic>
      <p:sp>
        <p:nvSpPr>
          <p:cNvPr id="9" name="You won all the toys!" descr="You won all the toys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You won all the toys!</a:t>
            </a:r>
          </a:p>
        </p:txBody>
      </p:sp>
      <p:sp>
        <p:nvSpPr>
          <p:cNvPr id="10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9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Claw" descr="Cla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5" name="Toy 1" descr="To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6" name="Answer 1 نَامَ" descr="نَامَ">
            <a:hlinkClick action="ppaction://hlinksldjump" r:id="rId7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pic>
        <p:nvPicPr>
          <p:cNvPr id="7" name="Toy 2" descr="To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8" name="Answer 2 نُورٌ" descr="نُورٌ">
            <a:hlinkClick action="ppaction://hlinksldjump" r:id="rId7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pic>
        <p:nvPicPr>
          <p:cNvPr id="9" name="Toy 3" descr="To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0" name="Answer 3 هَاجَرُوا۟" descr="هَاجَرُوا۟">
            <a:hlinkClick action="ppaction://hlinksldjump" r:id="rId8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هَاجَرُوا۟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Claw" descr="Cla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6" name="Toy 1" descr="To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7" name="Answer 1 لَٰكِنَّ" descr="لَـٰكِنَّ">
            <a:hlinkClick action="ppaction://hlinksldjump" r:id="rId7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3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كِنَّ</a:t>
            </a:r>
          </a:p>
        </p:txBody>
      </p:sp>
      <p:pic>
        <p:nvPicPr>
          <p:cNvPr id="8" name="Toy 2" descr="To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9" name="Answer 2 لَٰكِنَّا" descr="لَـٰكِنَّا">
            <a:hlinkClick action="ppaction://hlinksldjump" r:id="rId8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لَـ</a:t>
            </a:r>
            <a:r>
              <a:rPr sz="3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كِنَّا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Reading on to the next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E2640"/>
                </a:solidFill>
                <a:latin typeface="Arial"/>
                <a:cs typeface="Arial"/>
              </a:rPr>
              <a:t>Reading on to the next word:</a:t>
            </a:r>
          </a:p>
        </p:txBody>
      </p:sp>
      <p:sp>
        <p:nvSpPr>
          <p:cNvPr id="13" name="Find لَّٰكِنَّا۠" descr="لَّـٰكِنَّ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لَّـ</a:t>
            </a:r>
            <a:r>
              <a:rPr sz="37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كِنَّا۠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Claw" descr="Cla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7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8" name="Answer 1 نُورٌ" descr="نُورٌ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pic>
        <p:nvPicPr>
          <p:cNvPr id="9" name="Toy 2" descr="Toy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0" name="Answer 2 سَمِعَ" descr="سَمِعَ">
            <a:hlinkClick action="ppaction://hlinksldjump" r:id="rId9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pic>
        <p:nvPicPr>
          <p:cNvPr id="11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2" name="Answer 3 مِا۟ئَةَ" descr="مِا۟ئَةَ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مِا۟ئَةَ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6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Claw" descr="Cla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8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9" name="Answer 1 نُورٌ" descr="نُورٌ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pic>
        <p:nvPicPr>
          <p:cNvPr id="10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1" name="Answer 2 لِشَا۟يۡءٍ" descr="لِشَا۟يۡءٍ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لِشَا۟يۡءٍ</a:t>
            </a:r>
          </a:p>
        </p:txBody>
      </p:sp>
      <p:pic>
        <p:nvPicPr>
          <p:cNvPr id="12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3" name="Answer 3 كِتَابٌ" descr="كِتَابٌ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كِتَابٌ</a:t>
            </a:r>
          </a:p>
        </p:txBody>
      </p:sp>
      <p:sp>
        <p:nvSpPr>
          <p:cNvPr id="14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7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Claw" descr="Cla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9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10" name="Answer 1 ٱلرَّسُولَ" descr="ٱلرَّسُولَ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ٱلرَّسُولَ</a:t>
            </a:r>
          </a:p>
        </p:txBody>
      </p:sp>
      <p:pic>
        <p:nvPicPr>
          <p:cNvPr id="11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2" name="Answer 2 ٱلرَّسُولَا" descr="ٱلرَّسُولَا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ٱلرَّسُولَا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Stopping on this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Stopping on this word:</a:t>
            </a:r>
          </a:p>
        </p:txBody>
      </p:sp>
      <p:sp>
        <p:nvSpPr>
          <p:cNvPr id="16" name="Find ٱلرَّسُولَا۠" descr="ٱلرَّسُول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ٱلرَّسُولَا۠</a:t>
            </a:r>
          </a:p>
        </p:txBody>
      </p:sp>
      <p:sp>
        <p:nvSpPr>
          <p:cNvPr id="17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0" descr="Pizza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ٱلسَّبِيلَا" descr="ٱلسَّبِيل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ٱلسَّبِيلَا</a:t>
            </a:r>
          </a:p>
        </p:txBody>
      </p:sp>
      <p:sp>
        <p:nvSpPr>
          <p:cNvPr id="10" name="Answer 2 ٱلسَّبِيلَ" descr="ٱلسَّبِيل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Reading on to the next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E2640"/>
                </a:solidFill>
                <a:latin typeface="Arial"/>
                <a:cs typeface="Arial"/>
              </a:rPr>
              <a:t>Reading on to the next word:</a:t>
            </a:r>
          </a:p>
        </p:txBody>
      </p:sp>
      <p:sp>
        <p:nvSpPr>
          <p:cNvPr id="13" name="Find ٱلسَّبِيلَا۠" descr="ٱلسَّبِيل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ٱلسَّبِيلَا۠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1" descr="Pizza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كِتَابٌ" descr="كِتَاب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كِتَابٌ</a:t>
            </a:r>
          </a:p>
        </p:txBody>
      </p:sp>
      <p:sp>
        <p:nvSpPr>
          <p:cNvPr id="10" name="Answer 2 لِشَا۟يۡءٍ" descr="لِشَا۟يۡء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لِشَا۟يۡءٍ</a:t>
            </a:r>
          </a:p>
        </p:txBody>
      </p:sp>
      <p:sp>
        <p:nvSpPr>
          <p:cNvPr id="11" name="Answer 3 نَامَ" descr="نَام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2" descr="Pizza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جَلَسَ" descr="جَلَس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sp>
        <p:nvSpPr>
          <p:cNvPr id="10" name="Answer 2 كَفَرُوا۟" descr="كَفَرُوا۟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كَفَرُوا۟</a:t>
            </a:r>
          </a:p>
        </p:txBody>
      </p:sp>
      <p:sp>
        <p:nvSpPr>
          <p:cNvPr id="11" name="Answer 3 فِيلٌ" descr="فِيل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فِيلٌ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3" descr="Pizza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ٱلسَّبِيلَا" descr="ٱلسَّبِيل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ٱلسَّبِيلَا</a:t>
            </a:r>
          </a:p>
        </p:txBody>
      </p:sp>
      <p:sp>
        <p:nvSpPr>
          <p:cNvPr id="10" name="Answer 2 ٱلسَّبِيلَ" descr="ٱلسَّبِيل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Stopping on this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Stopping on this word:</a:t>
            </a:r>
          </a:p>
        </p:txBody>
      </p:sp>
      <p:sp>
        <p:nvSpPr>
          <p:cNvPr id="13" name="Find ٱلسَّبِيلَا۠" descr="ٱلسَّبِيل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ٱلسَّبِيلَا۠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4" descr="Pizza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كِتَابٌ" descr="كِتَاب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كِتَابٌ</a:t>
            </a:r>
          </a:p>
        </p:txBody>
      </p:sp>
      <p:sp>
        <p:nvSpPr>
          <p:cNvPr id="10" name="Answer 2 أُو۟لَٰٓئِكَ" descr="أُو۟لَـٰٓئِك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أُو۟لَـ</a:t>
            </a:r>
            <a:r>
              <a:rPr sz="56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sp>
        <p:nvSpPr>
          <p:cNvPr id="11" name="Answer 3 نَامَ" descr="نَام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5" descr="Pizza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Pizza is ready!" descr="Pizza is ready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FB57A"/>
                </a:solidFill>
                <a:latin typeface="Arial"/>
                <a:cs typeface="Arial"/>
              </a:rPr>
              <a:t>Pizza is ready!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9" dur="300" fill="hold" repeatCount="2000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0" descr="Pizza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ٱلسَّبِيلَا" descr="ٱلسَّبِيل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ٱلسَّبِيلَا</a:t>
            </a:r>
          </a:p>
        </p:txBody>
      </p:sp>
      <p:sp>
        <p:nvSpPr>
          <p:cNvPr id="10" name="Answer 2 ٱلسَّبِيلَ" descr="ٱلسَّبِيل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Reading on to the next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E2640"/>
                </a:solidFill>
                <a:latin typeface="Arial"/>
                <a:cs typeface="Arial"/>
              </a:rPr>
              <a:t>Reading on to the next word:</a:t>
            </a:r>
          </a:p>
        </p:txBody>
      </p:sp>
      <p:sp>
        <p:nvSpPr>
          <p:cNvPr id="14" name="Find ٱلسَّبِيلَا۠" descr="ٱلسَّبِيل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ٱلسَّبِيلَا۠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1" descr="Pizza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كِتَابٌ" descr="كِتَاب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كِتَابٌ</a:t>
            </a:r>
          </a:p>
        </p:txBody>
      </p:sp>
      <p:sp>
        <p:nvSpPr>
          <p:cNvPr id="10" name="Answer 2 لِشَا۟يۡءٍ" descr="لِشَا۟يۡء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لِشَا۟يۡءٍ</a:t>
            </a:r>
          </a:p>
        </p:txBody>
      </p:sp>
      <p:sp>
        <p:nvSpPr>
          <p:cNvPr id="11" name="Answer 3 نَامَ" descr="نَام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2" descr="Pizza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جَلَسَ" descr="جَلَس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sp>
        <p:nvSpPr>
          <p:cNvPr id="10" name="Answer 2 كَفَرُوا۟" descr="كَفَرُوا۟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كَفَرُوا۟</a:t>
            </a:r>
          </a:p>
        </p:txBody>
      </p:sp>
      <p:sp>
        <p:nvSpPr>
          <p:cNvPr id="11" name="Answer 3 فِيلٌ" descr="فِيل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فِيلٌ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3" descr="Pizza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ٱلسَّبِيلَا" descr="ٱلسَّبِيل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ٱلسَّبِيلَا</a:t>
            </a:r>
          </a:p>
        </p:txBody>
      </p:sp>
      <p:sp>
        <p:nvSpPr>
          <p:cNvPr id="10" name="Answer 2 ٱلسَّبِيلَ" descr="ٱلسَّبِيل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Stopping on this word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Stopping on this word:</a:t>
            </a:r>
          </a:p>
        </p:txBody>
      </p:sp>
      <p:sp>
        <p:nvSpPr>
          <p:cNvPr id="14" name="Find ٱلسَّبِيلَا۠" descr="ٱلسَّبِيلَا۠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ٱلسَّبِيلَا۠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4" descr="Pizza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كِتَابٌ" descr="كِتَاب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كِتَابٌ</a:t>
            </a:r>
          </a:p>
        </p:txBody>
      </p:sp>
      <p:sp>
        <p:nvSpPr>
          <p:cNvPr id="10" name="Answer 2 أُو۟لَٰٓئِكَ" descr="أُو۟لَـٰٓئِك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أُو۟لَـ</a:t>
            </a:r>
            <a:r>
              <a:rPr sz="56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sp>
        <p:nvSpPr>
          <p:cNvPr id="11" name="Answer 3 نَامَ" descr="نَام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ith a letter we never read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Find the word with a letter we never read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كَفَرُوا۟" descr="كَفَرُوا۟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كَفَرُو</a:t>
            </a:r>
            <a:r>
              <a:rPr sz="91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ا۟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7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7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6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6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قَالُوا۟" descr="قَالُوا۟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قَ</a:t>
            </a:r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الُوا۟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7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7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هَاجَرُوا۟" descr="هَاجَرُوا۟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هَا</a:t>
            </a:r>
            <a:r>
              <a:rPr sz="82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جَ</a:t>
            </a:r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رُوا۟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7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7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لِشَا۟يۡءٍ" descr="لِشَا۟يۡءٍ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لِشَ</a:t>
            </a:r>
            <a:r>
              <a:rPr sz="91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ا۟</a:t>
            </a:r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يۡءٍ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7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7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6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6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هَاجَرُوا۟" descr="هَاجَرُوا۟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هَاجَرُو</a:t>
            </a:r>
            <a:r>
              <a:rPr sz="82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ا۟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7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7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6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6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reat sorting!" descr="Great sorting!"/>
          <p:cNvSpPr/>
          <p:nvPr/>
        </p:nvSpPr>
        <p:spPr>
          <a:xfrm>
            <a:off x="4572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Great sorting!</a:t>
            </a:r>
          </a:p>
        </p:txBody>
      </p:sp>
      <p:sp>
        <p:nvSpPr>
          <p:cNvPr id="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كَفَرُوا۟" descr="كَفَرُوا۟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كَفَرُو</a:t>
            </a:r>
            <a:r>
              <a:rPr sz="91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ا۟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7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7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6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6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قَالُوا۟" descr="قَالُوا۟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قَ</a:t>
            </a:r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الُوا۟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7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7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هَاجَرُوا۟" descr="هَاجَرُوا۟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هَا</a:t>
            </a:r>
            <a:r>
              <a:rPr sz="82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جَ</a:t>
            </a:r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رُوا۟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7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7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7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7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لِشَا۟يۡءٍ" descr="لِشَا۟يۡءٍ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لِشَ</a:t>
            </a:r>
            <a:r>
              <a:rPr sz="91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ا۟</a:t>
            </a:r>
            <a:r>
              <a:rPr sz="9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يۡءٍ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7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7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6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6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556000" y="1143000"/>
            <a:ext cx="5080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هَاجَرُوا۟" descr="هَاجَرُوا۟"/>
          <p:cNvSpPr/>
          <p:nvPr/>
        </p:nvSpPr>
        <p:spPr>
          <a:xfrm>
            <a:off x="3746500" y="1206500"/>
            <a:ext cx="4699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هَاجَرُو</a:t>
            </a:r>
            <a:r>
              <a:rPr sz="8200" b="1" lang="ar-SA">
                <a:solidFill>
                  <a:srgbClr val="F08A24"/>
                </a:solidFill>
                <a:latin typeface="Traditional Arabic"/>
                <a:cs typeface="Traditional Arabic"/>
              </a:rPr>
              <a:t>ا۟</a:t>
            </a:r>
          </a:p>
        </p:txBody>
      </p:sp>
      <p:sp>
        <p:nvSpPr>
          <p:cNvPr id="10" name="Read it button">
            <a:hlinkClick action="ppaction://hlinksldjump" r:id="rId6"/>
          </p:cNvPr>
          <p:cNvSpPr/>
          <p:nvPr/>
        </p:nvSpPr>
        <p:spPr>
          <a:xfrm>
            <a:off x="10477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ead it" descr="Read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" y="3619500"/>
            <a:ext cx="1651000" cy="1651000"/>
          </a:xfrm>
          <a:prstGeom prst="rect">
            <a:avLst/>
          </a:prstGeom>
        </p:spPr>
      </p:pic>
      <p:sp>
        <p:nvSpPr>
          <p:cNvPr id="12" name="Read it label" descr="Read it">
            <a:hlinkClick action="ppaction://hlinksldjump" r:id="rId6"/>
          </p:cNvPr>
          <p:cNvSpPr/>
          <p:nvPr/>
        </p:nvSpPr>
        <p:spPr>
          <a:xfrm>
            <a:off x="10477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Read it</a:t>
            </a:r>
          </a:p>
        </p:txBody>
      </p:sp>
      <p:sp>
        <p:nvSpPr>
          <p:cNvPr id="13" name="Never read button">
            <a:hlinkClick action="ppaction://hlinksldjump" r:id="rId7"/>
          </p:cNvPr>
          <p:cNvSpPr/>
          <p:nvPr/>
        </p:nvSpPr>
        <p:spPr>
          <a:xfrm>
            <a:off x="476250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Never read" descr="Never read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19500"/>
            <a:ext cx="1651000" cy="1651000"/>
          </a:xfrm>
          <a:prstGeom prst="rect">
            <a:avLst/>
          </a:prstGeom>
        </p:spPr>
      </p:pic>
      <p:sp>
        <p:nvSpPr>
          <p:cNvPr id="15" name="Never read label" descr="Never read">
            <a:hlinkClick action="ppaction://hlinksldjump" r:id="rId7"/>
          </p:cNvPr>
          <p:cNvSpPr/>
          <p:nvPr/>
        </p:nvSpPr>
        <p:spPr>
          <a:xfrm>
            <a:off x="476250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Never read</a:t>
            </a:r>
          </a:p>
        </p:txBody>
      </p:sp>
      <p:sp>
        <p:nvSpPr>
          <p:cNvPr id="16" name="Only when I stop button">
            <a:hlinkClick action="ppaction://hlinksldjump" r:id="rId6"/>
          </p:cNvPr>
          <p:cNvSpPr/>
          <p:nvPr/>
        </p:nvSpPr>
        <p:spPr>
          <a:xfrm>
            <a:off x="8477250" y="3365500"/>
            <a:ext cx="2667000" cy="2857500"/>
          </a:xfrm>
          <a:prstGeom prst="roundRect">
            <a:avLst>
              <a:gd name="adj" fmla="val 12000"/>
            </a:avLst>
          </a:prstGeom>
          <a:solidFill>
            <a:srgbClr val="FFE3E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Only when I stop" descr="Only when I stop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3619500"/>
            <a:ext cx="1651000" cy="1651000"/>
          </a:xfrm>
          <a:prstGeom prst="rect">
            <a:avLst/>
          </a:prstGeom>
        </p:spPr>
      </p:pic>
      <p:sp>
        <p:nvSpPr>
          <p:cNvPr id="18" name="Only when I stop label" descr="Only when I stop">
            <a:hlinkClick action="ppaction://hlinksldjump" r:id="rId6"/>
          </p:cNvPr>
          <p:cNvSpPr/>
          <p:nvPr/>
        </p:nvSpPr>
        <p:spPr>
          <a:xfrm>
            <a:off x="8477250" y="5461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Only when I stop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144000" y="146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rompt" descr="The orange letter: read it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The orange letter: read it?</a:t>
            </a:r>
          </a:p>
        </p:txBody>
      </p:sp>
      <p:sp>
        <p:nvSpPr>
          <p:cNvPr id="2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2413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3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2" name="Apple 9" descr="Appl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3" name="Apple 10" descr="Appl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قَوَارِيرَا۠" descr="قَوَارِيرَا۠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قَوَارِيرَا۠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3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2" name="Apple 9" descr="Appl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قَالُوا۟" descr="قَالُوا۟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قَالُوا۟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رَّسُولَا۠" descr="ٱلرَّسُولَا۠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ٱلرَّسُولَا۠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لِشَا۟يۡءٍ" descr="لِشَا۟يۡءٍ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لِشَا۟يۡءٍ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سَّبِيلَا۠" descr="ٱلسَّبِيلَا۠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ٱلسَّبِيلَا۠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3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2" name="Apple 9" descr="Appl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3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قَالُوا۟" descr="قَالُوا۟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قَالُوا۟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2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رَّسُولَا۠" descr="ٱلرَّسُولَا۠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ٱلرَّسُولَا۠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1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لِشَا۟يۡءٍ" descr="لِشَا۟يۡءٍ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لِشَا۟يۡءٍ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سَّبِيلَا۠" descr="ٱلسَّبِيلَا۠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ٱلسَّبِيلَا۠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جَاهَدُوا۟" descr="جَاهَدُوا۟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جَاهَدُوا۟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2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3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رَّسُولَا۠" descr="ٱلرَّسُولَا۠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ٱلرَّسُولَا۠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1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2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لِشَا۟يۡءٍ" descr="لِشَا۟يۡءٍ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لِشَا۟يۡءٍ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1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سَّبِيلَا۠" descr="ٱلسَّبِيلَا۠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ٱلسَّبِيلَا۠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جَاهَدُوا۟" descr="جَاهَدُوا۟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جَاهَدُوا۟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أَنَا۠" descr="أَنَا۠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أَنَا۠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7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8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1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2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3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لِشَا۟يۡءٍ" descr="لِشَا۟يۡءٍ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لِشَا۟يۡءٍ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1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2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سَّبِيلَا۠" descr="ٱلسَّبِيلَا۠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ٱلسَّبِيلَا۠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1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جَاهَدُوا۟" descr="جَاهَدُوا۟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جَاهَدُوا۟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0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أَنَا۠" descr="أَنَا۠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أَنَا۠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7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8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9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ءَامَنُوا۟" descr="ءَامَنُوا۟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ءَامَنُوا۟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6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7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8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1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2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3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سَّبِيلَا۠" descr="ٱلسَّبِيلَا۠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ٱلسَّبِيلَا۠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1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2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جَاهَدُوا۟" descr="جَاهَدُوا۟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جَاهَدُوا۟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0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1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أَنَا۠" descr="أَنَا۠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أَنَا۠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7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8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9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0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ءَامَنُوا۟" descr="ءَامَنُوا۟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ءَامَنُوا۟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6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7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8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9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عَمِلُوا۟" descr="عَمِلُوا۟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عَمِلُوا۟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5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6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7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8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1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2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3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0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1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2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7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8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9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0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1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6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7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8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9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0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5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6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7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8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9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921000" y="1270000"/>
            <a:ext cx="6350000" cy="3175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ell done" descr="Well done!"/>
          <p:cNvSpPr/>
          <p:nvPr/>
        </p:nvSpPr>
        <p:spPr>
          <a:xfrm>
            <a:off x="3175000" y="1587500"/>
            <a:ext cx="5842000" cy="1016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900" b="1" lang="en-US">
                <a:solidFill>
                  <a:srgbClr val="8A6CF0"/>
                </a:solidFill>
                <a:latin typeface="Arial"/>
                <a:cs typeface="Arial"/>
              </a:rPr>
              <a:t>Well done!</a:t>
            </a:r>
          </a:p>
        </p:txBody>
      </p:sp>
      <p:sp>
        <p:nvSpPr>
          <p:cNvPr id="5" name="Star 1"/>
          <p:cNvSpPr/>
          <p:nvPr/>
        </p:nvSpPr>
        <p:spPr>
          <a:xfrm>
            <a:off x="3556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4635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5715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6794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7874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lay again" descr="↺  Play again">
            <a:hlinkClick action="ppaction://hlinksldjump" r:id="rId3"/>
          </p:cNvPr>
          <p:cNvSpPr/>
          <p:nvPr/>
        </p:nvSpPr>
        <p:spPr>
          <a:xfrm>
            <a:off x="4508500" y="4953000"/>
            <a:ext cx="3175000" cy="889000"/>
          </a:xfrm>
          <a:prstGeom prst="roundRect">
            <a:avLst>
              <a:gd name="adj" fmla="val 30000"/>
            </a:avLst>
          </a:prstGeom>
          <a:solidFill>
            <a:srgbClr val="1971C2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FFFFFF"/>
                </a:solidFill>
                <a:latin typeface="Arial"/>
                <a:cs typeface="Arial"/>
              </a:rPr>
              <a:t>↺  Play again</a:t>
            </a:r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Silent Letters Games</dc:title>
  <dc:subject>Interactive reading games for children</dc:subject>
  <dc:creator>Claude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