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eep.wav" ContentType="audio/wav"/>
  <Override PartName="/ppt/media/snd_boing.wav" ContentType="audio/wav"/>
  <Override PartName="/ppt/media/snd_cheer.wav" ContentType="audio/wav"/>
  <Override PartName="/ppt/media/snd_ding.wav" ContentType="audio/wav"/>
  <Override PartName="/ppt/media/snd_kick.wav" ContentType="audio/wav"/>
  <Override PartName="/ppt/media/snd_pop.wav" ContentType="audio/wav"/>
  <Override PartName="/ppt/media/snd_sparkle.wav" ContentType="audio/wav"/>
  <Override PartName="/ppt/media/snd_swish.wav" ContentType="audio/wav"/>
  <Override PartName="/ppt/media/snd_tada.wav" ContentType="audio/wav"/>
  <Override PartName="/ppt/media/snd_thunk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10.xml"/><Relationship Id="rId5" Type="http://schemas.openxmlformats.org/officeDocument/2006/relationships/slide" Target="slide5.xml"/><Relationship Id="rId6" Type="http://schemas.openxmlformats.org/officeDocument/2006/relationships/slide" Target="slide14.xml"/><Relationship Id="rId7" Type="http://schemas.openxmlformats.org/officeDocument/2006/relationships/audio" Target="../media/snd_sparkle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14.xml"/><Relationship Id="rId7" Type="http://schemas.openxmlformats.org/officeDocument/2006/relationships/audio" Target="../media/snd_sparkle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2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audio" Target="../media/snd_sparkle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13.xml"/><Relationship Id="rId5" Type="http://schemas.openxmlformats.org/officeDocument/2006/relationships/slide" Target="slide8.xml"/><Relationship Id="rId6" Type="http://schemas.openxmlformats.org/officeDocument/2006/relationships/slide" Target="slide14.xml"/><Relationship Id="rId7" Type="http://schemas.openxmlformats.org/officeDocument/2006/relationships/audio" Target="../media/snd_sparkle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4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10.xml"/><Relationship Id="rId5" Type="http://schemas.openxmlformats.org/officeDocument/2006/relationships/slide" Target="slide5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2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13.xml"/><Relationship Id="rId5" Type="http://schemas.openxmlformats.org/officeDocument/2006/relationships/slide" Target="slide8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1.xml"/><Relationship Id="rId6" Type="http://schemas.openxmlformats.org/officeDocument/2006/relationships/slide" Target="slide16.xml"/><Relationship Id="rId7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d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6.xml"/><Relationship Id="rId10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24.xml"/><Relationship Id="rId9" Type="http://schemas.openxmlformats.org/officeDocument/2006/relationships/slide" Target="slide19.xml"/><Relationship Id="rId10" Type="http://schemas.openxmlformats.org/officeDocument/2006/relationships/slide" Target="slide26.xml"/><Relationship Id="rId11" Type="http://schemas.openxmlformats.org/officeDocument/2006/relationships/audio" Target="../media/snd_d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20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" Target="slide26.xml"/><Relationship Id="rId8" Type="http://schemas.openxmlformats.org/officeDocument/2006/relationships/audio" Target="../media/snd_tada.wav"/><Relationship Id="rId9" Type="http://schemas.openxmlformats.org/officeDocument/2006/relationships/image" Target="../media/image57.png"/><Relationship Id="rId10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21.xml"/><Relationship Id="rId6" Type="http://schemas.openxmlformats.org/officeDocument/2006/relationships/slide" Target="slide16.xml"/><Relationship Id="rId7" Type="http://schemas.openxmlformats.org/officeDocument/2006/relationships/slide" Target="slide26.xml"/><Relationship Id="rId8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6.xml"/><Relationship Id="rId10" Type="http://schemas.openxmlformats.org/officeDocument/2006/relationships/audio" Target="../media/snd_boin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24.xml"/><Relationship Id="rId9" Type="http://schemas.openxmlformats.org/officeDocument/2006/relationships/slide" Target="slide19.xml"/><Relationship Id="rId10" Type="http://schemas.openxmlformats.org/officeDocument/2006/relationships/slide" Target="slide26.xml"/><Relationship Id="rId11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20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audio" Target="../media/snd_bo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3.xml"/><Relationship Id="rId6" Type="http://schemas.openxmlformats.org/officeDocument/2006/relationships/slide" Target="slide28.xml"/><Relationship Id="rId7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6.xml"/><Relationship Id="rId6" Type="http://schemas.openxmlformats.org/officeDocument/2006/relationships/slide" Target="slide31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7.xml"/><Relationship Id="rId6" Type="http://schemas.openxmlformats.org/officeDocument/2006/relationships/slide" Target="slide32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8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3.xml"/><Relationship Id="rId6" Type="http://schemas.openxmlformats.org/officeDocument/2006/relationships/slide" Target="slide28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6.xml"/><Relationship Id="rId6" Type="http://schemas.openxmlformats.org/officeDocument/2006/relationships/slide" Target="slide31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7.xml"/><Relationship Id="rId6" Type="http://schemas.openxmlformats.org/officeDocument/2006/relationships/slide" Target="slide32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whoo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slide" Target="slide47.xml"/><Relationship Id="rId7" Type="http://schemas.openxmlformats.org/officeDocument/2006/relationships/slide" Target="slide42.xml"/><Relationship Id="rId8" Type="http://schemas.openxmlformats.org/officeDocument/2006/relationships/slide" Target="slide50.xml"/><Relationship Id="rId9" Type="http://schemas.openxmlformats.org/officeDocument/2006/relationships/audio" Target="../media/snd_whoo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48.xml"/><Relationship Id="rId8" Type="http://schemas.openxmlformats.org/officeDocument/2006/relationships/slide" Target="slide43.xml"/><Relationship Id="rId9" Type="http://schemas.openxmlformats.org/officeDocument/2006/relationships/slide" Target="slide50.xml"/><Relationship Id="rId10" Type="http://schemas.openxmlformats.org/officeDocument/2006/relationships/audio" Target="../media/snd_whoo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49.xml"/><Relationship Id="rId8" Type="http://schemas.openxmlformats.org/officeDocument/2006/relationships/slide" Target="slide44.xml"/><Relationship Id="rId9" Type="http://schemas.openxmlformats.org/officeDocument/2006/relationships/slide" Target="slide50.xml"/><Relationship Id="rId10" Type="http://schemas.openxmlformats.org/officeDocument/2006/relationships/audio" Target="../media/snd_whoo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" Target="slide50.xml"/><Relationship Id="rId7" Type="http://schemas.openxmlformats.org/officeDocument/2006/relationships/audio" Target="../media/snd_tada.wav"/><Relationship Id="rId8" Type="http://schemas.openxmlformats.org/officeDocument/2006/relationships/image" Target="../media/image57.png"/><Relationship Id="rId9" Type="http://schemas.openxmlformats.org/officeDocument/2006/relationships/audio" Target="../media/snd_pop.wav"/><Relationship Id="rId10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slide" Target="slide47.xml"/><Relationship Id="rId7" Type="http://schemas.openxmlformats.org/officeDocument/2006/relationships/slide" Target="slide42.xml"/><Relationship Id="rId8" Type="http://schemas.openxmlformats.org/officeDocument/2006/relationships/slide" Target="slide50.xml"/><Relationship Id="rId9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48.xml"/><Relationship Id="rId8" Type="http://schemas.openxmlformats.org/officeDocument/2006/relationships/slide" Target="slide43.xml"/><Relationship Id="rId9" Type="http://schemas.openxmlformats.org/officeDocument/2006/relationships/slide" Target="slide50.xml"/><Relationship Id="rId10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49.xml"/><Relationship Id="rId8" Type="http://schemas.openxmlformats.org/officeDocument/2006/relationships/slide" Target="slide44.xml"/><Relationship Id="rId9" Type="http://schemas.openxmlformats.org/officeDocument/2006/relationships/slide" Target="slide50.xml"/><Relationship Id="rId10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52.xml"/><Relationship Id="rId6" Type="http://schemas.openxmlformats.org/officeDocument/2006/relationships/slide" Target="slide57.xml"/><Relationship Id="rId7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kick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kick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60.xml"/><Relationship Id="rId6" Type="http://schemas.openxmlformats.org/officeDocument/2006/relationships/slide" Target="slide55.xml"/><Relationship Id="rId7" Type="http://schemas.openxmlformats.org/officeDocument/2006/relationships/slide" Target="slide62.xml"/><Relationship Id="rId8" Type="http://schemas.openxmlformats.org/officeDocument/2006/relationships/audio" Target="../media/snd_kick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56.xml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audio" Target="../media/snd_kick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52.xml"/><Relationship Id="rId6" Type="http://schemas.openxmlformats.org/officeDocument/2006/relationships/slide" Target="slide57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60.xml"/><Relationship Id="rId6" Type="http://schemas.openxmlformats.org/officeDocument/2006/relationships/slide" Target="slide55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56.xml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whoos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whoosh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whoosh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whoos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0.xml"/><Relationship Id="rId6" Type="http://schemas.openxmlformats.org/officeDocument/2006/relationships/slide" Target="slide75.xml"/><Relationship Id="rId7" Type="http://schemas.openxmlformats.org/officeDocument/2006/relationships/slide" Target="slide8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5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0.xml"/><Relationship Id="rId6" Type="http://schemas.openxmlformats.org/officeDocument/2006/relationships/slide" Target="slide75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2.xml"/><Relationship Id="rId5" Type="http://schemas.openxmlformats.org/officeDocument/2006/relationships/slide" Target="slide87.xml"/><Relationship Id="rId6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88.xml"/><Relationship Id="rId5" Type="http://schemas.openxmlformats.org/officeDocument/2006/relationships/slide" Target="slide93.xml"/><Relationship Id="rId6" Type="http://schemas.openxmlformats.org/officeDocument/2006/relationships/slide" Target="slide97.xml"/><Relationship Id="rId7" Type="http://schemas.openxmlformats.org/officeDocument/2006/relationships/audio" Target="../media/snd_thu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89.xml"/><Relationship Id="rId5" Type="http://schemas.openxmlformats.org/officeDocument/2006/relationships/slide" Target="slide94.xml"/><Relationship Id="rId6" Type="http://schemas.openxmlformats.org/officeDocument/2006/relationships/slide" Target="slide97.xml"/><Relationship Id="rId7" Type="http://schemas.openxmlformats.org/officeDocument/2006/relationships/audio" Target="../media/snd_thunk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0.xml"/><Relationship Id="rId5" Type="http://schemas.openxmlformats.org/officeDocument/2006/relationships/slide" Target="slide95.xml"/><Relationship Id="rId6" Type="http://schemas.openxmlformats.org/officeDocument/2006/relationships/slide" Target="slide97.xml"/><Relationship Id="rId7" Type="http://schemas.openxmlformats.org/officeDocument/2006/relationships/audio" Target="../media/snd_thunk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1.xml"/><Relationship Id="rId5" Type="http://schemas.openxmlformats.org/officeDocument/2006/relationships/slide" Target="slide96.xml"/><Relationship Id="rId6" Type="http://schemas.openxmlformats.org/officeDocument/2006/relationships/slide" Target="slide97.xml"/><Relationship Id="rId7" Type="http://schemas.openxmlformats.org/officeDocument/2006/relationships/audio" Target="../media/snd_thunk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slide" Target="slide97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2.xml"/><Relationship Id="rId5" Type="http://schemas.openxmlformats.org/officeDocument/2006/relationships/slide" Target="slide87.xml"/><Relationship Id="rId6" Type="http://schemas.openxmlformats.org/officeDocument/2006/relationships/slide" Target="slide97.xml"/><Relationship Id="rId7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88.xml"/><Relationship Id="rId5" Type="http://schemas.openxmlformats.org/officeDocument/2006/relationships/slide" Target="slide93.xml"/><Relationship Id="rId6" Type="http://schemas.openxmlformats.org/officeDocument/2006/relationships/slide" Target="slide97.xml"/><Relationship Id="rId7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89.xml"/><Relationship Id="rId5" Type="http://schemas.openxmlformats.org/officeDocument/2006/relationships/slide" Target="slide94.xml"/><Relationship Id="rId6" Type="http://schemas.openxmlformats.org/officeDocument/2006/relationships/slide" Target="slide97.xml"/><Relationship Id="rId7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0.xml"/><Relationship Id="rId5" Type="http://schemas.openxmlformats.org/officeDocument/2006/relationships/slide" Target="slide95.xml"/><Relationship Id="rId6" Type="http://schemas.openxmlformats.org/officeDocument/2006/relationships/slide" Target="slide97.xml"/><Relationship Id="rId7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91.xml"/><Relationship Id="rId5" Type="http://schemas.openxmlformats.org/officeDocument/2006/relationships/slide" Target="slide96.xml"/><Relationship Id="rId6" Type="http://schemas.openxmlformats.org/officeDocument/2006/relationships/slide" Target="slide97.xml"/><Relationship Id="rId7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png"/><Relationship Id="rId4" Type="http://schemas.openxmlformats.org/officeDocument/2006/relationships/slide" Target="slide9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slide" Target="slide99.xml"/><Relationship Id="rId5" Type="http://schemas.openxmlformats.org/officeDocument/2006/relationships/slide" Target="slide104.xml"/><Relationship Id="rId6" Type="http://schemas.openxmlformats.org/officeDocument/2006/relationships/slide" Target="slide10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6.png"/><Relationship Id="rId4" Type="http://schemas.openxmlformats.org/officeDocument/2006/relationships/slide" Target="slide105.xml"/><Relationship Id="rId5" Type="http://schemas.openxmlformats.org/officeDocument/2006/relationships/slide" Target="slide100.xml"/><Relationship Id="rId6" Type="http://schemas.openxmlformats.org/officeDocument/2006/relationships/slide" Target="slide109.xml"/><Relationship Id="rId7" Type="http://schemas.openxmlformats.org/officeDocument/2006/relationships/audio" Target="../media/snd_beep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7.png"/><Relationship Id="rId4" Type="http://schemas.openxmlformats.org/officeDocument/2006/relationships/slide" Target="slide106.xml"/><Relationship Id="rId5" Type="http://schemas.openxmlformats.org/officeDocument/2006/relationships/slide" Target="slide101.xml"/><Relationship Id="rId6" Type="http://schemas.openxmlformats.org/officeDocument/2006/relationships/slide" Target="slide109.xml"/><Relationship Id="rId7" Type="http://schemas.openxmlformats.org/officeDocument/2006/relationships/audio" Target="../media/snd_beep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slide" Target="slide107.xml"/><Relationship Id="rId5" Type="http://schemas.openxmlformats.org/officeDocument/2006/relationships/slide" Target="slide102.xml"/><Relationship Id="rId6" Type="http://schemas.openxmlformats.org/officeDocument/2006/relationships/slide" Target="slide109.xml"/><Relationship Id="rId7" Type="http://schemas.openxmlformats.org/officeDocument/2006/relationships/audio" Target="../media/snd_beep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9.png"/><Relationship Id="rId4" Type="http://schemas.openxmlformats.org/officeDocument/2006/relationships/slide" Target="slide108.xml"/><Relationship Id="rId5" Type="http://schemas.openxmlformats.org/officeDocument/2006/relationships/slide" Target="slide103.xml"/><Relationship Id="rId6" Type="http://schemas.openxmlformats.org/officeDocument/2006/relationships/slide" Target="slide109.xml"/><Relationship Id="rId7" Type="http://schemas.openxmlformats.org/officeDocument/2006/relationships/audio" Target="../media/snd_beep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Relationship Id="rId4" Type="http://schemas.openxmlformats.org/officeDocument/2006/relationships/slide" Target="slide109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slide" Target="slide99.xml"/><Relationship Id="rId5" Type="http://schemas.openxmlformats.org/officeDocument/2006/relationships/slide" Target="slide104.xml"/><Relationship Id="rId6" Type="http://schemas.openxmlformats.org/officeDocument/2006/relationships/slide" Target="slide109.xml"/><Relationship Id="rId7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6.png"/><Relationship Id="rId4" Type="http://schemas.openxmlformats.org/officeDocument/2006/relationships/slide" Target="slide105.xml"/><Relationship Id="rId5" Type="http://schemas.openxmlformats.org/officeDocument/2006/relationships/slide" Target="slide100.xml"/><Relationship Id="rId6" Type="http://schemas.openxmlformats.org/officeDocument/2006/relationships/slide" Target="slide109.xml"/><Relationship Id="rId7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7.png"/><Relationship Id="rId4" Type="http://schemas.openxmlformats.org/officeDocument/2006/relationships/slide" Target="slide106.xml"/><Relationship Id="rId5" Type="http://schemas.openxmlformats.org/officeDocument/2006/relationships/slide" Target="slide101.xml"/><Relationship Id="rId6" Type="http://schemas.openxmlformats.org/officeDocument/2006/relationships/slide" Target="slide109.xml"/><Relationship Id="rId7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slide" Target="slide107.xml"/><Relationship Id="rId5" Type="http://schemas.openxmlformats.org/officeDocument/2006/relationships/slide" Target="slide102.xml"/><Relationship Id="rId6" Type="http://schemas.openxmlformats.org/officeDocument/2006/relationships/slide" Target="slide109.xml"/><Relationship Id="rId7" Type="http://schemas.openxmlformats.org/officeDocument/2006/relationships/audio" Target="../media/snd_bo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9.png"/><Relationship Id="rId4" Type="http://schemas.openxmlformats.org/officeDocument/2006/relationships/slide" Target="slide108.xml"/><Relationship Id="rId5" Type="http://schemas.openxmlformats.org/officeDocument/2006/relationships/slide" Target="slide103.xml"/><Relationship Id="rId6" Type="http://schemas.openxmlformats.org/officeDocument/2006/relationships/slide" Target="slide109.xml"/><Relationship Id="rId7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slide" Target="slide11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116.xml"/><Relationship Id="rId7" Type="http://schemas.openxmlformats.org/officeDocument/2006/relationships/slide" Target="slide111.xml"/><Relationship Id="rId8" Type="http://schemas.openxmlformats.org/officeDocument/2006/relationships/slide" Target="slide1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112.xml"/><Relationship Id="rId7" Type="http://schemas.openxmlformats.org/officeDocument/2006/relationships/slide" Target="slide117.xml"/><Relationship Id="rId8" Type="http://schemas.openxmlformats.org/officeDocument/2006/relationships/slide" Target="slide121.xml"/><Relationship Id="rId9" Type="http://schemas.openxmlformats.org/officeDocument/2006/relationships/audio" Target="../media/snd_sparkle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13.xml"/><Relationship Id="rId8" Type="http://schemas.openxmlformats.org/officeDocument/2006/relationships/slide" Target="slide118.xml"/><Relationship Id="rId9" Type="http://schemas.openxmlformats.org/officeDocument/2006/relationships/slide" Target="slide121.xml"/><Relationship Id="rId10" Type="http://schemas.openxmlformats.org/officeDocument/2006/relationships/audio" Target="../media/snd_sparkle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1.xml"/><Relationship Id="rId10" Type="http://schemas.openxmlformats.org/officeDocument/2006/relationships/audio" Target="../media/snd_sparkle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20.xml"/><Relationship Id="rId8" Type="http://schemas.openxmlformats.org/officeDocument/2006/relationships/slide" Target="slide115.xml"/><Relationship Id="rId9" Type="http://schemas.openxmlformats.org/officeDocument/2006/relationships/slide" Target="slide121.xml"/><Relationship Id="rId10" Type="http://schemas.openxmlformats.org/officeDocument/2006/relationships/audio" Target="../media/snd_sparkle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21.xml"/><Relationship Id="rId8" Type="http://schemas.openxmlformats.org/officeDocument/2006/relationships/audio" Target="../media/snd_tada.wav"/><Relationship Id="rId9" Type="http://schemas.openxmlformats.org/officeDocument/2006/relationships/image" Target="../media/image57.png"/><Relationship Id="rId10" Type="http://schemas.openxmlformats.org/officeDocument/2006/relationships/audio" Target="../media/snd_cheer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116.xml"/><Relationship Id="rId7" Type="http://schemas.openxmlformats.org/officeDocument/2006/relationships/slide" Target="slide111.xml"/><Relationship Id="rId8" Type="http://schemas.openxmlformats.org/officeDocument/2006/relationships/slide" Target="slide121.xml"/><Relationship Id="rId9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112.xml"/><Relationship Id="rId7" Type="http://schemas.openxmlformats.org/officeDocument/2006/relationships/slide" Target="slide117.xml"/><Relationship Id="rId8" Type="http://schemas.openxmlformats.org/officeDocument/2006/relationships/slide" Target="slide121.xml"/><Relationship Id="rId9" Type="http://schemas.openxmlformats.org/officeDocument/2006/relationships/audio" Target="../media/snd_bo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13.xml"/><Relationship Id="rId8" Type="http://schemas.openxmlformats.org/officeDocument/2006/relationships/slide" Target="slide118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120.xml"/><Relationship Id="rId8" Type="http://schemas.openxmlformats.org/officeDocument/2006/relationships/slide" Target="slide115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7.xml"/><Relationship Id="rId6" Type="http://schemas.openxmlformats.org/officeDocument/2006/relationships/slide" Target="slide122.xml"/><Relationship Id="rId7" Type="http://schemas.openxmlformats.org/officeDocument/2006/relationships/slide" Target="slide1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2.xml"/><Relationship Id="rId8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2.xml"/><Relationship Id="rId8" Type="http://schemas.openxmlformats.org/officeDocument/2006/relationships/audio" Target="../media/snd_d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5.xml"/><Relationship Id="rId6" Type="http://schemas.openxmlformats.org/officeDocument/2006/relationships/slide" Target="slide130.xml"/><Relationship Id="rId7" Type="http://schemas.openxmlformats.org/officeDocument/2006/relationships/slide" Target="slide132.xml"/><Relationship Id="rId8" Type="http://schemas.openxmlformats.org/officeDocument/2006/relationships/audio" Target="../media/snd_d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6.xml"/><Relationship Id="rId6" Type="http://schemas.openxmlformats.org/officeDocument/2006/relationships/slide" Target="slide131.xml"/><Relationship Id="rId7" Type="http://schemas.openxmlformats.org/officeDocument/2006/relationships/slide" Target="slide132.xml"/><Relationship Id="rId8" Type="http://schemas.openxmlformats.org/officeDocument/2006/relationships/audio" Target="../media/snd_ding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32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7.xml"/><Relationship Id="rId6" Type="http://schemas.openxmlformats.org/officeDocument/2006/relationships/slide" Target="slide122.xml"/><Relationship Id="rId7" Type="http://schemas.openxmlformats.org/officeDocument/2006/relationships/slide" Target="slide132.xml"/><Relationship Id="rId8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2.xml"/><Relationship Id="rId8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2.xml"/><Relationship Id="rId8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5.xml"/><Relationship Id="rId6" Type="http://schemas.openxmlformats.org/officeDocument/2006/relationships/slide" Target="slide130.xml"/><Relationship Id="rId7" Type="http://schemas.openxmlformats.org/officeDocument/2006/relationships/slide" Target="slide132.xml"/><Relationship Id="rId8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126.xml"/><Relationship Id="rId6" Type="http://schemas.openxmlformats.org/officeDocument/2006/relationships/slide" Target="slide131.xml"/><Relationship Id="rId7" Type="http://schemas.openxmlformats.org/officeDocument/2006/relationships/slide" Target="slide132.xml"/><Relationship Id="rId8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png"/><Relationship Id="rId4" Type="http://schemas.openxmlformats.org/officeDocument/2006/relationships/slide" Target="slide13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39.xml"/><Relationship Id="rId7" Type="http://schemas.openxmlformats.org/officeDocument/2006/relationships/slide" Target="slide134.xml"/><Relationship Id="rId8" Type="http://schemas.openxmlformats.org/officeDocument/2006/relationships/slide" Target="slide144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0.xml"/><Relationship Id="rId7" Type="http://schemas.openxmlformats.org/officeDocument/2006/relationships/slide" Target="slide135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1.xml"/><Relationship Id="rId7" Type="http://schemas.openxmlformats.org/officeDocument/2006/relationships/slide" Target="slide136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2.xml"/><Relationship Id="rId7" Type="http://schemas.openxmlformats.org/officeDocument/2006/relationships/slide" Target="slide137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3.xml"/><Relationship Id="rId7" Type="http://schemas.openxmlformats.org/officeDocument/2006/relationships/slide" Target="slide138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4.xml"/><Relationship Id="rId7" Type="http://schemas.openxmlformats.org/officeDocument/2006/relationships/audio" Target="../media/snd_tada.wav"/><Relationship Id="rId8" Type="http://schemas.openxmlformats.org/officeDocument/2006/relationships/image" Target="../media/image57.png"/><Relationship Id="rId9" Type="http://schemas.openxmlformats.org/officeDocument/2006/relationships/audio" Target="../media/snd_cheer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39.xml"/><Relationship Id="rId7" Type="http://schemas.openxmlformats.org/officeDocument/2006/relationships/slide" Target="slide134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0.xml"/><Relationship Id="rId7" Type="http://schemas.openxmlformats.org/officeDocument/2006/relationships/slide" Target="slide135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1.xml"/><Relationship Id="rId7" Type="http://schemas.openxmlformats.org/officeDocument/2006/relationships/slide" Target="slide136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2.xml"/><Relationship Id="rId7" Type="http://schemas.openxmlformats.org/officeDocument/2006/relationships/slide" Target="slide137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143.xml"/><Relationship Id="rId7" Type="http://schemas.openxmlformats.org/officeDocument/2006/relationships/slide" Target="slide138.xml"/><Relationship Id="rId8" Type="http://schemas.openxmlformats.org/officeDocument/2006/relationships/slide" Target="slide144.xml"/><Relationship Id="rId9" Type="http://schemas.openxmlformats.org/officeDocument/2006/relationships/audio" Target="../media/snd_boing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8.png"/><Relationship Id="rId4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1.xml"/><Relationship Id="rId6" Type="http://schemas.openxmlformats.org/officeDocument/2006/relationships/slide" Target="slide146.xml"/><Relationship Id="rId7" Type="http://schemas.openxmlformats.org/officeDocument/2006/relationships/slide" Target="slide15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2.xml"/><Relationship Id="rId6" Type="http://schemas.openxmlformats.org/officeDocument/2006/relationships/slide" Target="slide147.xml"/><Relationship Id="rId7" Type="http://schemas.openxmlformats.org/officeDocument/2006/relationships/slide" Target="slide156.xml"/><Relationship Id="rId8" Type="http://schemas.openxmlformats.org/officeDocument/2006/relationships/audio" Target="../media/snd_ding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3.xml"/><Relationship Id="rId6" Type="http://schemas.openxmlformats.org/officeDocument/2006/relationships/slide" Target="slide148.xml"/><Relationship Id="rId7" Type="http://schemas.openxmlformats.org/officeDocument/2006/relationships/slide" Target="slide156.xml"/><Relationship Id="rId8" Type="http://schemas.openxmlformats.org/officeDocument/2006/relationships/audio" Target="../media/snd_d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49.xml"/><Relationship Id="rId6" Type="http://schemas.openxmlformats.org/officeDocument/2006/relationships/slide" Target="slide154.xml"/><Relationship Id="rId7" Type="http://schemas.openxmlformats.org/officeDocument/2006/relationships/slide" Target="slide156.xml"/><Relationship Id="rId8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0.xml"/><Relationship Id="rId6" Type="http://schemas.openxmlformats.org/officeDocument/2006/relationships/slide" Target="slide155.xml"/><Relationship Id="rId7" Type="http://schemas.openxmlformats.org/officeDocument/2006/relationships/slide" Target="slide156.xml"/><Relationship Id="rId8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6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1.xml"/><Relationship Id="rId6" Type="http://schemas.openxmlformats.org/officeDocument/2006/relationships/slide" Target="slide146.xml"/><Relationship Id="rId7" Type="http://schemas.openxmlformats.org/officeDocument/2006/relationships/slide" Target="slide156.xml"/><Relationship Id="rId8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2.xml"/><Relationship Id="rId6" Type="http://schemas.openxmlformats.org/officeDocument/2006/relationships/slide" Target="slide147.xml"/><Relationship Id="rId7" Type="http://schemas.openxmlformats.org/officeDocument/2006/relationships/slide" Target="slide156.xml"/><Relationship Id="rId8" Type="http://schemas.openxmlformats.org/officeDocument/2006/relationships/audio" Target="../media/snd_bo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3.xml"/><Relationship Id="rId6" Type="http://schemas.openxmlformats.org/officeDocument/2006/relationships/slide" Target="slide148.xml"/><Relationship Id="rId7" Type="http://schemas.openxmlformats.org/officeDocument/2006/relationships/slide" Target="slide156.xml"/><Relationship Id="rId8" Type="http://schemas.openxmlformats.org/officeDocument/2006/relationships/audio" Target="../media/snd_bo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49.xml"/><Relationship Id="rId6" Type="http://schemas.openxmlformats.org/officeDocument/2006/relationships/slide" Target="slide154.xml"/><Relationship Id="rId7" Type="http://schemas.openxmlformats.org/officeDocument/2006/relationships/slide" Target="slide156.xml"/><Relationship Id="rId8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150.xml"/><Relationship Id="rId6" Type="http://schemas.openxmlformats.org/officeDocument/2006/relationships/slide" Target="slide155.xml"/><Relationship Id="rId7" Type="http://schemas.openxmlformats.org/officeDocument/2006/relationships/slide" Target="slide156.xml"/><Relationship Id="rId8" Type="http://schemas.openxmlformats.org/officeDocument/2006/relationships/audio" Target="../media/snd_bo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1.png"/><Relationship Id="rId4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58.xml"/><Relationship Id="rId6" Type="http://schemas.openxmlformats.org/officeDocument/2006/relationships/slide" Target="slide163.xml"/><Relationship Id="rId7" Type="http://schemas.openxmlformats.org/officeDocument/2006/relationships/slide" Target="slide168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59.xml"/><Relationship Id="rId6" Type="http://schemas.openxmlformats.org/officeDocument/2006/relationships/slide" Target="slide164.xml"/><Relationship Id="rId7" Type="http://schemas.openxmlformats.org/officeDocument/2006/relationships/slide" Target="slide168.xml"/><Relationship Id="rId8" Type="http://schemas.openxmlformats.org/officeDocument/2006/relationships/audio" Target="../media/snd_swish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0.xml"/><Relationship Id="rId6" Type="http://schemas.openxmlformats.org/officeDocument/2006/relationships/slide" Target="slide165.xml"/><Relationship Id="rId7" Type="http://schemas.openxmlformats.org/officeDocument/2006/relationships/slide" Target="slide168.xml"/><Relationship Id="rId8" Type="http://schemas.openxmlformats.org/officeDocument/2006/relationships/audio" Target="../media/snd_swish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6.xml"/><Relationship Id="rId6" Type="http://schemas.openxmlformats.org/officeDocument/2006/relationships/slide" Target="slide161.xml"/><Relationship Id="rId7" Type="http://schemas.openxmlformats.org/officeDocument/2006/relationships/slide" Target="slide168.xml"/><Relationship Id="rId8" Type="http://schemas.openxmlformats.org/officeDocument/2006/relationships/audio" Target="../media/snd_swish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7.xml"/><Relationship Id="rId6" Type="http://schemas.openxmlformats.org/officeDocument/2006/relationships/slide" Target="slide162.xml"/><Relationship Id="rId7" Type="http://schemas.openxmlformats.org/officeDocument/2006/relationships/slide" Target="slide168.xml"/><Relationship Id="rId8" Type="http://schemas.openxmlformats.org/officeDocument/2006/relationships/audio" Target="../media/snd_swish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8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58.xml"/><Relationship Id="rId6" Type="http://schemas.openxmlformats.org/officeDocument/2006/relationships/slide" Target="slide163.xml"/><Relationship Id="rId7" Type="http://schemas.openxmlformats.org/officeDocument/2006/relationships/slide" Target="slide168.xml"/><Relationship Id="rId8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59.xml"/><Relationship Id="rId6" Type="http://schemas.openxmlformats.org/officeDocument/2006/relationships/slide" Target="slide164.xml"/><Relationship Id="rId7" Type="http://schemas.openxmlformats.org/officeDocument/2006/relationships/slide" Target="slide168.xml"/><Relationship Id="rId8" Type="http://schemas.openxmlformats.org/officeDocument/2006/relationships/audio" Target="../media/snd_bo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0.xml"/><Relationship Id="rId6" Type="http://schemas.openxmlformats.org/officeDocument/2006/relationships/slide" Target="slide165.xml"/><Relationship Id="rId7" Type="http://schemas.openxmlformats.org/officeDocument/2006/relationships/slide" Target="slide168.xml"/><Relationship Id="rId8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6.xml"/><Relationship Id="rId6" Type="http://schemas.openxmlformats.org/officeDocument/2006/relationships/slide" Target="slide161.xml"/><Relationship Id="rId7" Type="http://schemas.openxmlformats.org/officeDocument/2006/relationships/slide" Target="slide168.xml"/><Relationship Id="rId8" Type="http://schemas.openxmlformats.org/officeDocument/2006/relationships/audio" Target="../media/snd_boing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167.xml"/><Relationship Id="rId6" Type="http://schemas.openxmlformats.org/officeDocument/2006/relationships/slide" Target="slide162.xml"/><Relationship Id="rId7" Type="http://schemas.openxmlformats.org/officeDocument/2006/relationships/slide" Target="slide168.xml"/><Relationship Id="rId8" Type="http://schemas.openxmlformats.org/officeDocument/2006/relationships/audio" Target="../media/snd_boing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174.xml"/><Relationship Id="rId5" Type="http://schemas.openxmlformats.org/officeDocument/2006/relationships/slide" Target="slide169.xml"/><Relationship Id="rId6" Type="http://schemas.openxmlformats.org/officeDocument/2006/relationships/slide" Target="slide17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170.xml"/><Relationship Id="rId5" Type="http://schemas.openxmlformats.org/officeDocument/2006/relationships/slide" Target="slide175.xml"/><Relationship Id="rId6" Type="http://schemas.openxmlformats.org/officeDocument/2006/relationships/slide" Target="slide179.xml"/><Relationship Id="rId7" Type="http://schemas.openxmlformats.org/officeDocument/2006/relationships/audio" Target="../media/snd_sparkle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176.xml"/><Relationship Id="rId5" Type="http://schemas.openxmlformats.org/officeDocument/2006/relationships/slide" Target="slide171.xml"/><Relationship Id="rId6" Type="http://schemas.openxmlformats.org/officeDocument/2006/relationships/slide" Target="slide179.xml"/><Relationship Id="rId7" Type="http://schemas.openxmlformats.org/officeDocument/2006/relationships/audio" Target="../media/snd_sparkle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77.xml"/><Relationship Id="rId5" Type="http://schemas.openxmlformats.org/officeDocument/2006/relationships/slide" Target="slide172.xml"/><Relationship Id="rId6" Type="http://schemas.openxmlformats.org/officeDocument/2006/relationships/slide" Target="slide179.xml"/><Relationship Id="rId7" Type="http://schemas.openxmlformats.org/officeDocument/2006/relationships/audio" Target="../media/snd_sparkle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173.xml"/><Relationship Id="rId5" Type="http://schemas.openxmlformats.org/officeDocument/2006/relationships/slide" Target="slide178.xml"/><Relationship Id="rId6" Type="http://schemas.openxmlformats.org/officeDocument/2006/relationships/slide" Target="slide179.xml"/><Relationship Id="rId7" Type="http://schemas.openxmlformats.org/officeDocument/2006/relationships/audio" Target="../media/snd_sparkle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79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174.xml"/><Relationship Id="rId5" Type="http://schemas.openxmlformats.org/officeDocument/2006/relationships/slide" Target="slide169.xml"/><Relationship Id="rId6" Type="http://schemas.openxmlformats.org/officeDocument/2006/relationships/slide" Target="slide179.xml"/><Relationship Id="rId7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170.xml"/><Relationship Id="rId5" Type="http://schemas.openxmlformats.org/officeDocument/2006/relationships/slide" Target="slide175.xml"/><Relationship Id="rId6" Type="http://schemas.openxmlformats.org/officeDocument/2006/relationships/slide" Target="slide179.xml"/><Relationship Id="rId7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176.xml"/><Relationship Id="rId5" Type="http://schemas.openxmlformats.org/officeDocument/2006/relationships/slide" Target="slide171.xml"/><Relationship Id="rId6" Type="http://schemas.openxmlformats.org/officeDocument/2006/relationships/slide" Target="slide179.xml"/><Relationship Id="rId7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77.xml"/><Relationship Id="rId5" Type="http://schemas.openxmlformats.org/officeDocument/2006/relationships/slide" Target="slide172.xml"/><Relationship Id="rId6" Type="http://schemas.openxmlformats.org/officeDocument/2006/relationships/slide" Target="slide179.xml"/><Relationship Id="rId7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173.xml"/><Relationship Id="rId5" Type="http://schemas.openxmlformats.org/officeDocument/2006/relationships/slide" Target="slide178.xml"/><Relationship Id="rId6" Type="http://schemas.openxmlformats.org/officeDocument/2006/relationships/slide" Target="slide179.xml"/><Relationship Id="rId7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90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181.xml"/><Relationship Id="rId7" Type="http://schemas.openxmlformats.org/officeDocument/2006/relationships/slide" Target="slide186.xml"/><Relationship Id="rId8" Type="http://schemas.openxmlformats.org/officeDocument/2006/relationships/slide" Target="slide190.xml"/><Relationship Id="rId9" Type="http://schemas.openxmlformats.org/officeDocument/2006/relationships/audio" Target="../media/snd_d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87.xml"/><Relationship Id="rId8" Type="http://schemas.openxmlformats.org/officeDocument/2006/relationships/slide" Target="slide182.xml"/><Relationship Id="rId9" Type="http://schemas.openxmlformats.org/officeDocument/2006/relationships/slide" Target="slide190.xml"/><Relationship Id="rId10" Type="http://schemas.openxmlformats.org/officeDocument/2006/relationships/audio" Target="../media/snd_ding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88.xml"/><Relationship Id="rId9" Type="http://schemas.openxmlformats.org/officeDocument/2006/relationships/slide" Target="slide183.xml"/><Relationship Id="rId10" Type="http://schemas.openxmlformats.org/officeDocument/2006/relationships/slide" Target="slide190.xml"/><Relationship Id="rId11" Type="http://schemas.openxmlformats.org/officeDocument/2006/relationships/audio" Target="../media/snd_d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89.xml"/><Relationship Id="rId9" Type="http://schemas.openxmlformats.org/officeDocument/2006/relationships/slide" Target="slide184.xml"/><Relationship Id="rId10" Type="http://schemas.openxmlformats.org/officeDocument/2006/relationships/slide" Target="slide190.xml"/><Relationship Id="rId11" Type="http://schemas.openxmlformats.org/officeDocument/2006/relationships/audio" Target="../media/snd_d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" Target="slide190.xml"/><Relationship Id="rId8" Type="http://schemas.openxmlformats.org/officeDocument/2006/relationships/audio" Target="../media/snd_tada.wav"/><Relationship Id="rId9" Type="http://schemas.openxmlformats.org/officeDocument/2006/relationships/image" Target="../media/image57.png"/><Relationship Id="rId10" Type="http://schemas.openxmlformats.org/officeDocument/2006/relationships/audio" Target="../media/snd_cheer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90.xml"/><Relationship Id="rId8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181.xml"/><Relationship Id="rId7" Type="http://schemas.openxmlformats.org/officeDocument/2006/relationships/slide" Target="slide186.xml"/><Relationship Id="rId8" Type="http://schemas.openxmlformats.org/officeDocument/2006/relationships/slide" Target="slide190.xml"/><Relationship Id="rId9" Type="http://schemas.openxmlformats.org/officeDocument/2006/relationships/audio" Target="../media/snd_bo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87.xml"/><Relationship Id="rId8" Type="http://schemas.openxmlformats.org/officeDocument/2006/relationships/slide" Target="slide182.xml"/><Relationship Id="rId9" Type="http://schemas.openxmlformats.org/officeDocument/2006/relationships/slide" Target="slide190.xml"/><Relationship Id="rId10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88.xml"/><Relationship Id="rId9" Type="http://schemas.openxmlformats.org/officeDocument/2006/relationships/slide" Target="slide183.xml"/><Relationship Id="rId10" Type="http://schemas.openxmlformats.org/officeDocument/2006/relationships/slide" Target="slide190.xml"/><Relationship Id="rId11" Type="http://schemas.openxmlformats.org/officeDocument/2006/relationships/audio" Target="../media/snd_boing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89.xml"/><Relationship Id="rId9" Type="http://schemas.openxmlformats.org/officeDocument/2006/relationships/slide" Target="slide184.xml"/><Relationship Id="rId10" Type="http://schemas.openxmlformats.org/officeDocument/2006/relationships/slide" Target="slide190.xml"/><Relationship Id="rId11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4.png"/><Relationship Id="rId4" Type="http://schemas.openxmlformats.org/officeDocument/2006/relationships/slide" Target="slide19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197.xml"/><Relationship Id="rId7" Type="http://schemas.openxmlformats.org/officeDocument/2006/relationships/slide" Target="slide192.xml"/><Relationship Id="rId8" Type="http://schemas.openxmlformats.org/officeDocument/2006/relationships/slide" Target="slide22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198.xml"/><Relationship Id="rId7" Type="http://schemas.openxmlformats.org/officeDocument/2006/relationships/slide" Target="slide193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199.xml"/><Relationship Id="rId7" Type="http://schemas.openxmlformats.org/officeDocument/2006/relationships/slide" Target="slide194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0.xml"/><Relationship Id="rId7" Type="http://schemas.openxmlformats.org/officeDocument/2006/relationships/slide" Target="slide195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1.xml"/><Relationship Id="rId7" Type="http://schemas.openxmlformats.org/officeDocument/2006/relationships/slide" Target="slide196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3.xml"/><Relationship Id="rId7" Type="http://schemas.openxmlformats.org/officeDocument/2006/relationships/slide" Target="slide198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4.xml"/><Relationship Id="rId7" Type="http://schemas.openxmlformats.org/officeDocument/2006/relationships/slide" Target="slide199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5.xml"/><Relationship Id="rId7" Type="http://schemas.openxmlformats.org/officeDocument/2006/relationships/slide" Target="slide200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6.xml"/><Relationship Id="rId7" Type="http://schemas.openxmlformats.org/officeDocument/2006/relationships/slide" Target="slide201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7.xml"/><Relationship Id="rId7" Type="http://schemas.openxmlformats.org/officeDocument/2006/relationships/slide" Target="slide202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09.xml"/><Relationship Id="rId7" Type="http://schemas.openxmlformats.org/officeDocument/2006/relationships/slide" Target="slide204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0.xml"/><Relationship Id="rId7" Type="http://schemas.openxmlformats.org/officeDocument/2006/relationships/slide" Target="slide205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1.xml"/><Relationship Id="rId7" Type="http://schemas.openxmlformats.org/officeDocument/2006/relationships/slide" Target="slide206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2.xml"/><Relationship Id="rId7" Type="http://schemas.openxmlformats.org/officeDocument/2006/relationships/slide" Target="slide207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3.xml"/><Relationship Id="rId7" Type="http://schemas.openxmlformats.org/officeDocument/2006/relationships/slide" Target="slide208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5.xml"/><Relationship Id="rId7" Type="http://schemas.openxmlformats.org/officeDocument/2006/relationships/slide" Target="slide210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6.xml"/><Relationship Id="rId7" Type="http://schemas.openxmlformats.org/officeDocument/2006/relationships/slide" Target="slide211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7.xml"/><Relationship Id="rId7" Type="http://schemas.openxmlformats.org/officeDocument/2006/relationships/slide" Target="slide212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8.xml"/><Relationship Id="rId7" Type="http://schemas.openxmlformats.org/officeDocument/2006/relationships/slide" Target="slide213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19.xml"/><Relationship Id="rId7" Type="http://schemas.openxmlformats.org/officeDocument/2006/relationships/slide" Target="slide214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1.xml"/><Relationship Id="rId7" Type="http://schemas.openxmlformats.org/officeDocument/2006/relationships/slide" Target="slide216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2.xml"/><Relationship Id="rId7" Type="http://schemas.openxmlformats.org/officeDocument/2006/relationships/slide" Target="slide217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3.xml"/><Relationship Id="rId7" Type="http://schemas.openxmlformats.org/officeDocument/2006/relationships/slide" Target="slide218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4.xml"/><Relationship Id="rId7" Type="http://schemas.openxmlformats.org/officeDocument/2006/relationships/slide" Target="slide219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5.xml"/><Relationship Id="rId7" Type="http://schemas.openxmlformats.org/officeDocument/2006/relationships/slide" Target="slide220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226.xml"/><Relationship Id="rId7" Type="http://schemas.openxmlformats.org/officeDocument/2006/relationships/audio" Target="../media/snd_cheer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27.xml"/><Relationship Id="rId6" Type="http://schemas.openxmlformats.org/officeDocument/2006/relationships/slide" Target="slide232.xml"/><Relationship Id="rId7" Type="http://schemas.openxmlformats.org/officeDocument/2006/relationships/slide" Target="slide23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3.xml"/><Relationship Id="rId6" Type="http://schemas.openxmlformats.org/officeDocument/2006/relationships/slide" Target="slide228.xml"/><Relationship Id="rId7" Type="http://schemas.openxmlformats.org/officeDocument/2006/relationships/slide" Target="slide237.xml"/><Relationship Id="rId8" Type="http://schemas.openxmlformats.org/officeDocument/2006/relationships/audio" Target="../media/snd_ding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4.xml"/><Relationship Id="rId6" Type="http://schemas.openxmlformats.org/officeDocument/2006/relationships/slide" Target="slide229.xml"/><Relationship Id="rId7" Type="http://schemas.openxmlformats.org/officeDocument/2006/relationships/slide" Target="slide237.xml"/><Relationship Id="rId8" Type="http://schemas.openxmlformats.org/officeDocument/2006/relationships/audio" Target="../media/snd_ding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0.xml"/><Relationship Id="rId6" Type="http://schemas.openxmlformats.org/officeDocument/2006/relationships/slide" Target="slide235.xml"/><Relationship Id="rId7" Type="http://schemas.openxmlformats.org/officeDocument/2006/relationships/slide" Target="slide237.xml"/><Relationship Id="rId8" Type="http://schemas.openxmlformats.org/officeDocument/2006/relationships/audio" Target="../media/snd_d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1.xml"/><Relationship Id="rId6" Type="http://schemas.openxmlformats.org/officeDocument/2006/relationships/slide" Target="slide236.xml"/><Relationship Id="rId7" Type="http://schemas.openxmlformats.org/officeDocument/2006/relationships/slide" Target="slide237.xml"/><Relationship Id="rId8" Type="http://schemas.openxmlformats.org/officeDocument/2006/relationships/audio" Target="../media/snd_d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37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27.xml"/><Relationship Id="rId6" Type="http://schemas.openxmlformats.org/officeDocument/2006/relationships/slide" Target="slide232.xml"/><Relationship Id="rId7" Type="http://schemas.openxmlformats.org/officeDocument/2006/relationships/slide" Target="slide237.xml"/><Relationship Id="rId8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3.xml"/><Relationship Id="rId6" Type="http://schemas.openxmlformats.org/officeDocument/2006/relationships/slide" Target="slide228.xml"/><Relationship Id="rId7" Type="http://schemas.openxmlformats.org/officeDocument/2006/relationships/slide" Target="slide237.xml"/><Relationship Id="rId8" Type="http://schemas.openxmlformats.org/officeDocument/2006/relationships/audio" Target="../media/snd_boing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4.xml"/><Relationship Id="rId6" Type="http://schemas.openxmlformats.org/officeDocument/2006/relationships/slide" Target="slide229.xml"/><Relationship Id="rId7" Type="http://schemas.openxmlformats.org/officeDocument/2006/relationships/slide" Target="slide237.xml"/><Relationship Id="rId8" Type="http://schemas.openxmlformats.org/officeDocument/2006/relationships/audio" Target="../media/snd_bo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0.xml"/><Relationship Id="rId6" Type="http://schemas.openxmlformats.org/officeDocument/2006/relationships/slide" Target="slide235.xml"/><Relationship Id="rId7" Type="http://schemas.openxmlformats.org/officeDocument/2006/relationships/slide" Target="slide237.xml"/><Relationship Id="rId8" Type="http://schemas.openxmlformats.org/officeDocument/2006/relationships/audio" Target="../media/snd_bo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31.xml"/><Relationship Id="rId6" Type="http://schemas.openxmlformats.org/officeDocument/2006/relationships/slide" Target="slide236.xml"/><Relationship Id="rId7" Type="http://schemas.openxmlformats.org/officeDocument/2006/relationships/slide" Target="slide237.xml"/><Relationship Id="rId8" Type="http://schemas.openxmlformats.org/officeDocument/2006/relationships/audio" Target="../media/snd_bo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slide" Target="slide243.xml"/><Relationship Id="rId5" Type="http://schemas.openxmlformats.org/officeDocument/2006/relationships/slide" Target="slide238.xml"/><Relationship Id="rId6" Type="http://schemas.openxmlformats.org/officeDocument/2006/relationships/slide" Target="slide248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slide" Target="slide244.xml"/><Relationship Id="rId6" Type="http://schemas.openxmlformats.org/officeDocument/2006/relationships/slide" Target="slide239.xml"/><Relationship Id="rId7" Type="http://schemas.openxmlformats.org/officeDocument/2006/relationships/slide" Target="slide248.xml"/><Relationship Id="rId8" Type="http://schemas.openxmlformats.org/officeDocument/2006/relationships/audio" Target="../media/snd_whoosh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slide" Target="slide240.xml"/><Relationship Id="rId7" Type="http://schemas.openxmlformats.org/officeDocument/2006/relationships/slide" Target="slide245.xml"/><Relationship Id="rId8" Type="http://schemas.openxmlformats.org/officeDocument/2006/relationships/slide" Target="slide248.xml"/><Relationship Id="rId9" Type="http://schemas.openxmlformats.org/officeDocument/2006/relationships/audio" Target="../media/snd_whoosh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241.xml"/><Relationship Id="rId8" Type="http://schemas.openxmlformats.org/officeDocument/2006/relationships/slide" Target="slide246.xml"/><Relationship Id="rId9" Type="http://schemas.openxmlformats.org/officeDocument/2006/relationships/slide" Target="slide248.xml"/><Relationship Id="rId10" Type="http://schemas.openxmlformats.org/officeDocument/2006/relationships/audio" Target="../media/snd_whoosh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247.xml"/><Relationship Id="rId8" Type="http://schemas.openxmlformats.org/officeDocument/2006/relationships/slide" Target="slide242.xml"/><Relationship Id="rId9" Type="http://schemas.openxmlformats.org/officeDocument/2006/relationships/slide" Target="slide248.xml"/><Relationship Id="rId10" Type="http://schemas.openxmlformats.org/officeDocument/2006/relationships/audio" Target="../media/snd_whoosh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" Target="slide248.xml"/><Relationship Id="rId7" Type="http://schemas.openxmlformats.org/officeDocument/2006/relationships/audio" Target="../media/snd_tada.wav"/><Relationship Id="rId8" Type="http://schemas.openxmlformats.org/officeDocument/2006/relationships/image" Target="../media/image57.png"/><Relationship Id="rId9" Type="http://schemas.openxmlformats.org/officeDocument/2006/relationships/audio" Target="../media/snd_pop.wav"/><Relationship Id="rId10" Type="http://schemas.openxmlformats.org/officeDocument/2006/relationships/audio" Target="../media/snd_cheer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slide" Target="slide243.xml"/><Relationship Id="rId5" Type="http://schemas.openxmlformats.org/officeDocument/2006/relationships/slide" Target="slide238.xml"/><Relationship Id="rId6" Type="http://schemas.openxmlformats.org/officeDocument/2006/relationships/slide" Target="slide248.xml"/><Relationship Id="rId7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slide" Target="slide244.xml"/><Relationship Id="rId6" Type="http://schemas.openxmlformats.org/officeDocument/2006/relationships/slide" Target="slide239.xml"/><Relationship Id="rId7" Type="http://schemas.openxmlformats.org/officeDocument/2006/relationships/slide" Target="slide248.xml"/><Relationship Id="rId8" Type="http://schemas.openxmlformats.org/officeDocument/2006/relationships/audio" Target="../media/snd_boing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slide" Target="slide240.xml"/><Relationship Id="rId7" Type="http://schemas.openxmlformats.org/officeDocument/2006/relationships/slide" Target="slide245.xml"/><Relationship Id="rId8" Type="http://schemas.openxmlformats.org/officeDocument/2006/relationships/slide" Target="slide248.xml"/><Relationship Id="rId9" Type="http://schemas.openxmlformats.org/officeDocument/2006/relationships/audio" Target="../media/snd_boing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241.xml"/><Relationship Id="rId8" Type="http://schemas.openxmlformats.org/officeDocument/2006/relationships/slide" Target="slide246.xml"/><Relationship Id="rId9" Type="http://schemas.openxmlformats.org/officeDocument/2006/relationships/slide" Target="slide248.xml"/><Relationship Id="rId10" Type="http://schemas.openxmlformats.org/officeDocument/2006/relationships/audio" Target="../media/snd_boing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slide" Target="slide247.xml"/><Relationship Id="rId8" Type="http://schemas.openxmlformats.org/officeDocument/2006/relationships/slide" Target="slide242.xml"/><Relationship Id="rId9" Type="http://schemas.openxmlformats.org/officeDocument/2006/relationships/slide" Target="slide248.xml"/><Relationship Id="rId10" Type="http://schemas.openxmlformats.org/officeDocument/2006/relationships/audio" Target="../media/snd_boing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254.xml"/><Relationship Id="rId6" Type="http://schemas.openxmlformats.org/officeDocument/2006/relationships/slide" Target="slide249.xml"/><Relationship Id="rId7" Type="http://schemas.openxmlformats.org/officeDocument/2006/relationships/slide" Target="slide259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255.xml"/><Relationship Id="rId6" Type="http://schemas.openxmlformats.org/officeDocument/2006/relationships/slide" Target="slide250.xml"/><Relationship Id="rId7" Type="http://schemas.openxmlformats.org/officeDocument/2006/relationships/slide" Target="slide259.xml"/><Relationship Id="rId8" Type="http://schemas.openxmlformats.org/officeDocument/2006/relationships/audio" Target="../media/snd_kic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251.xml"/><Relationship Id="rId6" Type="http://schemas.openxmlformats.org/officeDocument/2006/relationships/slide" Target="slide256.xml"/><Relationship Id="rId7" Type="http://schemas.openxmlformats.org/officeDocument/2006/relationships/slide" Target="slide259.xml"/><Relationship Id="rId8" Type="http://schemas.openxmlformats.org/officeDocument/2006/relationships/audio" Target="../media/snd_kic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257.xml"/><Relationship Id="rId6" Type="http://schemas.openxmlformats.org/officeDocument/2006/relationships/slide" Target="slide252.xml"/><Relationship Id="rId7" Type="http://schemas.openxmlformats.org/officeDocument/2006/relationships/slide" Target="slide259.xml"/><Relationship Id="rId8" Type="http://schemas.openxmlformats.org/officeDocument/2006/relationships/audio" Target="../media/snd_kick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slide" Target="slide258.xml"/><Relationship Id="rId6" Type="http://schemas.openxmlformats.org/officeDocument/2006/relationships/slide" Target="slide253.xml"/><Relationship Id="rId7" Type="http://schemas.openxmlformats.org/officeDocument/2006/relationships/slide" Target="slide259.xml"/><Relationship Id="rId8" Type="http://schemas.openxmlformats.org/officeDocument/2006/relationships/audio" Target="../media/snd_kic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259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254.xml"/><Relationship Id="rId6" Type="http://schemas.openxmlformats.org/officeDocument/2006/relationships/slide" Target="slide249.xml"/><Relationship Id="rId7" Type="http://schemas.openxmlformats.org/officeDocument/2006/relationships/slide" Target="slide259.xml"/><Relationship Id="rId8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255.xml"/><Relationship Id="rId6" Type="http://schemas.openxmlformats.org/officeDocument/2006/relationships/slide" Target="slide250.xml"/><Relationship Id="rId7" Type="http://schemas.openxmlformats.org/officeDocument/2006/relationships/slide" Target="slide259.xml"/><Relationship Id="rId8" Type="http://schemas.openxmlformats.org/officeDocument/2006/relationships/audio" Target="../media/snd_boing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251.xml"/><Relationship Id="rId6" Type="http://schemas.openxmlformats.org/officeDocument/2006/relationships/slide" Target="slide256.xml"/><Relationship Id="rId7" Type="http://schemas.openxmlformats.org/officeDocument/2006/relationships/slide" Target="slide259.xml"/><Relationship Id="rId8" Type="http://schemas.openxmlformats.org/officeDocument/2006/relationships/audio" Target="../media/snd_bo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257.xml"/><Relationship Id="rId6" Type="http://schemas.openxmlformats.org/officeDocument/2006/relationships/slide" Target="slide252.xml"/><Relationship Id="rId7" Type="http://schemas.openxmlformats.org/officeDocument/2006/relationships/slide" Target="slide259.xml"/><Relationship Id="rId8" Type="http://schemas.openxmlformats.org/officeDocument/2006/relationships/audio" Target="../media/snd_bo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slide" Target="slide258.xml"/><Relationship Id="rId6" Type="http://schemas.openxmlformats.org/officeDocument/2006/relationships/slide" Target="slide253.xml"/><Relationship Id="rId7" Type="http://schemas.openxmlformats.org/officeDocument/2006/relationships/slide" Target="slide259.xml"/><Relationship Id="rId8" Type="http://schemas.openxmlformats.org/officeDocument/2006/relationships/audio" Target="../media/snd_bo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5.xml"/><Relationship Id="rId5" Type="http://schemas.openxmlformats.org/officeDocument/2006/relationships/slide" Target="slide260.xml"/><Relationship Id="rId6" Type="http://schemas.openxmlformats.org/officeDocument/2006/relationships/slide" Target="slide270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6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whoosh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7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whoosh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8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whoosh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9.xml"/><Relationship Id="rId5" Type="http://schemas.openxmlformats.org/officeDocument/2006/relationships/slide" Target="slide264.xml"/><Relationship Id="rId6" Type="http://schemas.openxmlformats.org/officeDocument/2006/relationships/slide" Target="slide270.xml"/><Relationship Id="rId7" Type="http://schemas.openxmlformats.org/officeDocument/2006/relationships/audio" Target="../media/snd_whoosh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70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5.xml"/><Relationship Id="rId5" Type="http://schemas.openxmlformats.org/officeDocument/2006/relationships/slide" Target="slide260.xml"/><Relationship Id="rId6" Type="http://schemas.openxmlformats.org/officeDocument/2006/relationships/slide" Target="slide270.xml"/><Relationship Id="rId7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6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bo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7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8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bo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8.png"/><Relationship Id="rId4" Type="http://schemas.openxmlformats.org/officeDocument/2006/relationships/slide" Target="slide269.xml"/><Relationship Id="rId5" Type="http://schemas.openxmlformats.org/officeDocument/2006/relationships/slide" Target="slide264.xml"/><Relationship Id="rId6" Type="http://schemas.openxmlformats.org/officeDocument/2006/relationships/slide" Target="slide270.xml"/><Relationship Id="rId7" Type="http://schemas.openxmlformats.org/officeDocument/2006/relationships/audio" Target="../media/snd_bo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6.xml"/><Relationship Id="rId6" Type="http://schemas.openxmlformats.org/officeDocument/2006/relationships/slide" Target="slide271.xml"/><Relationship Id="rId7" Type="http://schemas.openxmlformats.org/officeDocument/2006/relationships/slide" Target="slide28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2.xml"/><Relationship Id="rId6" Type="http://schemas.openxmlformats.org/officeDocument/2006/relationships/slide" Target="slide277.xml"/><Relationship Id="rId7" Type="http://schemas.openxmlformats.org/officeDocument/2006/relationships/slide" Target="slide281.xml"/><Relationship Id="rId8" Type="http://schemas.openxmlformats.org/officeDocument/2006/relationships/audio" Target="../media/snd_d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8.xml"/><Relationship Id="rId6" Type="http://schemas.openxmlformats.org/officeDocument/2006/relationships/slide" Target="slide273.xml"/><Relationship Id="rId7" Type="http://schemas.openxmlformats.org/officeDocument/2006/relationships/slide" Target="slide281.xml"/><Relationship Id="rId8" Type="http://schemas.openxmlformats.org/officeDocument/2006/relationships/audio" Target="../media/snd_d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9.xml"/><Relationship Id="rId6" Type="http://schemas.openxmlformats.org/officeDocument/2006/relationships/slide" Target="slide274.xml"/><Relationship Id="rId7" Type="http://schemas.openxmlformats.org/officeDocument/2006/relationships/slide" Target="slide281.xml"/><Relationship Id="rId8" Type="http://schemas.openxmlformats.org/officeDocument/2006/relationships/audio" Target="../media/snd_d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5.xml"/><Relationship Id="rId6" Type="http://schemas.openxmlformats.org/officeDocument/2006/relationships/slide" Target="slide280.xml"/><Relationship Id="rId7" Type="http://schemas.openxmlformats.org/officeDocument/2006/relationships/slide" Target="slide281.xml"/><Relationship Id="rId8" Type="http://schemas.openxmlformats.org/officeDocument/2006/relationships/audio" Target="../media/snd_d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81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6.xml"/><Relationship Id="rId6" Type="http://schemas.openxmlformats.org/officeDocument/2006/relationships/slide" Target="slide271.xml"/><Relationship Id="rId7" Type="http://schemas.openxmlformats.org/officeDocument/2006/relationships/slide" Target="slide281.xml"/><Relationship Id="rId8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2.xml"/><Relationship Id="rId6" Type="http://schemas.openxmlformats.org/officeDocument/2006/relationships/slide" Target="slide277.xml"/><Relationship Id="rId7" Type="http://schemas.openxmlformats.org/officeDocument/2006/relationships/slide" Target="slide281.xml"/><Relationship Id="rId8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8.xml"/><Relationship Id="rId6" Type="http://schemas.openxmlformats.org/officeDocument/2006/relationships/slide" Target="slide273.xml"/><Relationship Id="rId7" Type="http://schemas.openxmlformats.org/officeDocument/2006/relationships/slide" Target="slide281.xml"/><Relationship Id="rId8" Type="http://schemas.openxmlformats.org/officeDocument/2006/relationships/audio" Target="../media/snd_boing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9.xml"/><Relationship Id="rId6" Type="http://schemas.openxmlformats.org/officeDocument/2006/relationships/slide" Target="slide274.xml"/><Relationship Id="rId7" Type="http://schemas.openxmlformats.org/officeDocument/2006/relationships/slide" Target="slide281.xml"/><Relationship Id="rId8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275.xml"/><Relationship Id="rId6" Type="http://schemas.openxmlformats.org/officeDocument/2006/relationships/slide" Target="slide280.xml"/><Relationship Id="rId7" Type="http://schemas.openxmlformats.org/officeDocument/2006/relationships/slide" Target="slide281.xml"/><Relationship Id="rId8" Type="http://schemas.openxmlformats.org/officeDocument/2006/relationships/audio" Target="../media/snd_boing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9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8.xml"/><Relationship Id="rId5" Type="http://schemas.openxmlformats.org/officeDocument/2006/relationships/slide" Target="slide283.xml"/><Relationship Id="rId6" Type="http://schemas.openxmlformats.org/officeDocument/2006/relationships/slide" Target="slide292.xml"/><Relationship Id="rId7" Type="http://schemas.openxmlformats.org/officeDocument/2006/relationships/audio" Target="../media/snd_thun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9.xml"/><Relationship Id="rId5" Type="http://schemas.openxmlformats.org/officeDocument/2006/relationships/slide" Target="slide284.xml"/><Relationship Id="rId6" Type="http://schemas.openxmlformats.org/officeDocument/2006/relationships/slide" Target="slide292.xml"/><Relationship Id="rId7" Type="http://schemas.openxmlformats.org/officeDocument/2006/relationships/audio" Target="../media/snd_thun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90.xml"/><Relationship Id="rId5" Type="http://schemas.openxmlformats.org/officeDocument/2006/relationships/slide" Target="slide285.xml"/><Relationship Id="rId6" Type="http://schemas.openxmlformats.org/officeDocument/2006/relationships/slide" Target="slide292.xml"/><Relationship Id="rId7" Type="http://schemas.openxmlformats.org/officeDocument/2006/relationships/audio" Target="../media/snd_thun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91.xml"/><Relationship Id="rId5" Type="http://schemas.openxmlformats.org/officeDocument/2006/relationships/slide" Target="slide286.xml"/><Relationship Id="rId6" Type="http://schemas.openxmlformats.org/officeDocument/2006/relationships/slide" Target="slide292.xml"/><Relationship Id="rId7" Type="http://schemas.openxmlformats.org/officeDocument/2006/relationships/audio" Target="../media/snd_thu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slide" Target="slide292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92.xml"/><Relationship Id="rId7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8.xml"/><Relationship Id="rId5" Type="http://schemas.openxmlformats.org/officeDocument/2006/relationships/slide" Target="slide283.xml"/><Relationship Id="rId6" Type="http://schemas.openxmlformats.org/officeDocument/2006/relationships/slide" Target="slide292.xml"/><Relationship Id="rId7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89.xml"/><Relationship Id="rId5" Type="http://schemas.openxmlformats.org/officeDocument/2006/relationships/slide" Target="slide284.xml"/><Relationship Id="rId6" Type="http://schemas.openxmlformats.org/officeDocument/2006/relationships/slide" Target="slide292.xml"/><Relationship Id="rId7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90.xml"/><Relationship Id="rId5" Type="http://schemas.openxmlformats.org/officeDocument/2006/relationships/slide" Target="slide285.xml"/><Relationship Id="rId6" Type="http://schemas.openxmlformats.org/officeDocument/2006/relationships/slide" Target="slide292.xml"/><Relationship Id="rId7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91.xml"/><Relationship Id="rId5" Type="http://schemas.openxmlformats.org/officeDocument/2006/relationships/slide" Target="slide286.xml"/><Relationship Id="rId6" Type="http://schemas.openxmlformats.org/officeDocument/2006/relationships/slide" Target="slide292.xml"/><Relationship Id="rId7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6.png"/><Relationship Id="rId4" Type="http://schemas.openxmlformats.org/officeDocument/2006/relationships/slide" Target="slide299.xml"/><Relationship Id="rId5" Type="http://schemas.openxmlformats.org/officeDocument/2006/relationships/slide" Target="slide294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7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9.png"/><Relationship Id="rId4" Type="http://schemas.openxmlformats.org/officeDocument/2006/relationships/slide" Target="slide302.xml"/><Relationship Id="rId5" Type="http://schemas.openxmlformats.org/officeDocument/2006/relationships/slide" Target="slide297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Relationship Id="rId4" Type="http://schemas.openxmlformats.org/officeDocument/2006/relationships/slide" Target="slide303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Relationship Id="rId7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6.png"/><Relationship Id="rId4" Type="http://schemas.openxmlformats.org/officeDocument/2006/relationships/slide" Target="slide299.xml"/><Relationship Id="rId5" Type="http://schemas.openxmlformats.org/officeDocument/2006/relationships/slide" Target="slide294.xml"/><Relationship Id="rId6" Type="http://schemas.openxmlformats.org/officeDocument/2006/relationships/slide" Target="slide303.xml"/><Relationship Id="rId7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7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8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oing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9.png"/><Relationship Id="rId4" Type="http://schemas.openxmlformats.org/officeDocument/2006/relationships/slide" Target="slide302.xml"/><Relationship Id="rId5" Type="http://schemas.openxmlformats.org/officeDocument/2006/relationships/slide" Target="slide297.xml"/><Relationship Id="rId6" Type="http://schemas.openxmlformats.org/officeDocument/2006/relationships/slide" Target="slide303.xml"/><Relationship Id="rId7" Type="http://schemas.openxmlformats.org/officeDocument/2006/relationships/audio" Target="../media/snd_boing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04.xml"/><Relationship Id="rId8" Type="http://schemas.openxmlformats.org/officeDocument/2006/relationships/slide" Target="slide309.xml"/><Relationship Id="rId9" Type="http://schemas.openxmlformats.org/officeDocument/2006/relationships/slide" Target="slide31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310.xml"/><Relationship Id="rId7" Type="http://schemas.openxmlformats.org/officeDocument/2006/relationships/slide" Target="slide305.xml"/><Relationship Id="rId8" Type="http://schemas.openxmlformats.org/officeDocument/2006/relationships/slide" Target="slide314.xml"/><Relationship Id="rId9" Type="http://schemas.openxmlformats.org/officeDocument/2006/relationships/audio" Target="../media/snd_sparkle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311.xml"/><Relationship Id="rId7" Type="http://schemas.openxmlformats.org/officeDocument/2006/relationships/slide" Target="slide306.xml"/><Relationship Id="rId8" Type="http://schemas.openxmlformats.org/officeDocument/2006/relationships/slide" Target="slide314.xml"/><Relationship Id="rId9" Type="http://schemas.openxmlformats.org/officeDocument/2006/relationships/audio" Target="../media/snd_sparkle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12.xml"/><Relationship Id="rId8" Type="http://schemas.openxmlformats.org/officeDocument/2006/relationships/slide" Target="slide307.xml"/><Relationship Id="rId9" Type="http://schemas.openxmlformats.org/officeDocument/2006/relationships/slide" Target="slide314.xml"/><Relationship Id="rId10" Type="http://schemas.openxmlformats.org/officeDocument/2006/relationships/audio" Target="../media/snd_sparkle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13.xml"/><Relationship Id="rId8" Type="http://schemas.openxmlformats.org/officeDocument/2006/relationships/slide" Target="slide308.xml"/><Relationship Id="rId9" Type="http://schemas.openxmlformats.org/officeDocument/2006/relationships/slide" Target="slide314.xml"/><Relationship Id="rId10" Type="http://schemas.openxmlformats.org/officeDocument/2006/relationships/audio" Target="../media/snd_sparkle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14.xml"/><Relationship Id="rId8" Type="http://schemas.openxmlformats.org/officeDocument/2006/relationships/audio" Target="../media/snd_tada.wav"/><Relationship Id="rId9" Type="http://schemas.openxmlformats.org/officeDocument/2006/relationships/image" Target="../media/image57.png"/><Relationship Id="rId10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04.xml"/><Relationship Id="rId8" Type="http://schemas.openxmlformats.org/officeDocument/2006/relationships/slide" Target="slide309.xml"/><Relationship Id="rId9" Type="http://schemas.openxmlformats.org/officeDocument/2006/relationships/slide" Target="slide314.xml"/><Relationship Id="rId10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310.xml"/><Relationship Id="rId7" Type="http://schemas.openxmlformats.org/officeDocument/2006/relationships/slide" Target="slide305.xml"/><Relationship Id="rId8" Type="http://schemas.openxmlformats.org/officeDocument/2006/relationships/slide" Target="slide314.xml"/><Relationship Id="rId9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slide" Target="slide311.xml"/><Relationship Id="rId7" Type="http://schemas.openxmlformats.org/officeDocument/2006/relationships/slide" Target="slide306.xml"/><Relationship Id="rId8" Type="http://schemas.openxmlformats.org/officeDocument/2006/relationships/slide" Target="slide314.xml"/><Relationship Id="rId9" Type="http://schemas.openxmlformats.org/officeDocument/2006/relationships/audio" Target="../media/snd_bo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12.xml"/><Relationship Id="rId8" Type="http://schemas.openxmlformats.org/officeDocument/2006/relationships/slide" Target="slide307.xml"/><Relationship Id="rId9" Type="http://schemas.openxmlformats.org/officeDocument/2006/relationships/slide" Target="slide314.xml"/><Relationship Id="rId10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" Target="slide313.xml"/><Relationship Id="rId8" Type="http://schemas.openxmlformats.org/officeDocument/2006/relationships/slide" Target="slide308.xml"/><Relationship Id="rId9" Type="http://schemas.openxmlformats.org/officeDocument/2006/relationships/slide" Target="slide314.xml"/><Relationship Id="rId10" Type="http://schemas.openxmlformats.org/officeDocument/2006/relationships/audio" Target="../media/snd_boing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5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21.xml"/><Relationship Id="rId6" Type="http://schemas.openxmlformats.org/officeDocument/2006/relationships/slide" Target="slide316.xml"/><Relationship Id="rId7" Type="http://schemas.openxmlformats.org/officeDocument/2006/relationships/slide" Target="slide325.xml"/><Relationship Id="rId8" Type="http://schemas.openxmlformats.org/officeDocument/2006/relationships/audio" Target="../media/snd_ding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7.xml"/><Relationship Id="rId6" Type="http://schemas.openxmlformats.org/officeDocument/2006/relationships/slide" Target="slide322.xml"/><Relationship Id="rId7" Type="http://schemas.openxmlformats.org/officeDocument/2006/relationships/slide" Target="slide325.xml"/><Relationship Id="rId8" Type="http://schemas.openxmlformats.org/officeDocument/2006/relationships/audio" Target="../media/snd_d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8.xml"/><Relationship Id="rId6" Type="http://schemas.openxmlformats.org/officeDocument/2006/relationships/slide" Target="slide323.xml"/><Relationship Id="rId7" Type="http://schemas.openxmlformats.org/officeDocument/2006/relationships/slide" Target="slide325.xml"/><Relationship Id="rId8" Type="http://schemas.openxmlformats.org/officeDocument/2006/relationships/audio" Target="../media/snd_d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24.xml"/><Relationship Id="rId6" Type="http://schemas.openxmlformats.org/officeDocument/2006/relationships/slide" Target="slide319.xml"/><Relationship Id="rId7" Type="http://schemas.openxmlformats.org/officeDocument/2006/relationships/slide" Target="slide325.xml"/><Relationship Id="rId8" Type="http://schemas.openxmlformats.org/officeDocument/2006/relationships/audio" Target="../media/snd_d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5.xml"/><Relationship Id="rId4" Type="http://schemas.openxmlformats.org/officeDocument/2006/relationships/audio" Target="../media/snd_tada.wav"/><Relationship Id="rId5" Type="http://schemas.openxmlformats.org/officeDocument/2006/relationships/image" Target="../media/image57.png"/><Relationship Id="rId6" Type="http://schemas.openxmlformats.org/officeDocument/2006/relationships/audio" Target="../media/snd_cheer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5.xml"/><Relationship Id="rId8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21.xml"/><Relationship Id="rId6" Type="http://schemas.openxmlformats.org/officeDocument/2006/relationships/slide" Target="slide316.xml"/><Relationship Id="rId7" Type="http://schemas.openxmlformats.org/officeDocument/2006/relationships/slide" Target="slide325.xml"/><Relationship Id="rId8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7.xml"/><Relationship Id="rId6" Type="http://schemas.openxmlformats.org/officeDocument/2006/relationships/slide" Target="slide322.xml"/><Relationship Id="rId7" Type="http://schemas.openxmlformats.org/officeDocument/2006/relationships/slide" Target="slide325.xml"/><Relationship Id="rId8" Type="http://schemas.openxmlformats.org/officeDocument/2006/relationships/audio" Target="../media/snd_boing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18.xml"/><Relationship Id="rId6" Type="http://schemas.openxmlformats.org/officeDocument/2006/relationships/slide" Target="slide323.xml"/><Relationship Id="rId7" Type="http://schemas.openxmlformats.org/officeDocument/2006/relationships/slide" Target="slide325.xml"/><Relationship Id="rId8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slide" Target="slide324.xml"/><Relationship Id="rId6" Type="http://schemas.openxmlformats.org/officeDocument/2006/relationships/slide" Target="slide319.xml"/><Relationship Id="rId7" Type="http://schemas.openxmlformats.org/officeDocument/2006/relationships/slide" Target="slide325.xml"/><Relationship Id="rId8" Type="http://schemas.openxmlformats.org/officeDocument/2006/relationships/audio" Target="../media/snd_bo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1.xml"/><Relationship Id="rId7" Type="http://schemas.openxmlformats.org/officeDocument/2006/relationships/slide" Target="slide326.xml"/><Relationship Id="rId8" Type="http://schemas.openxmlformats.org/officeDocument/2006/relationships/slide" Target="slide336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27.xml"/><Relationship Id="rId7" Type="http://schemas.openxmlformats.org/officeDocument/2006/relationships/slide" Target="slide332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3.xml"/><Relationship Id="rId7" Type="http://schemas.openxmlformats.org/officeDocument/2006/relationships/slide" Target="slide328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4.xml"/><Relationship Id="rId7" Type="http://schemas.openxmlformats.org/officeDocument/2006/relationships/slide" Target="slide329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0.xml"/><Relationship Id="rId7" Type="http://schemas.openxmlformats.org/officeDocument/2006/relationships/slide" Target="slide335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6.xml"/><Relationship Id="rId7" Type="http://schemas.openxmlformats.org/officeDocument/2006/relationships/audio" Target="../media/snd_tada.wav"/><Relationship Id="rId8" Type="http://schemas.openxmlformats.org/officeDocument/2006/relationships/image" Target="../media/image57.png"/><Relationship Id="rId9" Type="http://schemas.openxmlformats.org/officeDocument/2006/relationships/audio" Target="../media/snd_cheer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1.xml"/><Relationship Id="rId7" Type="http://schemas.openxmlformats.org/officeDocument/2006/relationships/slide" Target="slide326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27.xml"/><Relationship Id="rId7" Type="http://schemas.openxmlformats.org/officeDocument/2006/relationships/slide" Target="slide332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3.xml"/><Relationship Id="rId7" Type="http://schemas.openxmlformats.org/officeDocument/2006/relationships/slide" Target="slide328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4.xml"/><Relationship Id="rId7" Type="http://schemas.openxmlformats.org/officeDocument/2006/relationships/slide" Target="slide329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slide" Target="slide330.xml"/><Relationship Id="rId7" Type="http://schemas.openxmlformats.org/officeDocument/2006/relationships/slide" Target="slide335.xml"/><Relationship Id="rId8" Type="http://schemas.openxmlformats.org/officeDocument/2006/relationships/slide" Target="slide336.xml"/><Relationship Id="rId9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2.xml"/><Relationship Id="rId6" Type="http://schemas.openxmlformats.org/officeDocument/2006/relationships/slide" Target="slide337.xml"/><Relationship Id="rId7" Type="http://schemas.openxmlformats.org/officeDocument/2006/relationships/slide" Target="slide34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3.xml"/><Relationship Id="rId6" Type="http://schemas.openxmlformats.org/officeDocument/2006/relationships/slide" Target="slide338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39.xml"/><Relationship Id="rId6" Type="http://schemas.openxmlformats.org/officeDocument/2006/relationships/slide" Target="slide344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0.xml"/><Relationship Id="rId6" Type="http://schemas.openxmlformats.org/officeDocument/2006/relationships/slide" Target="slide345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1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d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7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2.xml"/><Relationship Id="rId6" Type="http://schemas.openxmlformats.org/officeDocument/2006/relationships/slide" Target="slide337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3.xml"/><Relationship Id="rId6" Type="http://schemas.openxmlformats.org/officeDocument/2006/relationships/slide" Target="slide338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39.xml"/><Relationship Id="rId6" Type="http://schemas.openxmlformats.org/officeDocument/2006/relationships/slide" Target="slide344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0.xml"/><Relationship Id="rId6" Type="http://schemas.openxmlformats.org/officeDocument/2006/relationships/slide" Target="slide345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slide" Target="slide341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3.xml"/><Relationship Id="rId6" Type="http://schemas.openxmlformats.org/officeDocument/2006/relationships/slide" Target="slide348.xml"/><Relationship Id="rId7" Type="http://schemas.openxmlformats.org/officeDocument/2006/relationships/slide" Target="slide358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4.xml"/><Relationship Id="rId6" Type="http://schemas.openxmlformats.org/officeDocument/2006/relationships/slide" Target="slide349.xml"/><Relationship Id="rId7" Type="http://schemas.openxmlformats.org/officeDocument/2006/relationships/slide" Target="slide358.xml"/><Relationship Id="rId8" Type="http://schemas.openxmlformats.org/officeDocument/2006/relationships/audio" Target="../media/snd_swish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5.xml"/><Relationship Id="rId6" Type="http://schemas.openxmlformats.org/officeDocument/2006/relationships/slide" Target="slide350.xml"/><Relationship Id="rId7" Type="http://schemas.openxmlformats.org/officeDocument/2006/relationships/slide" Target="slide358.xml"/><Relationship Id="rId8" Type="http://schemas.openxmlformats.org/officeDocument/2006/relationships/audio" Target="../media/snd_swish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1.xml"/><Relationship Id="rId6" Type="http://schemas.openxmlformats.org/officeDocument/2006/relationships/slide" Target="slide356.xml"/><Relationship Id="rId7" Type="http://schemas.openxmlformats.org/officeDocument/2006/relationships/slide" Target="slide358.xml"/><Relationship Id="rId8" Type="http://schemas.openxmlformats.org/officeDocument/2006/relationships/audio" Target="../media/snd_swish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2.xml"/><Relationship Id="rId6" Type="http://schemas.openxmlformats.org/officeDocument/2006/relationships/slide" Target="slide357.xml"/><Relationship Id="rId7" Type="http://schemas.openxmlformats.org/officeDocument/2006/relationships/slide" Target="slide358.xml"/><Relationship Id="rId8" Type="http://schemas.openxmlformats.org/officeDocument/2006/relationships/audio" Target="../media/snd_swish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8.xml"/><Relationship Id="rId6" Type="http://schemas.openxmlformats.org/officeDocument/2006/relationships/audio" Target="../media/snd_tada.wav"/><Relationship Id="rId7" Type="http://schemas.openxmlformats.org/officeDocument/2006/relationships/image" Target="../media/image57.png"/><Relationship Id="rId8" Type="http://schemas.openxmlformats.org/officeDocument/2006/relationships/audio" Target="../media/snd_cheer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3.xml"/><Relationship Id="rId6" Type="http://schemas.openxmlformats.org/officeDocument/2006/relationships/slide" Target="slide348.xml"/><Relationship Id="rId7" Type="http://schemas.openxmlformats.org/officeDocument/2006/relationships/slide" Target="slide358.xml"/><Relationship Id="rId8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4.xml"/><Relationship Id="rId6" Type="http://schemas.openxmlformats.org/officeDocument/2006/relationships/slide" Target="slide349.xml"/><Relationship Id="rId7" Type="http://schemas.openxmlformats.org/officeDocument/2006/relationships/slide" Target="slide358.xml"/><Relationship Id="rId8" Type="http://schemas.openxmlformats.org/officeDocument/2006/relationships/audio" Target="../media/snd_boing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5.xml"/><Relationship Id="rId6" Type="http://schemas.openxmlformats.org/officeDocument/2006/relationships/slide" Target="slide350.xml"/><Relationship Id="rId7" Type="http://schemas.openxmlformats.org/officeDocument/2006/relationships/slide" Target="slide358.xml"/><Relationship Id="rId8" Type="http://schemas.openxmlformats.org/officeDocument/2006/relationships/audio" Target="../media/snd_bo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1.xml"/><Relationship Id="rId6" Type="http://schemas.openxmlformats.org/officeDocument/2006/relationships/slide" Target="slide356.xml"/><Relationship Id="rId7" Type="http://schemas.openxmlformats.org/officeDocument/2006/relationships/slide" Target="slide358.xml"/><Relationship Id="rId8" Type="http://schemas.openxmlformats.org/officeDocument/2006/relationships/audio" Target="../media/snd_bo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slide" Target="slide352.xml"/><Relationship Id="rId6" Type="http://schemas.openxmlformats.org/officeDocument/2006/relationships/slide" Target="slide357.xml"/><Relationship Id="rId7" Type="http://schemas.openxmlformats.org/officeDocument/2006/relationships/slide" Target="slide358.xml"/><Relationship Id="rId8" Type="http://schemas.openxmlformats.org/officeDocument/2006/relationships/audio" Target="../media/snd_bo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364.xml"/><Relationship Id="rId5" Type="http://schemas.openxmlformats.org/officeDocument/2006/relationships/slide" Target="slide359.xml"/><Relationship Id="rId6" Type="http://schemas.openxmlformats.org/officeDocument/2006/relationships/slide" Target="slide369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360.xml"/><Relationship Id="rId5" Type="http://schemas.openxmlformats.org/officeDocument/2006/relationships/slide" Target="slide365.xml"/><Relationship Id="rId6" Type="http://schemas.openxmlformats.org/officeDocument/2006/relationships/slide" Target="slide369.xml"/><Relationship Id="rId7" Type="http://schemas.openxmlformats.org/officeDocument/2006/relationships/audio" Target="../media/snd_sparkle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361.xml"/><Relationship Id="rId5" Type="http://schemas.openxmlformats.org/officeDocument/2006/relationships/slide" Target="slide366.xml"/><Relationship Id="rId6" Type="http://schemas.openxmlformats.org/officeDocument/2006/relationships/slide" Target="slide369.xml"/><Relationship Id="rId7" Type="http://schemas.openxmlformats.org/officeDocument/2006/relationships/audio" Target="../media/snd_sparkle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367.xml"/><Relationship Id="rId5" Type="http://schemas.openxmlformats.org/officeDocument/2006/relationships/slide" Target="slide362.xml"/><Relationship Id="rId6" Type="http://schemas.openxmlformats.org/officeDocument/2006/relationships/slide" Target="slide369.xml"/><Relationship Id="rId7" Type="http://schemas.openxmlformats.org/officeDocument/2006/relationships/audio" Target="../media/snd_sparkle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368.xml"/><Relationship Id="rId5" Type="http://schemas.openxmlformats.org/officeDocument/2006/relationships/slide" Target="slide363.xml"/><Relationship Id="rId6" Type="http://schemas.openxmlformats.org/officeDocument/2006/relationships/slide" Target="slide369.xml"/><Relationship Id="rId7" Type="http://schemas.openxmlformats.org/officeDocument/2006/relationships/audio" Target="../media/snd_sparkle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69.xml"/><Relationship Id="rId5" Type="http://schemas.openxmlformats.org/officeDocument/2006/relationships/audio" Target="../media/snd_tada.wav"/><Relationship Id="rId6" Type="http://schemas.openxmlformats.org/officeDocument/2006/relationships/image" Target="../media/image57.png"/><Relationship Id="rId7" Type="http://schemas.openxmlformats.org/officeDocument/2006/relationships/audio" Target="../media/snd_cheer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slide" Target="slide364.xml"/><Relationship Id="rId5" Type="http://schemas.openxmlformats.org/officeDocument/2006/relationships/slide" Target="slide359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slide" Target="slide360.xml"/><Relationship Id="rId5" Type="http://schemas.openxmlformats.org/officeDocument/2006/relationships/slide" Target="slide365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slide" Target="slide361.xml"/><Relationship Id="rId5" Type="http://schemas.openxmlformats.org/officeDocument/2006/relationships/slide" Target="slide366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367.xml"/><Relationship Id="rId5" Type="http://schemas.openxmlformats.org/officeDocument/2006/relationships/slide" Target="slide362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slide" Target="slide368.xml"/><Relationship Id="rId5" Type="http://schemas.openxmlformats.org/officeDocument/2006/relationships/slide" Target="slide363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80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slide" Target="slide380.xml"/><Relationship Id="rId9" Type="http://schemas.openxmlformats.org/officeDocument/2006/relationships/audio" Target="../media/snd_d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77.xml"/><Relationship Id="rId8" Type="http://schemas.openxmlformats.org/officeDocument/2006/relationships/slide" Target="slide372.xml"/><Relationship Id="rId9" Type="http://schemas.openxmlformats.org/officeDocument/2006/relationships/slide" Target="slide380.xml"/><Relationship Id="rId10" Type="http://schemas.openxmlformats.org/officeDocument/2006/relationships/audio" Target="../media/snd_d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373.xml"/><Relationship Id="rId9" Type="http://schemas.openxmlformats.org/officeDocument/2006/relationships/slide" Target="slide378.xml"/><Relationship Id="rId10" Type="http://schemas.openxmlformats.org/officeDocument/2006/relationships/slide" Target="slide380.xml"/><Relationship Id="rId11" Type="http://schemas.openxmlformats.org/officeDocument/2006/relationships/audio" Target="../media/snd_d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379.xml"/><Relationship Id="rId9" Type="http://schemas.openxmlformats.org/officeDocument/2006/relationships/slide" Target="slide374.xml"/><Relationship Id="rId10" Type="http://schemas.openxmlformats.org/officeDocument/2006/relationships/slide" Target="slide380.xml"/><Relationship Id="rId11" Type="http://schemas.openxmlformats.org/officeDocument/2006/relationships/audio" Target="../media/snd_d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" Target="slide380.xml"/><Relationship Id="rId8" Type="http://schemas.openxmlformats.org/officeDocument/2006/relationships/audio" Target="../media/snd_tada.wav"/><Relationship Id="rId9" Type="http://schemas.openxmlformats.org/officeDocument/2006/relationships/image" Target="../media/image57.png"/><Relationship Id="rId10" Type="http://schemas.openxmlformats.org/officeDocument/2006/relationships/audio" Target="../media/snd_cheer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slide" Target="slide380.xml"/><Relationship Id="rId9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77.xml"/><Relationship Id="rId8" Type="http://schemas.openxmlformats.org/officeDocument/2006/relationships/slide" Target="slide372.xml"/><Relationship Id="rId9" Type="http://schemas.openxmlformats.org/officeDocument/2006/relationships/slide" Target="slide380.xml"/><Relationship Id="rId10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373.xml"/><Relationship Id="rId9" Type="http://schemas.openxmlformats.org/officeDocument/2006/relationships/slide" Target="slide378.xml"/><Relationship Id="rId10" Type="http://schemas.openxmlformats.org/officeDocument/2006/relationships/slide" Target="slide380.xml"/><Relationship Id="rId11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379.xml"/><Relationship Id="rId9" Type="http://schemas.openxmlformats.org/officeDocument/2006/relationships/slide" Target="slide374.xml"/><Relationship Id="rId10" Type="http://schemas.openxmlformats.org/officeDocument/2006/relationships/slide" Target="slide380.xml"/><Relationship Id="rId11" Type="http://schemas.openxmlformats.org/officeDocument/2006/relationships/audio" Target="../media/snd_boing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86.xml"/><Relationship Id="rId7" Type="http://schemas.openxmlformats.org/officeDocument/2006/relationships/slide" Target="slide381.xml"/><Relationship Id="rId8" Type="http://schemas.openxmlformats.org/officeDocument/2006/relationships/slide" Target="slide415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87.xml"/><Relationship Id="rId7" Type="http://schemas.openxmlformats.org/officeDocument/2006/relationships/slide" Target="slide382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88.xml"/><Relationship Id="rId7" Type="http://schemas.openxmlformats.org/officeDocument/2006/relationships/slide" Target="slide383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89.xml"/><Relationship Id="rId7" Type="http://schemas.openxmlformats.org/officeDocument/2006/relationships/slide" Target="slide384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0.xml"/><Relationship Id="rId7" Type="http://schemas.openxmlformats.org/officeDocument/2006/relationships/slide" Target="slide385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2.xml"/><Relationship Id="rId7" Type="http://schemas.openxmlformats.org/officeDocument/2006/relationships/slide" Target="slide387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3.xml"/><Relationship Id="rId7" Type="http://schemas.openxmlformats.org/officeDocument/2006/relationships/slide" Target="slide388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4.xml"/><Relationship Id="rId7" Type="http://schemas.openxmlformats.org/officeDocument/2006/relationships/slide" Target="slide389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5.xml"/><Relationship Id="rId7" Type="http://schemas.openxmlformats.org/officeDocument/2006/relationships/slide" Target="slide390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6.xml"/><Relationship Id="rId7" Type="http://schemas.openxmlformats.org/officeDocument/2006/relationships/slide" Target="slide391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8.xml"/><Relationship Id="rId7" Type="http://schemas.openxmlformats.org/officeDocument/2006/relationships/slide" Target="slide393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399.xml"/><Relationship Id="rId7" Type="http://schemas.openxmlformats.org/officeDocument/2006/relationships/slide" Target="slide394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0.xml"/><Relationship Id="rId7" Type="http://schemas.openxmlformats.org/officeDocument/2006/relationships/slide" Target="slide395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1.xml"/><Relationship Id="rId7" Type="http://schemas.openxmlformats.org/officeDocument/2006/relationships/slide" Target="slide396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2.xml"/><Relationship Id="rId7" Type="http://schemas.openxmlformats.org/officeDocument/2006/relationships/slide" Target="slide397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4.xml"/><Relationship Id="rId7" Type="http://schemas.openxmlformats.org/officeDocument/2006/relationships/slide" Target="slide399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5.xml"/><Relationship Id="rId7" Type="http://schemas.openxmlformats.org/officeDocument/2006/relationships/slide" Target="slide400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6.xml"/><Relationship Id="rId7" Type="http://schemas.openxmlformats.org/officeDocument/2006/relationships/slide" Target="slide401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7.xml"/><Relationship Id="rId7" Type="http://schemas.openxmlformats.org/officeDocument/2006/relationships/slide" Target="slide402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08.xml"/><Relationship Id="rId7" Type="http://schemas.openxmlformats.org/officeDocument/2006/relationships/slide" Target="slide403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0.xml"/><Relationship Id="rId7" Type="http://schemas.openxmlformats.org/officeDocument/2006/relationships/slide" Target="slide405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1.xml"/><Relationship Id="rId7" Type="http://schemas.openxmlformats.org/officeDocument/2006/relationships/slide" Target="slide406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2.xml"/><Relationship Id="rId7" Type="http://schemas.openxmlformats.org/officeDocument/2006/relationships/slide" Target="slide407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3.xml"/><Relationship Id="rId7" Type="http://schemas.openxmlformats.org/officeDocument/2006/relationships/slide" Target="slide408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4.xml"/><Relationship Id="rId7" Type="http://schemas.openxmlformats.org/officeDocument/2006/relationships/slide" Target="slide409.xml"/><Relationship Id="rId8" Type="http://schemas.openxmlformats.org/officeDocument/2006/relationships/slide" Target="slide415.xml"/><Relationship Id="rId9" Type="http://schemas.openxmlformats.org/officeDocument/2006/relationships/audio" Target="../media/snd_pop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slide" Target="slide415.xml"/><Relationship Id="rId7" Type="http://schemas.openxmlformats.org/officeDocument/2006/relationships/audio" Target="../media/snd_cheer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57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Muqattaat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600" b="1" lang="en-US">
                <a:solidFill>
                  <a:srgbClr val="8A6CF0"/>
                </a:solidFill>
                <a:latin typeface="Arial"/>
                <a:cs typeface="Arial"/>
              </a:rPr>
              <a:t>Muqattaat Games</a:t>
            </a:r>
          </a:p>
        </p:txBody>
      </p:sp>
      <p:sp>
        <p:nvSpPr>
          <p:cNvPr id="5" name="Sample" descr="الٓمٓ  كٓهيعٓصٓ  يسٓ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300" b="1" lang="ar-SA">
                <a:solidFill>
                  <a:srgbClr val="2E2640"/>
                </a:solidFill>
                <a:latin typeface="Arial"/>
                <a:cs typeface="Arial"/>
              </a:rPr>
              <a:t>الٓمٓ  كٓهيعٓصٓ  يسٓ</a:t>
            </a:r>
          </a:p>
        </p:txBody>
      </p:sp>
      <p:sp>
        <p:nvSpPr>
          <p:cNvPr id="6" name="Subtitle" descr="Read the letter names: 0, 2 or 6 counts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Read the letter names: 0, 2 or 6 counts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Snowma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Build a Snowman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iec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piece!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095500"/>
            <a:ext cx="1143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 لَآمۡ مِّيمۡ" descr="أَلِفۡ لَآمۡ مِّ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10" name="Answer 2 أَلَمۡ" descr="أَل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افۡ" descr="كَا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2 قَافۡ" descr="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1" name="Answer 3 نُونۡ" descr="نُون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ه" descr="ه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Answer 2 م" descr="م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Answer 3 ي" descr="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0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5" descr="Snowma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Hello, snowman!" descr="Hello, snowma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Hello, snowman!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 لَآمۡ مِّيمۡ" descr="أَلِفۡ لَآمۡ مِّ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10" name="Answer 2 أَلَمۡ" descr="أَل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افۡ" descr="كَا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2 قَافۡ" descr="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1" name="Answer 3 نُونۡ" descr="نُون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ه" descr="ه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Answer 2 م" descr="م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Answer 3 ي" descr="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0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reasure Dig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Treasure Dig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Dig in the right san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Dig in the right sand.</a:t>
            </a:r>
          </a:p>
        </p:txBody>
      </p:sp>
      <p:sp>
        <p:nvSpPr>
          <p:cNvPr id="7" name="Line 3" descr="3.  Find the gems and the treasur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Find the gems and the treasure!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16667"/>
            <a:ext cx="2095500" cy="1862667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صَادۡ" descr="صَاد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صَادۡ</a:t>
            </a:r>
          </a:p>
        </p:txBody>
      </p:sp>
      <p:pic>
        <p:nvPicPr>
          <p:cNvPr id="6" name="Sand 2" descr="San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أَلِفۡ" descr="أَلِفۡ">
            <a:hlinkClick action="ppaction://hlinksldjump" r:id="rId5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8" name="Sand 3" descr="San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9" name="Answer 3 نُونۡ" descr="نُونۡ">
            <a:hlinkClick action="ppaction://hlinksldjump" r:id="rId6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2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7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2" descr="2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6" descr="6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ك" descr="ك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ع" descr="ع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كَهَيۡعَصۡ" descr="كَهَيۡعَص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كَافۡ هَا يَا عَيۡنۡ صَآدۡ" descr="كَافۡ هَا يَا عَيۡنۡ صَآد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كَافۡ هَا يَا عَيۡنۡ صَآدۡ" descr="كَافۡ هَا يَا عَيۡنۡ صَآد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كَهَيۡعَصۡ" descr="كَهَيۡعَص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Gem 5" descr="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635000" cy="565150"/>
          </a:xfrm>
          <a:prstGeom prst="rect">
            <a:avLst/>
          </a:prstGeom>
        </p:spPr>
      </p:pic>
      <p:pic>
        <p:nvPicPr>
          <p:cNvPr id="8" name="Treasure" descr="Treas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048000"/>
            <a:ext cx="2794000" cy="2286000"/>
          </a:xfrm>
          <a:prstGeom prst="rect">
            <a:avLst/>
          </a:prstGeom>
        </p:spPr>
      </p:pic>
      <p:sp>
        <p:nvSpPr>
          <p:cNvPr id="9" name="Treasure!" descr="Treasure!"/>
          <p:cNvSpPr/>
          <p:nvPr/>
        </p:nvSpPr>
        <p:spPr>
          <a:xfrm>
            <a:off x="79375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Treasure!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صَادۡ" descr="صَاد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صَادۡ</a:t>
            </a:r>
          </a:p>
        </p:txBody>
      </p:sp>
      <p:pic>
        <p:nvPicPr>
          <p:cNvPr id="6" name="Sand 2" descr="San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أَلِفۡ" descr="أَلِفۡ">
            <a:hlinkClick action="ppaction://hlinksldjump" r:id="rId5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8" name="Sand 3" descr="San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9" name="Answer 3 نُونۡ" descr="نُونۡ">
            <a:hlinkClick action="ppaction://hlinksldjump" r:id="rId6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3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7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2" descr="2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6" descr="6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ك" descr="ك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ع" descr="ع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كَهَيۡعَصۡ" descr="كَهَيۡعَص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كَافۡ هَا يَا عَيۡنۡ صَآدۡ" descr="كَافۡ هَا يَا عَيۡنۡ صَآد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كَافۡ هَا يَا عَيۡنۡ صَآدۡ" descr="كَافۡ هَا يَا عَيۡنۡ صَآد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كَهَيۡعَصۡ" descr="كَهَيۡعَص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2 or 6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900" b="1" lang="en-US">
                <a:solidFill>
                  <a:srgbClr val="8A6CF0"/>
                </a:solidFill>
                <a:latin typeface="Arial"/>
                <a:cs typeface="Arial"/>
              </a:rPr>
              <a:t>How to play: 2 or 6?</a:t>
            </a:r>
          </a:p>
        </p:txBody>
      </p:sp>
      <p:sp>
        <p:nvSpPr>
          <p:cNvPr id="5" name="Line 1" descr="1.  Read the letter and its nam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letter and its name.</a:t>
            </a:r>
          </a:p>
        </p:txBody>
      </p:sp>
      <p:sp>
        <p:nvSpPr>
          <p:cNvPr id="6" name="Line 2" descr="2.  Short name (حَا): 2 count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Short name (حَا): 2 counts.</a:t>
            </a:r>
          </a:p>
        </p:txBody>
      </p:sp>
      <p:sp>
        <p:nvSpPr>
          <p:cNvPr id="7" name="Line 3" descr="3.  Long name (نُونۡ): 6 counts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3.  Long name (نُونۡ): 6 counts.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13302"/>
            <a:ext cx="2095500" cy="66939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   لَامۡ" descr="ل   لَا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   لَامۡ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ص   صَادۡ" descr="ص   صَاد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   صَادۡ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   لَامۡ" descr="ل   لَا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   لَامۡ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ص   صَادۡ" descr="ص   صَاد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   صَادۡ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rework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Fireworks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Light the right rocket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Light the right rocket.</a:t>
            </a:r>
          </a:p>
        </p:txBody>
      </p:sp>
      <p:sp>
        <p:nvSpPr>
          <p:cNvPr id="7" name="Line 3" descr="3.  Boom! A firework in the sky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Boom! A firework in the sky!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ر" descr="ر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م" descr="م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ح" descr="ح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أَلَمۡ" descr="أَلَمۡ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pic>
        <p:nvPicPr>
          <p:cNvPr id="6" name="Rocket 2" descr="Rocket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أَلِفۡ لَآمۡ مِّيمۡ" descr="أَلِفۡ لَآمۡ مِّيمۡ">
            <a:hlinkClick action="ppaction://hlinksldjump" r:id="rId6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قَ" descr="قَ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قَافۡ" descr="قَاف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أَلِفۡ" descr="أَلِفۡ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رَا" descr="ر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Rocket 3" descr="Rocket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نُونۡ" descr="نُونۡ">
            <a:hlinkClick action="ppaction://hlinksldjump" r:id="rId7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Firework 5" descr="Firewor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286000"/>
            <a:ext cx="1651000" cy="1651000"/>
          </a:xfrm>
          <a:prstGeom prst="rect">
            <a:avLst/>
          </a:prstGeom>
        </p:spPr>
      </p:pic>
      <p:sp>
        <p:nvSpPr>
          <p:cNvPr id="8" name="Hooray!" descr="Hooray!"/>
          <p:cNvSpPr/>
          <p:nvPr/>
        </p:nvSpPr>
        <p:spPr>
          <a:xfrm>
            <a:off x="4826000" y="444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2FB57A"/>
                </a:solidFill>
                <a:latin typeface="Arial"/>
                <a:cs typeface="Arial"/>
              </a:rPr>
              <a:t>Hooray!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ر" descr="ر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م" descr="م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ح" descr="ح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أَلَمۡ" descr="أَلَمۡ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pic>
        <p:nvPicPr>
          <p:cNvPr id="6" name="Rocket 2" descr="Rocket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أَلِفۡ لَآمۡ مِّيمۡ" descr="أَلِفۡ لَآمۡ مِّيمۡ">
            <a:hlinkClick action="ppaction://hlinksldjump" r:id="rId6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قَ" descr="قَ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قَافۡ" descr="قَاف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أَلِفۡ" descr="أَلِفۡ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رَا" descr="ر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Rocket 3" descr="Rocket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نُونۡ" descr="نُونۡ">
            <a:hlinkClick action="ppaction://hlinksldjump" r:id="rId7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enalty Kick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Penalty Kick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in the goa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in the goal.</a:t>
            </a:r>
          </a:p>
        </p:txBody>
      </p:sp>
      <p:sp>
        <p:nvSpPr>
          <p:cNvPr id="7" name="Line 3" descr="3.  Score 5 goal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Score 5 goals!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َلِفۡ لَآمۡ مِّيمۡ رَا" descr="أَلِفۡ لَآمۡ مِّيمۡ رَا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9" name="Answer 2 أَلَمَرۡ" descr="أَلَمَر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َلِفۡ لَآمۡ مِّيمۡ" descr="أَلِفۡ لَآمۡ مِّي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9" name="Answer 2 أَلَمۡ" descr="أَلَم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َا" descr="هَا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9" name="Answer 2 كَافۡ" descr="كَاف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3 عَيۡنۡ" descr="عَيۡ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0" descr="0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Answer 2 2" descr="2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Answer 3 6" descr="6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ي" descr="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9" name="Answer 2 م" descr="م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Answer 3 ن" descr="ن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َلِفۡ لَآمۡ مِّيمۡ رَا" descr="أَلِفۡ لَآمۡ مِّيمۡ رَا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9" name="Answer 2 أَلَمَرۡ" descr="أَلَمَر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َلِفۡ لَآمۡ مِّيمۡ" descr="أَلِفۡ لَآمۡ مِّي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9" name="Answer 2 أَلَمۡ" descr="أَلَم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َا" descr="هَا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9" name="Answer 2 كَافۡ" descr="كَاف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3 عَيۡنۡ" descr="عَيۡ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0" descr="0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Answer 2 2" descr="2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Answer 3 6" descr="6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ي" descr="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9" name="Answer 2 م" descr="م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Answer 3 ن" descr="ن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t-Air Balloo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Hot-Air Balloon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Fly up to the cloud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Fly up to the clouds!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73" y="2095500"/>
            <a:ext cx="138545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5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8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رَا" descr="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5" name="Answer 2 لَامۡ" descr="لَا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6" name="Answer 3 مِيمۡ" descr="مِيم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9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9" name="Find ك" descr="ك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ي" descr="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5" name="Answer 2 ع" descr="ع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6" name="Answer 3 ق" descr="ق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أَلِفۡ لَآمۡ مِّيمۡ" descr="أَلِفۡ لَآمۡ مِّ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5" name="Answer 2 أَلَمۡ" descr="أَل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sp>
        <p:nvSpPr>
          <p:cNvPr id="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8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5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6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رَا" descr="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5" name="Answer 2 لَامۡ" descr="لَا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6" name="Answer 3 مِيمۡ" descr="مِيم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0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0" name="Find ك" descr="ك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ي" descr="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5" name="Answer 2 ع" descr="ع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6" name="Answer 3 ق" descr="ق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أَلِفۡ لَآمۡ مِّيمۡ" descr="أَلِفۡ لَآمۡ مِّ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</a:t>
            </a:r>
          </a:p>
        </p:txBody>
      </p:sp>
      <p:sp>
        <p:nvSpPr>
          <p:cNvPr id="5" name="Answer 2 أَلَمۡ" descr="أَل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أَلَمۡ</a:t>
            </a:r>
          </a:p>
        </p:txBody>
      </p:sp>
      <p:sp>
        <p:nvSpPr>
          <p:cNvPr id="6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الٓمٓ" descr="ال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ن   نُونۡ" descr="ن   نُو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   نُونۡ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   طَا" descr="ط   ط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ط   طَا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ن   نُونۡ" descr="ن   نُو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   نُونۡ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   طَا" descr="ط   ط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ط   طَا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ar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8A6CF0"/>
                </a:solidFill>
                <a:latin typeface="Arial"/>
                <a:cs typeface="Arial"/>
              </a:rPr>
              <a:t>How to play: Darts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hrow at the right bo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Throw at the right board.</a:t>
            </a:r>
          </a:p>
        </p:txBody>
      </p:sp>
      <p:sp>
        <p:nvSpPr>
          <p:cNvPr id="7" name="Line 3" descr="3.  Bullseye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Bullseye!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" descr="ط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س" descr="س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" descr="م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َيۡنۡ سِينۡ قَافۡ" descr="عَيۡنۡ سِينۡ قَاف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سَقۡ" descr="عَسَق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2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ا هَا" descr="طَا ه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هَ" descr="طَه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2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لَامۡ" descr="لَام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ِيمۡ" descr="مِيم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فۡ" descr="قَافۡ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7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7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" descr="ط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س" descr="س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" descr="م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َيۡنۡ سِينۡ قَافۡ" descr="عَيۡنۡ سِينۡ قَاف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سَقۡ" descr="عَسَق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2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ا هَا" descr="طَا ه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هَ" descr="طَه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2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لَامۡ" descr="لَام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ِيمۡ" descr="مِيم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فۡ" descr="قَافۡ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7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Robot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Build a Robot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art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part!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22" y="2095500"/>
            <a:ext cx="125015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" descr="س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0" name="Answer 2 ر" descr="ر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َلَرۡ" descr="أَلَ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10" name="Answer 2 أَلِفۡ لَآمۡ رَا" descr="أَلِفۡ لَآمۡ ر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َهَ" descr="طَ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0" name="Answer 2 طَا هَا" descr="طَا 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ِينۡ" descr="سِي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sp>
        <p:nvSpPr>
          <p:cNvPr id="10" name="Answer 2 مِيمۡ" descr="مِيم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11" name="Answer 3 قَافۡ" descr="قَاف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" descr="س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0" name="Answer 2 ر" descr="ر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َلَرۡ" descr="أَلَ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10" name="Answer 2 أَلِفۡ لَآمۡ رَا" descr="أَلِفۡ لَآمۡ ر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َهَ" descr="طَ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0" name="Answer 2 طَا هَا" descr="طَا 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ِينۡ" descr="سِي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sp>
        <p:nvSpPr>
          <p:cNvPr id="10" name="Answer 2 مِيمۡ" descr="مِيم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11" name="Answer 3 قَافۡ" descr="قَاف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tterfly Ja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Butterfly Jar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Catch the right butterfl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Catch the right butterfly.</a:t>
            </a:r>
          </a:p>
        </p:txBody>
      </p:sp>
      <p:sp>
        <p:nvSpPr>
          <p:cNvPr id="7" name="Line 3" descr="3.  Fill the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09800"/>
            <a:ext cx="2095500" cy="16764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كَهَيۡعَصۡ" descr="كَهَيۡعَص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كَافۡ هَا يَا عَيۡنۡ صَآدۡ" descr="كَافۡ هَا يَا عَيۡنۡ صَآد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يَا" descr="يَ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طَا" descr="طَا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عَيۡنۡ" descr="عَيۡن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" descr="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ه" descr="ه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ل" descr="ل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كَهَيۡعَصۡ" descr="كَهَيۡعَص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كَافۡ هَا يَا عَيۡنۡ صَآدۡ" descr="كَافۡ هَا يَا عَيۡنۡ صَآد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يَا" descr="يَ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طَا" descr="طَا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عَيۡنۡ" descr="عَيۡن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" descr="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ه" descr="ه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ل" descr="ل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   قَافۡ" descr="ق   قَاف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   قَافۡ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ر   رَا" descr="ر   ر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ر   رَا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   قَافۡ" descr="ق   قَاف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   قَافۡ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ر   رَا" descr="ر   ر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ر   رَا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onkey Climb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Monkey Climb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monkey reach the banana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Help the monkey reach the bananas!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36" y="2095500"/>
            <a:ext cx="1768929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رَا" descr="ر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7" name="Answer 2 سِينۡ" descr="سِين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sp>
        <p:nvSpPr>
          <p:cNvPr id="8" name="Answer 3 عَيۡنۡ" descr="عَيۡن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1" name="Find س" descr="س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" name="Answer 2 2" descr="2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Answer 3 6" descr="6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1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ه" descr="ه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2 ي" descr="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8" name="Answer 3 س" descr="س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أَلَمَرۡ" descr="أَلَمَر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7" name="Answer 2 أَلِفۡ لَآمۡ مِّيمۡ رَا" descr="أَلِفۡ لَآمۡ مِّيمۡ رَ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" descr="ق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7" name="Answer 2 قَافۡ" descr="قَاف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رَا" descr="ر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7" name="Answer 2 سِينۡ" descr="سِين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sp>
        <p:nvSpPr>
          <p:cNvPr id="8" name="Answer 3 عَيۡنۡ" descr="عَيۡن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2" name="Find س" descr="س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" name="Answer 2 2" descr="2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Answer 3 6" descr="6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2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ه" descr="ه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2 ي" descr="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8" name="Answer 3 س" descr="س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أَلَمَرۡ" descr="أَلَمَر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7" name="Answer 2 أَلِفۡ لَآمۡ مِّيمۡ رَا" descr="أَلِفۡ لَآمۡ مِّيمۡ رَ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" descr="ق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7" name="Answer 2 قَافۡ" descr="قَاف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mel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Camel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lk the camel to the wat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Walk the camel to the water!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65684"/>
            <a:ext cx="2095500" cy="1764632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0" descr="0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" name="Answer 2 2" descr="2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Answer 3 6" descr="6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0" name="Find ح" descr="ح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م" descr="م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6" name="Answer 2 ل" descr="ل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7" name="Answer 3 ر" descr="ر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لَمَرۡ" descr="أَلَمَ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6" name="Answer 2 أَلِفۡ لَآمۡ مِّيمۡ رَا" descr="أَلِفۡ لَآمۡ مِّيمۡ رَا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لِفۡ لَآمۡ رَا" descr="أَلِفۡ لَآمۡ ر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6" name="Answer 2 أَلَرۡ" descr="أَلَ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طَا" descr="ط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Answer 2 نُونۡ" descr="نُون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7" name="Answer 3 هَا" descr="هَا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0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0" descr="0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" name="Answer 2 2" descr="2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Answer 3 6" descr="6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1" name="Find ح" descr="ح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م" descr="م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6" name="Answer 2 ل" descr="ل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7" name="Answer 3 ر" descr="ر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لَمَرۡ" descr="أَلَمَ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6" name="Answer 2 أَلِفۡ لَآمۡ مِّيمۡ رَا" descr="أَلِفۡ لَآمۡ مِّيمۡ رَا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لِفۡ لَآمۡ رَا" descr="أَلِفۡ لَآمۡ ر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6" name="Answer 2 أَلَرۡ" descr="أَلَ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طَا" descr="ط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Answer 2 نُونۡ" descr="نُون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7" name="Answer 3 هَا" descr="هَا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1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sketball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Basketball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Shoot the right bal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Shoot the right ball.</a:t>
            </a:r>
          </a:p>
        </p:txBody>
      </p:sp>
      <p:sp>
        <p:nvSpPr>
          <p:cNvPr id="7" name="Line 3" descr="3.  Swi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Swish!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ه" descr="ه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ص" descr="ص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" descr="ك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حَا مِيمۡ" descr="حَا مِيم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حَمۡ" descr="حَم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14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7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طَا سِينۡ" descr="طَا سِين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طَسۡ" descr="طَس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14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7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صَادۡ" descr="صَاد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صَادۡ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كَافۡ" descr="كَاف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حَا" descr="ح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9" name="Find ك" descr="ك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0" descr="0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2" descr="2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6" descr="6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9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ه" descr="ه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ص" descr="ص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" descr="ك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حَا مِيمۡ" descr="حَا مِيم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حَمۡ" descr="حَم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6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طَا سِينۡ" descr="طَا سِين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طَسۡ" descr="طَس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6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صَادۡ" descr="صَاد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صَادۡ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كَافۡ" descr="كَاف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حَا" descr="ح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8" name="Find ك" descr="ك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0" descr="0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2" descr="2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6" descr="6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8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" descr="ق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Answer 2 قَافۡ" descr="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يَا سِينۡ" descr="يَا سِي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يَا سِينۡ</a:t>
            </a:r>
          </a:p>
        </p:txBody>
      </p:sp>
      <p:sp>
        <p:nvSpPr>
          <p:cNvPr id="10" name="Answer 2 يَسۡ" descr="يَس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يسٓ" descr="ي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افۡ" descr="كَا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2 عَيۡنۡ" descr="عَيۡ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1" name="Answer 3 لَامۡ" descr="لَام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م" descr="م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Answer 2 ا" descr="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5" descr="Snowma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Hello, snowman!" descr="Hello, snowma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Hello, snowman!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" descr="ق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Answer 2 قَافۡ" descr="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قٓ" descr="ق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يَا سِينۡ" descr="يَا سِي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يَا سِينۡ</a:t>
            </a:r>
          </a:p>
        </p:txBody>
      </p:sp>
      <p:sp>
        <p:nvSpPr>
          <p:cNvPr id="10" name="Answer 2 يَسۡ" descr="يَس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يسٓ" descr="ي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افۡ" descr="كَا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sp>
        <p:nvSpPr>
          <p:cNvPr id="10" name="Answer 2 عَيۡنۡ" descr="عَيۡ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1" name="Answer 3 لَامۡ" descr="لَام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م" descr="م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Answer 2 ا" descr="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عَسَقۡ" descr="عَسَقۡ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يَا" descr="يَا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حَا" descr="حَا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قَافۡ" descr="قَافۡ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0" descr="0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8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2" descr="2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6" descr="6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س" descr="س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ق" descr="ق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ط" descr="ط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1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2" name="Answer 3 ل" descr="ل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13" name="New gem" descr="New 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طَسۡ" descr="طَس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طَا سِينۡ" descr="طَا سِين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Gem 5" descr="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635000" cy="565150"/>
          </a:xfrm>
          <a:prstGeom prst="rect">
            <a:avLst/>
          </a:prstGeom>
        </p:spPr>
      </p:pic>
      <p:pic>
        <p:nvPicPr>
          <p:cNvPr id="8" name="Treasure" descr="Treas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048000"/>
            <a:ext cx="2794000" cy="2286000"/>
          </a:xfrm>
          <a:prstGeom prst="rect">
            <a:avLst/>
          </a:prstGeom>
        </p:spPr>
      </p:pic>
      <p:sp>
        <p:nvSpPr>
          <p:cNvPr id="9" name="Treasure!" descr="Treasure!"/>
          <p:cNvSpPr/>
          <p:nvPr/>
        </p:nvSpPr>
        <p:spPr>
          <a:xfrm>
            <a:off x="79375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Treasure!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عَسَقۡ" descr="عَسَقۡ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يَا" descr="يَا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حَا" descr="حَا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قَافۡ" descr="قَافۡ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ي" descr="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0" descr="0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8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2" descr="2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6" descr="6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س" descr="س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ق" descr="ق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ط" descr="ط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1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2" name="Answer 3 ل" descr="ل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طَسۡ" descr="طَسۡ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طَا سِينۡ" descr="طَا سِينۡ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Apple Tre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Apple Tree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basket with 5 apple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basket with 5 apples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2095500"/>
            <a:ext cx="1746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مٓصٓ" descr="الٓم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الٓمٓصٓ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ٓ" descr="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مٓصٓ" descr="الٓم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الٓمٓصٓ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ٓ" descr="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مٓصٓ" descr="الٓم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الٓمٓصٓ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ٓ" descr="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ٓ" descr="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ٓ" descr="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ٓ" descr="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حمٓ" descr="حم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ٓ" descr="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ٓ" descr="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حمٓ" descr="حم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سٓمٓ" descr="طسٓم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طسٓمٓ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   طَا" descr="ط   ط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ط   طَا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ك   كَافۡ" descr="ك   كَاف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   كَافۡ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   طَا" descr="ط   ط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ط   طَا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   مِيمۡ" descr="م   مِي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   مِيمۡ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ك   كَافۡ" descr="ك   كَاف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   كَافۡ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5" name="Rocket 2" descr="Rocket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2" descr="2">
            <a:hlinkClick action="ppaction://hlinksldjump" r:id="rId4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7" name="Rocket 3" descr="Rocket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6" descr="6">
            <a:hlinkClick action="ppaction://hlinksldjump" r:id="rId5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1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ن" descr="ن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6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ا" descr="ا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ر" descr="ر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أَلِفۡ لَآمۡ رَا" descr="أَلِفۡ لَآمۡ رَا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أَلَرۡ" descr="أَلَرۡ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كَافۡ" descr="كَافۡ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9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سِينۡ" descr="سِين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pic>
        <p:nvPicPr>
          <p:cNvPr id="11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2" name="Answer 3 نُونۡ" descr="نُونۡ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Firework 5" descr="Firewor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286000"/>
            <a:ext cx="1651000" cy="1651000"/>
          </a:xfrm>
          <a:prstGeom prst="rect">
            <a:avLst/>
          </a:prstGeom>
        </p:spPr>
      </p:pic>
      <p:sp>
        <p:nvSpPr>
          <p:cNvPr id="8" name="Hooray!" descr="Hooray!"/>
          <p:cNvSpPr/>
          <p:nvPr/>
        </p:nvSpPr>
        <p:spPr>
          <a:xfrm>
            <a:off x="4826000" y="444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2FB57A"/>
                </a:solidFill>
                <a:latin typeface="Arial"/>
                <a:cs typeface="Arial"/>
              </a:rPr>
              <a:t>Hooray!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5" name="Rocket 2" descr="Rocket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2" descr="2">
            <a:hlinkClick action="ppaction://hlinksldjump" r:id="rId4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7" name="Rocket 3" descr="Rocket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6" descr="6">
            <a:hlinkClick action="ppaction://hlinksldjump" r:id="rId5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2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ن" descr="ن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6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ا" descr="ا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ر" descr="ر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أَلِفۡ لَآمۡ رَا" descr="أَلِفۡ لَآمۡ رَا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أَلَرۡ" descr="أَلَرۡ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كَافۡ" descr="كَافۡ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9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سِينۡ" descr="سِينۡ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pic>
        <p:nvPicPr>
          <p:cNvPr id="11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2" name="Answer 3 نُونۡ" descr="نُونۡ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" descr="ح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9" name="Answer 2 ي" descr="ي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0" name="Answer 3 م" descr="م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طَهَ" descr="طَه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9" name="Answer 2 طَا هَا" descr="طَا هَا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َا مِيمۡ" descr="حَا مِي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9" name="Answer 2 حَمۡ" descr="حَم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ُونۡ" descr="نُون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9" name="Answer 2 أَلِفۡ" descr="أَلِف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10" name="Answer 3 سِينۡ" descr="سِينۡ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0" descr="0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Answer 2 2" descr="2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Answer 3 6" descr="6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" descr="ح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9" name="Answer 2 ي" descr="ي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0" name="Answer 3 م" descr="م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طَهَ" descr="طَه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9" name="Answer 2 طَا هَا" descr="طَا هَا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َا مِيمۡ" descr="حَا مِي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9" name="Answer 2 حَمۡ" descr="حَم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pic>
        <p:nvPicPr>
          <p:cNvPr id="10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1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2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ُونۡ" descr="نُون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9" name="Answer 2 أَلِفۡ" descr="أَلِف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10" name="Answer 3 سِينۡ" descr="سِينۡ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0" descr="0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Answer 2 2" descr="2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Answer 3 6" descr="6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طَسَمۡ" descr="طَس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طَسَمۡ</a:t>
            </a:r>
          </a:p>
        </p:txBody>
      </p:sp>
      <p:sp>
        <p:nvSpPr>
          <p:cNvPr id="5" name="Answer 2 طَا سِينۡ مِّيمۡ" descr="طَا سِينۡ مِّي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 مِّيمۡ</a:t>
            </a:r>
          </a:p>
        </p:txBody>
      </p:sp>
      <p:sp>
        <p:nvSpPr>
          <p:cNvPr id="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8" name="Find طسٓمٓ" descr="طس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طسٓمٓ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طَسۡ" descr="طَ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5" name="Answer 2 طَا سِينۡ" descr="طَا سِي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sp>
        <p:nvSpPr>
          <p:cNvPr id="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8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نُونۡ" descr="نُو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5" name="Answer 2 مِيمۡ" descr="مِيم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6" name="Answer 3 هَا" descr="ه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9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9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" descr="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5" name="Answer 2 ل" descr="ل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طَسَمۡ" descr="طَس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طَسَمۡ</a:t>
            </a:r>
          </a:p>
        </p:txBody>
      </p:sp>
      <p:sp>
        <p:nvSpPr>
          <p:cNvPr id="5" name="Answer 2 طَا سِينۡ مِّيمۡ" descr="طَا سِينۡ مِّي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 مِّيمۡ</a:t>
            </a:r>
          </a:p>
        </p:txBody>
      </p:sp>
      <p:sp>
        <p:nvSpPr>
          <p:cNvPr id="6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طسٓمٓ" descr="طس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طسٓمٓ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طَسۡ" descr="طَ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5" name="Answer 2 طَا سِينۡ" descr="طَا سِي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sp>
        <p:nvSpPr>
          <p:cNvPr id="6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نُونۡ" descr="نُو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5" name="Answer 2 مِيمۡ" descr="مِيم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6" name="Answer 3 هَا" descr="ه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0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0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" descr="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5" name="Answer 2 ل" descr="ل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3 ه" descr="ه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ن   نُونۡ" descr="ن   نُو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   نُونۡ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   لَامۡ" descr="ل   لَا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   لَامۡ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ص   صَادۡ" descr="ص   صَاد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   صَادۡ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ن   نُونۡ" descr="ن   نُو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   نُونۡ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   لَامۡ" descr="ل   لَام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   لَامۡ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ص   صَادۡ" descr="ص   صَاد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   صَادۡ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   يَا" descr="ي   ي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ي   يَا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أَلِفۡ" descr="أَلِف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ا" descr="طَ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َيۡنۡ" descr="عَيۡنۡ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7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" descr="ن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" descr="ط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ص" descr="ص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2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حَمۡ" descr="حَم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حَا مِيمۡ" descr="حَا مِيم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12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أَلِفۡ" descr="أَلِف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ا" descr="طَ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َيۡنۡ" descr="عَيۡنۡ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7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7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" descr="ن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" descr="ط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ص" descr="ص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2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حَمۡ" descr="حَمۡ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حَا مِيمۡ" descr="حَا مِيمۡ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12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5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" descr="ر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Answer 2 ا" descr="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Answer 3 ع" descr="ع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َهَ" descr="طَ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0" name="Answer 2 طَا هَا" descr="طَا 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0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يَا" descr="ي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Answer 2 هَا" descr="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1" name="Answer 3 رَا" descr="ر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" descr="ر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Answer 2 ا" descr="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Answer 3 ع" descr="ع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َهَ" descr="طَ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0" name="Answer 2 طَا هَا" descr="طَا 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 هَا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طه" descr="ط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سَقۡ" descr="عَسَق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0" name="Answer 2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يَا" descr="ي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0" name="Answer 2 هَا" descr="ه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1" name="Answer 3 رَا" descr="ر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ص" descr="ص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ه" descr="ه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ر" descr="ر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طَسَمۡ" descr="طَسَم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طَسَمۡ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طَا سِينۡ مِّيمۡ" descr="طَا سِينۡ مِّيم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 مِّيمۡ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طسٓمٓ" descr="طس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طسٓمٓ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طَسۡ" descr="طَس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طَا سِينۡ" descr="طَا سِين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رَا" descr="رَ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هَا" descr="هَا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قَافۡ" descr="قَاف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ص" descr="ص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ه" descr="ه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ر" descr="ر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طَسَمۡ" descr="طَسَم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طَسَمۡ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طَا سِينۡ مِّيمۡ" descr="طَا سِينۡ مِّيم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 مِّيمۡ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طسٓمٓ" descr="طسٓم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طسٓمٓ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طَسۡ" descr="طَسۡ">
            <a:hlinkClick action="ppaction://hlinksldjump" r:id="rId6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طَا سِينۡ" descr="طَا سِين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رَا" descr="رَا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هَا" descr="هَا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قَافۡ" descr="قَاف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6" name="Find ق" descr="ق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2" descr="2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6" descr="6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7" name="Find ص" descr="ص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   عَيۡنۡ" descr="ع   عَيۡ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   عَيۡنۡ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   عَيۡنۡ" descr="ع   عَيۡ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   عَيۡنۡ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   هَا" descr="ه   ه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ه   هَا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   حَا" descr="ح   حَا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Arial"/>
                <a:cs typeface="Arial"/>
              </a:rPr>
              <a:t>ح   حَا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س   سِينۡ" descr="س   سِينۡ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   سِينۡ</a:t>
            </a:r>
          </a:p>
        </p:txBody>
      </p:sp>
      <p:sp>
        <p:nvSpPr>
          <p:cNvPr id="10" name="2 counts button">
            <a:hlinkClick action="ppaction://hlinksldjump" r:id="rId5"/>
          </p:cNvPr>
          <p:cNvSpPr/>
          <p:nvPr/>
        </p:nvSpPr>
        <p:spPr>
          <a:xfrm>
            <a:off x="2116667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2 counts" descr="2 counts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30" y="3619500"/>
            <a:ext cx="1758674" cy="1651000"/>
          </a:xfrm>
          <a:prstGeom prst="rect">
            <a:avLst/>
          </a:prstGeom>
        </p:spPr>
      </p:pic>
      <p:sp>
        <p:nvSpPr>
          <p:cNvPr id="12" name="2 counts label" descr="2 counts">
            <a:hlinkClick action="ppaction://hlinksldjump" r:id="rId5"/>
          </p:cNvPr>
          <p:cNvSpPr/>
          <p:nvPr/>
        </p:nvSpPr>
        <p:spPr>
          <a:xfrm>
            <a:off x="2116667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2 counts</a:t>
            </a:r>
          </a:p>
        </p:txBody>
      </p:sp>
      <p:sp>
        <p:nvSpPr>
          <p:cNvPr id="13" name="6 counts button">
            <a:hlinkClick action="ppaction://hlinksldjump" r:id="rId6"/>
          </p:cNvPr>
          <p:cNvSpPr/>
          <p:nvPr/>
        </p:nvSpPr>
        <p:spPr>
          <a:xfrm>
            <a:off x="7154333" y="3365500"/>
            <a:ext cx="2921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6 counts" descr="6 counts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4059590"/>
            <a:ext cx="2413000" cy="770819"/>
          </a:xfrm>
          <a:prstGeom prst="rect">
            <a:avLst/>
          </a:prstGeom>
        </p:spPr>
      </p:pic>
      <p:sp>
        <p:nvSpPr>
          <p:cNvPr id="15" name="6 counts label" descr="6 counts">
            <a:hlinkClick action="ppaction://hlinksldjump" r:id="rId6"/>
          </p:cNvPr>
          <p:cNvSpPr/>
          <p:nvPr/>
        </p:nvSpPr>
        <p:spPr>
          <a:xfrm>
            <a:off x="7154333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6 counts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2 counts or 6 counts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2E2640"/>
                </a:solidFill>
                <a:latin typeface="Arial"/>
                <a:cs typeface="Arial"/>
              </a:rPr>
              <a:t>2 counts or 6 counts?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َمۡ" descr="حَم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7" name="Answer 2 حَا مِيمۡ" descr="حَا مِيم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مِيمۡ" descr="مِيم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7" name="Answer 2 أَلِفۡ" descr="أَلِف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8" name="Answer 3 لَامۡ" descr="لَامۡ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1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" name="Answer 2 2" descr="2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Answer 3 6" descr="6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1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ا" descr="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Answer 2 م" descr="م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8" name="Answer 3 ر" descr="ر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أَلِفۡ لَآمۡ رَا" descr="أَلِفۡ لَآمۡ ر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7" name="Answer 2 أَلَرۡ" descr="أَلَر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َمۡ" descr="حَم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7" name="Answer 2 حَا مِيمۡ" descr="حَا مِيم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مِيمۡ" descr="مِيمۡ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مِيمۡ</a:t>
            </a:r>
          </a:p>
        </p:txBody>
      </p:sp>
      <p:sp>
        <p:nvSpPr>
          <p:cNvPr id="7" name="Answer 2 أَلِفۡ" descr="أَلِف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8" name="Answer 3 لَامۡ" descr="لَامۡ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لَامۡ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2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0" descr="0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" name="Answer 2 2" descr="2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Answer 3 6" descr="6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2" name="Find ع" descr="ع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ا" descr="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Answer 2 م" descr="م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8" name="Answer 3 ر" descr="ر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أَلِفۡ لَآمۡ رَا" descr="أَلِفۡ لَآمۡ ر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رَا</a:t>
            </a:r>
          </a:p>
        </p:txBody>
      </p:sp>
      <p:sp>
        <p:nvSpPr>
          <p:cNvPr id="7" name="Answer 2 أَلَرۡ" descr="أَلَرۡ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أَلَرۡ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الٓر" descr="ال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حَا" descr="ح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Answer 2 نُونۡ" descr="نُون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7" name="Answer 3 هَا" descr="هَا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0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0" descr="0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" name="Answer 2 2" descr="2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Answer 3 6" descr="6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0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ن" descr="ن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7" name="Answer 3 ك" descr="ك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كَافۡ هَا يَا عَيۡنۡ صَآدۡ" descr="كَافۡ هَا يَا عَيۡنۡ صَآد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sp>
        <p:nvSpPr>
          <p:cNvPr id="6" name="Answer 2 كَهَيۡعَصۡ" descr="كَهَيۡعَص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يَا سِينۡ" descr="يَا سِين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يَا سِينۡ</a:t>
            </a:r>
          </a:p>
        </p:txBody>
      </p:sp>
      <p:sp>
        <p:nvSpPr>
          <p:cNvPr id="6" name="Answer 2 يَسۡ" descr="يَس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9" name="Find يسٓ" descr="ي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حَا" descr="حَا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6" name="Answer 2 نُونۡ" descr="نُون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7" name="Answer 3 هَا" descr="هَا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1" name="Find ه" descr="ه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0" descr="0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" name="Answer 2 2" descr="2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Answer 3 6" descr="6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1" name="Find م" descr="م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ن" descr="ن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7" name="Answer 3 ك" descr="ك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كَافۡ هَا يَا عَيۡنۡ صَآدۡ" descr="كَافۡ هَا يَا عَيۡنۡ صَآد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 هَا يَا عَيۡنۡ صَآدۡ</a:t>
            </a:r>
          </a:p>
        </p:txBody>
      </p:sp>
      <p:sp>
        <p:nvSpPr>
          <p:cNvPr id="6" name="Answer 2 كَهَيۡعَصۡ" descr="كَهَيۡعَص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كَهَيۡعَصۡ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كٓهيعٓصٓ" descr="كٓهيعٓص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يَا سِينۡ" descr="يَا سِين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يَا سِينۡ</a:t>
            </a:r>
          </a:p>
        </p:txBody>
      </p:sp>
      <p:sp>
        <p:nvSpPr>
          <p:cNvPr id="6" name="Answer 2 يَسۡ" descr="يَس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يسٓ" descr="ي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0" descr="0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2" descr="2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6" descr="6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7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ع" descr="ع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ح" descr="ح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ق" descr="ق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نَ" descr="ن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نُونۡ" descr="نُون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4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7" name="Find نٓ" descr="ن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نٓ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عَسَقۡ" descr="عَسَق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4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7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أَلِفۡ" descr="أَلِف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طَا" descr="ط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هَا" descr="هَ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9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0" descr="0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2" descr="2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6" descr="6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8" name="Find ل" descr="ل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" descr="ع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ح" descr="ح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ق" descr="ق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َ" descr="ن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ُونۡ" descr="نُون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6" name="Find نٓ" descr="ن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نٓ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َيۡنۡ سِينۡ قَافۡ" descr="عَيۡنۡ سِينۡ قَاف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عَيۡنۡ سِينۡ قَافۡ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َسَقۡ" descr="عَسَقۡ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عَسَقۡ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6" name="Find عٓسٓقٓ" descr="عٓسٓقٓ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أَلِفۡ" descr="أَلِفۡ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طَا" descr="ط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هَا" descr="هَ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8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ه" descr="ه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Answer 2 ك" descr="ك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Answer 3 ح" descr="ح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 لَآمۡ مِّيمۡ رَا" descr="أَلِفۡ لَآمۡ مِّيمۡ 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10" name="Answer 2 أَلَمَرۡ" descr="أَلَمَ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حَا مِيمۡ" descr="حَا مِ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10" name="Answer 2 حَمۡ" descr="ح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3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" descr="أَلِ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10" name="Answer 2 طَا" descr="ط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1" name="Answer 3 قَافۡ" descr="قَاف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4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4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5" descr="Snowma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Hello, snowman!" descr="Hello, snowma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Hello, snowman!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ه" descr="ه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Answer 2 ك" descr="ك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Answer 3 ح" descr="ح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letter we stretch 6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6 counts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 لَآمۡ مِّيمۡ رَا" descr="أَلِفۡ لَآمۡ مِّيمۡ 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 لَآمۡ مِّيمۡ رَا</a:t>
            </a:r>
          </a:p>
        </p:txBody>
      </p:sp>
      <p:sp>
        <p:nvSpPr>
          <p:cNvPr id="10" name="Answer 2 أَلَمَرۡ" descr="أَلَمَ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أَلَمَرۡ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الٓمٓر" descr="الٓمٓر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الٓمٓر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حَا مِيمۡ" descr="حَا مِي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sp>
        <p:nvSpPr>
          <p:cNvPr id="10" name="Answer 2 حَمۡ" descr="حَم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4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لِفۡ" descr="أَلِف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أَلِفۡ</a:t>
            </a:r>
          </a:p>
        </p:txBody>
      </p:sp>
      <p:sp>
        <p:nvSpPr>
          <p:cNvPr id="10" name="Answer 2 طَا" descr="ط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1" name="Answer 3 قَافۡ" descr="قَاف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قَافۡ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ط" descr="ط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0" descr="0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0" name="Answer 2 2" descr="2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Answer 3 6" descr="6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5" name="Find ر" descr="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طَا سِينۡ" descr="طَا سِين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طَسۡ" descr="طَسۡ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0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pic>
        <p:nvPicPr>
          <p:cNvPr id="9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كَافۡ" descr="كَافۡ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8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رَا" descr="رَا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نُونۡ" descr="نُونۡ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Sand 3" descr="San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9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13" name="New gem" descr="New 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ل" descr="ل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10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ص" descr="ص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2" name="Sand 3" descr="San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ح" descr="ح">
            <a:hlinkClick action="ppaction://hlinksldjump" r:id="rId9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pic>
        <p:nvPicPr>
          <p:cNvPr id="14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Gem 5" descr="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635000" cy="565150"/>
          </a:xfrm>
          <a:prstGeom prst="rect">
            <a:avLst/>
          </a:prstGeom>
        </p:spPr>
      </p:pic>
      <p:pic>
        <p:nvPicPr>
          <p:cNvPr id="8" name="Treasure" descr="Treas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048000"/>
            <a:ext cx="2794000" cy="2286000"/>
          </a:xfrm>
          <a:prstGeom prst="rect">
            <a:avLst/>
          </a:prstGeom>
        </p:spPr>
      </p:pic>
      <p:sp>
        <p:nvSpPr>
          <p:cNvPr id="9" name="Treasure!" descr="Treasure!"/>
          <p:cNvSpPr/>
          <p:nvPr/>
        </p:nvSpPr>
        <p:spPr>
          <a:xfrm>
            <a:off x="79375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Treasure!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طَا سِينۡ" descr="طَا سِينۡ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طَا سِينۡ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طَسۡ" descr="طَسۡ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طَسۡ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1" name="Find طسٓ" descr="طس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حَا مِيمۡ" descr="حَا مِيمۡ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حَا مِيمۡ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حَمۡ" descr="حَمۡ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حَمۡ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read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How do we read it?</a:t>
            </a:r>
          </a:p>
        </p:txBody>
      </p:sp>
      <p:sp>
        <p:nvSpPr>
          <p:cNvPr id="12" name="Find حمٓ" descr="حمٓ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حمٓ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كَافۡ" descr="كَافۡ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كَافۡ</a:t>
            </a:r>
          </a:p>
        </p:txBody>
      </p:sp>
      <p:pic>
        <p:nvPicPr>
          <p:cNvPr id="8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رَا" descr="رَا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نُونۡ" descr="نُونۡ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نُونۡ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s name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What is its name?</a:t>
            </a:r>
          </a:p>
        </p:txBody>
      </p:sp>
      <p:sp>
        <p:nvSpPr>
          <p:cNvPr id="15" name="Find ن" descr="ن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0" descr="0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0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2" descr="2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11" name="Sand 3" descr="San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2" name="Answer 3 6" descr="6">
            <a:hlinkClick action="ppaction://hlinksldjump" r:id="rId9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many counts do we stretch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many counts do we stretch it?</a:t>
            </a:r>
          </a:p>
        </p:txBody>
      </p:sp>
      <p:sp>
        <p:nvSpPr>
          <p:cNvPr id="16" name="Find ا" descr="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ل" descr="ل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10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ص" descr="ص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2" name="Sand 3" descr="San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ح" descr="ح">
            <a:hlinkClick action="ppaction://hlinksldjump" r:id="rId9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letter we stretch 2 counts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Find the letter we stretch 2 counts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نٓ" descr="ن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سٓ" descr="طس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يسٓ" descr="يس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سٓ" descr="طس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طسٓ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يسٓ" descr="يس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يسٓ" descr="يس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يسٓ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كٓهيعٓصٓ" descr="كٓهيعٓص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كٓهيعٓصٓ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ٓ" descr="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ٓسٓقٓ" descr="عٓسٓ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عٓسٓقٓ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ر" descr="الٓر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الٓر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طه" descr="طه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طه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ٓ" descr="ق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الٓمٓ" descr="الٓمٓ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Muqattaat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