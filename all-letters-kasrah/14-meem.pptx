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أِمِبِ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بِمِتِ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تِمِثِ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ثِمِجِ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جِمِحِ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حِمِخِ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خِمِدِ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دِمِذِ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ذِمِرِ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رِمِزِ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زِمِسِ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سِمِشِ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شِمِصِ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صِمِضِ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ضِمِطِ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طِمِظِ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ظِمِعِ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عِمِغِ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غِمِفِ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فِمِقِ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قِمِكِ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كِمِلِ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لِمِأِ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14-meem</dc:title>
  <dc:subject>PptxGenJS Presentation</dc:subject>
  <dc:creator>PptxGenJS</dc:creator>
  <cp:lastModifiedBy>PptxGenJS</cp:lastModifiedBy>
  <cp:revision>1</cp:revision>
  <dcterms:created xsi:type="dcterms:W3CDTF">2026-10-10T05:02:32Z</dcterms:created>
  <dcterms:modified xsi:type="dcterms:W3CDTF">2026-10-10T05:02:32Z</dcterms:modified>
</cp:coreProperties>
</file>