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14000" dirty="0"/>
          </a:p>
        </p:txBody>
      </p:sp>
      <p:sp>
        <p:nvSpPr>
          <p:cNvPr id="14" name="F1 kasrah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14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مِأِ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مِبِ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مِتِ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مِثِ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مِجِ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مِحِ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مِخِ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بِمِتِ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تِمِبِ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ثِمِبِ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جِمِبِ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حِمِبِ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خِمِبِ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بِمِأِ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أِمِ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بِمِ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تِمِ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ثِمِ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جِمِ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حِمِ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3B2E7E"/>
          </a:solidFill>
          <a:ln w="12700">
            <a:solidFill>
              <a:srgbClr val="3B2E7E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5A3FA0"/>
          </a:solidFill>
          <a:ln w="12700">
            <a:solidFill>
              <a:srgbClr val="5A3FA0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C63C9"/>
          </a:solidFill>
          <a:ln w="12700">
            <a:solidFill>
              <a:srgbClr val="6C63C9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4E4AA8"/>
          </a:solidFill>
          <a:ln w="12700">
            <a:solidFill>
              <a:srgbClr val="4E4AA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5EEAD4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9A8D4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خِمِ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kasrah 14-meem</dc:title>
  <dc:subject>PptxGenJS Presentation</dc:subject>
  <dc:creator>PptxGenJS</dc:creator>
  <cp:lastModifiedBy>PptxGenJS</cp:lastModifiedBy>
  <cp:revision>1</cp:revision>
  <dcterms:created xsi:type="dcterms:W3CDTF">2026-10-10T04:43:19Z</dcterms:created>
  <dcterms:modified xsi:type="dcterms:W3CDTF">2026-10-10T04:43:19Z</dcterms:modified>
</cp:coreProperties>
</file>