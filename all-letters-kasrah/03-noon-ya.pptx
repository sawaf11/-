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أِنِبِ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بِنِتِ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تِنِثِ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ثِنِجِ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جِنِحِ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حِنِخِ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خِنِدِ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دِنِذِ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ذِنِرِ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رِنِزِ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زِنِسِ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سِنِشِ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شِنِصِ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صِنِضِ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ضِنِطِ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طِنِظِ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ظِنِعِ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غِنِفِ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فِنِقِ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قِنِكِ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كِنِلِ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لِنِمِ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أِيِبِ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فِيِقِ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قِيِكِ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كِيِلِ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لِيِمِ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مِيِنِ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نِيِهِ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هِيِوِ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03-noon-ya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