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notesMaster" Target="notesMasters/notesMaster1.xml"/><Relationship Id="rId82" Type="http://schemas.openxmlformats.org/officeDocument/2006/relationships/presProps" Target="presProps.xml"/><Relationship Id="rId83" Type="http://schemas.openxmlformats.org/officeDocument/2006/relationships/viewProps" Target="viewProps.xml"/><Relationship Id="rId84" Type="http://schemas.openxmlformats.org/officeDocument/2006/relationships/theme" Target="theme/theme1.xml"/><Relationship Id="rId8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14000" dirty="0"/>
          </a:p>
        </p:txBody>
      </p:sp>
      <p:sp>
        <p:nvSpPr>
          <p:cNvPr id="14" name="F1 kasrah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1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وِأِ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وِبِ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وِتِ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وِثِ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وِجِ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وِحِ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وِخِ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وِدِ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وِذِ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وِرِ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وِزِ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وِسِ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وِشِ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وِصِ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وِضِ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وِطِ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وِظِ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وِعِ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وِغِ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وِفِ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وِقِ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وِكِ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وِلِ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وِمِ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وِنِ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وِهِ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أِوِبِ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بِوِتِ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تِوِثِ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ثِوِجِ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جِوِحِ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حِوِخِ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خِوِدِ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دِوِذِ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ذِوِرِ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رِوِزِ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زِوِسِ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سِوِشِ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شِوِصِ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صِوِضِ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ضِوِطِ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طِوِظِ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ظِوِعِ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عِوِغِ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غِوِفِ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فِوِقِ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قِوِكِ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كِوِلِ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لِوِمِ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مِوِنِ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نِوِهِ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هِوِأِ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أِوِ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بِوِ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تِوِ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ثِوِ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جِوِ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حِوِ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خِوِ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دِوِ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ذِوِ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رِوِ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زِوِ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سِوِ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شِوِ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صِوِ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ضِوِ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طِوِ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ظِوِ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عِوِ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غِوِ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فِوِ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قِوِ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كِوِ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لِوِ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مِوِ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نِوِ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هِوِ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79</Slides>
  <Notes>79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kasrah 16-waw</dc:title>
  <dc:subject>PptxGenJS Presentation</dc:subject>
  <dc:creator>PptxGenJS</dc:creator>
  <cp:lastModifiedBy>PptxGenJS</cp:lastModifiedBy>
  <cp:revision>1</cp:revision>
  <dcterms:created xsi:type="dcterms:W3CDTF">2026-10-10T05:02:32Z</dcterms:created>
  <dcterms:modified xsi:type="dcterms:W3CDTF">2026-10-10T05:02:32Z</dcterms:modified>
</cp:coreProperties>
</file>