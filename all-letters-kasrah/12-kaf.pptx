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أِكِبِ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بِكِتِ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تِكِثِ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ثِكِجِ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جِكِحِ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حِكِخِ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خِكِدِ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دِكِذِ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ذِكِرِ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رِكِزِ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زِكِسِ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سِكِشِ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شِكِصِ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صِكِضِ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ضِكِطِ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طِكِظِ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ظِكِعِ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عِكِغِ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غِكِفِ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فِكِقِ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قِكِأِ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kasrah 12-kaf</dc:title>
  <dc:subject>PptxGenJS Presentation</dc:subject>
  <dc:creator>PptxGenJS</dc:creator>
  <cp:lastModifiedBy>PptxGenJS</cp:lastModifiedBy>
  <cp:revision>1</cp:revision>
  <dcterms:created xsi:type="dcterms:W3CDTF">2026-10-10T05:02:32Z</dcterms:created>
  <dcterms:modified xsi:type="dcterms:W3CDTF">2026-10-10T05:02:32Z</dcterms:modified>
</cp:coreProperties>
</file>