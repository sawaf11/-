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سِإِبِ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02-ba-ta-tha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