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أِبِتِ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أِتِبِ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بِتِثِ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4000" dirty="0"/>
          </a:p>
        </p:txBody>
      </p:sp>
      <p:sp>
        <p:nvSpPr>
          <p:cNvPr id="14" name="F1 kasrah"/>
          <p:cNvSpPr txBox="1"/>
          <p:nvPr/>
        </p:nvSpPr>
        <p:spPr>
          <a:xfrm>
            <a:off x="3017520" y="73152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1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ثِأِ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ثِبِ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ثِتِ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ثِجِ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ثِحِ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ثِخِ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ثِدِ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أِثِبِ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بِثِتِ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تِثِجِ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جِثِحِ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حِثِخِ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خِثِدِ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kasr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kasr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kasr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دِثِأِ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E9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E9B65B"/>
          </a:solidFill>
          <a:ln w="12700">
            <a:solidFill>
              <a:srgbClr val="E9B65B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99A3D"/>
          </a:solidFill>
          <a:ln w="12700">
            <a:solidFill>
              <a:srgbClr val="D99A3D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7DC"/>
          </a:solidFill>
          <a:ln w="12700">
            <a:solidFill>
              <a:srgbClr val="FFF7DC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FF0BE"/>
          </a:solidFill>
          <a:ln w="12700">
            <a:solidFill>
              <a:srgbClr val="FFF0BE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6EC6CA"/>
          </a:solidFill>
          <a:ln w="12700">
            <a:solidFill>
              <a:srgbClr val="6EC6CA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471A"/>
          </a:solidFill>
          <a:ln w="12700">
            <a:solidFill>
              <a:srgbClr val="B5471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دِثِ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66</Slides>
  <Notes>66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kasrah 02-ba-ta-tha</dc:title>
  <dc:subject>PptxGenJS Presentation</dc:subject>
  <dc:creator>PptxGenJS</dc:creator>
  <cp:lastModifiedBy>PptxGenJS</cp:lastModifiedBy>
  <cp:revision>1</cp:revision>
  <dcterms:created xsi:type="dcterms:W3CDTF">2026-10-10T05:02:31Z</dcterms:created>
  <dcterms:modified xsi:type="dcterms:W3CDTF">2026-10-10T05:02:31Z</dcterms:modified>
</cp:coreProperties>
</file>