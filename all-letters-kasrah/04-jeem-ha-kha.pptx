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</p:sldIdLst>
  <p:notesMasterIdLst>
    <p:notesMasterId r:id="rId6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4000" dirty="0"/>
          </a:p>
        </p:txBody>
      </p:sp>
      <p:sp>
        <p:nvSpPr>
          <p:cNvPr id="14" name="F1 kasrah"/>
          <p:cNvSpPr txBox="1"/>
          <p:nvPr/>
        </p:nvSpPr>
        <p:spPr>
          <a:xfrm>
            <a:off x="3017520" y="73152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14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خِأِ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خِبِ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خِتِ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خِثِ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خِجِ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خِحِ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خِسِ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بِخِتِ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سِخِبِ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kasr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2" name="F2 kasr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4" name="F3 kasr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بِخِأِ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9F5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7EDCB9"/>
          </a:solidFill>
          <a:ln w="12700">
            <a:solidFill>
              <a:srgbClr val="7EDCB9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4FC3A1"/>
          </a:solidFill>
          <a:ln w="12700">
            <a:solidFill>
              <a:srgbClr val="4FC3A1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E8FBF5"/>
          </a:solidFill>
          <a:ln w="12700">
            <a:solidFill>
              <a:srgbClr val="E8FBF5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C6A5"/>
          </a:solidFill>
          <a:ln w="12700">
            <a:solidFill>
              <a:srgbClr val="FFC6A5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E381"/>
          </a:solidFill>
          <a:ln w="12700">
            <a:solidFill>
              <a:srgbClr val="FFE381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711C"/>
          </a:solidFill>
          <a:ln w="12700">
            <a:solidFill>
              <a:srgbClr val="F2711C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D5AFE"/>
          </a:solidFill>
          <a:ln w="12700">
            <a:solidFill>
              <a:srgbClr val="3D5AFE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سِخِ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66</Slides>
  <Notes>66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66</vt:i4>
      </vt:variant>
    </vt:vector>
  </HeadingPairs>
  <TitlesOfParts>
    <vt:vector size="6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kasrah 04-jeem-ha-kha</dc:title>
  <dc:subject>PptxGenJS Presentation</dc:subject>
  <dc:creator>PptxGenJS</dc:creator>
  <cp:lastModifiedBy>PptxGenJS</cp:lastModifiedBy>
  <cp:revision>1</cp:revision>
  <dcterms:created xsi:type="dcterms:W3CDTF">2026-10-10T04:43:18Z</dcterms:created>
  <dcterms:modified xsi:type="dcterms:W3CDTF">2026-10-10T04:43:18Z</dcterms:modified>
</cp:coreProperties>
</file>