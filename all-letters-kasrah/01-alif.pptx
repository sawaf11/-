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Snd1" Type="http://schemas.openxmlformats.org/officeDocument/2006/relationships/audio" Target="../media/pop.wav"/><Relationship Id="rIdSnd2" Type="http://schemas.openxmlformats.org/officeDocument/2006/relationships/audio" Target="../media/ding.wav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73152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14000" dirty="0"/>
          </a:p>
        </p:txBody>
      </p:sp>
      <p:sp>
        <p:nvSpPr>
          <p:cNvPr id="14" name="F1 kasrah"/>
          <p:cNvSpPr txBox="1"/>
          <p:nvPr/>
        </p:nvSpPr>
        <p:spPr>
          <a:xfrm>
            <a:off x="3017520" y="73152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</a:t>
            </a:r>
            <a:endParaRPr lang="ar-SA" sz="14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أِسِ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أِبِ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أِتِ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أِثِ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أِجِ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أِحِ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أِخِ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بِأِتِ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تِأِبِ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ثِأِبِ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جِأِبِ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حِأِبِ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خِأِبِ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بِأِسِ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سِأِ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بِأِ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تِأِ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ثِأِ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جِأِ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حِأِ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خِأِ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Arabic letters with kasrah 01-alif</dc:title>
  <dc:subject>PptxGenJS Presentation</dc:subject>
  <dc:creator>PptxGenJS</dc:creator>
  <cp:lastModifiedBy>PptxGenJS</cp:lastModifiedBy>
  <cp:revision>1</cp:revision>
  <dcterms:created xsi:type="dcterms:W3CDTF">2026-10-10T04:43:18Z</dcterms:created>
  <dcterms:modified xsi:type="dcterms:W3CDTF">2026-10-10T04:43:18Z</dcterms:modified>
</cp:coreProperties>
</file>