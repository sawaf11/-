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بِأِسِ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D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FF9ECF"/>
          </a:solidFill>
          <a:ln w="12700">
            <a:solidFill>
              <a:srgbClr val="FF9EC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C79BFF"/>
          </a:solidFill>
          <a:ln w="12700">
            <a:solidFill>
              <a:srgbClr val="C79BFF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tar6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FEAF6"/>
          </a:solidFill>
          <a:ln w="12700">
            <a:solidFill>
              <a:srgbClr val="FFEAF6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A0E7E5"/>
          </a:solidFill>
          <a:ln w="12700">
            <a:solidFill>
              <a:srgbClr val="A0E7E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B4F8C8"/>
          </a:solidFill>
          <a:ln w="12700">
            <a:solidFill>
              <a:srgbClr val="B4F8C8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4D8D"/>
          </a:solidFill>
          <a:ln w="12700">
            <a:solidFill>
              <a:srgbClr val="FF4D8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6399B"/>
          </a:solidFill>
          <a:ln w="12700">
            <a:solidFill>
              <a:srgbClr val="E6399B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A4FD6"/>
          </a:solidFill>
          <a:ln w="12700">
            <a:solidFill>
              <a:srgbClr val="7A4FD6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01-alif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