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notesMasterIdLst>
    <p:notesMasterId r:id="rId4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notesMaster" Target="notesMasters/notesMaster1.xml"/><Relationship Id="rId47" Type="http://schemas.openxmlformats.org/officeDocument/2006/relationships/presProps" Target="presProps.xml"/><Relationship Id="rId48" Type="http://schemas.openxmlformats.org/officeDocument/2006/relationships/viewProps" Target="viewProps.xml"/><Relationship Id="rId49" Type="http://schemas.openxmlformats.org/officeDocument/2006/relationships/theme" Target="theme/theme1.xml"/><Relationship Id="rId5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Snd1" Type="http://schemas.openxmlformats.org/officeDocument/2006/relationships/audio" Target="../media/pop.wav"/><Relationship Id="rIdSnd2" Type="http://schemas.openxmlformats.org/officeDocument/2006/relationships/audio" Target="../media/ding.wav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Snd1" Type="http://schemas.openxmlformats.org/officeDocument/2006/relationships/audio" Target="../media/pop.wav"/><Relationship Id="rIdSnd2" Type="http://schemas.openxmlformats.org/officeDocument/2006/relationships/audio" Target="../media/ding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14000" dirty="0"/>
          </a:p>
        </p:txBody>
      </p:sp>
      <p:sp>
        <p:nvSpPr>
          <p:cNvPr id="14" name="F1 kasrah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14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فِأِ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فِبِ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فِتِ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فِثِ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فِجِ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فِحِ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فِخِ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بِفِتِ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تِفِبِ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ثِفِبِ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جِفِبِ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حِفِبِ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خِفِبِ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بِفِأِ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أِفِ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بِفِ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تِفِ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ثِفِ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جِفِ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حِفِ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خِفِ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14000" dirty="0"/>
          </a:p>
        </p:txBody>
      </p:sp>
      <p:sp>
        <p:nvSpPr>
          <p:cNvPr id="14" name="F1 kasrah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14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قِأِ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قِبِ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قِتِ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قِثِ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قِجِ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قِحِ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قِخِ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بِقِتِ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تِقِبِ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ثِقِبِ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جِقِبِ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حِقِبِ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خِقِبِ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بِقِأِ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أِقِ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بِقِ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تِقِ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ثِقِ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جِقِ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حِقِ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خِقِ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44</Slides>
  <Notes>44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44</vt:i4>
      </vt:variant>
    </vt:vector>
  </HeadingPairs>
  <TitlesOfParts>
    <vt:vector size="4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letters with kasrah 11-fa-qaf</dc:title>
  <dc:subject>PptxGenJS Presentation</dc:subject>
  <dc:creator>PptxGenJS</dc:creator>
  <cp:lastModifiedBy>PptxGenJS</cp:lastModifiedBy>
  <cp:revision>1</cp:revision>
  <dcterms:created xsi:type="dcterms:W3CDTF">2026-10-10T04:43:19Z</dcterms:created>
  <dcterms:modified xsi:type="dcterms:W3CDTF">2026-10-10T04:43:19Z</dcterms:modified>
</cp:coreProperties>
</file>