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5C2A6F"/>
          </a:solidFill>
          <a:ln w="12700">
            <a:solidFill>
              <a:srgbClr val="5C2A6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7B3A8F"/>
          </a:solidFill>
          <a:ln w="12700">
            <a:solidFill>
              <a:srgbClr val="7B3A8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6B4A8F"/>
          </a:solidFill>
          <a:ln w="12700">
            <a:solidFill>
              <a:srgbClr val="6B4A8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553678"/>
          </a:solidFill>
          <a:ln w="12700">
            <a:solidFill>
              <a:srgbClr val="553678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703"/>
          </a:solidFill>
          <a:ln w="12700">
            <a:solidFill>
              <a:srgbClr val="FFB703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F6"/>
          </a:solidFill>
          <a:ln w="12700">
            <a:solidFill>
              <a:srgbClr val="FFD6F6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11-fa-qaf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