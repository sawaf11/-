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لِذِ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لِرِ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لِزِ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لِسِ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لِشِ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لِصِ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لِضِ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لِطِ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لِظِ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لِعِ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لِغِ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لِفِ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لِقِ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لِكِ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أِلِبِ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بِلِتِ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تِلِثِ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ثِلِجِ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جِلِحِ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حِلِخِ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خِلِدِ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دِلِذِ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ذِلِرِ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رِلِزِ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زِلِسِ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سِلِشِ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شِلِصِ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صِلِضِ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ضِلِطِ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طِلِظِ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ظِلِعِ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عِلِغِ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غِلِفِ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فِلِقِ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قِلِكِ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كِلِأِ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أِلِ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بِلِ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تِلِ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ثِلِ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جِلِ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حِلِ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خِلِ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دِلِ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ذِلِ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رِلِ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زِلِ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سِلِ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شِلِ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صِلِ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ضِلِ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طِلِ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ظِلِ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عِلِ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غِلِ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فِلِ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قِلِ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كِلِ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kasrah 13-lam</dc:title>
  <dc:subject>PptxGenJS Presentation</dc:subject>
  <dc:creator>PptxGenJS</dc:creator>
  <cp:lastModifiedBy>PptxGenJS</cp:lastModifiedBy>
  <cp:revision>1</cp:revision>
  <dcterms:created xsi:type="dcterms:W3CDTF">2026-10-10T05:02:32Z</dcterms:created>
  <dcterms:modified xsi:type="dcterms:W3CDTF">2026-10-10T05:02:32Z</dcterms:modified>
</cp:coreProperties>
</file>