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بِطِتِ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تِطِبِ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ثِطِبِ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جِطِبِ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حِطِبِ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خِطِبِ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بِطِأِ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بِظِتِ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تِظِبِ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ثِظِبِ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جِظِبِ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حِظِبِ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خِظِبِ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بِظِأِ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B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B72E8"/>
          </a:solidFill>
          <a:ln w="12700">
            <a:solidFill>
              <a:srgbClr val="9B72E8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D6A5"/>
          </a:solidFill>
          <a:ln w="12700">
            <a:solidFill>
              <a:srgbClr val="FFD6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6ECFF"/>
          </a:solidFill>
          <a:ln w="12700">
            <a:solidFill>
              <a:srgbClr val="F6EC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ADAD"/>
          </a:solidFill>
          <a:ln w="12700">
            <a:solidFill>
              <a:srgbClr val="FFADA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CAFFBF"/>
          </a:solidFill>
          <a:ln w="12700">
            <a:solidFill>
              <a:srgbClr val="CAFFB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09-ta-dha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