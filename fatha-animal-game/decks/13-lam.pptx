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cat.wav" ContentType="audio/wav"/>
  <Override PartName="/ppt/media/snd_a_dog.wav" ContentType="audio/wav"/>
  <Override PartName="/ppt/media/snd_a_girl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dog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cat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cat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cat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8" Type="http://schemas.openxmlformats.org/officeDocument/2006/relationships/audio" Target="../media/snd_a_dog.wav"/><Relationship Id="rId9" Type="http://schemas.openxmlformats.org/officeDocument/2006/relationships/audio" Target="../media/snd_a_cat.wav"/><Relationship Id="rId10" Type="http://schemas.openxmlformats.org/officeDocument/2006/relationships/audio" Target="../media/snd_a_girl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cat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cat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cat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2.png"/><Relationship Id="rId8" Type="http://schemas.openxmlformats.org/officeDocument/2006/relationships/audio" Target="../media/snd_a_dog.wav"/><Relationship Id="rId9" Type="http://schemas.openxmlformats.org/officeDocument/2006/relationships/audio" Target="../media/snd_a_cat.wav"/><Relationship Id="rId10" Type="http://schemas.openxmlformats.org/officeDocument/2006/relationships/audio" Target="../media/snd_a_girl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cat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cat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9.xml"/><Relationship Id="rId7" Type="http://schemas.openxmlformats.org/officeDocument/2006/relationships/image" Target="../media/image12.png"/><Relationship Id="rId8" Type="http://schemas.openxmlformats.org/officeDocument/2006/relationships/audio" Target="../media/snd_a_dog.wav"/><Relationship Id="rId9" Type="http://schemas.openxmlformats.org/officeDocument/2006/relationships/audio" Target="../media/snd_a_cat.wav"/><Relationship Id="rId10" Type="http://schemas.openxmlformats.org/officeDocument/2006/relationships/audio" Target="../media/snd_a_girl.wav"/><Relationship Id="rId11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ل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9" name="S02 F1 mark" descr="ل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93801" y="6461760"/>
            <a:ext cx="247479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57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70061" y="6461760"/>
            <a:ext cx="371219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83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46321" y="6461760"/>
            <a:ext cx="494959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09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22581" y="6461760"/>
            <a:ext cx="618699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5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98842" y="6461760"/>
            <a:ext cx="74243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61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75102" y="6461760"/>
            <a:ext cx="86617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87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51362" y="6461760"/>
            <a:ext cx="98991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13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8590C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ل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ل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خَلَ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ل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لَخَ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ل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51362" y="6461760"/>
            <a:ext cx="98991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313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ل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لَخَ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251362" y="6461760"/>
            <a:ext cx="98991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313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27623" y="6461760"/>
            <a:ext cx="1113657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939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03883" y="6461760"/>
            <a:ext cx="1237397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65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80143" y="6461760"/>
            <a:ext cx="1361137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91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756404" y="6461760"/>
            <a:ext cx="148487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18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632664" y="6461760"/>
            <a:ext cx="160861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44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508924" y="6461760"/>
            <a:ext cx="173235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70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385184" y="6461760"/>
            <a:ext cx="185609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96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61445" y="6461760"/>
            <a:ext cx="1979835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22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8590C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ل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ل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ضَلَ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م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مَضَ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ل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61445" y="6461760"/>
            <a:ext cx="1979835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22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ل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لَضَ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261445" y="6461760"/>
            <a:ext cx="1979835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22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137705" y="6461760"/>
            <a:ext cx="2103575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48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013965" y="6461760"/>
            <a:ext cx="2227315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74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890226" y="6461760"/>
            <a:ext cx="2351054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00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766486" y="6461760"/>
            <a:ext cx="2474794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26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42746" y="6461760"/>
            <a:ext cx="2598534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52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519007" y="6461760"/>
            <a:ext cx="272227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78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95267" y="6461760"/>
            <a:ext cx="284601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04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ل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أَلَبَ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271527" y="6461760"/>
            <a:ext cx="296975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303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8590C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أ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ل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ب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أَلَب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أَلَبَ</a:t>
            </a:r>
          </a:p>
        </p:txBody>
      </p:sp>
      <p:pic>
        <p:nvPicPr>
          <p:cNvPr id="16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بَلَأ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بَلَأَ</a:t>
            </a:r>
          </a:p>
        </p:txBody>
      </p:sp>
      <p:pic>
        <p:nvPicPr>
          <p:cNvPr id="18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بَل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بَلَبَ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7271527" y="6461760"/>
            <a:ext cx="296975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30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ل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أَلَبَ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271527" y="6461760"/>
            <a:ext cx="296975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30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elebrating" descr="dog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cat celebrating" descr="ca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girl celebrating" descr="girl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ل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بَلَتَ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147787" y="6461760"/>
            <a:ext cx="309349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563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ل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تَلَثَ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024048" y="6461760"/>
            <a:ext cx="3217232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824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ل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ثَلَجَ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900308" y="6461760"/>
            <a:ext cx="3340972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84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ل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جَلَحَ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776568" y="6461760"/>
            <a:ext cx="3464712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344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ل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حَلَخَ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652829" y="6461760"/>
            <a:ext cx="358845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0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ل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خَلَدَ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529089" y="6461760"/>
            <a:ext cx="371219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6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ل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دَلَذَ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405349" y="6461760"/>
            <a:ext cx="383593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12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ل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ذَلَرَ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281610" y="6461760"/>
            <a:ext cx="3959670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38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8590C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ذ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ل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ر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رَل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رَلَذَ</a:t>
            </a:r>
          </a:p>
        </p:txBody>
      </p:sp>
      <p:pic>
        <p:nvPicPr>
          <p:cNvPr id="16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ذَلَر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ذَلَرَ</a:t>
            </a:r>
          </a:p>
        </p:txBody>
      </p:sp>
      <p:pic>
        <p:nvPicPr>
          <p:cNvPr id="18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ذَمَر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ذَمَرَ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6281610" y="6461760"/>
            <a:ext cx="3959670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38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لَر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ذَلَرَ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281610" y="6461760"/>
            <a:ext cx="3959670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3386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ل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رَلَزَ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157870" y="6461760"/>
            <a:ext cx="4083410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4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ل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زَلَسَ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034130" y="6461760"/>
            <a:ext cx="4207150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90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ل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سَلَشَ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910390" y="6461760"/>
            <a:ext cx="4330890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16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ل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شَلَصَ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786651" y="6461760"/>
            <a:ext cx="4454629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42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ل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صَلَضَ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662911" y="6461760"/>
            <a:ext cx="4578369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68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ل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ضَلَطَ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539171" y="6461760"/>
            <a:ext cx="4702109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94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ل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طَلَظَ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415432" y="6461760"/>
            <a:ext cx="482584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20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ل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ظَلَعَ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291692" y="6461760"/>
            <a:ext cx="494958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46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8590C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ظ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ل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ع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عَلَظ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عَلَظَ</a:t>
            </a:r>
          </a:p>
        </p:txBody>
      </p:sp>
      <p:pic>
        <p:nvPicPr>
          <p:cNvPr id="16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ظَلَغ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ظَلَغَ</a:t>
            </a:r>
          </a:p>
        </p:txBody>
      </p:sp>
      <p:pic>
        <p:nvPicPr>
          <p:cNvPr id="18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ظَلَع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ظَلَعَ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5291692" y="6461760"/>
            <a:ext cx="494958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46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ظَلَع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ظَلَعَ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291692" y="6461760"/>
            <a:ext cx="494958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346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ل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عَلَغَ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167952" y="6461760"/>
            <a:ext cx="5073328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72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ف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F3 mark" descr="ف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لَف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غَلَفَ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044213" y="6461760"/>
            <a:ext cx="5197067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98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ف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2" name="F1 mark" descr="ف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ق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8" name="F3 mark" descr="ق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فَلَق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فَلَقَ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920473" y="6461760"/>
            <a:ext cx="5320807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24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ق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2" name="F1 mark" descr="ق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ك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8" name="F3 mark" descr="ك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قَلَك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قَلَكَ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796733" y="6461760"/>
            <a:ext cx="5444547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50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ك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2" name="F1 mark" descr="ك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ل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F2 mark" descr="ل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كَل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كَلَأَ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72993" y="6461760"/>
            <a:ext cx="5568287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76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549254" y="6461760"/>
            <a:ext cx="569202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03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425514" y="6461760"/>
            <a:ext cx="581576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29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301774" y="6461760"/>
            <a:ext cx="593950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55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8590C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ت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ل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تَل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تَلَ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لَت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لَتَ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ثَل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ثَلَ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301774" y="6461760"/>
            <a:ext cx="593950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3550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تَل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تَلَ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301774" y="6461760"/>
            <a:ext cx="5939506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3550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elebrating" descr="dog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cat celebrating" descr="ca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girl celebrating" descr="girl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178035" y="6461760"/>
            <a:ext cx="6063245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81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054295" y="6461760"/>
            <a:ext cx="6186985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07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930555" y="6461760"/>
            <a:ext cx="6310725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33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806816" y="6461760"/>
            <a:ext cx="6434464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59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683076" y="6461760"/>
            <a:ext cx="6558204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85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559336" y="6461760"/>
            <a:ext cx="6681944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11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435596" y="6461760"/>
            <a:ext cx="6805684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37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311857" y="6461760"/>
            <a:ext cx="692942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63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8590C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ز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ل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لَز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لَزَ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زَل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زَلَ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زَم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زَمَ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311857" y="6461760"/>
            <a:ext cx="692942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363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زَل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زَلَ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311857" y="6461760"/>
            <a:ext cx="692942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363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88117" y="6461760"/>
            <a:ext cx="705316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89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64377" y="6461760"/>
            <a:ext cx="7176903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15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40638" y="6461760"/>
            <a:ext cx="7300642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41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16898" y="6461760"/>
            <a:ext cx="7424382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67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93158" y="6461760"/>
            <a:ext cx="7548122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93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69419" y="6461760"/>
            <a:ext cx="767186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19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45679" y="6461760"/>
            <a:ext cx="779560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45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21939" y="6461760"/>
            <a:ext cx="791934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71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8590C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غ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ل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لَغ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لَغَ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عَل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عَلَ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غَل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21939" y="6461760"/>
            <a:ext cx="791934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371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غَل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غَلَ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321939" y="6461760"/>
            <a:ext cx="791934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3715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98199" y="6461760"/>
            <a:ext cx="8043081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97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74460" y="6461760"/>
            <a:ext cx="8166820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23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660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7610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861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962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20634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2164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22651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2365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85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elebrating" descr="dog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cat celebrating" descr="ca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girl celebrating" descr="girl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980000">
            <a:off x="9456681" y="4171879"/>
            <a:ext cx="397451" cy="39745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320000">
            <a:off x="9305105" y="3690045"/>
            <a:ext cx="290089" cy="290089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1620000">
            <a:off x="10540174" y="4407990"/>
            <a:ext cx="384045" cy="384045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280000">
            <a:off x="9464985" y="1464909"/>
            <a:ext cx="254867" cy="254867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3360000">
            <a:off x="9731725" y="840641"/>
            <a:ext cx="223313" cy="223313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020000">
            <a:off x="10673113" y="1773825"/>
            <a:ext cx="441827" cy="44182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780000">
            <a:off x="9888064" y="319757"/>
            <a:ext cx="382641" cy="38264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200000">
            <a:off x="10956751" y="2527288"/>
            <a:ext cx="223170" cy="22317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1320000">
            <a:off x="11241863" y="3041094"/>
            <a:ext cx="440164" cy="4401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1140000">
            <a:off x="2564342" y="852660"/>
            <a:ext cx="327419" cy="32741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420000">
            <a:off x="2993555" y="1813142"/>
            <a:ext cx="226050" cy="226050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100000">
            <a:off x="2401539" y="2630365"/>
            <a:ext cx="222895" cy="222895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2760000">
            <a:off x="10636258" y="2388214"/>
            <a:ext cx="222575" cy="222575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540000">
            <a:off x="1750388" y="488803"/>
            <a:ext cx="263823" cy="263823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13-lam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