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oy.wav" ContentType="audio/wav"/>
  <Override PartName="/ppt/media/snd_a_dog.wav" ContentType="audio/wav"/>
  <Override PartName="/ppt/media/snd_a_girl.wav" ContentType="audio/wav"/>
  <Override PartName="/ppt/media/snd_a_rabbit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rabbi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rabbit.wav"/><Relationship Id="rId9" Type="http://schemas.openxmlformats.org/officeDocument/2006/relationships/audio" Target="../media/snd_a_dog.wav"/><Relationship Id="rId10" Type="http://schemas.openxmlformats.org/officeDocument/2006/relationships/audio" Target="../media/snd_a_boy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rabbit.wav"/><Relationship Id="rId9" Type="http://schemas.openxmlformats.org/officeDocument/2006/relationships/audio" Target="../media/snd_a_dog.wav"/><Relationship Id="rId10" Type="http://schemas.openxmlformats.org/officeDocument/2006/relationships/audio" Target="../media/snd_a_boy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rabbit.wav"/><Relationship Id="rId11" Type="http://schemas.openxmlformats.org/officeDocument/2006/relationships/audio" Target="../media/snd_win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3.png"/><Relationship Id="rId8" Type="http://schemas.openxmlformats.org/officeDocument/2006/relationships/audio" Target="../media/snd_a_rabbit.wav"/><Relationship Id="rId9" Type="http://schemas.openxmlformats.org/officeDocument/2006/relationships/audio" Target="../media/snd_a_dog.wav"/><Relationship Id="rId10" Type="http://schemas.openxmlformats.org/officeDocument/2006/relationships/audio" Target="../media/snd_a_boy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2.xml"/><Relationship Id="rId8" Type="http://schemas.openxmlformats.org/officeDocument/2006/relationships/slide" Target="slide113.xml"/><Relationship Id="rId9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3.xml"/><Relationship Id="rId6" Type="http://schemas.openxmlformats.org/officeDocument/2006/relationships/slide" Target="slide11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4.xml"/><Relationship Id="rId8" Type="http://schemas.openxmlformats.org/officeDocument/2006/relationships/slide" Target="slide124.xml"/><Relationship Id="rId9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5.xml"/><Relationship Id="rId6" Type="http://schemas.openxmlformats.org/officeDocument/2006/relationships/slide" Target="slide122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6.xml"/><Relationship Id="rId8" Type="http://schemas.openxmlformats.org/officeDocument/2006/relationships/slide" Target="slide134.xml"/><Relationship Id="rId9" Type="http://schemas.openxmlformats.org/officeDocument/2006/relationships/slide" Target="slide13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7.xml"/><Relationship Id="rId6" Type="http://schemas.openxmlformats.org/officeDocument/2006/relationships/slide" Target="slide13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8.xml"/><Relationship Id="rId7" Type="http://schemas.openxmlformats.org/officeDocument/2006/relationships/image" Target="../media/image13.png"/><Relationship Id="rId8" Type="http://schemas.openxmlformats.org/officeDocument/2006/relationships/audio" Target="../media/snd_a_rabbit.wav"/><Relationship Id="rId9" Type="http://schemas.openxmlformats.org/officeDocument/2006/relationships/audio" Target="../media/snd_a_dog.wav"/><Relationship Id="rId10" Type="http://schemas.openxmlformats.org/officeDocument/2006/relationships/audio" Target="../media/snd_a_boy.wav"/><Relationship Id="rId11" Type="http://schemas.openxmlformats.org/officeDocument/2006/relationships/audio" Target="../media/snd_level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rabbit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9.xml"/><Relationship Id="rId8" Type="http://schemas.openxmlformats.org/officeDocument/2006/relationships/slide" Target="slide147.xml"/><Relationship Id="rId9" Type="http://schemas.openxmlformats.org/officeDocument/2006/relationships/slide" Target="slide14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0.xml"/><Relationship Id="rId6" Type="http://schemas.openxmlformats.org/officeDocument/2006/relationships/slide" Target="slide14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1.xml"/><Relationship Id="rId8" Type="http://schemas.openxmlformats.org/officeDocument/2006/relationships/slide" Target="slide158.xml"/><Relationship Id="rId9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2.xml"/><Relationship Id="rId6" Type="http://schemas.openxmlformats.org/officeDocument/2006/relationships/slide" Target="slide156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rabbit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3.xml"/><Relationship Id="rId8" Type="http://schemas.openxmlformats.org/officeDocument/2006/relationships/image" Target="../media/image13.png"/><Relationship Id="rId9" Type="http://schemas.openxmlformats.org/officeDocument/2006/relationships/audio" Target="../media/snd_a_rabbit.wav"/><Relationship Id="rId10" Type="http://schemas.openxmlformats.org/officeDocument/2006/relationships/audio" Target="../media/snd_a_dog.wav"/><Relationship Id="rId11" Type="http://schemas.openxmlformats.org/officeDocument/2006/relationships/audio" Target="../media/snd_a_boy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ف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9" name="S02 F1 mark" descr="ف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32274" y="6461760"/>
            <a:ext cx="20900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05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62606" y="6461760"/>
            <a:ext cx="27867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38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92937" y="6461760"/>
            <a:ext cx="3483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71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23269" y="6461760"/>
            <a:ext cx="41801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04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53600" y="6461760"/>
            <a:ext cx="4876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3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83931" y="6461760"/>
            <a:ext cx="5573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70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ف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ف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خَفَ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ف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فَخَ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ف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83931" y="6461760"/>
            <a:ext cx="5573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570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ف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فَخَ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683931" y="6461760"/>
            <a:ext cx="5573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57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14263" y="6461760"/>
            <a:ext cx="62701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03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4594" y="6461760"/>
            <a:ext cx="6966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37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74926" y="6461760"/>
            <a:ext cx="76635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70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05257" y="6461760"/>
            <a:ext cx="83602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03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35589" y="6461760"/>
            <a:ext cx="9056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36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65920" y="6461760"/>
            <a:ext cx="97536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96251" y="6461760"/>
            <a:ext cx="104502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02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26583" y="6461760"/>
            <a:ext cx="111469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35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ف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ف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ضَفَ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ق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قَضَ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ف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26583" y="6461760"/>
            <a:ext cx="111469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35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ف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فَضَ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126583" y="6461760"/>
            <a:ext cx="111469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35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56914" y="6461760"/>
            <a:ext cx="118436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9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87246" y="6461760"/>
            <a:ext cx="125403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02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17577" y="6461760"/>
            <a:ext cx="132370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35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7909" y="6461760"/>
            <a:ext cx="139337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68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ف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أَفَبَ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78240" y="6461760"/>
            <a:ext cx="146304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01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ف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بَفَتَ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08571" y="6461760"/>
            <a:ext cx="153270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34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ف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تَفَثَ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38903" y="6461760"/>
            <a:ext cx="160237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679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ف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ثَفَجَ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69234" y="6461760"/>
            <a:ext cx="167204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01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ث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ف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ج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ثَف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ثَفَجَ</a:t>
            </a:r>
          </a:p>
        </p:txBody>
      </p:sp>
      <p:pic>
        <p:nvPicPr>
          <p:cNvPr id="16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جَفَث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جَفَثَ</a:t>
            </a:r>
          </a:p>
        </p:txBody>
      </p:sp>
      <p:pic>
        <p:nvPicPr>
          <p:cNvPr id="18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فَج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بَفَجَ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569234" y="6461760"/>
            <a:ext cx="167204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01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ثَف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ثَفَجَ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569234" y="6461760"/>
            <a:ext cx="167204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01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og celebrating" descr="dog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oy celebrating" descr="boy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ف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جَفَحَ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99566" y="6461760"/>
            <a:ext cx="174171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34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ف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حَفَخَ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29897" y="6461760"/>
            <a:ext cx="181138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673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ف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خَفَدَ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60229" y="6461760"/>
            <a:ext cx="188105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005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ف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دَفَذَ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90560" y="6461760"/>
            <a:ext cx="195072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ف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ذَفَرَ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20891" y="6461760"/>
            <a:ext cx="202038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66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ف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رَفَزَ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51223" y="6461760"/>
            <a:ext cx="209005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999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ف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زَفَسَ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81554" y="6461760"/>
            <a:ext cx="215972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33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ف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سَفَشَ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11886" y="6461760"/>
            <a:ext cx="222939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66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س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ف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ش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شَفَس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شَفَسَ</a:t>
            </a:r>
          </a:p>
        </p:txBody>
      </p:sp>
      <p:pic>
        <p:nvPicPr>
          <p:cNvPr id="16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سَفَش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سَفَشَ</a:t>
            </a:r>
          </a:p>
        </p:txBody>
      </p:sp>
      <p:pic>
        <p:nvPicPr>
          <p:cNvPr id="18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سَقَش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سَقَشَ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011886" y="6461760"/>
            <a:ext cx="222939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66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سَفَش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سَفَشَ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011886" y="6461760"/>
            <a:ext cx="222939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366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ف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شَفَصَ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42217" y="6461760"/>
            <a:ext cx="229906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993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ف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صَفَضَ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72549" y="6461760"/>
            <a:ext cx="236873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325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ف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ضَفَطَ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02880" y="6461760"/>
            <a:ext cx="243840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ف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طَفَظَ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33211" y="6461760"/>
            <a:ext cx="250806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98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ف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ظَفَعَ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63543" y="6461760"/>
            <a:ext cx="257773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319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ف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عَفَغَ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93874" y="6461760"/>
            <a:ext cx="264740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65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ف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5" name="F2 mark" descr="ف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ف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غَفَأَ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24206" y="6461760"/>
            <a:ext cx="271707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98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54537" y="6461760"/>
            <a:ext cx="27867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31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ف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ف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فَأَ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ق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أَقَ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ف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54537" y="6461760"/>
            <a:ext cx="27867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31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ف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أَفَ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454537" y="6461760"/>
            <a:ext cx="27867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631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84869" y="6461760"/>
            <a:ext cx="285641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64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15200" y="6461760"/>
            <a:ext cx="29260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45531" y="6461760"/>
            <a:ext cx="29957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30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75863" y="6461760"/>
            <a:ext cx="306541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63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06194" y="6461760"/>
            <a:ext cx="31350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7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36526" y="6461760"/>
            <a:ext cx="320475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30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66857" y="6461760"/>
            <a:ext cx="327442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3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97189" y="6461760"/>
            <a:ext cx="33440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96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ف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ذَف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ذَفَ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ف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فَذَ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دَف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97189" y="6461760"/>
            <a:ext cx="33440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96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ف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ذَفَ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897189" y="6461760"/>
            <a:ext cx="33440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96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og celebrating" descr="dog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oy celebrating" descr="boy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27520" y="6461760"/>
            <a:ext cx="341376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9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57851" y="6461760"/>
            <a:ext cx="348342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62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88183" y="6461760"/>
            <a:ext cx="355309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18514" y="6461760"/>
            <a:ext cx="362276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29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48846" y="6461760"/>
            <a:ext cx="369243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62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79177" y="6461760"/>
            <a:ext cx="376210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5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09509" y="6461760"/>
            <a:ext cx="383177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8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39840" y="6461760"/>
            <a:ext cx="390144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ظ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ف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فَظ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فَظَ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ظَف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ظَفَ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ظَق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39840" y="6461760"/>
            <a:ext cx="390144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ف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ظَفَ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339840" y="6461760"/>
            <a:ext cx="390144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70171" y="6461760"/>
            <a:ext cx="397110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94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00503" y="6461760"/>
            <a:ext cx="404077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7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ق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9" name="S02 F1 mark" descr="ق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30834" y="6461760"/>
            <a:ext cx="411044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10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61166" y="6461760"/>
            <a:ext cx="418011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94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91497" y="6461760"/>
            <a:ext cx="424978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27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21829" y="6461760"/>
            <a:ext cx="431945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60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52160" y="6461760"/>
            <a:ext cx="438912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93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82491" y="6461760"/>
            <a:ext cx="445878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26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ق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ج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جَق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جَقَ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فَج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فَجَ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قَج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82491" y="6461760"/>
            <a:ext cx="445878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26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ق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قَجَ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782491" y="6461760"/>
            <a:ext cx="445878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26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12823" y="6461760"/>
            <a:ext cx="452845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59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43154" y="6461760"/>
            <a:ext cx="459812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93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73486" y="6461760"/>
            <a:ext cx="466779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26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03817" y="6461760"/>
            <a:ext cx="473746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59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34149" y="6461760"/>
            <a:ext cx="480713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92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64480" y="6461760"/>
            <a:ext cx="487680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25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94811" y="6461760"/>
            <a:ext cx="494646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58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25143" y="6461760"/>
            <a:ext cx="501613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91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ق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ش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ق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قَشَ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شَق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شَقَ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قَس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25143" y="6461760"/>
            <a:ext cx="501613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91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قَش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قَشَ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25143" y="6461760"/>
            <a:ext cx="501613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91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og celebrating" descr="dog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oy celebrating" descr="boy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55474" y="6461760"/>
            <a:ext cx="508580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5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85806" y="6461760"/>
            <a:ext cx="515547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8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16137" y="6461760"/>
            <a:ext cx="52251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1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46469" y="6461760"/>
            <a:ext cx="529481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24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76800" y="6461760"/>
            <a:ext cx="53644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07131" y="6461760"/>
            <a:ext cx="54341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90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37463" y="6461760"/>
            <a:ext cx="550381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23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ق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أَقَبَ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67794" y="6461760"/>
            <a:ext cx="55734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57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ق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ق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بَقَأَ</a:t>
            </a:r>
          </a:p>
        </p:txBody>
      </p:sp>
      <p:pic>
        <p:nvPicPr>
          <p:cNvPr id="16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أَقَب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أَقَبَ</a:t>
            </a:r>
          </a:p>
        </p:txBody>
      </p:sp>
      <p:pic>
        <p:nvPicPr>
          <p:cNvPr id="18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أَفَب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أَفَبَ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67794" y="6461760"/>
            <a:ext cx="55734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57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ق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أَقَبَ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67794" y="6461760"/>
            <a:ext cx="55734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957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ق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بَقَتَ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98126" y="6461760"/>
            <a:ext cx="564315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0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ق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تَقَثَ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28457" y="6461760"/>
            <a:ext cx="571282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233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ق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ثَقَجَ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58789" y="6461760"/>
            <a:ext cx="57824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65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ق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جَقَحَ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89120" y="6461760"/>
            <a:ext cx="585216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89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ق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حَقَخَ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19451" y="6461760"/>
            <a:ext cx="592182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22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ق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خَقَدَ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49783" y="6461760"/>
            <a:ext cx="599149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559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ق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دَقَذَ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80114" y="6461760"/>
            <a:ext cx="606116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89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ق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ذَقَرَ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10446" y="6461760"/>
            <a:ext cx="613083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22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ق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ق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رَقَذَ</a:t>
            </a:r>
          </a:p>
        </p:txBody>
      </p:sp>
      <p:pic>
        <p:nvPicPr>
          <p:cNvPr id="16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قَز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ذَقَزَ</a:t>
            </a:r>
          </a:p>
        </p:txBody>
      </p:sp>
      <p:pic>
        <p:nvPicPr>
          <p:cNvPr id="18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قَر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ذَقَرَ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110446" y="6461760"/>
            <a:ext cx="613083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222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ق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ذَقَرَ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110446" y="6461760"/>
            <a:ext cx="613083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222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ق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رَقَزَ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40777" y="6461760"/>
            <a:ext cx="620050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553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ق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زَقَسَ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71109" y="6461760"/>
            <a:ext cx="627017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885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ق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سَقَشَ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01440" y="6461760"/>
            <a:ext cx="633984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21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ق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شَقَصَ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31771" y="6461760"/>
            <a:ext cx="640950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54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ق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صَقَضَ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62103" y="6461760"/>
            <a:ext cx="647917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879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ق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ضَقَطَ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92434" y="6461760"/>
            <a:ext cx="654884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10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ق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طَقَظَ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22766" y="6461760"/>
            <a:ext cx="661851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42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ق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ظَقَعَ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53097" y="6461760"/>
            <a:ext cx="668818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873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ظ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ق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ع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ظَقَع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ظَقَعَ</a:t>
            </a:r>
          </a:p>
        </p:txBody>
      </p:sp>
      <p:pic>
        <p:nvPicPr>
          <p:cNvPr id="16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عَقَظ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عَقَظَ</a:t>
            </a:r>
          </a:p>
        </p:txBody>
      </p:sp>
      <p:pic>
        <p:nvPicPr>
          <p:cNvPr id="18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طَقَع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طَقَعَ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553097" y="6461760"/>
            <a:ext cx="668818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487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قَع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ظَقَعَ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553097" y="6461760"/>
            <a:ext cx="668818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487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og celebrating" descr="dog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boy celebrating" descr="boy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ق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عَقَغَ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83429" y="6461760"/>
            <a:ext cx="675785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205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ق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غَقَفَ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13760" y="6461760"/>
            <a:ext cx="682752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ق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5" name="F2 mark" descr="ق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ق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فَقَأَ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44091" y="6461760"/>
            <a:ext cx="689718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867" y="5949696"/>
            <a:ext cx="780288" cy="780288"/>
          </a:xfrm>
          <a:prstGeom prst="rect">
            <a:avLst/>
          </a:prstGeom>
        </p:spPr>
      </p:pic>
      <p:pic>
        <p:nvPicPr>
          <p:cNvPr id="39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74423" y="6461760"/>
            <a:ext cx="696685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19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04754" y="6461760"/>
            <a:ext cx="703652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53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35086" y="6461760"/>
            <a:ext cx="710619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86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65417" y="6461760"/>
            <a:ext cx="717586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9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95749" y="6461760"/>
            <a:ext cx="724553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52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ق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ق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قَجَ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جَق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جَقَ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ف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95749" y="6461760"/>
            <a:ext cx="724553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752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ق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جَقَ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995749" y="6461760"/>
            <a:ext cx="724553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752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26080" y="6461760"/>
            <a:ext cx="731520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85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56411" y="6461760"/>
            <a:ext cx="738486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18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86743" y="6461760"/>
            <a:ext cx="745453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51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17074" y="6461760"/>
            <a:ext cx="752420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85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47406" y="6461760"/>
            <a:ext cx="759387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18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77737" y="6461760"/>
            <a:ext cx="766354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1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08069" y="6461760"/>
            <a:ext cx="773321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84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38400" y="6461760"/>
            <a:ext cx="78028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3A86F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ق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ق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قَشَ</a:t>
            </a:r>
          </a:p>
        </p:txBody>
      </p:sp>
      <p:pic>
        <p:nvPicPr>
          <p:cNvPr id="13" name="dog holding answer 2" descr="dog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سَق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سَقَ</a:t>
            </a:r>
          </a:p>
        </p:txBody>
      </p:sp>
      <p:pic>
        <p:nvPicPr>
          <p:cNvPr id="15" name="boy holding answer 3" descr="boy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شَق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38400" y="6461760"/>
            <a:ext cx="78028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17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og cheering" descr="dog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boy cheering" descr="boy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ق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شَقَ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438400" y="6461760"/>
            <a:ext cx="780288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17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og encouraging" descr="dog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68731" y="6461760"/>
            <a:ext cx="7872549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0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99063" y="6461760"/>
            <a:ext cx="7942217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83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29394" y="6461760"/>
            <a:ext cx="8011886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7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59726" y="6461760"/>
            <a:ext cx="8081554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50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90057" y="6461760"/>
            <a:ext cx="8151223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83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20389" y="6461760"/>
            <a:ext cx="8220891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6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og (friend)" descr="dog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og (happy)" descr="dog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5985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904123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848389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792654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73691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68118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62544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569714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51397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45824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11"/>
          <p:cNvSpPr/>
          <p:nvPr/>
        </p:nvSpPr>
        <p:spPr>
          <a:xfrm>
            <a:off x="4025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12"/>
          <p:cNvSpPr/>
          <p:nvPr/>
        </p:nvSpPr>
        <p:spPr>
          <a:xfrm>
            <a:off x="346775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3"/>
          <p:cNvSpPr/>
          <p:nvPr/>
        </p:nvSpPr>
        <p:spPr>
          <a:xfrm>
            <a:off x="29104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4"/>
          <p:cNvSpPr/>
          <p:nvPr/>
        </p:nvSpPr>
        <p:spPr>
          <a:xfrm>
            <a:off x="23530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A8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dog celebrating" descr="dog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boy celebrating" descr="boy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3120000">
            <a:off x="3285129" y="3094608"/>
            <a:ext cx="436839" cy="43683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2760000">
            <a:off x="3028139" y="612348"/>
            <a:ext cx="378775" cy="378775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60000">
            <a:off x="11660096" y="4505451"/>
            <a:ext cx="339808" cy="339808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880000">
            <a:off x="1300529" y="2121167"/>
            <a:ext cx="378271" cy="3782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1500000">
            <a:off x="2546715" y="4311684"/>
            <a:ext cx="256197" cy="2561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80000">
            <a:off x="11068354" y="1377081"/>
            <a:ext cx="462061" cy="462061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2580000">
            <a:off x="10841140" y="4415186"/>
            <a:ext cx="467697" cy="4676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>
            <a:off x="355752" y="2230136"/>
            <a:ext cx="293214" cy="293214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720000">
            <a:off x="1490412" y="1739679"/>
            <a:ext cx="450228" cy="45022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660000">
            <a:off x="347903" y="4405231"/>
            <a:ext cx="255509" cy="25550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300000">
            <a:off x="10286082" y="780824"/>
            <a:ext cx="431386" cy="431386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1500000">
            <a:off x="10324779" y="886090"/>
            <a:ext cx="371559" cy="371559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60000">
            <a:off x="10516965" y="1200520"/>
            <a:ext cx="234734" cy="23473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240000">
            <a:off x="10059290" y="4449234"/>
            <a:ext cx="400672" cy="40067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3000000">
            <a:off x="3762849" y="1404081"/>
            <a:ext cx="319952" cy="31995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00000">
            <a:off x="316362" y="2713199"/>
            <a:ext cx="412926" cy="41292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980000">
            <a:off x="380598" y="917739"/>
            <a:ext cx="238445" cy="238445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360000">
            <a:off x="1329318" y="2563477"/>
            <a:ext cx="295156" cy="29515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>
            <a:off x="1033446" y="2169000"/>
            <a:ext cx="405630" cy="405630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660000">
            <a:off x="6224282" y="358090"/>
            <a:ext cx="451259" cy="45125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120000">
            <a:off x="10485948" y="289373"/>
            <a:ext cx="435588" cy="4355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300000">
            <a:off x="8468420" y="3792180"/>
            <a:ext cx="416124" cy="41612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960000">
            <a:off x="10139171" y="755384"/>
            <a:ext cx="283492" cy="283492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300000">
            <a:off x="9929165" y="1901515"/>
            <a:ext cx="233514" cy="23351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280000">
            <a:off x="264378" y="4263718"/>
            <a:ext cx="285792" cy="285792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60000">
            <a:off x="8957114" y="4074410"/>
            <a:ext cx="239303" cy="23930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500000">
            <a:off x="2617171" y="966023"/>
            <a:ext cx="465811" cy="46581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3300000">
            <a:off x="9440805" y="1730619"/>
            <a:ext cx="413912" cy="413912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960000">
            <a:off x="9994470" y="1720056"/>
            <a:ext cx="293709" cy="29370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60000">
            <a:off x="1242559" y="1756428"/>
            <a:ext cx="430901" cy="43090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600000">
            <a:off x="3550310" y="2202899"/>
            <a:ext cx="378147" cy="37814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2100000">
            <a:off x="8890577" y="2349195"/>
            <a:ext cx="286186" cy="286186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640000">
            <a:off x="3720614" y="1369732"/>
            <a:ext cx="444751" cy="44475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560000">
            <a:off x="3651614" y="2014405"/>
            <a:ext cx="253337" cy="25333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3240000">
            <a:off x="10965779" y="679170"/>
            <a:ext cx="467704" cy="467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3480000">
            <a:off x="9536370" y="993659"/>
            <a:ext cx="452504" cy="452504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120000">
            <a:off x="8728505" y="3255113"/>
            <a:ext cx="311439" cy="31143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020000">
            <a:off x="1186417" y="345619"/>
            <a:ext cx="407750" cy="40775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3000000">
            <a:off x="1759044" y="2040557"/>
            <a:ext cx="343390" cy="34339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3180000">
            <a:off x="9738562" y="4190940"/>
            <a:ext cx="365900" cy="365900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11-fa-qaf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