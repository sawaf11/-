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snd_a_bird.wav" ContentType="audio/wav"/>
  <Override PartName="/ppt/media/snd_a_cat.wav" ContentType="audio/wav"/>
  <Override PartName="/ppt/media/snd_a_girl.wav" ContentType="audio/wav"/>
  <Override PartName="/ppt/media/snd_aww.wav" ContentType="audio/wav"/>
  <Override PartName="/ppt/media/snd_bell1.wav" ContentType="audio/wav"/>
  <Override PartName="/ppt/media/snd_bell2.wav" ContentType="audio/wav"/>
  <Override PartName="/ppt/media/snd_bell3.wav" ContentType="audio/wav"/>
  <Override PartName="/ppt/media/snd_bloop.wav" ContentType="audio/wav"/>
  <Override PartName="/ppt/media/snd_level.wav" ContentType="audio/wav"/>
  <Override PartName="/ppt/media/snd_oops.wav" ContentType="audio/wav"/>
  <Override PartName="/ppt/media/snd_pluck1.wav" ContentType="audio/wav"/>
  <Override PartName="/ppt/media/snd_pluck2.wav" ContentType="audio/wav"/>
  <Override PartName="/ppt/media/snd_pluck3.wav" ContentType="audio/wav"/>
  <Override PartName="/ppt/media/snd_whoosh.wav" ContentType="audio/wav"/>
  <Override PartName="/ppt/media/snd_win.wav" ContentType="audio/wav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notesMaster" Target="notesMasters/notesMaster1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GAME TIME: ask the child to read the equation, then tap the animal holding the answer they think is right. Right answer = celebration slide. Wrong answer = a hidden try-again slide; tap the green button to try again.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Hidden try-again slide: only shown after a wrong answer. Tap the green button to go back to the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GAME TIME: ask the child to read the equation, then tap the animal holding the answer they think is right. Right answer = celebration slide. Wrong answer = a hidden try-again slide; tap the green button to try again.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Hidden try-again slide: only shown after a wrong answer. Tap the green button to go back to the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GAME TIME: ask the child to read the equation, then tap the animal holding the answer they think is right. Right answer = celebration slide. Wrong answer = a hidden try-again slide; tap the green button to try again.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Hidden try-again slide: only shown after a wrong answer. Tap the green button to go back to the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Level up! Celebrate before the next set of letters.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GAME TIME: ask the child to read the equation, then tap the animal holding the answer they think is right. Right answer = celebration slide. Wrong answer = a hidden try-again slide; tap the green button to try again.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Hidden try-again slide: only shown after a wrong answer. Tap the green button to go back to the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GAME TIME: ask the child to read the equation, then tap the animal holding the answer they think is right. Right answer = celebration slide. Wrong answer = a hidden try-again slide; tap the green button to try again.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Hidden try-again slide: only shown after a wrong answer. Tap the green button to go back to the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GAME TIME: ask the child to read the equation, then tap the animal holding the answer they think is right. Right answer = celebration slide. Wrong answer = a hidden try-again slide; tap the green button to try again.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Hidden try-again slide: only shown after a wrong answer. Tap the green button to go back to the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Level up! Celebrate before the next set of letters.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GAME TIME: ask the child to read the equation, then tap the animal holding the answer they think is right. Right answer = celebration slide. Wrong answer = a hidden try-again slide; tap the green button to try again.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Hidden try-again slide: only shown after a wrong answer. Tap the green button to go back to the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Finished! Give the child a big cheer.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image" Target="../media/image12.png"/><Relationship Id="rId10" Type="http://schemas.openxmlformats.org/officeDocument/2006/relationships/audio" Target="../media/snd_a_cat.wav"/><Relationship Id="rId11" Type="http://schemas.openxmlformats.org/officeDocument/2006/relationships/audio" Target="../media/snd_win.wav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cat.wav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cat.wav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cat.wav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cat.wav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cat.wav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cat.wav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cat.wav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2.png"/><Relationship Id="rId7" Type="http://schemas.openxmlformats.org/officeDocument/2006/relationships/notesSlide" Target="../notesSlides/notesSlide1.xml"/><Relationship Id="rId8" Type="http://schemas.openxmlformats.org/officeDocument/2006/relationships/slide" Target="slide11.xml"/><Relationship Id="rId9" Type="http://schemas.openxmlformats.org/officeDocument/2006/relationships/slide" Target="slide10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5.png"/><Relationship Id="rId6" Type="http://schemas.openxmlformats.org/officeDocument/2006/relationships/image" Target="../media/image10.png"/><Relationship Id="rId7" Type="http://schemas.openxmlformats.org/officeDocument/2006/relationships/image" Target="../media/image2.png"/><Relationship Id="rId8" Type="http://schemas.openxmlformats.org/officeDocument/2006/relationships/image" Target="../media/image12.png"/><Relationship Id="rId9" Type="http://schemas.openxmlformats.org/officeDocument/2006/relationships/audio" Target="../media/snd_a_cat.wav"/><Relationship Id="rId10" Type="http://schemas.openxmlformats.org/officeDocument/2006/relationships/audio" Target="../media/snd_a_bird.wav"/><Relationship Id="rId11" Type="http://schemas.openxmlformats.org/officeDocument/2006/relationships/audio" Target="../media/snd_a_girl.wav"/><Relationship Id="rId12" Type="http://schemas.openxmlformats.org/officeDocument/2006/relationships/audio" Target="../media/snd_bell1.wav"/><Relationship Id="rId13" Type="http://schemas.openxmlformats.org/officeDocument/2006/relationships/audio" Target="../media/snd_bell2.wav"/><Relationship Id="rId14" Type="http://schemas.openxmlformats.org/officeDocument/2006/relationships/audio" Target="../media/snd_bell3.wav"/><Relationship Id="rId15" Type="http://schemas.openxmlformats.org/officeDocument/2006/relationships/audio" Target="../media/snd_win.wav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1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2.xml"/><Relationship Id="rId6" Type="http://schemas.openxmlformats.org/officeDocument/2006/relationships/slide" Target="slide9.xml"/><Relationship Id="rId7" Type="http://schemas.openxmlformats.org/officeDocument/2006/relationships/audio" Target="../media/snd_oops.wav"/><Relationship Id="rId8" Type="http://schemas.openxmlformats.org/officeDocument/2006/relationships/image" Target="../media/image12.png"/><Relationship Id="rId9" Type="http://schemas.openxmlformats.org/officeDocument/2006/relationships/audio" Target="../media/snd_aww.wav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cat.wav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cat.wav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2.png"/><Relationship Id="rId17" Type="http://schemas.openxmlformats.org/officeDocument/2006/relationships/audio" Target="../media/snd_a_cat.wav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2.png"/><Relationship Id="rId17" Type="http://schemas.openxmlformats.org/officeDocument/2006/relationships/audio" Target="../media/snd_a_cat.wav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2.png"/><Relationship Id="rId17" Type="http://schemas.openxmlformats.org/officeDocument/2006/relationships/audio" Target="../media/snd_a_cat.wav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2.png"/><Relationship Id="rId17" Type="http://schemas.openxmlformats.org/officeDocument/2006/relationships/audio" Target="../media/snd_a_cat.wav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2.png"/><Relationship Id="rId17" Type="http://schemas.openxmlformats.org/officeDocument/2006/relationships/audio" Target="../media/snd_a_cat.wav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2.png"/><Relationship Id="rId17" Type="http://schemas.openxmlformats.org/officeDocument/2006/relationships/audio" Target="../media/snd_a_cat.wav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2.png"/><Relationship Id="rId7" Type="http://schemas.openxmlformats.org/officeDocument/2006/relationships/notesSlide" Target="../notesSlides/notesSlide3.xml"/><Relationship Id="rId8" Type="http://schemas.openxmlformats.org/officeDocument/2006/relationships/slide" Target="slide22.xml"/><Relationship Id="rId9" Type="http://schemas.openxmlformats.org/officeDocument/2006/relationships/slide" Target="slide2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5.png"/><Relationship Id="rId6" Type="http://schemas.openxmlformats.org/officeDocument/2006/relationships/image" Target="../media/image10.png"/><Relationship Id="rId7" Type="http://schemas.openxmlformats.org/officeDocument/2006/relationships/image" Target="../media/image2.png"/><Relationship Id="rId8" Type="http://schemas.openxmlformats.org/officeDocument/2006/relationships/image" Target="../media/image12.png"/><Relationship Id="rId9" Type="http://schemas.openxmlformats.org/officeDocument/2006/relationships/audio" Target="../media/snd_a_cat.wav"/><Relationship Id="rId10" Type="http://schemas.openxmlformats.org/officeDocument/2006/relationships/audio" Target="../media/snd_a_bird.wav"/><Relationship Id="rId11" Type="http://schemas.openxmlformats.org/officeDocument/2006/relationships/audio" Target="../media/snd_a_girl.wav"/><Relationship Id="rId12" Type="http://schemas.openxmlformats.org/officeDocument/2006/relationships/audio" Target="../media/snd_bell1.wav"/><Relationship Id="rId13" Type="http://schemas.openxmlformats.org/officeDocument/2006/relationships/audio" Target="../media/snd_bell2.wav"/><Relationship Id="rId14" Type="http://schemas.openxmlformats.org/officeDocument/2006/relationships/audio" Target="../media/snd_bell3.wav"/><Relationship Id="rId15" Type="http://schemas.openxmlformats.org/officeDocument/2006/relationships/audio" Target="../media/snd_win.wav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1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4.xml"/><Relationship Id="rId6" Type="http://schemas.openxmlformats.org/officeDocument/2006/relationships/slide" Target="slide20.xml"/><Relationship Id="rId7" Type="http://schemas.openxmlformats.org/officeDocument/2006/relationships/audio" Target="../media/snd_oops.wav"/><Relationship Id="rId8" Type="http://schemas.openxmlformats.org/officeDocument/2006/relationships/image" Target="../media/image12.png"/><Relationship Id="rId9" Type="http://schemas.openxmlformats.org/officeDocument/2006/relationships/audio" Target="../media/snd_aww.wav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2.png"/><Relationship Id="rId17" Type="http://schemas.openxmlformats.org/officeDocument/2006/relationships/audio" Target="../media/snd_a_cat.wav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2.png"/><Relationship Id="rId17" Type="http://schemas.openxmlformats.org/officeDocument/2006/relationships/audio" Target="../media/snd_a_cat.wav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2.png"/><Relationship Id="rId17" Type="http://schemas.openxmlformats.org/officeDocument/2006/relationships/audio" Target="../media/snd_a_cat.wav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cat.wav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cat.wav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cat.wav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cat.wav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cat.wav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2.png"/><Relationship Id="rId7" Type="http://schemas.openxmlformats.org/officeDocument/2006/relationships/notesSlide" Target="../notesSlides/notesSlide5.xml"/><Relationship Id="rId8" Type="http://schemas.openxmlformats.org/officeDocument/2006/relationships/slide" Target="slide32.xml"/><Relationship Id="rId9" Type="http://schemas.openxmlformats.org/officeDocument/2006/relationships/slide" Target="slide33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5.png"/><Relationship Id="rId6" Type="http://schemas.openxmlformats.org/officeDocument/2006/relationships/image" Target="../media/image10.png"/><Relationship Id="rId7" Type="http://schemas.openxmlformats.org/officeDocument/2006/relationships/image" Target="../media/image2.png"/><Relationship Id="rId8" Type="http://schemas.openxmlformats.org/officeDocument/2006/relationships/image" Target="../media/image12.png"/><Relationship Id="rId9" Type="http://schemas.openxmlformats.org/officeDocument/2006/relationships/audio" Target="../media/snd_a_cat.wav"/><Relationship Id="rId10" Type="http://schemas.openxmlformats.org/officeDocument/2006/relationships/audio" Target="../media/snd_a_bird.wav"/><Relationship Id="rId11" Type="http://schemas.openxmlformats.org/officeDocument/2006/relationships/audio" Target="../media/snd_a_girl.wav"/><Relationship Id="rId12" Type="http://schemas.openxmlformats.org/officeDocument/2006/relationships/audio" Target="../media/snd_bell1.wav"/><Relationship Id="rId13" Type="http://schemas.openxmlformats.org/officeDocument/2006/relationships/audio" Target="../media/snd_bell2.wav"/><Relationship Id="rId14" Type="http://schemas.openxmlformats.org/officeDocument/2006/relationships/audio" Target="../media/snd_bell3.wav"/><Relationship Id="rId15" Type="http://schemas.openxmlformats.org/officeDocument/2006/relationships/audio" Target="../media/snd_win.wav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1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6.xml"/><Relationship Id="rId6" Type="http://schemas.openxmlformats.org/officeDocument/2006/relationships/slide" Target="slide31.xml"/><Relationship Id="rId7" Type="http://schemas.openxmlformats.org/officeDocument/2006/relationships/audio" Target="../media/snd_oops.wav"/><Relationship Id="rId8" Type="http://schemas.openxmlformats.org/officeDocument/2006/relationships/image" Target="../media/image12.png"/><Relationship Id="rId9" Type="http://schemas.openxmlformats.org/officeDocument/2006/relationships/audio" Target="../media/snd_aww.wav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0.png"/><Relationship Id="rId6" Type="http://schemas.openxmlformats.org/officeDocument/2006/relationships/notesSlide" Target="../notesSlides/notesSlide7.xml"/><Relationship Id="rId7" Type="http://schemas.openxmlformats.org/officeDocument/2006/relationships/image" Target="../media/image12.png"/><Relationship Id="rId8" Type="http://schemas.openxmlformats.org/officeDocument/2006/relationships/audio" Target="../media/snd_a_cat.wav"/><Relationship Id="rId9" Type="http://schemas.openxmlformats.org/officeDocument/2006/relationships/audio" Target="../media/snd_a_bird.wav"/><Relationship Id="rId10" Type="http://schemas.openxmlformats.org/officeDocument/2006/relationships/audio" Target="../media/snd_a_girl.wav"/><Relationship Id="rId11" Type="http://schemas.openxmlformats.org/officeDocument/2006/relationships/audio" Target="../media/snd_level.wav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cat.wav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cat.wav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cat.wav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cat.wav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image" Target="../media/image12.png"/><Relationship Id="rId10" Type="http://schemas.openxmlformats.org/officeDocument/2006/relationships/audio" Target="../media/snd_a_cat.wav"/><Relationship Id="rId11" Type="http://schemas.openxmlformats.org/officeDocument/2006/relationships/audio" Target="../media/snd_win.wav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cat.wav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cat.wav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cat.wav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2.png"/><Relationship Id="rId7" Type="http://schemas.openxmlformats.org/officeDocument/2006/relationships/notesSlide" Target="../notesSlides/notesSlide8.xml"/><Relationship Id="rId8" Type="http://schemas.openxmlformats.org/officeDocument/2006/relationships/slide" Target="slide45.xml"/><Relationship Id="rId9" Type="http://schemas.openxmlformats.org/officeDocument/2006/relationships/slide" Target="slide44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5.png"/><Relationship Id="rId6" Type="http://schemas.openxmlformats.org/officeDocument/2006/relationships/image" Target="../media/image10.png"/><Relationship Id="rId7" Type="http://schemas.openxmlformats.org/officeDocument/2006/relationships/image" Target="../media/image2.png"/><Relationship Id="rId8" Type="http://schemas.openxmlformats.org/officeDocument/2006/relationships/image" Target="../media/image12.png"/><Relationship Id="rId9" Type="http://schemas.openxmlformats.org/officeDocument/2006/relationships/audio" Target="../media/snd_a_cat.wav"/><Relationship Id="rId10" Type="http://schemas.openxmlformats.org/officeDocument/2006/relationships/audio" Target="../media/snd_a_bird.wav"/><Relationship Id="rId11" Type="http://schemas.openxmlformats.org/officeDocument/2006/relationships/audio" Target="../media/snd_a_girl.wav"/><Relationship Id="rId12" Type="http://schemas.openxmlformats.org/officeDocument/2006/relationships/audio" Target="../media/snd_bell1.wav"/><Relationship Id="rId13" Type="http://schemas.openxmlformats.org/officeDocument/2006/relationships/audio" Target="../media/snd_bell2.wav"/><Relationship Id="rId14" Type="http://schemas.openxmlformats.org/officeDocument/2006/relationships/audio" Target="../media/snd_bell3.wav"/><Relationship Id="rId15" Type="http://schemas.openxmlformats.org/officeDocument/2006/relationships/audio" Target="../media/snd_win.wav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1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9.xml"/><Relationship Id="rId6" Type="http://schemas.openxmlformats.org/officeDocument/2006/relationships/slide" Target="slide43.xml"/><Relationship Id="rId7" Type="http://schemas.openxmlformats.org/officeDocument/2006/relationships/audio" Target="../media/snd_oops.wav"/><Relationship Id="rId8" Type="http://schemas.openxmlformats.org/officeDocument/2006/relationships/image" Target="../media/image12.png"/><Relationship Id="rId9" Type="http://schemas.openxmlformats.org/officeDocument/2006/relationships/audio" Target="../media/snd_aww.wav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cat.wav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cat.wav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cat.wav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cat.wav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cat.wav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cat.wav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cat.wav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2.png"/><Relationship Id="rId17" Type="http://schemas.openxmlformats.org/officeDocument/2006/relationships/audio" Target="../media/snd_a_cat.wav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2.png"/><Relationship Id="rId7" Type="http://schemas.openxmlformats.org/officeDocument/2006/relationships/notesSlide" Target="../notesSlides/notesSlide10.xml"/><Relationship Id="rId8" Type="http://schemas.openxmlformats.org/officeDocument/2006/relationships/slide" Target="slide56.xml"/><Relationship Id="rId9" Type="http://schemas.openxmlformats.org/officeDocument/2006/relationships/slide" Target="slide55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5.png"/><Relationship Id="rId6" Type="http://schemas.openxmlformats.org/officeDocument/2006/relationships/image" Target="../media/image10.png"/><Relationship Id="rId7" Type="http://schemas.openxmlformats.org/officeDocument/2006/relationships/image" Target="../media/image2.png"/><Relationship Id="rId8" Type="http://schemas.openxmlformats.org/officeDocument/2006/relationships/image" Target="../media/image12.png"/><Relationship Id="rId9" Type="http://schemas.openxmlformats.org/officeDocument/2006/relationships/audio" Target="../media/snd_a_cat.wav"/><Relationship Id="rId10" Type="http://schemas.openxmlformats.org/officeDocument/2006/relationships/audio" Target="../media/snd_a_bird.wav"/><Relationship Id="rId11" Type="http://schemas.openxmlformats.org/officeDocument/2006/relationships/audio" Target="../media/snd_a_girl.wav"/><Relationship Id="rId12" Type="http://schemas.openxmlformats.org/officeDocument/2006/relationships/audio" Target="../media/snd_bell1.wav"/><Relationship Id="rId13" Type="http://schemas.openxmlformats.org/officeDocument/2006/relationships/audio" Target="../media/snd_bell2.wav"/><Relationship Id="rId14" Type="http://schemas.openxmlformats.org/officeDocument/2006/relationships/audio" Target="../media/snd_bell3.wav"/><Relationship Id="rId15" Type="http://schemas.openxmlformats.org/officeDocument/2006/relationships/audio" Target="../media/snd_win.wav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1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11.xml"/><Relationship Id="rId6" Type="http://schemas.openxmlformats.org/officeDocument/2006/relationships/slide" Target="slide54.xml"/><Relationship Id="rId7" Type="http://schemas.openxmlformats.org/officeDocument/2006/relationships/audio" Target="../media/snd_oops.wav"/><Relationship Id="rId8" Type="http://schemas.openxmlformats.org/officeDocument/2006/relationships/image" Target="../media/image12.png"/><Relationship Id="rId9" Type="http://schemas.openxmlformats.org/officeDocument/2006/relationships/audio" Target="../media/snd_aww.wav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2.png"/><Relationship Id="rId17" Type="http://schemas.openxmlformats.org/officeDocument/2006/relationships/audio" Target="../media/snd_a_cat.wav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2.png"/><Relationship Id="rId17" Type="http://schemas.openxmlformats.org/officeDocument/2006/relationships/audio" Target="../media/snd_a_cat.wav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2.png"/><Relationship Id="rId17" Type="http://schemas.openxmlformats.org/officeDocument/2006/relationships/audio" Target="../media/snd_a_cat.wav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2.png"/><Relationship Id="rId17" Type="http://schemas.openxmlformats.org/officeDocument/2006/relationships/audio" Target="../media/snd_a_cat.wav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2.png"/><Relationship Id="rId17" Type="http://schemas.openxmlformats.org/officeDocument/2006/relationships/audio" Target="../media/snd_a_cat.wav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2.png"/><Relationship Id="rId17" Type="http://schemas.openxmlformats.org/officeDocument/2006/relationships/audio" Target="../media/snd_a_cat.wav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2.png"/><Relationship Id="rId17" Type="http://schemas.openxmlformats.org/officeDocument/2006/relationships/audio" Target="../media/snd_a_cat.wav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2.png"/><Relationship Id="rId17" Type="http://schemas.openxmlformats.org/officeDocument/2006/relationships/audio" Target="../media/snd_a_cat.wav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2.png"/><Relationship Id="rId7" Type="http://schemas.openxmlformats.org/officeDocument/2006/relationships/notesSlide" Target="../notesSlides/notesSlide12.xml"/><Relationship Id="rId8" Type="http://schemas.openxmlformats.org/officeDocument/2006/relationships/slide" Target="slide66.xml"/><Relationship Id="rId9" Type="http://schemas.openxmlformats.org/officeDocument/2006/relationships/slide" Target="slide6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5.png"/><Relationship Id="rId6" Type="http://schemas.openxmlformats.org/officeDocument/2006/relationships/image" Target="../media/image10.png"/><Relationship Id="rId7" Type="http://schemas.openxmlformats.org/officeDocument/2006/relationships/image" Target="../media/image2.png"/><Relationship Id="rId8" Type="http://schemas.openxmlformats.org/officeDocument/2006/relationships/image" Target="../media/image12.png"/><Relationship Id="rId9" Type="http://schemas.openxmlformats.org/officeDocument/2006/relationships/audio" Target="../media/snd_a_cat.wav"/><Relationship Id="rId10" Type="http://schemas.openxmlformats.org/officeDocument/2006/relationships/audio" Target="../media/snd_a_bird.wav"/><Relationship Id="rId11" Type="http://schemas.openxmlformats.org/officeDocument/2006/relationships/audio" Target="../media/snd_a_girl.wav"/><Relationship Id="rId12" Type="http://schemas.openxmlformats.org/officeDocument/2006/relationships/audio" Target="../media/snd_bell1.wav"/><Relationship Id="rId13" Type="http://schemas.openxmlformats.org/officeDocument/2006/relationships/audio" Target="../media/snd_bell2.wav"/><Relationship Id="rId14" Type="http://schemas.openxmlformats.org/officeDocument/2006/relationships/audio" Target="../media/snd_bell3.wav"/><Relationship Id="rId15" Type="http://schemas.openxmlformats.org/officeDocument/2006/relationships/audio" Target="../media/snd_win.wav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1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13.xml"/><Relationship Id="rId6" Type="http://schemas.openxmlformats.org/officeDocument/2006/relationships/slide" Target="slide65.xml"/><Relationship Id="rId7" Type="http://schemas.openxmlformats.org/officeDocument/2006/relationships/audio" Target="../media/snd_oops.wav"/><Relationship Id="rId8" Type="http://schemas.openxmlformats.org/officeDocument/2006/relationships/image" Target="../media/image12.png"/><Relationship Id="rId9" Type="http://schemas.openxmlformats.org/officeDocument/2006/relationships/audio" Target="../media/snd_aww.wav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0.png"/><Relationship Id="rId6" Type="http://schemas.openxmlformats.org/officeDocument/2006/relationships/notesSlide" Target="../notesSlides/notesSlide14.xml"/><Relationship Id="rId7" Type="http://schemas.openxmlformats.org/officeDocument/2006/relationships/image" Target="../media/image12.png"/><Relationship Id="rId8" Type="http://schemas.openxmlformats.org/officeDocument/2006/relationships/audio" Target="../media/snd_a_cat.wav"/><Relationship Id="rId9" Type="http://schemas.openxmlformats.org/officeDocument/2006/relationships/audio" Target="../media/snd_a_bird.wav"/><Relationship Id="rId10" Type="http://schemas.openxmlformats.org/officeDocument/2006/relationships/audio" Target="../media/snd_a_girl.wav"/><Relationship Id="rId11" Type="http://schemas.openxmlformats.org/officeDocument/2006/relationships/audio" Target="../media/snd_level.wav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2.png"/><Relationship Id="rId17" Type="http://schemas.openxmlformats.org/officeDocument/2006/relationships/audio" Target="../media/snd_a_cat.wav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cat.wav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cat.wav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cat.wav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cat.wav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cat.wav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cat.wav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cat.wav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2.png"/><Relationship Id="rId7" Type="http://schemas.openxmlformats.org/officeDocument/2006/relationships/notesSlide" Target="../notesSlides/notesSlide15.xml"/><Relationship Id="rId8" Type="http://schemas.openxmlformats.org/officeDocument/2006/relationships/slide" Target="slide79.xml"/><Relationship Id="rId9" Type="http://schemas.openxmlformats.org/officeDocument/2006/relationships/slide" Target="slide78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5.png"/><Relationship Id="rId6" Type="http://schemas.openxmlformats.org/officeDocument/2006/relationships/image" Target="../media/image10.png"/><Relationship Id="rId7" Type="http://schemas.openxmlformats.org/officeDocument/2006/relationships/image" Target="../media/image2.png"/><Relationship Id="rId8" Type="http://schemas.openxmlformats.org/officeDocument/2006/relationships/image" Target="../media/image12.png"/><Relationship Id="rId9" Type="http://schemas.openxmlformats.org/officeDocument/2006/relationships/audio" Target="../media/snd_a_cat.wav"/><Relationship Id="rId10" Type="http://schemas.openxmlformats.org/officeDocument/2006/relationships/audio" Target="../media/snd_a_bird.wav"/><Relationship Id="rId11" Type="http://schemas.openxmlformats.org/officeDocument/2006/relationships/audio" Target="../media/snd_a_girl.wav"/><Relationship Id="rId12" Type="http://schemas.openxmlformats.org/officeDocument/2006/relationships/audio" Target="../media/snd_bell1.wav"/><Relationship Id="rId13" Type="http://schemas.openxmlformats.org/officeDocument/2006/relationships/audio" Target="../media/snd_bell2.wav"/><Relationship Id="rId14" Type="http://schemas.openxmlformats.org/officeDocument/2006/relationships/audio" Target="../media/snd_bell3.wav"/><Relationship Id="rId15" Type="http://schemas.openxmlformats.org/officeDocument/2006/relationships/audio" Target="../media/snd_win.wav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1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16.xml"/><Relationship Id="rId6" Type="http://schemas.openxmlformats.org/officeDocument/2006/relationships/slide" Target="slide77.xml"/><Relationship Id="rId7" Type="http://schemas.openxmlformats.org/officeDocument/2006/relationships/audio" Target="../media/snd_oops.wav"/><Relationship Id="rId8" Type="http://schemas.openxmlformats.org/officeDocument/2006/relationships/image" Target="../media/image12.png"/><Relationship Id="rId9" Type="http://schemas.openxmlformats.org/officeDocument/2006/relationships/audio" Target="../media/snd_aww.wav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cat.wav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cat.wav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cat.wav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0.png"/><Relationship Id="rId6" Type="http://schemas.openxmlformats.org/officeDocument/2006/relationships/notesSlide" Target="../notesSlides/notesSlide17.xml"/><Relationship Id="rId7" Type="http://schemas.openxmlformats.org/officeDocument/2006/relationships/image" Target="../media/image12.png"/><Relationship Id="rId8" Type="http://schemas.openxmlformats.org/officeDocument/2006/relationships/audio" Target="../media/snd_a_cat.wav"/><Relationship Id="rId9" Type="http://schemas.openxmlformats.org/officeDocument/2006/relationships/audio" Target="../media/snd_a_bird.wav"/><Relationship Id="rId10" Type="http://schemas.openxmlformats.org/officeDocument/2006/relationships/audio" Target="../media/snd_a_girl.wav"/><Relationship Id="rId11" Type="http://schemas.openxmlformats.org/officeDocument/2006/relationships/audio" Target="../media/snd_win.wav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cat (host)" descr="ca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cat (happy)" descr="ca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bird (friend)" descr="bird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bird (happy)" descr="bird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4023360" y="1341120"/>
            <a:ext cx="4145280" cy="41452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01 L1 letter" descr="ر"/>
          <p:cNvSpPr/>
          <p:nvPr/>
        </p:nvSpPr>
        <p:spPr>
          <a:xfrm>
            <a:off x="4023360" y="1341120"/>
            <a:ext cx="4145280" cy="41452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25333" b="0" lang="ar-SA">
                <a:solidFill>
                  <a:srgbClr val="16213E"/>
                </a:solidFill>
                <a:latin typeface="Arial"/>
                <a:cs typeface="Arial"/>
              </a:rPr>
              <a:t>ر</a:t>
            </a:r>
          </a:p>
        </p:txBody>
      </p:sp>
      <p:sp>
        <p:nvSpPr>
          <p:cNvPr id="9" name="S02 F1 mark" descr="رَ"/>
          <p:cNvSpPr/>
          <p:nvPr/>
        </p:nvSpPr>
        <p:spPr>
          <a:xfrm>
            <a:off x="4023360" y="1341120"/>
            <a:ext cx="4145280" cy="41452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25333" b="0" lang="ar-SA">
                <a:solidFill>
                  <a:srgbClr val="16213E"/>
                </a:solidFill>
                <a:latin typeface="Arial"/>
                <a:cs typeface="Arial"/>
              </a:rPr>
              <a:t>رَ</a:t>
            </a:r>
          </a:p>
        </p:txBody>
      </p:sp>
      <p:sp>
        <p:nvSpPr>
          <p:cNvPr id="10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Game progress"/>
          <p:cNvSpPr/>
          <p:nvPr/>
        </p:nvSpPr>
        <p:spPr>
          <a:xfrm>
            <a:off x="10046208" y="6461760"/>
            <a:ext cx="195072" cy="195072"/>
          </a:xfrm>
          <a:prstGeom prst="roundRect">
            <a:avLst>
              <a:gd name="adj" fmla="val 50000"/>
            </a:avLst>
          </a:prstGeom>
          <a:solidFill>
            <a:srgbClr val="7A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Game milestone 1"/>
          <p:cNvSpPr/>
          <p:nvPr/>
        </p:nvSpPr>
        <p:spPr>
          <a:xfrm>
            <a:off x="903179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Game milestone 2"/>
          <p:cNvSpPr/>
          <p:nvPr/>
        </p:nvSpPr>
        <p:spPr>
          <a:xfrm>
            <a:off x="790764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Game milestone 3"/>
          <p:cNvSpPr/>
          <p:nvPr/>
        </p:nvSpPr>
        <p:spPr>
          <a:xfrm>
            <a:off x="67835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Game milestone 4"/>
          <p:cNvSpPr/>
          <p:nvPr/>
        </p:nvSpPr>
        <p:spPr>
          <a:xfrm>
            <a:off x="565936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Game milestone 5"/>
          <p:cNvSpPr/>
          <p:nvPr/>
        </p:nvSpPr>
        <p:spPr>
          <a:xfrm>
            <a:off x="453521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Game milestone 6"/>
          <p:cNvSpPr/>
          <p:nvPr/>
        </p:nvSpPr>
        <p:spPr>
          <a:xfrm>
            <a:off x="341107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milestone 7"/>
          <p:cNvSpPr/>
          <p:nvPr/>
        </p:nvSpPr>
        <p:spPr>
          <a:xfrm>
            <a:off x="228693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0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7984" y="5949696"/>
            <a:ext cx="780288" cy="780288"/>
          </a:xfrm>
          <a:prstGeom prst="rect">
            <a:avLst/>
          </a:prstGeom>
        </p:spPr>
      </p:pic>
      <p:pic>
        <p:nvPicPr>
          <p:cNvPr id="21" name="sound anchor" descr="sound anchor (invisible)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0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3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a_ca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cat (host)" descr="ca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cat (happy)" descr="ca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bird (friend)" descr="bird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bird (happy)" descr="bird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ر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ر</a:t>
            </a:r>
          </a:p>
        </p:txBody>
      </p:sp>
      <p:sp>
        <p:nvSpPr>
          <p:cNvPr id="11" name="F1 mark" descr="ر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رَ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7A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أ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أ</a:t>
            </a:r>
          </a:p>
        </p:txBody>
      </p:sp>
      <p:sp>
        <p:nvSpPr>
          <p:cNvPr id="14" name="F2 mark" descr="أ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أَ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7A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رَأ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رَأَ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9960244" y="6461760"/>
            <a:ext cx="281036" cy="195072"/>
          </a:xfrm>
          <a:prstGeom prst="roundRect">
            <a:avLst>
              <a:gd name="adj" fmla="val 50000"/>
            </a:avLst>
          </a:prstGeom>
          <a:solidFill>
            <a:srgbClr val="7A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03179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790764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67835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565936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453521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341107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228693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7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020" y="5949696"/>
            <a:ext cx="780288" cy="780288"/>
          </a:xfrm>
          <a:prstGeom prst="rect">
            <a:avLst/>
          </a:prstGeom>
        </p:spPr>
      </p:pic>
      <p:pic>
        <p:nvPicPr>
          <p:cNvPr id="28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ca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cat (host)" descr="ca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cat (happy)" descr="ca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bird (friend)" descr="bird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bird (happy)" descr="bird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ر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ر</a:t>
            </a:r>
          </a:p>
        </p:txBody>
      </p:sp>
      <p:sp>
        <p:nvSpPr>
          <p:cNvPr id="11" name="F1 mark" descr="ر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رَ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7A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ب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ب</a:t>
            </a:r>
          </a:p>
        </p:txBody>
      </p:sp>
      <p:sp>
        <p:nvSpPr>
          <p:cNvPr id="14" name="F2 mark" descr="ب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7A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رَب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رَبَ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9819726" y="6461760"/>
            <a:ext cx="421554" cy="195072"/>
          </a:xfrm>
          <a:prstGeom prst="roundRect">
            <a:avLst>
              <a:gd name="adj" fmla="val 50000"/>
            </a:avLst>
          </a:prstGeom>
          <a:solidFill>
            <a:srgbClr val="7A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03179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790764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67835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565936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453521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341107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228693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7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1502" y="5949696"/>
            <a:ext cx="780288" cy="780288"/>
          </a:xfrm>
          <a:prstGeom prst="rect">
            <a:avLst/>
          </a:prstGeom>
        </p:spPr>
      </p:pic>
      <p:pic>
        <p:nvPicPr>
          <p:cNvPr id="28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ca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cat (host)" descr="ca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cat (happy)" descr="ca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bird (friend)" descr="bird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bird (happy)" descr="bird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ر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ر</a:t>
            </a:r>
          </a:p>
        </p:txBody>
      </p:sp>
      <p:sp>
        <p:nvSpPr>
          <p:cNvPr id="11" name="F1 mark" descr="ر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رَ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7A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ت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ت</a:t>
            </a:r>
          </a:p>
        </p:txBody>
      </p:sp>
      <p:sp>
        <p:nvSpPr>
          <p:cNvPr id="14" name="F2 mark" descr="ت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تَ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7A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رَت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رَتَ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9679208" y="6461760"/>
            <a:ext cx="562072" cy="195072"/>
          </a:xfrm>
          <a:prstGeom prst="roundRect">
            <a:avLst>
              <a:gd name="adj" fmla="val 50000"/>
            </a:avLst>
          </a:prstGeom>
          <a:solidFill>
            <a:srgbClr val="7A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03179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790764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67835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565936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453521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341107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228693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7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0984" y="5949696"/>
            <a:ext cx="780288" cy="780288"/>
          </a:xfrm>
          <a:prstGeom prst="rect">
            <a:avLst/>
          </a:prstGeom>
        </p:spPr>
      </p:pic>
      <p:pic>
        <p:nvPicPr>
          <p:cNvPr id="28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ca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cat (host)" descr="ca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cat (happy)" descr="ca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bird (friend)" descr="bird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bird (happy)" descr="bird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ر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ر</a:t>
            </a:r>
          </a:p>
        </p:txBody>
      </p:sp>
      <p:sp>
        <p:nvSpPr>
          <p:cNvPr id="11" name="F1 mark" descr="ر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رَ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7A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ث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ث</a:t>
            </a:r>
          </a:p>
        </p:txBody>
      </p:sp>
      <p:sp>
        <p:nvSpPr>
          <p:cNvPr id="14" name="F2 mark" descr="ث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ثَ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7A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رَث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رَثَ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9538690" y="6461760"/>
            <a:ext cx="702590" cy="195072"/>
          </a:xfrm>
          <a:prstGeom prst="roundRect">
            <a:avLst>
              <a:gd name="adj" fmla="val 50000"/>
            </a:avLst>
          </a:prstGeom>
          <a:solidFill>
            <a:srgbClr val="7A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03179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790764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67835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565936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453521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341107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228693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7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0466" y="5949696"/>
            <a:ext cx="780288" cy="780288"/>
          </a:xfrm>
          <a:prstGeom prst="rect">
            <a:avLst/>
          </a:prstGeom>
        </p:spPr>
      </p:pic>
      <p:pic>
        <p:nvPicPr>
          <p:cNvPr id="28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ca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cat (host)" descr="ca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cat (happy)" descr="ca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bird (friend)" descr="bird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bird (happy)" descr="bird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ر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ر</a:t>
            </a:r>
          </a:p>
        </p:txBody>
      </p:sp>
      <p:sp>
        <p:nvSpPr>
          <p:cNvPr id="11" name="F1 mark" descr="ر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رَ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7A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ج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ج</a:t>
            </a:r>
          </a:p>
        </p:txBody>
      </p:sp>
      <p:sp>
        <p:nvSpPr>
          <p:cNvPr id="14" name="F2 mark" descr="ج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7A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رَج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رَجَ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9398172" y="6461760"/>
            <a:ext cx="843108" cy="195072"/>
          </a:xfrm>
          <a:prstGeom prst="roundRect">
            <a:avLst>
              <a:gd name="adj" fmla="val 50000"/>
            </a:avLst>
          </a:prstGeom>
          <a:solidFill>
            <a:srgbClr val="7A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03179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790764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67835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565936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453521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341107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228693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7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29948" y="5949696"/>
            <a:ext cx="780288" cy="780288"/>
          </a:xfrm>
          <a:prstGeom prst="rect">
            <a:avLst/>
          </a:prstGeom>
        </p:spPr>
      </p:pic>
      <p:pic>
        <p:nvPicPr>
          <p:cNvPr id="28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ca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cat (host)" descr="ca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cat (happy)" descr="ca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bird (friend)" descr="bird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bird (happy)" descr="bird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ر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ر</a:t>
            </a:r>
          </a:p>
        </p:txBody>
      </p:sp>
      <p:sp>
        <p:nvSpPr>
          <p:cNvPr id="11" name="F1 mark" descr="ر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رَ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7A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ح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ح</a:t>
            </a:r>
          </a:p>
        </p:txBody>
      </p:sp>
      <p:sp>
        <p:nvSpPr>
          <p:cNvPr id="14" name="F2 mark" descr="ح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7A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رَح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رَحَ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9257654" y="6461760"/>
            <a:ext cx="983626" cy="195072"/>
          </a:xfrm>
          <a:prstGeom prst="roundRect">
            <a:avLst>
              <a:gd name="adj" fmla="val 50000"/>
            </a:avLst>
          </a:prstGeom>
          <a:solidFill>
            <a:srgbClr val="7A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031792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790764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67835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565936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453521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341107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228693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7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89430" y="5949696"/>
            <a:ext cx="780288" cy="780288"/>
          </a:xfrm>
          <a:prstGeom prst="rect">
            <a:avLst/>
          </a:prstGeom>
        </p:spPr>
      </p:pic>
      <p:pic>
        <p:nvPicPr>
          <p:cNvPr id="28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ca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cat (host)" descr="ca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cat (happy)" descr="ca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bird (friend)" descr="bird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bird (happy)" descr="bird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ر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ر</a:t>
            </a:r>
          </a:p>
        </p:txBody>
      </p:sp>
      <p:sp>
        <p:nvSpPr>
          <p:cNvPr id="11" name="F1 mark" descr="ر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رَ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7A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خ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خ</a:t>
            </a:r>
          </a:p>
        </p:txBody>
      </p:sp>
      <p:sp>
        <p:nvSpPr>
          <p:cNvPr id="14" name="F2 mark" descr="خ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خَ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7A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رَخ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رَخَ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9117136" y="6461760"/>
            <a:ext cx="1124144" cy="195072"/>
          </a:xfrm>
          <a:prstGeom prst="roundRect">
            <a:avLst>
              <a:gd name="adj" fmla="val 50000"/>
            </a:avLst>
          </a:prstGeom>
          <a:solidFill>
            <a:srgbClr val="7A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03179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790764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67835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565936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453521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341107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228693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7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8912" y="5949696"/>
            <a:ext cx="780288" cy="780288"/>
          </a:xfrm>
          <a:prstGeom prst="rect">
            <a:avLst/>
          </a:prstGeom>
        </p:spPr>
      </p:pic>
      <p:pic>
        <p:nvPicPr>
          <p:cNvPr id="28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ca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ircle 1"/>
          <p:cNvSpPr/>
          <p:nvPr/>
        </p:nvSpPr>
        <p:spPr>
          <a:xfrm>
            <a:off x="8961120" y="91440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Circle 2"/>
          <p:cNvSpPr/>
          <p:nvPr/>
        </p:nvSpPr>
        <p:spPr>
          <a:xfrm>
            <a:off x="5791200" y="91440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Question panel"/>
          <p:cNvSpPr/>
          <p:nvPr/>
        </p:nvSpPr>
        <p:spPr>
          <a:xfrm>
            <a:off x="914400" y="73152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Question mark" descr="؟"/>
          <p:cNvSpPr/>
          <p:nvPr/>
        </p:nvSpPr>
        <p:spPr>
          <a:xfrm>
            <a:off x="914400" y="73152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4666" b="0" lang="ar-SA">
                <a:solidFill>
                  <a:srgbClr val="7A4FD6"/>
                </a:solidFill>
                <a:latin typeface="Arial"/>
                <a:cs typeface="Arial"/>
              </a:rPr>
              <a:t>؟</a:t>
            </a:r>
          </a:p>
        </p:txBody>
      </p:sp>
      <p:sp>
        <p:nvSpPr>
          <p:cNvPr id="7" name="Letter 1" descr="رَ"/>
          <p:cNvSpPr/>
          <p:nvPr/>
        </p:nvSpPr>
        <p:spPr>
          <a:xfrm>
            <a:off x="8961120" y="91440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رَ</a:t>
            </a:r>
          </a:p>
        </p:txBody>
      </p:sp>
      <p:sp>
        <p:nvSpPr>
          <p:cNvPr id="8" name="Plus 1"/>
          <p:cNvSpPr/>
          <p:nvPr/>
        </p:nvSpPr>
        <p:spPr>
          <a:xfrm>
            <a:off x="8260080" y="1798320"/>
            <a:ext cx="548640" cy="548640"/>
          </a:xfrm>
          <a:prstGeom prst="mathPlus">
            <a:avLst/>
          </a:prstGeom>
          <a:solidFill>
            <a:srgbClr val="7A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Letter 2" descr="خَ"/>
          <p:cNvSpPr/>
          <p:nvPr/>
        </p:nvSpPr>
        <p:spPr>
          <a:xfrm>
            <a:off x="5791200" y="91440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خَ</a:t>
            </a:r>
          </a:p>
        </p:txBody>
      </p:sp>
      <p:sp>
        <p:nvSpPr>
          <p:cNvPr id="10" name="Arrow"/>
          <p:cNvSpPr/>
          <p:nvPr/>
        </p:nvSpPr>
        <p:spPr>
          <a:xfrm>
            <a:off x="4754880" y="1731264"/>
            <a:ext cx="853440" cy="682752"/>
          </a:xfrm>
          <a:prstGeom prst="leftArrow">
            <a:avLst/>
          </a:prstGeom>
          <a:solidFill>
            <a:srgbClr val="7A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cat holding answer 1" descr="cat peeking over the answer car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0250" y="3197860"/>
            <a:ext cx="1587500" cy="1587500"/>
          </a:xfrm>
          <a:prstGeom prst="rect">
            <a:avLst/>
          </a:prstGeom>
        </p:spPr>
      </p:pic>
      <p:sp>
        <p:nvSpPr>
          <p:cNvPr id="12" name="LINK answer 1" descr="خَرَ">
            <a:hlinkClick action="ppaction://hlinksldjump" r:id="rId8"/>
          </p:cNvPr>
          <p:cNvSpPr/>
          <p:nvPr/>
        </p:nvSpPr>
        <p:spPr>
          <a:xfrm>
            <a:off x="7772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خَرَ</a:t>
            </a:r>
          </a:p>
        </p:txBody>
      </p:sp>
      <p:pic>
        <p:nvPicPr>
          <p:cNvPr id="13" name="bird holding answer 2" descr="bird peeking over the answer car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2250" y="3197860"/>
            <a:ext cx="1587500" cy="1587500"/>
          </a:xfrm>
          <a:prstGeom prst="rect">
            <a:avLst/>
          </a:prstGeom>
        </p:spPr>
      </p:pic>
      <p:sp>
        <p:nvSpPr>
          <p:cNvPr id="14" name="LINK answer 2" descr="رَخَ">
            <a:hlinkClick action="ppaction://hlinksldjump" r:id="rId9"/>
          </p:cNvPr>
          <p:cNvSpPr/>
          <p:nvPr/>
        </p:nvSpPr>
        <p:spPr>
          <a:xfrm>
            <a:off x="4724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رَخَ</a:t>
            </a:r>
          </a:p>
        </p:txBody>
      </p:sp>
      <p:pic>
        <p:nvPicPr>
          <p:cNvPr id="15" name="girl holding answer 3" descr="girl peeking over the answer car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54250" y="3197860"/>
            <a:ext cx="1587500" cy="1587500"/>
          </a:xfrm>
          <a:prstGeom prst="rect">
            <a:avLst/>
          </a:prstGeom>
        </p:spPr>
      </p:pic>
      <p:sp>
        <p:nvSpPr>
          <p:cNvPr id="16" name="LINK answer 3" descr="رَجَ">
            <a:hlinkClick action="ppaction://hlinksldjump" r:id="rId8"/>
          </p:cNvPr>
          <p:cNvSpPr/>
          <p:nvPr/>
        </p:nvSpPr>
        <p:spPr>
          <a:xfrm>
            <a:off x="1676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رَجَ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9117136" y="6461760"/>
            <a:ext cx="1124144" cy="195072"/>
          </a:xfrm>
          <a:prstGeom prst="roundRect">
            <a:avLst>
              <a:gd name="adj" fmla="val 50000"/>
            </a:avLst>
          </a:prstGeom>
          <a:solidFill>
            <a:srgbClr val="7A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03179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790764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67835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565936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453521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341107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228693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7" name="Game marker (host animal)" descr="progress marker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48912" y="5949696"/>
            <a:ext cx="780288" cy="780288"/>
          </a:xfrm>
          <a:prstGeom prst="rect">
            <a:avLst/>
          </a:prstGeom>
        </p:spPr>
      </p:pic>
    </p:spTree>
  </p:cSld>
  <p:clrMapOvr>
    <a:masterClrMapping/>
  </p:clrMapOvr>
  <p:transition advClick="0"/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cat cheering" descr="cat cheeri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4" name="cat cheering 2" descr="cat cheering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5" name="bird cheering" descr="bird cheeri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2095500"/>
            <a:ext cx="2095500" cy="2095500"/>
          </a:xfrm>
          <a:prstGeom prst="rect">
            <a:avLst/>
          </a:prstGeom>
        </p:spPr>
      </p:pic>
      <p:pic>
        <p:nvPicPr>
          <p:cNvPr id="6" name="girl cheering" descr="girl cheeri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34500" y="2095500"/>
            <a:ext cx="2095500" cy="2095500"/>
          </a:xfrm>
          <a:prstGeom prst="rect">
            <a:avLst/>
          </a:prstGeom>
        </p:spPr>
      </p:pic>
      <p:sp>
        <p:nvSpPr>
          <p:cNvPr id="7" name="G star1"/>
          <p:cNvSpPr/>
          <p:nvPr/>
        </p:nvSpPr>
        <p:spPr>
          <a:xfrm>
            <a:off x="408432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G star2"/>
          <p:cNvSpPr/>
          <p:nvPr/>
        </p:nvSpPr>
        <p:spPr>
          <a:xfrm>
            <a:off x="548640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G star3"/>
          <p:cNvSpPr/>
          <p:nvPr/>
        </p:nvSpPr>
        <p:spPr>
          <a:xfrm>
            <a:off x="688848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G panel" descr="رَخَ"/>
          <p:cNvSpPr/>
          <p:nvPr/>
        </p:nvSpPr>
        <p:spPr>
          <a:xfrm>
            <a:off x="3169920" y="4328160"/>
            <a:ext cx="5852160" cy="1584960"/>
          </a:xfrm>
          <a:prstGeom prst="roundRect">
            <a:avLst>
              <a:gd name="adj" fmla="val 20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0666" b="0" lang="ar-SA">
                <a:solidFill>
                  <a:srgbClr val="16213E"/>
                </a:solidFill>
                <a:latin typeface="Arial"/>
                <a:cs typeface="Arial"/>
              </a:rPr>
              <a:t>رَخَ</a:t>
            </a:r>
          </a:p>
        </p:txBody>
      </p:sp>
      <p:sp>
        <p:nvSpPr>
          <p:cNvPr id="1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Game progress"/>
          <p:cNvSpPr/>
          <p:nvPr/>
        </p:nvSpPr>
        <p:spPr>
          <a:xfrm>
            <a:off x="9117136" y="6461760"/>
            <a:ext cx="1124144" cy="195072"/>
          </a:xfrm>
          <a:prstGeom prst="roundRect">
            <a:avLst>
              <a:gd name="adj" fmla="val 50000"/>
            </a:avLst>
          </a:prstGeom>
          <a:solidFill>
            <a:srgbClr val="7A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Game milestone 1"/>
          <p:cNvSpPr/>
          <p:nvPr/>
        </p:nvSpPr>
        <p:spPr>
          <a:xfrm>
            <a:off x="903179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Game milestone 2"/>
          <p:cNvSpPr/>
          <p:nvPr/>
        </p:nvSpPr>
        <p:spPr>
          <a:xfrm>
            <a:off x="790764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Game milestone 3"/>
          <p:cNvSpPr/>
          <p:nvPr/>
        </p:nvSpPr>
        <p:spPr>
          <a:xfrm>
            <a:off x="67835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Game milestone 4"/>
          <p:cNvSpPr/>
          <p:nvPr/>
        </p:nvSpPr>
        <p:spPr>
          <a:xfrm>
            <a:off x="565936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Game milestone 5"/>
          <p:cNvSpPr/>
          <p:nvPr/>
        </p:nvSpPr>
        <p:spPr>
          <a:xfrm>
            <a:off x="453521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milestone 6"/>
          <p:cNvSpPr/>
          <p:nvPr/>
        </p:nvSpPr>
        <p:spPr>
          <a:xfrm>
            <a:off x="341107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7"/>
          <p:cNvSpPr/>
          <p:nvPr/>
        </p:nvSpPr>
        <p:spPr>
          <a:xfrm>
            <a:off x="228693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1" name="Game marker (host animal)" descr="progress marker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48912" y="5949696"/>
            <a:ext cx="780288" cy="780288"/>
          </a:xfrm>
          <a:prstGeom prst="rect">
            <a:avLst/>
          </a:prstGeom>
        </p:spPr>
      </p:pic>
      <p:pic>
        <p:nvPicPr>
          <p:cNvPr id="22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_ca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a_bird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a_gir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xit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xit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xit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xit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xit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xit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xit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cat sad" descr="cat sa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413000" cy="2413000"/>
          </a:xfrm>
          <a:prstGeom prst="rect">
            <a:avLst/>
          </a:prstGeom>
        </p:spPr>
      </p:pic>
      <p:pic>
        <p:nvPicPr>
          <p:cNvPr id="4" name="bird encouraging" descr="bird encouragi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4064000"/>
            <a:ext cx="2159000" cy="2159000"/>
          </a:xfrm>
          <a:prstGeom prst="rect">
            <a:avLst/>
          </a:prstGeom>
        </p:spPr>
      </p:pic>
      <p:sp>
        <p:nvSpPr>
          <p:cNvPr id="5" name="G oops"/>
          <p:cNvSpPr/>
          <p:nvPr/>
        </p:nvSpPr>
        <p:spPr>
          <a:xfrm>
            <a:off x="4632960" y="609600"/>
            <a:ext cx="2926080" cy="292608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INK retry button">
            <a:hlinkClick action="ppaction://hlinksldjump" r:id="rId6"/>
          </p:cNvPr>
          <p:cNvSpPr/>
          <p:nvPr/>
        </p:nvSpPr>
        <p:spPr>
          <a:xfrm>
            <a:off x="4145280" y="4023360"/>
            <a:ext cx="3901440" cy="18288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LINK retry icon">
            <a:hlinkClick action="ppaction://hlinksldjump" r:id="rId6"/>
          </p:cNvPr>
          <p:cNvSpPr/>
          <p:nvPr/>
        </p:nvSpPr>
        <p:spPr>
          <a:xfrm>
            <a:off x="5364480" y="4267200"/>
            <a:ext cx="1463040" cy="1341120"/>
          </a:xfrm>
          <a:prstGeom prst="circular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ww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150 0.0000 E" pathEditMode="relative" ptsTypes="AA">
                                      <p:cBhvr>
                                        <p:cTn id="11" dur="90" fill="hold" repeatCount="3000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cat (host)" descr="ca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cat (happy)" descr="ca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bird (friend)" descr="bird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bird (happy)" descr="bird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ر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ر</a:t>
            </a:r>
          </a:p>
        </p:txBody>
      </p:sp>
      <p:sp>
        <p:nvSpPr>
          <p:cNvPr id="11" name="F1 mark" descr="ر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رَ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7A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د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د</a:t>
            </a:r>
          </a:p>
        </p:txBody>
      </p:sp>
      <p:sp>
        <p:nvSpPr>
          <p:cNvPr id="14" name="F2 mark" descr="د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دَ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7A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رَد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رَدَ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8976618" y="6461760"/>
            <a:ext cx="1264662" cy="195072"/>
          </a:xfrm>
          <a:prstGeom prst="roundRect">
            <a:avLst>
              <a:gd name="adj" fmla="val 50000"/>
            </a:avLst>
          </a:prstGeom>
          <a:solidFill>
            <a:srgbClr val="7A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03179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790764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67835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565936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453521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341107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228693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7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8394" y="5949696"/>
            <a:ext cx="780288" cy="780288"/>
          </a:xfrm>
          <a:prstGeom prst="rect">
            <a:avLst/>
          </a:prstGeom>
        </p:spPr>
      </p:pic>
      <p:pic>
        <p:nvPicPr>
          <p:cNvPr id="28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ca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cat (host)" descr="ca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cat (happy)" descr="ca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bird (friend)" descr="bird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bird (happy)" descr="bird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ر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ر</a:t>
            </a:r>
          </a:p>
        </p:txBody>
      </p:sp>
      <p:sp>
        <p:nvSpPr>
          <p:cNvPr id="11" name="F1 mark" descr="ر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رَ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7A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ذ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ذ</a:t>
            </a:r>
          </a:p>
        </p:txBody>
      </p:sp>
      <p:sp>
        <p:nvSpPr>
          <p:cNvPr id="14" name="F2 mark" descr="ذ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ذَ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7A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رَذ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رَذَ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8836100" y="6461760"/>
            <a:ext cx="1405180" cy="195072"/>
          </a:xfrm>
          <a:prstGeom prst="roundRect">
            <a:avLst>
              <a:gd name="adj" fmla="val 50000"/>
            </a:avLst>
          </a:prstGeom>
          <a:solidFill>
            <a:srgbClr val="7A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03179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790764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67835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565936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453521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341107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228693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7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7876" y="5949696"/>
            <a:ext cx="780288" cy="780288"/>
          </a:xfrm>
          <a:prstGeom prst="rect">
            <a:avLst/>
          </a:prstGeom>
        </p:spPr>
      </p:pic>
      <p:pic>
        <p:nvPicPr>
          <p:cNvPr id="28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ca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cat (host)" descr="ca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cat (happy)" descr="ca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bird (friend)" descr="bird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bird (happy)" descr="bird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أ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أ</a:t>
            </a:r>
          </a:p>
        </p:txBody>
      </p:sp>
      <p:sp>
        <p:nvSpPr>
          <p:cNvPr id="12" name="F1 mark" descr="أ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أَ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7A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ر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ر</a:t>
            </a:r>
          </a:p>
        </p:txBody>
      </p:sp>
      <p:sp>
        <p:nvSpPr>
          <p:cNvPr id="15" name="F2 mark" descr="ر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رَ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7A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ب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ب</a:t>
            </a:r>
          </a:p>
        </p:txBody>
      </p:sp>
      <p:sp>
        <p:nvSpPr>
          <p:cNvPr id="18" name="F3 mark" descr="ب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7A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أَرَب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أَرَبَ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8695582" y="6461760"/>
            <a:ext cx="1545698" cy="195072"/>
          </a:xfrm>
          <a:prstGeom prst="roundRect">
            <a:avLst>
              <a:gd name="adj" fmla="val 50000"/>
            </a:avLst>
          </a:prstGeom>
          <a:solidFill>
            <a:srgbClr val="7A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03179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790764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67835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565936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453521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341107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228693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1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7358" y="5949696"/>
            <a:ext cx="780288" cy="780288"/>
          </a:xfrm>
          <a:prstGeom prst="rect">
            <a:avLst/>
          </a:prstGeom>
        </p:spPr>
      </p:pic>
      <p:pic>
        <p:nvPicPr>
          <p:cNvPr id="32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ca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cat (host)" descr="ca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cat (happy)" descr="ca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bird (friend)" descr="bird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bird (happy)" descr="bird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ب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ب</a:t>
            </a:r>
          </a:p>
        </p:txBody>
      </p:sp>
      <p:sp>
        <p:nvSpPr>
          <p:cNvPr id="12" name="F1 mark" descr="ب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7A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ر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ر</a:t>
            </a:r>
          </a:p>
        </p:txBody>
      </p:sp>
      <p:sp>
        <p:nvSpPr>
          <p:cNvPr id="15" name="F2 mark" descr="ر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رَ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7A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ت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ت</a:t>
            </a:r>
          </a:p>
        </p:txBody>
      </p:sp>
      <p:sp>
        <p:nvSpPr>
          <p:cNvPr id="18" name="F3 mark" descr="ت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تَ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7A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بَرَت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بَرَتَ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8555064" y="6461760"/>
            <a:ext cx="1686216" cy="195072"/>
          </a:xfrm>
          <a:prstGeom prst="roundRect">
            <a:avLst>
              <a:gd name="adj" fmla="val 50000"/>
            </a:avLst>
          </a:prstGeom>
          <a:solidFill>
            <a:srgbClr val="7A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03179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790764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67835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565936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453521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341107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228693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1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6840" y="5949696"/>
            <a:ext cx="780288" cy="780288"/>
          </a:xfrm>
          <a:prstGeom prst="rect">
            <a:avLst/>
          </a:prstGeom>
        </p:spPr>
      </p:pic>
      <p:pic>
        <p:nvPicPr>
          <p:cNvPr id="32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ca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cat (host)" descr="ca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cat (happy)" descr="ca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bird (friend)" descr="bird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bird (happy)" descr="bird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ت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ت</a:t>
            </a:r>
          </a:p>
        </p:txBody>
      </p:sp>
      <p:sp>
        <p:nvSpPr>
          <p:cNvPr id="12" name="F1 mark" descr="ت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تَ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7A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ر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ر</a:t>
            </a:r>
          </a:p>
        </p:txBody>
      </p:sp>
      <p:sp>
        <p:nvSpPr>
          <p:cNvPr id="15" name="F2 mark" descr="ر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رَ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7A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ث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ث</a:t>
            </a:r>
          </a:p>
        </p:txBody>
      </p:sp>
      <p:sp>
        <p:nvSpPr>
          <p:cNvPr id="18" name="F3 mark" descr="ث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ثَ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7A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تَرَث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تَرَثَ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8414546" y="6461760"/>
            <a:ext cx="1826734" cy="195072"/>
          </a:xfrm>
          <a:prstGeom prst="roundRect">
            <a:avLst>
              <a:gd name="adj" fmla="val 50000"/>
            </a:avLst>
          </a:prstGeom>
          <a:solidFill>
            <a:srgbClr val="7A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03179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790764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67835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565936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453521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341107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228693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1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6322" y="5949696"/>
            <a:ext cx="780288" cy="780288"/>
          </a:xfrm>
          <a:prstGeom prst="rect">
            <a:avLst/>
          </a:prstGeom>
        </p:spPr>
      </p:pic>
      <p:pic>
        <p:nvPicPr>
          <p:cNvPr id="32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ca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cat (host)" descr="ca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cat (happy)" descr="ca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bird (friend)" descr="bird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bird (happy)" descr="bird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ث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ث</a:t>
            </a:r>
          </a:p>
        </p:txBody>
      </p:sp>
      <p:sp>
        <p:nvSpPr>
          <p:cNvPr id="12" name="F1 mark" descr="ث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ثَ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7A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ر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ر</a:t>
            </a:r>
          </a:p>
        </p:txBody>
      </p:sp>
      <p:sp>
        <p:nvSpPr>
          <p:cNvPr id="15" name="F2 mark" descr="ر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رَ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7A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ج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ج</a:t>
            </a:r>
          </a:p>
        </p:txBody>
      </p:sp>
      <p:sp>
        <p:nvSpPr>
          <p:cNvPr id="18" name="F3 mark" descr="ج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7A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ثَرَج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ثَرَجَ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8274028" y="6461760"/>
            <a:ext cx="1967252" cy="195072"/>
          </a:xfrm>
          <a:prstGeom prst="roundRect">
            <a:avLst>
              <a:gd name="adj" fmla="val 50000"/>
            </a:avLst>
          </a:prstGeom>
          <a:solidFill>
            <a:srgbClr val="7A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03179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790764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67835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565936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453521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341107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228693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1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5804" y="5949696"/>
            <a:ext cx="780288" cy="780288"/>
          </a:xfrm>
          <a:prstGeom prst="rect">
            <a:avLst/>
          </a:prstGeom>
        </p:spPr>
      </p:pic>
      <p:pic>
        <p:nvPicPr>
          <p:cNvPr id="32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ca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cat (host)" descr="ca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cat (happy)" descr="ca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bird (friend)" descr="bird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bird (happy)" descr="bird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ج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ج</a:t>
            </a:r>
          </a:p>
        </p:txBody>
      </p:sp>
      <p:sp>
        <p:nvSpPr>
          <p:cNvPr id="12" name="F1 mark" descr="ج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7A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ر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ر</a:t>
            </a:r>
          </a:p>
        </p:txBody>
      </p:sp>
      <p:sp>
        <p:nvSpPr>
          <p:cNvPr id="15" name="F2 mark" descr="ر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رَ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7A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ح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ح</a:t>
            </a:r>
          </a:p>
        </p:txBody>
      </p:sp>
      <p:sp>
        <p:nvSpPr>
          <p:cNvPr id="18" name="F3 mark" descr="ح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7A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جَرَح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جَرَحَ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8133511" y="6461760"/>
            <a:ext cx="2107769" cy="195072"/>
          </a:xfrm>
          <a:prstGeom prst="roundRect">
            <a:avLst>
              <a:gd name="adj" fmla="val 50000"/>
            </a:avLst>
          </a:prstGeom>
          <a:solidFill>
            <a:srgbClr val="7A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03179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790764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67835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565936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453521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341107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228693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1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5287" y="5949696"/>
            <a:ext cx="780288" cy="780288"/>
          </a:xfrm>
          <a:prstGeom prst="rect">
            <a:avLst/>
          </a:prstGeom>
        </p:spPr>
      </p:pic>
      <p:pic>
        <p:nvPicPr>
          <p:cNvPr id="32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ca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cat (host)" descr="ca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cat (happy)" descr="ca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bird (friend)" descr="bird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bird (happy)" descr="bird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ح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ح</a:t>
            </a:r>
          </a:p>
        </p:txBody>
      </p:sp>
      <p:sp>
        <p:nvSpPr>
          <p:cNvPr id="12" name="F1 mark" descr="ح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7A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ر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ر</a:t>
            </a:r>
          </a:p>
        </p:txBody>
      </p:sp>
      <p:sp>
        <p:nvSpPr>
          <p:cNvPr id="15" name="F2 mark" descr="ر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رَ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7A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خ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خ</a:t>
            </a:r>
          </a:p>
        </p:txBody>
      </p:sp>
      <p:sp>
        <p:nvSpPr>
          <p:cNvPr id="18" name="F3 mark" descr="خ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خَ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7A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حَرَخ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حَرَخَ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7992993" y="6461760"/>
            <a:ext cx="2248287" cy="195072"/>
          </a:xfrm>
          <a:prstGeom prst="roundRect">
            <a:avLst>
              <a:gd name="adj" fmla="val 50000"/>
            </a:avLst>
          </a:prstGeom>
          <a:solidFill>
            <a:srgbClr val="7A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03179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790764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67835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565936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453521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341107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228693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1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4769" y="5949696"/>
            <a:ext cx="780288" cy="780288"/>
          </a:xfrm>
          <a:prstGeom prst="rect">
            <a:avLst/>
          </a:prstGeom>
        </p:spPr>
      </p:pic>
      <p:pic>
        <p:nvPicPr>
          <p:cNvPr id="32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ca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ircle 1"/>
          <p:cNvSpPr/>
          <p:nvPr/>
        </p:nvSpPr>
        <p:spPr>
          <a:xfrm>
            <a:off x="9692640" y="121920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Circle 2"/>
          <p:cNvSpPr/>
          <p:nvPr/>
        </p:nvSpPr>
        <p:spPr>
          <a:xfrm>
            <a:off x="7315200" y="121920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Circle 3"/>
          <p:cNvSpPr/>
          <p:nvPr/>
        </p:nvSpPr>
        <p:spPr>
          <a:xfrm>
            <a:off x="4937760" y="121920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Question panel"/>
          <p:cNvSpPr/>
          <p:nvPr/>
        </p:nvSpPr>
        <p:spPr>
          <a:xfrm>
            <a:off x="792480" y="85344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Question mark" descr="؟"/>
          <p:cNvSpPr/>
          <p:nvPr/>
        </p:nvSpPr>
        <p:spPr>
          <a:xfrm>
            <a:off x="792480" y="85344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4666" b="0" lang="ar-SA">
                <a:solidFill>
                  <a:srgbClr val="7A4FD6"/>
                </a:solidFill>
                <a:latin typeface="Arial"/>
                <a:cs typeface="Arial"/>
              </a:rPr>
              <a:t>؟</a:t>
            </a:r>
          </a:p>
        </p:txBody>
      </p:sp>
      <p:sp>
        <p:nvSpPr>
          <p:cNvPr id="8" name="Letter 1" descr="حَ"/>
          <p:cNvSpPr/>
          <p:nvPr/>
        </p:nvSpPr>
        <p:spPr>
          <a:xfrm>
            <a:off x="9692640" y="121920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9" name="Plus 1"/>
          <p:cNvSpPr/>
          <p:nvPr/>
        </p:nvSpPr>
        <p:spPr>
          <a:xfrm>
            <a:off x="9125712" y="1840992"/>
            <a:ext cx="463296" cy="463296"/>
          </a:xfrm>
          <a:prstGeom prst="mathPlus">
            <a:avLst/>
          </a:prstGeom>
          <a:solidFill>
            <a:srgbClr val="7A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etter 2" descr="رَ"/>
          <p:cNvSpPr/>
          <p:nvPr/>
        </p:nvSpPr>
        <p:spPr>
          <a:xfrm>
            <a:off x="7315200" y="121920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رَ</a:t>
            </a:r>
          </a:p>
        </p:txBody>
      </p:sp>
      <p:sp>
        <p:nvSpPr>
          <p:cNvPr id="11" name="Plus 2"/>
          <p:cNvSpPr/>
          <p:nvPr/>
        </p:nvSpPr>
        <p:spPr>
          <a:xfrm>
            <a:off x="6748272" y="1840992"/>
            <a:ext cx="463296" cy="463296"/>
          </a:xfrm>
          <a:prstGeom prst="mathPlus">
            <a:avLst/>
          </a:prstGeom>
          <a:solidFill>
            <a:srgbClr val="7A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Letter 3" descr="خَ"/>
          <p:cNvSpPr/>
          <p:nvPr/>
        </p:nvSpPr>
        <p:spPr>
          <a:xfrm>
            <a:off x="4937760" y="121920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خَ</a:t>
            </a:r>
          </a:p>
        </p:txBody>
      </p:sp>
      <p:sp>
        <p:nvSpPr>
          <p:cNvPr id="13" name="Arrow"/>
          <p:cNvSpPr/>
          <p:nvPr/>
        </p:nvSpPr>
        <p:spPr>
          <a:xfrm>
            <a:off x="4053840" y="1731264"/>
            <a:ext cx="731520" cy="682752"/>
          </a:xfrm>
          <a:prstGeom prst="leftArrow">
            <a:avLst/>
          </a:prstGeom>
          <a:solidFill>
            <a:srgbClr val="7A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cat holding answer 1" descr="cat peeking over the answer car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0250" y="3197860"/>
            <a:ext cx="1587500" cy="1587500"/>
          </a:xfrm>
          <a:prstGeom prst="rect">
            <a:avLst/>
          </a:prstGeom>
        </p:spPr>
      </p:pic>
      <p:sp>
        <p:nvSpPr>
          <p:cNvPr id="15" name="LINK answer 1" descr="خَرَحَ">
            <a:hlinkClick action="ppaction://hlinksldjump" r:id="rId8"/>
          </p:cNvPr>
          <p:cNvSpPr/>
          <p:nvPr/>
        </p:nvSpPr>
        <p:spPr>
          <a:xfrm>
            <a:off x="7772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0" lang="ar-SA">
                <a:solidFill>
                  <a:srgbClr val="16213E"/>
                </a:solidFill>
                <a:latin typeface="Arial"/>
                <a:cs typeface="Arial"/>
              </a:rPr>
              <a:t>خَرَحَ</a:t>
            </a:r>
          </a:p>
        </p:txBody>
      </p:sp>
      <p:pic>
        <p:nvPicPr>
          <p:cNvPr id="16" name="bird holding answer 2" descr="bird peeking over the answer car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2250" y="3197860"/>
            <a:ext cx="1587500" cy="1587500"/>
          </a:xfrm>
          <a:prstGeom prst="rect">
            <a:avLst/>
          </a:prstGeom>
        </p:spPr>
      </p:pic>
      <p:sp>
        <p:nvSpPr>
          <p:cNvPr id="17" name="LINK answer 2" descr="حَرَجَ">
            <a:hlinkClick action="ppaction://hlinksldjump" r:id="rId8"/>
          </p:cNvPr>
          <p:cNvSpPr/>
          <p:nvPr/>
        </p:nvSpPr>
        <p:spPr>
          <a:xfrm>
            <a:off x="4724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0" lang="ar-SA">
                <a:solidFill>
                  <a:srgbClr val="16213E"/>
                </a:solidFill>
                <a:latin typeface="Arial"/>
                <a:cs typeface="Arial"/>
              </a:rPr>
              <a:t>حَرَجَ</a:t>
            </a:r>
          </a:p>
        </p:txBody>
      </p:sp>
      <p:pic>
        <p:nvPicPr>
          <p:cNvPr id="18" name="girl holding answer 3" descr="girl peeking over the answer car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54250" y="3197860"/>
            <a:ext cx="1587500" cy="1587500"/>
          </a:xfrm>
          <a:prstGeom prst="rect">
            <a:avLst/>
          </a:prstGeom>
        </p:spPr>
      </p:pic>
      <p:sp>
        <p:nvSpPr>
          <p:cNvPr id="19" name="LINK answer 3" descr="حَرَخَ">
            <a:hlinkClick action="ppaction://hlinksldjump" r:id="rId9"/>
          </p:cNvPr>
          <p:cNvSpPr/>
          <p:nvPr/>
        </p:nvSpPr>
        <p:spPr>
          <a:xfrm>
            <a:off x="1676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0" lang="ar-SA">
                <a:solidFill>
                  <a:srgbClr val="16213E"/>
                </a:solidFill>
                <a:latin typeface="Arial"/>
                <a:cs typeface="Arial"/>
              </a:rPr>
              <a:t>حَرَخَ</a:t>
            </a:r>
          </a:p>
        </p:txBody>
      </p:sp>
      <p:sp>
        <p:nvSpPr>
          <p:cNvPr id="20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progress"/>
          <p:cNvSpPr/>
          <p:nvPr/>
        </p:nvSpPr>
        <p:spPr>
          <a:xfrm>
            <a:off x="7992993" y="6461760"/>
            <a:ext cx="2248287" cy="195072"/>
          </a:xfrm>
          <a:prstGeom prst="roundRect">
            <a:avLst>
              <a:gd name="adj" fmla="val 50000"/>
            </a:avLst>
          </a:prstGeom>
          <a:solidFill>
            <a:srgbClr val="7A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1"/>
          <p:cNvSpPr/>
          <p:nvPr/>
        </p:nvSpPr>
        <p:spPr>
          <a:xfrm>
            <a:off x="903179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2"/>
          <p:cNvSpPr/>
          <p:nvPr/>
        </p:nvSpPr>
        <p:spPr>
          <a:xfrm>
            <a:off x="790764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3"/>
          <p:cNvSpPr/>
          <p:nvPr/>
        </p:nvSpPr>
        <p:spPr>
          <a:xfrm>
            <a:off x="67835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4"/>
          <p:cNvSpPr/>
          <p:nvPr/>
        </p:nvSpPr>
        <p:spPr>
          <a:xfrm>
            <a:off x="565936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5"/>
          <p:cNvSpPr/>
          <p:nvPr/>
        </p:nvSpPr>
        <p:spPr>
          <a:xfrm>
            <a:off x="453521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6"/>
          <p:cNvSpPr/>
          <p:nvPr/>
        </p:nvSpPr>
        <p:spPr>
          <a:xfrm>
            <a:off x="341107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7"/>
          <p:cNvSpPr/>
          <p:nvPr/>
        </p:nvSpPr>
        <p:spPr>
          <a:xfrm>
            <a:off x="228693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0" name="Game marker (host animal)" descr="progress marker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24769" y="5949696"/>
            <a:ext cx="780288" cy="780288"/>
          </a:xfrm>
          <a:prstGeom prst="rect">
            <a:avLst/>
          </a:prstGeom>
        </p:spPr>
      </p:pic>
    </p:spTree>
  </p:cSld>
  <p:clrMapOvr>
    <a:masterClrMapping/>
  </p:clrMapOvr>
  <p:transition advClick="0"/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cat cheering" descr="cat cheeri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4" name="cat cheering 2" descr="cat cheering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5" name="bird cheering" descr="bird cheeri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2095500"/>
            <a:ext cx="2095500" cy="2095500"/>
          </a:xfrm>
          <a:prstGeom prst="rect">
            <a:avLst/>
          </a:prstGeom>
        </p:spPr>
      </p:pic>
      <p:pic>
        <p:nvPicPr>
          <p:cNvPr id="6" name="girl cheering" descr="girl cheeri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34500" y="2095500"/>
            <a:ext cx="2095500" cy="2095500"/>
          </a:xfrm>
          <a:prstGeom prst="rect">
            <a:avLst/>
          </a:prstGeom>
        </p:spPr>
      </p:pic>
      <p:sp>
        <p:nvSpPr>
          <p:cNvPr id="7" name="G star1"/>
          <p:cNvSpPr/>
          <p:nvPr/>
        </p:nvSpPr>
        <p:spPr>
          <a:xfrm>
            <a:off x="408432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G star2"/>
          <p:cNvSpPr/>
          <p:nvPr/>
        </p:nvSpPr>
        <p:spPr>
          <a:xfrm>
            <a:off x="548640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G star3"/>
          <p:cNvSpPr/>
          <p:nvPr/>
        </p:nvSpPr>
        <p:spPr>
          <a:xfrm>
            <a:off x="688848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G panel" descr="حَرَخَ"/>
          <p:cNvSpPr/>
          <p:nvPr/>
        </p:nvSpPr>
        <p:spPr>
          <a:xfrm>
            <a:off x="3169920" y="4328160"/>
            <a:ext cx="5852160" cy="1584960"/>
          </a:xfrm>
          <a:prstGeom prst="roundRect">
            <a:avLst>
              <a:gd name="adj" fmla="val 20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0666" b="0" lang="ar-SA">
                <a:solidFill>
                  <a:srgbClr val="16213E"/>
                </a:solidFill>
                <a:latin typeface="Arial"/>
                <a:cs typeface="Arial"/>
              </a:rPr>
              <a:t>حَرَخَ</a:t>
            </a:r>
          </a:p>
        </p:txBody>
      </p:sp>
      <p:sp>
        <p:nvSpPr>
          <p:cNvPr id="1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Game progress"/>
          <p:cNvSpPr/>
          <p:nvPr/>
        </p:nvSpPr>
        <p:spPr>
          <a:xfrm>
            <a:off x="7992993" y="6461760"/>
            <a:ext cx="2248287" cy="195072"/>
          </a:xfrm>
          <a:prstGeom prst="roundRect">
            <a:avLst>
              <a:gd name="adj" fmla="val 50000"/>
            </a:avLst>
          </a:prstGeom>
          <a:solidFill>
            <a:srgbClr val="7A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Game milestone 1"/>
          <p:cNvSpPr/>
          <p:nvPr/>
        </p:nvSpPr>
        <p:spPr>
          <a:xfrm>
            <a:off x="903179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Game milestone 2"/>
          <p:cNvSpPr/>
          <p:nvPr/>
        </p:nvSpPr>
        <p:spPr>
          <a:xfrm>
            <a:off x="790764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Game milestone 3"/>
          <p:cNvSpPr/>
          <p:nvPr/>
        </p:nvSpPr>
        <p:spPr>
          <a:xfrm>
            <a:off x="67835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Game milestone 4"/>
          <p:cNvSpPr/>
          <p:nvPr/>
        </p:nvSpPr>
        <p:spPr>
          <a:xfrm>
            <a:off x="565936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Game milestone 5"/>
          <p:cNvSpPr/>
          <p:nvPr/>
        </p:nvSpPr>
        <p:spPr>
          <a:xfrm>
            <a:off x="453521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milestone 6"/>
          <p:cNvSpPr/>
          <p:nvPr/>
        </p:nvSpPr>
        <p:spPr>
          <a:xfrm>
            <a:off x="341107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7"/>
          <p:cNvSpPr/>
          <p:nvPr/>
        </p:nvSpPr>
        <p:spPr>
          <a:xfrm>
            <a:off x="228693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1" name="Game marker (host animal)" descr="progress marker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24769" y="5949696"/>
            <a:ext cx="780288" cy="780288"/>
          </a:xfrm>
          <a:prstGeom prst="rect">
            <a:avLst/>
          </a:prstGeom>
        </p:spPr>
      </p:pic>
      <p:pic>
        <p:nvPicPr>
          <p:cNvPr id="22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_ca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a_bird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a_gir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xit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xit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xit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xit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xit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xit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xit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cat sad" descr="cat sa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413000" cy="2413000"/>
          </a:xfrm>
          <a:prstGeom prst="rect">
            <a:avLst/>
          </a:prstGeom>
        </p:spPr>
      </p:pic>
      <p:pic>
        <p:nvPicPr>
          <p:cNvPr id="4" name="bird encouraging" descr="bird encouragi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4064000"/>
            <a:ext cx="2159000" cy="2159000"/>
          </a:xfrm>
          <a:prstGeom prst="rect">
            <a:avLst/>
          </a:prstGeom>
        </p:spPr>
      </p:pic>
      <p:sp>
        <p:nvSpPr>
          <p:cNvPr id="5" name="G oops"/>
          <p:cNvSpPr/>
          <p:nvPr/>
        </p:nvSpPr>
        <p:spPr>
          <a:xfrm>
            <a:off x="4632960" y="609600"/>
            <a:ext cx="2926080" cy="292608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INK retry button">
            <a:hlinkClick action="ppaction://hlinksldjump" r:id="rId6"/>
          </p:cNvPr>
          <p:cNvSpPr/>
          <p:nvPr/>
        </p:nvSpPr>
        <p:spPr>
          <a:xfrm>
            <a:off x="4145280" y="4023360"/>
            <a:ext cx="3901440" cy="18288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LINK retry icon">
            <a:hlinkClick action="ppaction://hlinksldjump" r:id="rId6"/>
          </p:cNvPr>
          <p:cNvSpPr/>
          <p:nvPr/>
        </p:nvSpPr>
        <p:spPr>
          <a:xfrm>
            <a:off x="5364480" y="4267200"/>
            <a:ext cx="1463040" cy="1341120"/>
          </a:xfrm>
          <a:prstGeom prst="circular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ww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150 0.0000 E" pathEditMode="relative" ptsTypes="AA">
                                      <p:cBhvr>
                                        <p:cTn id="11" dur="90" fill="hold" repeatCount="3000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cat (host)" descr="ca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cat (happy)" descr="ca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bird (friend)" descr="bird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bird (happy)" descr="bird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خ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خ</a:t>
            </a:r>
          </a:p>
        </p:txBody>
      </p:sp>
      <p:sp>
        <p:nvSpPr>
          <p:cNvPr id="12" name="F1 mark" descr="خ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خَ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7A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ر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ر</a:t>
            </a:r>
          </a:p>
        </p:txBody>
      </p:sp>
      <p:sp>
        <p:nvSpPr>
          <p:cNvPr id="15" name="F2 mark" descr="ر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رَ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7A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د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د</a:t>
            </a:r>
          </a:p>
        </p:txBody>
      </p:sp>
      <p:sp>
        <p:nvSpPr>
          <p:cNvPr id="18" name="F3 mark" descr="د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دَ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7A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خَرَد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خَرَدَ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7852475" y="6461760"/>
            <a:ext cx="2388805" cy="195072"/>
          </a:xfrm>
          <a:prstGeom prst="roundRect">
            <a:avLst>
              <a:gd name="adj" fmla="val 50000"/>
            </a:avLst>
          </a:prstGeom>
          <a:solidFill>
            <a:srgbClr val="7A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03179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790764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67835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565936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453521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341107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228693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1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4251" y="5949696"/>
            <a:ext cx="780288" cy="780288"/>
          </a:xfrm>
          <a:prstGeom prst="rect">
            <a:avLst/>
          </a:prstGeom>
        </p:spPr>
      </p:pic>
      <p:pic>
        <p:nvPicPr>
          <p:cNvPr id="32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ca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cat (host)" descr="ca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cat (happy)" descr="ca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bird (friend)" descr="bird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bird (happy)" descr="bird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د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د</a:t>
            </a:r>
          </a:p>
        </p:txBody>
      </p:sp>
      <p:sp>
        <p:nvSpPr>
          <p:cNvPr id="12" name="F1 mark" descr="د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دَ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7A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ر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ر</a:t>
            </a:r>
          </a:p>
        </p:txBody>
      </p:sp>
      <p:sp>
        <p:nvSpPr>
          <p:cNvPr id="15" name="F2 mark" descr="ر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رَ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7A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ذ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ذ</a:t>
            </a:r>
          </a:p>
        </p:txBody>
      </p:sp>
      <p:sp>
        <p:nvSpPr>
          <p:cNvPr id="18" name="F3 mark" descr="ذ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ذَ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7A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دَرَذ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دَرَذَ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7711957" y="6461760"/>
            <a:ext cx="2529323" cy="195072"/>
          </a:xfrm>
          <a:prstGeom prst="roundRect">
            <a:avLst>
              <a:gd name="adj" fmla="val 50000"/>
            </a:avLst>
          </a:prstGeom>
          <a:solidFill>
            <a:srgbClr val="7A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03179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790764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67835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565936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453521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341107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228693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1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3733" y="5949696"/>
            <a:ext cx="780288" cy="780288"/>
          </a:xfrm>
          <a:prstGeom prst="rect">
            <a:avLst/>
          </a:prstGeom>
        </p:spPr>
      </p:pic>
      <p:pic>
        <p:nvPicPr>
          <p:cNvPr id="32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ca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cat (host)" descr="ca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cat (happy)" descr="ca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bird (friend)" descr="bird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bird (happy)" descr="bird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ذ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ذ</a:t>
            </a:r>
          </a:p>
        </p:txBody>
      </p:sp>
      <p:sp>
        <p:nvSpPr>
          <p:cNvPr id="12" name="F1 mark" descr="ذ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ذَ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7A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ر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ر</a:t>
            </a:r>
          </a:p>
        </p:txBody>
      </p:sp>
      <p:sp>
        <p:nvSpPr>
          <p:cNvPr id="15" name="F2 mark" descr="ر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رَ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7A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أ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أ</a:t>
            </a:r>
          </a:p>
        </p:txBody>
      </p:sp>
      <p:sp>
        <p:nvSpPr>
          <p:cNvPr id="18" name="F3 mark" descr="أ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أَ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7A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ذَرَأ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ذَرَأَ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7571439" y="6461760"/>
            <a:ext cx="2669841" cy="195072"/>
          </a:xfrm>
          <a:prstGeom prst="roundRect">
            <a:avLst>
              <a:gd name="adj" fmla="val 50000"/>
            </a:avLst>
          </a:prstGeom>
          <a:solidFill>
            <a:srgbClr val="7A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03179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790764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67835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565936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453521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341107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228693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1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3215" y="5949696"/>
            <a:ext cx="780288" cy="780288"/>
          </a:xfrm>
          <a:prstGeom prst="rect">
            <a:avLst/>
          </a:prstGeom>
        </p:spPr>
      </p:pic>
      <p:pic>
        <p:nvPicPr>
          <p:cNvPr id="32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ca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cat (host)" descr="ca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cat (happy)" descr="ca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bird (friend)" descr="bird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bird (happy)" descr="bird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أ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أ</a:t>
            </a:r>
          </a:p>
        </p:txBody>
      </p:sp>
      <p:sp>
        <p:nvSpPr>
          <p:cNvPr id="11" name="F1 mark" descr="أ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أَ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7A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ر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ر</a:t>
            </a:r>
          </a:p>
        </p:txBody>
      </p:sp>
      <p:sp>
        <p:nvSpPr>
          <p:cNvPr id="14" name="F2 mark" descr="ر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رَ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7A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أَر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أَرَ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7430921" y="6461760"/>
            <a:ext cx="2810359" cy="195072"/>
          </a:xfrm>
          <a:prstGeom prst="roundRect">
            <a:avLst>
              <a:gd name="adj" fmla="val 50000"/>
            </a:avLst>
          </a:prstGeom>
          <a:solidFill>
            <a:srgbClr val="7A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03179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790764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67835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565936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453521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341107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228693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7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2697" y="5949696"/>
            <a:ext cx="780288" cy="780288"/>
          </a:xfrm>
          <a:prstGeom prst="rect">
            <a:avLst/>
          </a:prstGeom>
        </p:spPr>
      </p:pic>
      <p:pic>
        <p:nvPicPr>
          <p:cNvPr id="28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ca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cat (host)" descr="ca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cat (happy)" descr="ca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bird (friend)" descr="bird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bird (happy)" descr="bird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ب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ب</a:t>
            </a:r>
          </a:p>
        </p:txBody>
      </p:sp>
      <p:sp>
        <p:nvSpPr>
          <p:cNvPr id="11" name="F1 mark" descr="ب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7A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ر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ر</a:t>
            </a:r>
          </a:p>
        </p:txBody>
      </p:sp>
      <p:sp>
        <p:nvSpPr>
          <p:cNvPr id="14" name="F2 mark" descr="ر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رَ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7A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بَر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بَرَ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7290403" y="6461760"/>
            <a:ext cx="2950877" cy="195072"/>
          </a:xfrm>
          <a:prstGeom prst="roundRect">
            <a:avLst>
              <a:gd name="adj" fmla="val 50000"/>
            </a:avLst>
          </a:prstGeom>
          <a:solidFill>
            <a:srgbClr val="7A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03179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790764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67835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565936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453521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341107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228693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7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2179" y="5949696"/>
            <a:ext cx="780288" cy="780288"/>
          </a:xfrm>
          <a:prstGeom prst="rect">
            <a:avLst/>
          </a:prstGeom>
        </p:spPr>
      </p:pic>
      <p:pic>
        <p:nvPicPr>
          <p:cNvPr id="28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ca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cat (host)" descr="ca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cat (happy)" descr="ca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bird (friend)" descr="bird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bird (happy)" descr="bird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ت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ت</a:t>
            </a:r>
          </a:p>
        </p:txBody>
      </p:sp>
      <p:sp>
        <p:nvSpPr>
          <p:cNvPr id="11" name="F1 mark" descr="ت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تَ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7A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ر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ر</a:t>
            </a:r>
          </a:p>
        </p:txBody>
      </p:sp>
      <p:sp>
        <p:nvSpPr>
          <p:cNvPr id="14" name="F2 mark" descr="ر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رَ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7A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تَر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تَرَ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7149885" y="6461760"/>
            <a:ext cx="3091395" cy="195072"/>
          </a:xfrm>
          <a:prstGeom prst="roundRect">
            <a:avLst>
              <a:gd name="adj" fmla="val 50000"/>
            </a:avLst>
          </a:prstGeom>
          <a:solidFill>
            <a:srgbClr val="7A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03179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790764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67835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565936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453521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341107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228693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7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1661" y="5949696"/>
            <a:ext cx="780288" cy="780288"/>
          </a:xfrm>
          <a:prstGeom prst="rect">
            <a:avLst/>
          </a:prstGeom>
        </p:spPr>
      </p:pic>
      <p:pic>
        <p:nvPicPr>
          <p:cNvPr id="28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ca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cat (host)" descr="ca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cat (happy)" descr="ca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bird (friend)" descr="bird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bird (happy)" descr="bird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ث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ث</a:t>
            </a:r>
          </a:p>
        </p:txBody>
      </p:sp>
      <p:sp>
        <p:nvSpPr>
          <p:cNvPr id="11" name="F1 mark" descr="ث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ثَ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7A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ر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ر</a:t>
            </a:r>
          </a:p>
        </p:txBody>
      </p:sp>
      <p:sp>
        <p:nvSpPr>
          <p:cNvPr id="14" name="F2 mark" descr="ر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رَ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7A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ثَر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ثَرَ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7009367" y="6461760"/>
            <a:ext cx="3231913" cy="195072"/>
          </a:xfrm>
          <a:prstGeom prst="roundRect">
            <a:avLst>
              <a:gd name="adj" fmla="val 50000"/>
            </a:avLst>
          </a:prstGeom>
          <a:solidFill>
            <a:srgbClr val="7A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03179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790764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67835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565936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453521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341107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228693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7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1143" y="5949696"/>
            <a:ext cx="780288" cy="780288"/>
          </a:xfrm>
          <a:prstGeom prst="rect">
            <a:avLst/>
          </a:prstGeom>
        </p:spPr>
      </p:pic>
      <p:pic>
        <p:nvPicPr>
          <p:cNvPr id="28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ca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cat (host)" descr="ca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cat (happy)" descr="ca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bird (friend)" descr="bird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bird (happy)" descr="bird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ج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ج</a:t>
            </a:r>
          </a:p>
        </p:txBody>
      </p:sp>
      <p:sp>
        <p:nvSpPr>
          <p:cNvPr id="11" name="F1 mark" descr="ج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7A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ر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ر</a:t>
            </a:r>
          </a:p>
        </p:txBody>
      </p:sp>
      <p:sp>
        <p:nvSpPr>
          <p:cNvPr id="14" name="F2 mark" descr="ر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رَ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7A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جَر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جَرَ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6868849" y="6461760"/>
            <a:ext cx="3372431" cy="195072"/>
          </a:xfrm>
          <a:prstGeom prst="roundRect">
            <a:avLst>
              <a:gd name="adj" fmla="val 50000"/>
            </a:avLst>
          </a:prstGeom>
          <a:solidFill>
            <a:srgbClr val="7A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03179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790764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678350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565936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453521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341107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228693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7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0625" y="5949696"/>
            <a:ext cx="780288" cy="780288"/>
          </a:xfrm>
          <a:prstGeom prst="rect">
            <a:avLst/>
          </a:prstGeom>
        </p:spPr>
      </p:pic>
      <p:pic>
        <p:nvPicPr>
          <p:cNvPr id="28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ca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ircle 1"/>
          <p:cNvSpPr/>
          <p:nvPr/>
        </p:nvSpPr>
        <p:spPr>
          <a:xfrm>
            <a:off x="8961120" y="91440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Circle 2"/>
          <p:cNvSpPr/>
          <p:nvPr/>
        </p:nvSpPr>
        <p:spPr>
          <a:xfrm>
            <a:off x="5791200" y="91440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Question panel"/>
          <p:cNvSpPr/>
          <p:nvPr/>
        </p:nvSpPr>
        <p:spPr>
          <a:xfrm>
            <a:off x="914400" y="73152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Question mark" descr="؟"/>
          <p:cNvSpPr/>
          <p:nvPr/>
        </p:nvSpPr>
        <p:spPr>
          <a:xfrm>
            <a:off x="914400" y="73152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4666" b="0" lang="ar-SA">
                <a:solidFill>
                  <a:srgbClr val="7A4FD6"/>
                </a:solidFill>
                <a:latin typeface="Arial"/>
                <a:cs typeface="Arial"/>
              </a:rPr>
              <a:t>؟</a:t>
            </a:r>
          </a:p>
        </p:txBody>
      </p:sp>
      <p:sp>
        <p:nvSpPr>
          <p:cNvPr id="7" name="Letter 1" descr="جَ"/>
          <p:cNvSpPr/>
          <p:nvPr/>
        </p:nvSpPr>
        <p:spPr>
          <a:xfrm>
            <a:off x="8961120" y="91440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8" name="Plus 1"/>
          <p:cNvSpPr/>
          <p:nvPr/>
        </p:nvSpPr>
        <p:spPr>
          <a:xfrm>
            <a:off x="8260080" y="1798320"/>
            <a:ext cx="548640" cy="548640"/>
          </a:xfrm>
          <a:prstGeom prst="mathPlus">
            <a:avLst/>
          </a:prstGeom>
          <a:solidFill>
            <a:srgbClr val="7A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Letter 2" descr="رَ"/>
          <p:cNvSpPr/>
          <p:nvPr/>
        </p:nvSpPr>
        <p:spPr>
          <a:xfrm>
            <a:off x="5791200" y="91440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رَ</a:t>
            </a:r>
          </a:p>
        </p:txBody>
      </p:sp>
      <p:sp>
        <p:nvSpPr>
          <p:cNvPr id="10" name="Arrow"/>
          <p:cNvSpPr/>
          <p:nvPr/>
        </p:nvSpPr>
        <p:spPr>
          <a:xfrm>
            <a:off x="4754880" y="1731264"/>
            <a:ext cx="853440" cy="682752"/>
          </a:xfrm>
          <a:prstGeom prst="leftArrow">
            <a:avLst/>
          </a:prstGeom>
          <a:solidFill>
            <a:srgbClr val="7A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cat holding answer 1" descr="cat peeking over the answer car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0250" y="3197860"/>
            <a:ext cx="1587500" cy="1587500"/>
          </a:xfrm>
          <a:prstGeom prst="rect">
            <a:avLst/>
          </a:prstGeom>
        </p:spPr>
      </p:pic>
      <p:sp>
        <p:nvSpPr>
          <p:cNvPr id="12" name="LINK answer 1" descr="جَرَ">
            <a:hlinkClick action="ppaction://hlinksldjump" r:id="rId8"/>
          </p:cNvPr>
          <p:cNvSpPr/>
          <p:nvPr/>
        </p:nvSpPr>
        <p:spPr>
          <a:xfrm>
            <a:off x="7772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جَرَ</a:t>
            </a:r>
          </a:p>
        </p:txBody>
      </p:sp>
      <p:pic>
        <p:nvPicPr>
          <p:cNvPr id="13" name="bird holding answer 2" descr="bird peeking over the answer car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2250" y="3197860"/>
            <a:ext cx="1587500" cy="1587500"/>
          </a:xfrm>
          <a:prstGeom prst="rect">
            <a:avLst/>
          </a:prstGeom>
        </p:spPr>
      </p:pic>
      <p:sp>
        <p:nvSpPr>
          <p:cNvPr id="14" name="LINK answer 2" descr="رَجَ">
            <a:hlinkClick action="ppaction://hlinksldjump" r:id="rId9"/>
          </p:cNvPr>
          <p:cNvSpPr/>
          <p:nvPr/>
        </p:nvSpPr>
        <p:spPr>
          <a:xfrm>
            <a:off x="4724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رَجَ</a:t>
            </a:r>
          </a:p>
        </p:txBody>
      </p:sp>
      <p:pic>
        <p:nvPicPr>
          <p:cNvPr id="15" name="girl holding answer 3" descr="girl peeking over the answer car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54250" y="3197860"/>
            <a:ext cx="1587500" cy="1587500"/>
          </a:xfrm>
          <a:prstGeom prst="rect">
            <a:avLst/>
          </a:prstGeom>
        </p:spPr>
      </p:pic>
      <p:sp>
        <p:nvSpPr>
          <p:cNvPr id="16" name="LINK answer 3" descr="جَزَ">
            <a:hlinkClick action="ppaction://hlinksldjump" r:id="rId9"/>
          </p:cNvPr>
          <p:cNvSpPr/>
          <p:nvPr/>
        </p:nvSpPr>
        <p:spPr>
          <a:xfrm>
            <a:off x="1676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جَزَ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6868849" y="6461760"/>
            <a:ext cx="3372431" cy="195072"/>
          </a:xfrm>
          <a:prstGeom prst="roundRect">
            <a:avLst>
              <a:gd name="adj" fmla="val 50000"/>
            </a:avLst>
          </a:prstGeom>
          <a:solidFill>
            <a:srgbClr val="7A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03179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790764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678350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565936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453521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341107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228693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7" name="Game marker (host animal)" descr="progress marker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00625" y="5949696"/>
            <a:ext cx="780288" cy="780288"/>
          </a:xfrm>
          <a:prstGeom prst="rect">
            <a:avLst/>
          </a:prstGeom>
        </p:spPr>
      </p:pic>
    </p:spTree>
  </p:cSld>
  <p:clrMapOvr>
    <a:masterClrMapping/>
  </p:clrMapOvr>
  <p:transition advClick="0"/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cat cheering" descr="cat cheeri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4" name="cat cheering 2" descr="cat cheering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5" name="bird cheering" descr="bird cheeri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2095500"/>
            <a:ext cx="2095500" cy="2095500"/>
          </a:xfrm>
          <a:prstGeom prst="rect">
            <a:avLst/>
          </a:prstGeom>
        </p:spPr>
      </p:pic>
      <p:pic>
        <p:nvPicPr>
          <p:cNvPr id="6" name="girl cheering" descr="girl cheeri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34500" y="2095500"/>
            <a:ext cx="2095500" cy="2095500"/>
          </a:xfrm>
          <a:prstGeom prst="rect">
            <a:avLst/>
          </a:prstGeom>
        </p:spPr>
      </p:pic>
      <p:sp>
        <p:nvSpPr>
          <p:cNvPr id="7" name="G star1"/>
          <p:cNvSpPr/>
          <p:nvPr/>
        </p:nvSpPr>
        <p:spPr>
          <a:xfrm>
            <a:off x="408432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G star2"/>
          <p:cNvSpPr/>
          <p:nvPr/>
        </p:nvSpPr>
        <p:spPr>
          <a:xfrm>
            <a:off x="548640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G star3"/>
          <p:cNvSpPr/>
          <p:nvPr/>
        </p:nvSpPr>
        <p:spPr>
          <a:xfrm>
            <a:off x="688848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G panel" descr="جَرَ"/>
          <p:cNvSpPr/>
          <p:nvPr/>
        </p:nvSpPr>
        <p:spPr>
          <a:xfrm>
            <a:off x="3169920" y="4328160"/>
            <a:ext cx="5852160" cy="1584960"/>
          </a:xfrm>
          <a:prstGeom prst="roundRect">
            <a:avLst>
              <a:gd name="adj" fmla="val 20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0666" b="0" lang="ar-SA">
                <a:solidFill>
                  <a:srgbClr val="16213E"/>
                </a:solidFill>
                <a:latin typeface="Arial"/>
                <a:cs typeface="Arial"/>
              </a:rPr>
              <a:t>جَرَ</a:t>
            </a:r>
          </a:p>
        </p:txBody>
      </p:sp>
      <p:sp>
        <p:nvSpPr>
          <p:cNvPr id="1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Game progress"/>
          <p:cNvSpPr/>
          <p:nvPr/>
        </p:nvSpPr>
        <p:spPr>
          <a:xfrm>
            <a:off x="6868849" y="6461760"/>
            <a:ext cx="3372431" cy="195072"/>
          </a:xfrm>
          <a:prstGeom prst="roundRect">
            <a:avLst>
              <a:gd name="adj" fmla="val 50000"/>
            </a:avLst>
          </a:prstGeom>
          <a:solidFill>
            <a:srgbClr val="7A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Game milestone 1"/>
          <p:cNvSpPr/>
          <p:nvPr/>
        </p:nvSpPr>
        <p:spPr>
          <a:xfrm>
            <a:off x="903179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Game milestone 2"/>
          <p:cNvSpPr/>
          <p:nvPr/>
        </p:nvSpPr>
        <p:spPr>
          <a:xfrm>
            <a:off x="790764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Game milestone 3"/>
          <p:cNvSpPr/>
          <p:nvPr/>
        </p:nvSpPr>
        <p:spPr>
          <a:xfrm>
            <a:off x="678350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Game milestone 4"/>
          <p:cNvSpPr/>
          <p:nvPr/>
        </p:nvSpPr>
        <p:spPr>
          <a:xfrm>
            <a:off x="565936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Game milestone 5"/>
          <p:cNvSpPr/>
          <p:nvPr/>
        </p:nvSpPr>
        <p:spPr>
          <a:xfrm>
            <a:off x="453521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milestone 6"/>
          <p:cNvSpPr/>
          <p:nvPr/>
        </p:nvSpPr>
        <p:spPr>
          <a:xfrm>
            <a:off x="341107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7"/>
          <p:cNvSpPr/>
          <p:nvPr/>
        </p:nvSpPr>
        <p:spPr>
          <a:xfrm>
            <a:off x="228693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1" name="Game marker (host animal)" descr="progress marker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00625" y="5949696"/>
            <a:ext cx="780288" cy="780288"/>
          </a:xfrm>
          <a:prstGeom prst="rect">
            <a:avLst/>
          </a:prstGeom>
        </p:spPr>
      </p:pic>
      <p:pic>
        <p:nvPicPr>
          <p:cNvPr id="22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_ca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a_bird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a_gir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xit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xit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xit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xit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xit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xit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xit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cat sad" descr="cat sa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413000" cy="2413000"/>
          </a:xfrm>
          <a:prstGeom prst="rect">
            <a:avLst/>
          </a:prstGeom>
        </p:spPr>
      </p:pic>
      <p:pic>
        <p:nvPicPr>
          <p:cNvPr id="4" name="bird encouraging" descr="bird encouragi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4064000"/>
            <a:ext cx="2159000" cy="2159000"/>
          </a:xfrm>
          <a:prstGeom prst="rect">
            <a:avLst/>
          </a:prstGeom>
        </p:spPr>
      </p:pic>
      <p:sp>
        <p:nvSpPr>
          <p:cNvPr id="5" name="G oops"/>
          <p:cNvSpPr/>
          <p:nvPr/>
        </p:nvSpPr>
        <p:spPr>
          <a:xfrm>
            <a:off x="4632960" y="609600"/>
            <a:ext cx="2926080" cy="292608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INK retry button">
            <a:hlinkClick action="ppaction://hlinksldjump" r:id="rId6"/>
          </p:cNvPr>
          <p:cNvSpPr/>
          <p:nvPr/>
        </p:nvSpPr>
        <p:spPr>
          <a:xfrm>
            <a:off x="4145280" y="4023360"/>
            <a:ext cx="3901440" cy="18288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LINK retry icon">
            <a:hlinkClick action="ppaction://hlinksldjump" r:id="rId6"/>
          </p:cNvPr>
          <p:cNvSpPr/>
          <p:nvPr/>
        </p:nvSpPr>
        <p:spPr>
          <a:xfrm>
            <a:off x="5364480" y="4267200"/>
            <a:ext cx="1463040" cy="1341120"/>
          </a:xfrm>
          <a:prstGeom prst="circular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ww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150 0.0000 E" pathEditMode="relative" ptsTypes="AA">
                                      <p:cBhvr>
                                        <p:cTn id="11" dur="90" fill="hold" repeatCount="3000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cat celebrating" descr="cat celebrati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5000" y="4699000"/>
            <a:ext cx="2032000" cy="2032000"/>
          </a:xfrm>
          <a:prstGeom prst="rect">
            <a:avLst/>
          </a:prstGeom>
        </p:spPr>
      </p:pic>
      <p:pic>
        <p:nvPicPr>
          <p:cNvPr id="4" name="bird celebrating" descr="bird celebrati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4699000"/>
            <a:ext cx="2032000" cy="2032000"/>
          </a:xfrm>
          <a:prstGeom prst="rect">
            <a:avLst/>
          </a:prstGeom>
        </p:spPr>
      </p:pic>
      <p:pic>
        <p:nvPicPr>
          <p:cNvPr id="5" name="girl celebrating" descr="girl celebrati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5000" y="4699000"/>
            <a:ext cx="2032000" cy="2032000"/>
          </a:xfrm>
          <a:prstGeom prst="rect">
            <a:avLst/>
          </a:prstGeom>
        </p:spPr>
      </p:pic>
      <p:sp>
        <p:nvSpPr>
          <p:cNvPr id="6" name="G confetti 1"/>
          <p:cNvSpPr/>
          <p:nvPr/>
        </p:nvSpPr>
        <p:spPr>
          <a:xfrm rot="1020000">
            <a:off x="5018504" y="303352"/>
            <a:ext cx="440796" cy="440796"/>
          </a:xfrm>
          <a:prstGeom prst="ellipse">
            <a:avLst/>
          </a:prstGeom>
          <a:solidFill>
            <a:srgbClr val="FF5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G confetti 2"/>
          <p:cNvSpPr/>
          <p:nvPr/>
        </p:nvSpPr>
        <p:spPr>
          <a:xfrm rot="600000">
            <a:off x="1667998" y="2777452"/>
            <a:ext cx="370219" cy="370219"/>
          </a:xfrm>
          <a:prstGeom prst="star5">
            <a:avLst/>
          </a:prstGeom>
          <a:solidFill>
            <a:srgbClr val="FFC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G confetti 3"/>
          <p:cNvSpPr/>
          <p:nvPr/>
        </p:nvSpPr>
        <p:spPr>
          <a:xfrm rot="1440000">
            <a:off x="11223722" y="778108"/>
            <a:ext cx="481951" cy="481951"/>
          </a:xfrm>
          <a:prstGeom prst="rect">
            <a:avLst/>
          </a:prstGeom>
          <a:solidFill>
            <a:srgbClr val="3A8F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G confetti 4"/>
          <p:cNvSpPr/>
          <p:nvPr/>
        </p:nvSpPr>
        <p:spPr>
          <a:xfrm rot="60000">
            <a:off x="8483549" y="1355583"/>
            <a:ext cx="311071" cy="311071"/>
          </a:xfrm>
          <a:prstGeom prst="heart">
            <a:avLst/>
          </a:prstGeom>
          <a:solidFill>
            <a:srgbClr val="2FB5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G confetti 5"/>
          <p:cNvSpPr/>
          <p:nvPr/>
        </p:nvSpPr>
        <p:spPr>
          <a:xfrm rot="3180000">
            <a:off x="2293819" y="826128"/>
            <a:ext cx="330644" cy="330644"/>
          </a:xfrm>
          <a:prstGeom prst="ellipse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G confetti 6"/>
          <p:cNvSpPr/>
          <p:nvPr/>
        </p:nvSpPr>
        <p:spPr>
          <a:xfrm rot="2940000">
            <a:off x="2909790" y="3308017"/>
            <a:ext cx="409730" cy="409730"/>
          </a:xfrm>
          <a:prstGeom prst="star5">
            <a:avLst/>
          </a:prstGeom>
          <a:solidFill>
            <a:srgbClr val="FF8A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G confetti 7"/>
          <p:cNvSpPr/>
          <p:nvPr/>
        </p:nvSpPr>
        <p:spPr>
          <a:xfrm rot="720000">
            <a:off x="9493875" y="1603344"/>
            <a:ext cx="453667" cy="45366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G confetti 8"/>
          <p:cNvSpPr/>
          <p:nvPr/>
        </p:nvSpPr>
        <p:spPr>
          <a:xfrm rot="2100000">
            <a:off x="9433990" y="3492288"/>
            <a:ext cx="269300" cy="269300"/>
          </a:xfrm>
          <a:prstGeom prst="heart">
            <a:avLst/>
          </a:prstGeom>
          <a:solidFill>
            <a:srgbClr val="FF5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G confetti 9"/>
          <p:cNvSpPr/>
          <p:nvPr/>
        </p:nvSpPr>
        <p:spPr>
          <a:xfrm rot="2940000">
            <a:off x="719899" y="1204403"/>
            <a:ext cx="483199" cy="483199"/>
          </a:xfrm>
          <a:prstGeom prst="ellipse">
            <a:avLst/>
          </a:prstGeom>
          <a:solidFill>
            <a:srgbClr val="FFC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G confetti 10"/>
          <p:cNvSpPr/>
          <p:nvPr/>
        </p:nvSpPr>
        <p:spPr>
          <a:xfrm rot="540000">
            <a:off x="1966035" y="1584646"/>
            <a:ext cx="364066" cy="364066"/>
          </a:xfrm>
          <a:prstGeom prst="star5">
            <a:avLst/>
          </a:prstGeom>
          <a:solidFill>
            <a:srgbClr val="3A8F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G confetti 11"/>
          <p:cNvSpPr/>
          <p:nvPr/>
        </p:nvSpPr>
        <p:spPr>
          <a:xfrm rot="2220000">
            <a:off x="8968231" y="3057420"/>
            <a:ext cx="235958" cy="235958"/>
          </a:xfrm>
          <a:prstGeom prst="rect">
            <a:avLst/>
          </a:prstGeom>
          <a:solidFill>
            <a:srgbClr val="2FB5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G confetti 12"/>
          <p:cNvSpPr/>
          <p:nvPr/>
        </p:nvSpPr>
        <p:spPr>
          <a:xfrm rot="780000">
            <a:off x="1161209" y="1209164"/>
            <a:ext cx="478904" cy="478904"/>
          </a:xfrm>
          <a:prstGeom prst="heart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 confetti 13"/>
          <p:cNvSpPr/>
          <p:nvPr/>
        </p:nvSpPr>
        <p:spPr>
          <a:xfrm rot="1860000">
            <a:off x="2118122" y="1930992"/>
            <a:ext cx="363525" cy="363525"/>
          </a:xfrm>
          <a:prstGeom prst="ellipse">
            <a:avLst/>
          </a:prstGeom>
          <a:solidFill>
            <a:srgbClr val="FF8A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 confetti 14"/>
          <p:cNvSpPr/>
          <p:nvPr/>
        </p:nvSpPr>
        <p:spPr>
          <a:xfrm rot="660000">
            <a:off x="282024" y="262479"/>
            <a:ext cx="352513" cy="352513"/>
          </a:xfrm>
          <a:prstGeom prst="star5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 confetti 15"/>
          <p:cNvSpPr/>
          <p:nvPr/>
        </p:nvSpPr>
        <p:spPr>
          <a:xfrm rot="2820000">
            <a:off x="1342594" y="3200159"/>
            <a:ext cx="328392" cy="328392"/>
          </a:xfrm>
          <a:prstGeom prst="rect">
            <a:avLst/>
          </a:prstGeom>
          <a:solidFill>
            <a:srgbClr val="FF5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 confetti 16"/>
          <p:cNvSpPr/>
          <p:nvPr/>
        </p:nvSpPr>
        <p:spPr>
          <a:xfrm rot="3120000">
            <a:off x="11186224" y="2682542"/>
            <a:ext cx="284706" cy="284706"/>
          </a:xfrm>
          <a:prstGeom prst="heart">
            <a:avLst/>
          </a:prstGeom>
          <a:solidFill>
            <a:srgbClr val="FFC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 confetti 17"/>
          <p:cNvSpPr/>
          <p:nvPr/>
        </p:nvSpPr>
        <p:spPr>
          <a:xfrm rot="600000">
            <a:off x="556433" y="2177779"/>
            <a:ext cx="325344" cy="325344"/>
          </a:xfrm>
          <a:prstGeom prst="ellipse">
            <a:avLst/>
          </a:prstGeom>
          <a:solidFill>
            <a:srgbClr val="3A8F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 confetti 18"/>
          <p:cNvSpPr/>
          <p:nvPr/>
        </p:nvSpPr>
        <p:spPr>
          <a:xfrm rot="1140000">
            <a:off x="3096819" y="2662249"/>
            <a:ext cx="405036" cy="405036"/>
          </a:xfrm>
          <a:prstGeom prst="star5">
            <a:avLst/>
          </a:prstGeom>
          <a:solidFill>
            <a:srgbClr val="2FB5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 confetti 19"/>
          <p:cNvSpPr/>
          <p:nvPr/>
        </p:nvSpPr>
        <p:spPr>
          <a:xfrm rot="2220000">
            <a:off x="1019783" y="2938778"/>
            <a:ext cx="271777" cy="271777"/>
          </a:xfrm>
          <a:prstGeom prst="rect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 confetti 20"/>
          <p:cNvSpPr/>
          <p:nvPr/>
        </p:nvSpPr>
        <p:spPr>
          <a:xfrm rot="1140000">
            <a:off x="2557589" y="1034032"/>
            <a:ext cx="459238" cy="459238"/>
          </a:xfrm>
          <a:prstGeom prst="heart">
            <a:avLst/>
          </a:prstGeom>
          <a:solidFill>
            <a:srgbClr val="FF8A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 confetti 21"/>
          <p:cNvSpPr/>
          <p:nvPr/>
        </p:nvSpPr>
        <p:spPr>
          <a:xfrm rot="2400000">
            <a:off x="3593798" y="3393818"/>
            <a:ext cx="405438" cy="40543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 confetti 22"/>
          <p:cNvSpPr/>
          <p:nvPr/>
        </p:nvSpPr>
        <p:spPr>
          <a:xfrm rot="1260000">
            <a:off x="9393818" y="1765028"/>
            <a:ext cx="333954" cy="333954"/>
          </a:xfrm>
          <a:prstGeom prst="star5">
            <a:avLst/>
          </a:prstGeom>
          <a:solidFill>
            <a:srgbClr val="FF5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 confetti 23"/>
          <p:cNvSpPr/>
          <p:nvPr/>
        </p:nvSpPr>
        <p:spPr>
          <a:xfrm rot="60000">
            <a:off x="8692747" y="3055249"/>
            <a:ext cx="290570" cy="290570"/>
          </a:xfrm>
          <a:prstGeom prst="rect">
            <a:avLst/>
          </a:prstGeom>
          <a:solidFill>
            <a:srgbClr val="FFC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 confetti 24"/>
          <p:cNvSpPr/>
          <p:nvPr/>
        </p:nvSpPr>
        <p:spPr>
          <a:xfrm rot="660000">
            <a:off x="10946563" y="422945"/>
            <a:ext cx="381049" cy="381049"/>
          </a:xfrm>
          <a:prstGeom prst="heart">
            <a:avLst/>
          </a:prstGeom>
          <a:solidFill>
            <a:srgbClr val="3A8F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 confetti 25"/>
          <p:cNvSpPr/>
          <p:nvPr/>
        </p:nvSpPr>
        <p:spPr>
          <a:xfrm rot="120000">
            <a:off x="1108920" y="2004424"/>
            <a:ext cx="429787" cy="429787"/>
          </a:xfrm>
          <a:prstGeom prst="ellipse">
            <a:avLst/>
          </a:prstGeom>
          <a:solidFill>
            <a:srgbClr val="2FB5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 confetti 26"/>
          <p:cNvSpPr/>
          <p:nvPr/>
        </p:nvSpPr>
        <p:spPr>
          <a:xfrm rot="780000">
            <a:off x="2418151" y="722879"/>
            <a:ext cx="438744" cy="438744"/>
          </a:xfrm>
          <a:prstGeom prst="star5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medal ribbon left"/>
          <p:cNvSpPr/>
          <p:nvPr/>
        </p:nvSpPr>
        <p:spPr>
          <a:xfrm rot="11400000">
            <a:off x="4754880" y="3698240"/>
            <a:ext cx="1097280" cy="1219200"/>
          </a:xfrm>
          <a:prstGeom prst="triangle">
            <a:avLst/>
          </a:prstGeom>
          <a:solidFill>
            <a:srgbClr val="E845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medal ribbon right"/>
          <p:cNvSpPr/>
          <p:nvPr/>
        </p:nvSpPr>
        <p:spPr>
          <a:xfrm rot="10200000">
            <a:off x="6339840" y="3698240"/>
            <a:ext cx="1097280" cy="1219200"/>
          </a:xfrm>
          <a:prstGeom prst="triangle">
            <a:avLst/>
          </a:prstGeom>
          <a:solidFill>
            <a:srgbClr val="3A8FD9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 medal"/>
          <p:cNvSpPr/>
          <p:nvPr/>
        </p:nvSpPr>
        <p:spPr>
          <a:xfrm>
            <a:off x="4145280" y="670560"/>
            <a:ext cx="3657600" cy="3657600"/>
          </a:xfrm>
          <a:prstGeom prst="ellipse">
            <a:avLst/>
          </a:prstGeom>
          <a:solidFill>
            <a:srgbClr val="FFC93C"/>
          </a:solidFill>
          <a:ln w="762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 medal inner"/>
          <p:cNvSpPr/>
          <p:nvPr/>
        </p:nvSpPr>
        <p:spPr>
          <a:xfrm>
            <a:off x="4632960" y="1158240"/>
            <a:ext cx="2682240" cy="2682240"/>
          </a:xfrm>
          <a:prstGeom prst="ellipse">
            <a:avLst/>
          </a:prstGeom>
          <a:solidFill>
            <a:srgbClr val="FFE48A"/>
          </a:solidFill>
          <a:ln w="508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 medal star"/>
          <p:cNvSpPr/>
          <p:nvPr/>
        </p:nvSpPr>
        <p:spPr>
          <a:xfrm>
            <a:off x="4998720" y="1524000"/>
            <a:ext cx="1950720" cy="1950720"/>
          </a:xfrm>
          <a:prstGeom prst="star5">
            <a:avLst/>
          </a:prstGeom>
          <a:solidFill>
            <a:srgbClr val="FFFFFF"/>
          </a:solidFill>
          <a:ln w="381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7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a_ca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7" dur="260" fill="hold" repeatCount="indefinite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_bird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12" dur="26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a_gir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17" dur="260" fill="hold" repeatCount="indefinite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385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455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525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595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665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735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805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875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945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1015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nodeType="withEffect">
                                  <p:stCondLst>
                                    <p:cond delay="1085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nodeType="withEffect">
                                  <p:stCondLst>
                                    <p:cond delay="1155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nodeType="withEffect">
                                  <p:stCondLst>
                                    <p:cond delay="1225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leve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01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100" dur="400" fill="hold" repeatCount="3000" autoRev="1"/>
                                        <p:tgtEl>
                                          <p:spTgt spid="34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cat (host)" descr="ca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cat (happy)" descr="ca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bird (friend)" descr="bird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bird (happy)" descr="bird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ح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ح</a:t>
            </a:r>
          </a:p>
        </p:txBody>
      </p:sp>
      <p:sp>
        <p:nvSpPr>
          <p:cNvPr id="11" name="F1 mark" descr="ح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7A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ر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ر</a:t>
            </a:r>
          </a:p>
        </p:txBody>
      </p:sp>
      <p:sp>
        <p:nvSpPr>
          <p:cNvPr id="14" name="F2 mark" descr="ر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رَ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7A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حَر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حَرَ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6728331" y="6461760"/>
            <a:ext cx="3512949" cy="195072"/>
          </a:xfrm>
          <a:prstGeom prst="roundRect">
            <a:avLst>
              <a:gd name="adj" fmla="val 50000"/>
            </a:avLst>
          </a:prstGeom>
          <a:solidFill>
            <a:srgbClr val="7A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03179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790764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678350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565936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453521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341107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228693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7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0107" y="5949696"/>
            <a:ext cx="780288" cy="780288"/>
          </a:xfrm>
          <a:prstGeom prst="rect">
            <a:avLst/>
          </a:prstGeom>
        </p:spPr>
      </p:pic>
      <p:pic>
        <p:nvPicPr>
          <p:cNvPr id="28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ca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cat (host)" descr="ca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cat (happy)" descr="ca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bird (friend)" descr="bird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bird (happy)" descr="bird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خ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خ</a:t>
            </a:r>
          </a:p>
        </p:txBody>
      </p:sp>
      <p:sp>
        <p:nvSpPr>
          <p:cNvPr id="11" name="F1 mark" descr="خ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خَ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7A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ر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ر</a:t>
            </a:r>
          </a:p>
        </p:txBody>
      </p:sp>
      <p:sp>
        <p:nvSpPr>
          <p:cNvPr id="14" name="F2 mark" descr="ر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رَ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7A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خَر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خَرَ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6587813" y="6461760"/>
            <a:ext cx="3653467" cy="195072"/>
          </a:xfrm>
          <a:prstGeom prst="roundRect">
            <a:avLst>
              <a:gd name="adj" fmla="val 50000"/>
            </a:avLst>
          </a:prstGeom>
          <a:solidFill>
            <a:srgbClr val="7A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03179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790764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678350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565936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453521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341107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228693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7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9589" y="5949696"/>
            <a:ext cx="780288" cy="780288"/>
          </a:xfrm>
          <a:prstGeom prst="rect">
            <a:avLst/>
          </a:prstGeom>
        </p:spPr>
      </p:pic>
      <p:pic>
        <p:nvPicPr>
          <p:cNvPr id="28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ca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cat (host)" descr="ca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cat (happy)" descr="ca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bird (friend)" descr="bird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bird (happy)" descr="bird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د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د</a:t>
            </a:r>
          </a:p>
        </p:txBody>
      </p:sp>
      <p:sp>
        <p:nvSpPr>
          <p:cNvPr id="11" name="F1 mark" descr="د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دَ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7A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ر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ر</a:t>
            </a:r>
          </a:p>
        </p:txBody>
      </p:sp>
      <p:sp>
        <p:nvSpPr>
          <p:cNvPr id="14" name="F2 mark" descr="ر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رَ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7A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دَر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دَرَ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6447295" y="6461760"/>
            <a:ext cx="3793985" cy="195072"/>
          </a:xfrm>
          <a:prstGeom prst="roundRect">
            <a:avLst>
              <a:gd name="adj" fmla="val 50000"/>
            </a:avLst>
          </a:prstGeom>
          <a:solidFill>
            <a:srgbClr val="7A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03179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790764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678350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565936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453521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341107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228693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7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9071" y="5949696"/>
            <a:ext cx="780288" cy="780288"/>
          </a:xfrm>
          <a:prstGeom prst="rect">
            <a:avLst/>
          </a:prstGeom>
        </p:spPr>
      </p:pic>
      <p:pic>
        <p:nvPicPr>
          <p:cNvPr id="28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ca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cat (host)" descr="ca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cat (happy)" descr="ca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bird (friend)" descr="bird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bird (happy)" descr="bird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ذ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ذ</a:t>
            </a:r>
          </a:p>
        </p:txBody>
      </p:sp>
      <p:sp>
        <p:nvSpPr>
          <p:cNvPr id="11" name="F1 mark" descr="ذ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ذَ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7A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ر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ر</a:t>
            </a:r>
          </a:p>
        </p:txBody>
      </p:sp>
      <p:sp>
        <p:nvSpPr>
          <p:cNvPr id="14" name="F2 mark" descr="ر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رَ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7A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ذَر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ذَرَ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6306777" y="6461760"/>
            <a:ext cx="3934503" cy="195072"/>
          </a:xfrm>
          <a:prstGeom prst="roundRect">
            <a:avLst>
              <a:gd name="adj" fmla="val 50000"/>
            </a:avLst>
          </a:prstGeom>
          <a:solidFill>
            <a:srgbClr val="7A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03179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790764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678350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565936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453521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341107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228693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7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8553" y="5949696"/>
            <a:ext cx="780288" cy="780288"/>
          </a:xfrm>
          <a:prstGeom prst="rect">
            <a:avLst/>
          </a:prstGeom>
        </p:spPr>
      </p:pic>
      <p:pic>
        <p:nvPicPr>
          <p:cNvPr id="28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ca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cat (host)" descr="ca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cat (happy)" descr="ca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bird (friend)" descr="bird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bird (happy)" descr="bird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4023360" y="1341120"/>
            <a:ext cx="4145280" cy="41452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01 L1 letter" descr="ز"/>
          <p:cNvSpPr/>
          <p:nvPr/>
        </p:nvSpPr>
        <p:spPr>
          <a:xfrm>
            <a:off x="4023360" y="1341120"/>
            <a:ext cx="4145280" cy="41452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25333" b="0" lang="ar-SA">
                <a:solidFill>
                  <a:srgbClr val="16213E"/>
                </a:solidFill>
                <a:latin typeface="Arial"/>
                <a:cs typeface="Arial"/>
              </a:rPr>
              <a:t>ز</a:t>
            </a:r>
          </a:p>
        </p:txBody>
      </p:sp>
      <p:sp>
        <p:nvSpPr>
          <p:cNvPr id="9" name="S02 F1 mark" descr="زَ"/>
          <p:cNvSpPr/>
          <p:nvPr/>
        </p:nvSpPr>
        <p:spPr>
          <a:xfrm>
            <a:off x="4023360" y="1341120"/>
            <a:ext cx="4145280" cy="41452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25333" b="0" lang="ar-SA">
                <a:solidFill>
                  <a:srgbClr val="16213E"/>
                </a:solidFill>
                <a:latin typeface="Arial"/>
                <a:cs typeface="Arial"/>
              </a:rPr>
              <a:t>زَ</a:t>
            </a:r>
          </a:p>
        </p:txBody>
      </p:sp>
      <p:sp>
        <p:nvSpPr>
          <p:cNvPr id="10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Game progress"/>
          <p:cNvSpPr/>
          <p:nvPr/>
        </p:nvSpPr>
        <p:spPr>
          <a:xfrm>
            <a:off x="6166259" y="6461760"/>
            <a:ext cx="4075021" cy="195072"/>
          </a:xfrm>
          <a:prstGeom prst="roundRect">
            <a:avLst>
              <a:gd name="adj" fmla="val 50000"/>
            </a:avLst>
          </a:prstGeom>
          <a:solidFill>
            <a:srgbClr val="7A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Game milestone 1"/>
          <p:cNvSpPr/>
          <p:nvPr/>
        </p:nvSpPr>
        <p:spPr>
          <a:xfrm>
            <a:off x="903179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Game milestone 2"/>
          <p:cNvSpPr/>
          <p:nvPr/>
        </p:nvSpPr>
        <p:spPr>
          <a:xfrm>
            <a:off x="790764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Game milestone 3"/>
          <p:cNvSpPr/>
          <p:nvPr/>
        </p:nvSpPr>
        <p:spPr>
          <a:xfrm>
            <a:off x="678350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Game milestone 4"/>
          <p:cNvSpPr/>
          <p:nvPr/>
        </p:nvSpPr>
        <p:spPr>
          <a:xfrm>
            <a:off x="565936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Game milestone 5"/>
          <p:cNvSpPr/>
          <p:nvPr/>
        </p:nvSpPr>
        <p:spPr>
          <a:xfrm>
            <a:off x="453521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Game milestone 6"/>
          <p:cNvSpPr/>
          <p:nvPr/>
        </p:nvSpPr>
        <p:spPr>
          <a:xfrm>
            <a:off x="341107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milestone 7"/>
          <p:cNvSpPr/>
          <p:nvPr/>
        </p:nvSpPr>
        <p:spPr>
          <a:xfrm>
            <a:off x="228693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0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8035" y="5949696"/>
            <a:ext cx="780288" cy="780288"/>
          </a:xfrm>
          <a:prstGeom prst="rect">
            <a:avLst/>
          </a:prstGeom>
        </p:spPr>
      </p:pic>
      <p:pic>
        <p:nvPicPr>
          <p:cNvPr id="21" name="sound anchor" descr="sound anchor (invisible)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0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3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a_ca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cat (host)" descr="ca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cat (happy)" descr="ca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bird (friend)" descr="bird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bird (happy)" descr="bird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ز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ز</a:t>
            </a:r>
          </a:p>
        </p:txBody>
      </p:sp>
      <p:sp>
        <p:nvSpPr>
          <p:cNvPr id="11" name="F1 mark" descr="ز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زَ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7A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أ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أ</a:t>
            </a:r>
          </a:p>
        </p:txBody>
      </p:sp>
      <p:sp>
        <p:nvSpPr>
          <p:cNvPr id="14" name="F2 mark" descr="أ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أَ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7A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زَأ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زَأَ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6025741" y="6461760"/>
            <a:ext cx="4215539" cy="195072"/>
          </a:xfrm>
          <a:prstGeom prst="roundRect">
            <a:avLst>
              <a:gd name="adj" fmla="val 50000"/>
            </a:avLst>
          </a:prstGeom>
          <a:solidFill>
            <a:srgbClr val="7A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03179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790764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678350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565936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453521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341107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228693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7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7517" y="5949696"/>
            <a:ext cx="780288" cy="780288"/>
          </a:xfrm>
          <a:prstGeom prst="rect">
            <a:avLst/>
          </a:prstGeom>
        </p:spPr>
      </p:pic>
      <p:pic>
        <p:nvPicPr>
          <p:cNvPr id="28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ca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cat (host)" descr="ca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cat (happy)" descr="ca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bird (friend)" descr="bird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bird (happy)" descr="bird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ز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ز</a:t>
            </a:r>
          </a:p>
        </p:txBody>
      </p:sp>
      <p:sp>
        <p:nvSpPr>
          <p:cNvPr id="11" name="F1 mark" descr="ز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زَ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7A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ب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ب</a:t>
            </a:r>
          </a:p>
        </p:txBody>
      </p:sp>
      <p:sp>
        <p:nvSpPr>
          <p:cNvPr id="14" name="F2 mark" descr="ب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7A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زَب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زَبَ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5885223" y="6461760"/>
            <a:ext cx="4356057" cy="195072"/>
          </a:xfrm>
          <a:prstGeom prst="roundRect">
            <a:avLst>
              <a:gd name="adj" fmla="val 50000"/>
            </a:avLst>
          </a:prstGeom>
          <a:solidFill>
            <a:srgbClr val="7A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03179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790764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678350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565936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453521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341107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228693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7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6999" y="5949696"/>
            <a:ext cx="780288" cy="780288"/>
          </a:xfrm>
          <a:prstGeom prst="rect">
            <a:avLst/>
          </a:prstGeom>
        </p:spPr>
      </p:pic>
      <p:pic>
        <p:nvPicPr>
          <p:cNvPr id="28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ca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cat (host)" descr="ca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cat (happy)" descr="ca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bird (friend)" descr="bird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bird (happy)" descr="bird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ز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ز</a:t>
            </a:r>
          </a:p>
        </p:txBody>
      </p:sp>
      <p:sp>
        <p:nvSpPr>
          <p:cNvPr id="11" name="F1 mark" descr="ز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زَ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7A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ت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ت</a:t>
            </a:r>
          </a:p>
        </p:txBody>
      </p:sp>
      <p:sp>
        <p:nvSpPr>
          <p:cNvPr id="14" name="F2 mark" descr="ت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تَ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7A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زَت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زَتَ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5744705" y="6461760"/>
            <a:ext cx="4496575" cy="195072"/>
          </a:xfrm>
          <a:prstGeom prst="roundRect">
            <a:avLst>
              <a:gd name="adj" fmla="val 50000"/>
            </a:avLst>
          </a:prstGeom>
          <a:solidFill>
            <a:srgbClr val="7A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03179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790764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678350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565936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453521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341107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228693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7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6481" y="5949696"/>
            <a:ext cx="780288" cy="780288"/>
          </a:xfrm>
          <a:prstGeom prst="rect">
            <a:avLst/>
          </a:prstGeom>
        </p:spPr>
      </p:pic>
      <p:pic>
        <p:nvPicPr>
          <p:cNvPr id="28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ca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ircle 1"/>
          <p:cNvSpPr/>
          <p:nvPr/>
        </p:nvSpPr>
        <p:spPr>
          <a:xfrm>
            <a:off x="8961120" y="91440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Circle 2"/>
          <p:cNvSpPr/>
          <p:nvPr/>
        </p:nvSpPr>
        <p:spPr>
          <a:xfrm>
            <a:off x="5791200" y="91440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Question panel"/>
          <p:cNvSpPr/>
          <p:nvPr/>
        </p:nvSpPr>
        <p:spPr>
          <a:xfrm>
            <a:off x="914400" y="73152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Question mark" descr="؟"/>
          <p:cNvSpPr/>
          <p:nvPr/>
        </p:nvSpPr>
        <p:spPr>
          <a:xfrm>
            <a:off x="914400" y="73152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4666" b="0" lang="ar-SA">
                <a:solidFill>
                  <a:srgbClr val="7A4FD6"/>
                </a:solidFill>
                <a:latin typeface="Arial"/>
                <a:cs typeface="Arial"/>
              </a:rPr>
              <a:t>؟</a:t>
            </a:r>
          </a:p>
        </p:txBody>
      </p:sp>
      <p:sp>
        <p:nvSpPr>
          <p:cNvPr id="7" name="Letter 1" descr="زَ"/>
          <p:cNvSpPr/>
          <p:nvPr/>
        </p:nvSpPr>
        <p:spPr>
          <a:xfrm>
            <a:off x="8961120" y="91440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زَ</a:t>
            </a:r>
          </a:p>
        </p:txBody>
      </p:sp>
      <p:sp>
        <p:nvSpPr>
          <p:cNvPr id="8" name="Plus 1"/>
          <p:cNvSpPr/>
          <p:nvPr/>
        </p:nvSpPr>
        <p:spPr>
          <a:xfrm>
            <a:off x="8260080" y="1798320"/>
            <a:ext cx="548640" cy="548640"/>
          </a:xfrm>
          <a:prstGeom prst="mathPlus">
            <a:avLst/>
          </a:prstGeom>
          <a:solidFill>
            <a:srgbClr val="7A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Letter 2" descr="تَ"/>
          <p:cNvSpPr/>
          <p:nvPr/>
        </p:nvSpPr>
        <p:spPr>
          <a:xfrm>
            <a:off x="5791200" y="91440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تَ</a:t>
            </a:r>
          </a:p>
        </p:txBody>
      </p:sp>
      <p:sp>
        <p:nvSpPr>
          <p:cNvPr id="10" name="Arrow"/>
          <p:cNvSpPr/>
          <p:nvPr/>
        </p:nvSpPr>
        <p:spPr>
          <a:xfrm>
            <a:off x="4754880" y="1731264"/>
            <a:ext cx="853440" cy="682752"/>
          </a:xfrm>
          <a:prstGeom prst="leftArrow">
            <a:avLst/>
          </a:prstGeom>
          <a:solidFill>
            <a:srgbClr val="7A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cat holding answer 1" descr="cat peeking over the answer car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0250" y="3197860"/>
            <a:ext cx="1587500" cy="1587500"/>
          </a:xfrm>
          <a:prstGeom prst="rect">
            <a:avLst/>
          </a:prstGeom>
        </p:spPr>
      </p:pic>
      <p:sp>
        <p:nvSpPr>
          <p:cNvPr id="12" name="LINK answer 1" descr="تَزَ">
            <a:hlinkClick action="ppaction://hlinksldjump" r:id="rId8"/>
          </p:cNvPr>
          <p:cNvSpPr/>
          <p:nvPr/>
        </p:nvSpPr>
        <p:spPr>
          <a:xfrm>
            <a:off x="7772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تَزَ</a:t>
            </a:r>
          </a:p>
        </p:txBody>
      </p:sp>
      <p:pic>
        <p:nvPicPr>
          <p:cNvPr id="13" name="bird holding answer 2" descr="bird peeking over the answer car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2250" y="3197860"/>
            <a:ext cx="1587500" cy="1587500"/>
          </a:xfrm>
          <a:prstGeom prst="rect">
            <a:avLst/>
          </a:prstGeom>
        </p:spPr>
      </p:pic>
      <p:sp>
        <p:nvSpPr>
          <p:cNvPr id="14" name="LINK answer 2" descr="زَتَ">
            <a:hlinkClick action="ppaction://hlinksldjump" r:id="rId9"/>
          </p:cNvPr>
          <p:cNvSpPr/>
          <p:nvPr/>
        </p:nvSpPr>
        <p:spPr>
          <a:xfrm>
            <a:off x="4724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زَتَ</a:t>
            </a:r>
          </a:p>
        </p:txBody>
      </p:sp>
      <p:pic>
        <p:nvPicPr>
          <p:cNvPr id="15" name="girl holding answer 3" descr="girl peeking over the answer car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54250" y="3197860"/>
            <a:ext cx="1587500" cy="1587500"/>
          </a:xfrm>
          <a:prstGeom prst="rect">
            <a:avLst/>
          </a:prstGeom>
        </p:spPr>
      </p:pic>
      <p:sp>
        <p:nvSpPr>
          <p:cNvPr id="16" name="LINK answer 3" descr="رَتَ">
            <a:hlinkClick action="ppaction://hlinksldjump" r:id="rId8"/>
          </p:cNvPr>
          <p:cNvSpPr/>
          <p:nvPr/>
        </p:nvSpPr>
        <p:spPr>
          <a:xfrm>
            <a:off x="1676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رَتَ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5744705" y="6461760"/>
            <a:ext cx="4496575" cy="195072"/>
          </a:xfrm>
          <a:prstGeom prst="roundRect">
            <a:avLst>
              <a:gd name="adj" fmla="val 50000"/>
            </a:avLst>
          </a:prstGeom>
          <a:solidFill>
            <a:srgbClr val="7A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03179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790764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678350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565936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453521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341107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228693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7" name="Game marker (host animal)" descr="progress marker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76481" y="5949696"/>
            <a:ext cx="780288" cy="780288"/>
          </a:xfrm>
          <a:prstGeom prst="rect">
            <a:avLst/>
          </a:prstGeom>
        </p:spPr>
      </p:pic>
    </p:spTree>
  </p:cSld>
  <p:clrMapOvr>
    <a:masterClrMapping/>
  </p:clrMapOvr>
  <p:transition advClick="0"/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cat cheering" descr="cat cheeri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4" name="cat cheering 2" descr="cat cheering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5" name="bird cheering" descr="bird cheeri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2095500"/>
            <a:ext cx="2095500" cy="2095500"/>
          </a:xfrm>
          <a:prstGeom prst="rect">
            <a:avLst/>
          </a:prstGeom>
        </p:spPr>
      </p:pic>
      <p:pic>
        <p:nvPicPr>
          <p:cNvPr id="6" name="girl cheering" descr="girl cheeri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34500" y="2095500"/>
            <a:ext cx="2095500" cy="2095500"/>
          </a:xfrm>
          <a:prstGeom prst="rect">
            <a:avLst/>
          </a:prstGeom>
        </p:spPr>
      </p:pic>
      <p:sp>
        <p:nvSpPr>
          <p:cNvPr id="7" name="G star1"/>
          <p:cNvSpPr/>
          <p:nvPr/>
        </p:nvSpPr>
        <p:spPr>
          <a:xfrm>
            <a:off x="408432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G star2"/>
          <p:cNvSpPr/>
          <p:nvPr/>
        </p:nvSpPr>
        <p:spPr>
          <a:xfrm>
            <a:off x="548640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G star3"/>
          <p:cNvSpPr/>
          <p:nvPr/>
        </p:nvSpPr>
        <p:spPr>
          <a:xfrm>
            <a:off x="688848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G panel" descr="زَتَ"/>
          <p:cNvSpPr/>
          <p:nvPr/>
        </p:nvSpPr>
        <p:spPr>
          <a:xfrm>
            <a:off x="3169920" y="4328160"/>
            <a:ext cx="5852160" cy="1584960"/>
          </a:xfrm>
          <a:prstGeom prst="roundRect">
            <a:avLst>
              <a:gd name="adj" fmla="val 20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0666" b="0" lang="ar-SA">
                <a:solidFill>
                  <a:srgbClr val="16213E"/>
                </a:solidFill>
                <a:latin typeface="Arial"/>
                <a:cs typeface="Arial"/>
              </a:rPr>
              <a:t>زَتَ</a:t>
            </a:r>
          </a:p>
        </p:txBody>
      </p:sp>
      <p:sp>
        <p:nvSpPr>
          <p:cNvPr id="1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Game progress"/>
          <p:cNvSpPr/>
          <p:nvPr/>
        </p:nvSpPr>
        <p:spPr>
          <a:xfrm>
            <a:off x="5744705" y="6461760"/>
            <a:ext cx="4496575" cy="195072"/>
          </a:xfrm>
          <a:prstGeom prst="roundRect">
            <a:avLst>
              <a:gd name="adj" fmla="val 50000"/>
            </a:avLst>
          </a:prstGeom>
          <a:solidFill>
            <a:srgbClr val="7A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Game milestone 1"/>
          <p:cNvSpPr/>
          <p:nvPr/>
        </p:nvSpPr>
        <p:spPr>
          <a:xfrm>
            <a:off x="903179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Game milestone 2"/>
          <p:cNvSpPr/>
          <p:nvPr/>
        </p:nvSpPr>
        <p:spPr>
          <a:xfrm>
            <a:off x="790764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Game milestone 3"/>
          <p:cNvSpPr/>
          <p:nvPr/>
        </p:nvSpPr>
        <p:spPr>
          <a:xfrm>
            <a:off x="678350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Game milestone 4"/>
          <p:cNvSpPr/>
          <p:nvPr/>
        </p:nvSpPr>
        <p:spPr>
          <a:xfrm>
            <a:off x="565936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Game milestone 5"/>
          <p:cNvSpPr/>
          <p:nvPr/>
        </p:nvSpPr>
        <p:spPr>
          <a:xfrm>
            <a:off x="453521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milestone 6"/>
          <p:cNvSpPr/>
          <p:nvPr/>
        </p:nvSpPr>
        <p:spPr>
          <a:xfrm>
            <a:off x="341107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7"/>
          <p:cNvSpPr/>
          <p:nvPr/>
        </p:nvSpPr>
        <p:spPr>
          <a:xfrm>
            <a:off x="228693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1" name="Game marker (host animal)" descr="progress marker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76481" y="5949696"/>
            <a:ext cx="780288" cy="780288"/>
          </a:xfrm>
          <a:prstGeom prst="rect">
            <a:avLst/>
          </a:prstGeom>
        </p:spPr>
      </p:pic>
      <p:pic>
        <p:nvPicPr>
          <p:cNvPr id="22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_ca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a_bird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a_gir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xit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xit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xit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xit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xit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xit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xit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cat sad" descr="cat sa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413000" cy="2413000"/>
          </a:xfrm>
          <a:prstGeom prst="rect">
            <a:avLst/>
          </a:prstGeom>
        </p:spPr>
      </p:pic>
      <p:pic>
        <p:nvPicPr>
          <p:cNvPr id="4" name="bird encouraging" descr="bird encouragi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4064000"/>
            <a:ext cx="2159000" cy="2159000"/>
          </a:xfrm>
          <a:prstGeom prst="rect">
            <a:avLst/>
          </a:prstGeom>
        </p:spPr>
      </p:pic>
      <p:sp>
        <p:nvSpPr>
          <p:cNvPr id="5" name="G oops"/>
          <p:cNvSpPr/>
          <p:nvPr/>
        </p:nvSpPr>
        <p:spPr>
          <a:xfrm>
            <a:off x="4632960" y="609600"/>
            <a:ext cx="2926080" cy="292608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INK retry button">
            <a:hlinkClick action="ppaction://hlinksldjump" r:id="rId6"/>
          </p:cNvPr>
          <p:cNvSpPr/>
          <p:nvPr/>
        </p:nvSpPr>
        <p:spPr>
          <a:xfrm>
            <a:off x="4145280" y="4023360"/>
            <a:ext cx="3901440" cy="18288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LINK retry icon">
            <a:hlinkClick action="ppaction://hlinksldjump" r:id="rId6"/>
          </p:cNvPr>
          <p:cNvSpPr/>
          <p:nvPr/>
        </p:nvSpPr>
        <p:spPr>
          <a:xfrm>
            <a:off x="5364480" y="4267200"/>
            <a:ext cx="1463040" cy="1341120"/>
          </a:xfrm>
          <a:prstGeom prst="circular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ww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150 0.0000 E" pathEditMode="relative" ptsTypes="AA">
                                      <p:cBhvr>
                                        <p:cTn id="11" dur="90" fill="hold" repeatCount="3000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cat (host)" descr="ca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cat (happy)" descr="ca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bird (friend)" descr="bird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bird (happy)" descr="bird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ز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ز</a:t>
            </a:r>
          </a:p>
        </p:txBody>
      </p:sp>
      <p:sp>
        <p:nvSpPr>
          <p:cNvPr id="11" name="F1 mark" descr="ز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زَ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7A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ث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ث</a:t>
            </a:r>
          </a:p>
        </p:txBody>
      </p:sp>
      <p:sp>
        <p:nvSpPr>
          <p:cNvPr id="14" name="F2 mark" descr="ث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ثَ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7A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زَث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زَثَ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5604187" y="6461760"/>
            <a:ext cx="4637093" cy="195072"/>
          </a:xfrm>
          <a:prstGeom prst="roundRect">
            <a:avLst>
              <a:gd name="adj" fmla="val 50000"/>
            </a:avLst>
          </a:prstGeom>
          <a:solidFill>
            <a:srgbClr val="7A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03179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790764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678350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565936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453521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341107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228693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7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5963" y="5949696"/>
            <a:ext cx="780288" cy="780288"/>
          </a:xfrm>
          <a:prstGeom prst="rect">
            <a:avLst/>
          </a:prstGeom>
        </p:spPr>
      </p:pic>
      <p:pic>
        <p:nvPicPr>
          <p:cNvPr id="28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ca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cat (host)" descr="ca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cat (happy)" descr="ca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bird (friend)" descr="bird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bird (happy)" descr="bird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ز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ز</a:t>
            </a:r>
          </a:p>
        </p:txBody>
      </p:sp>
      <p:sp>
        <p:nvSpPr>
          <p:cNvPr id="11" name="F1 mark" descr="ز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زَ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7A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ج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ج</a:t>
            </a:r>
          </a:p>
        </p:txBody>
      </p:sp>
      <p:sp>
        <p:nvSpPr>
          <p:cNvPr id="14" name="F2 mark" descr="ج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7A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زَج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زَجَ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5463669" y="6461760"/>
            <a:ext cx="4777611" cy="195072"/>
          </a:xfrm>
          <a:prstGeom prst="roundRect">
            <a:avLst>
              <a:gd name="adj" fmla="val 50000"/>
            </a:avLst>
          </a:prstGeom>
          <a:solidFill>
            <a:srgbClr val="7A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03179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790764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678350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565936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453521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341107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228693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7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5445" y="5949696"/>
            <a:ext cx="780288" cy="780288"/>
          </a:xfrm>
          <a:prstGeom prst="rect">
            <a:avLst/>
          </a:prstGeom>
        </p:spPr>
      </p:pic>
      <p:pic>
        <p:nvPicPr>
          <p:cNvPr id="28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ca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cat (host)" descr="ca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cat (happy)" descr="ca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bird (friend)" descr="bird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bird (happy)" descr="bird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ز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ز</a:t>
            </a:r>
          </a:p>
        </p:txBody>
      </p:sp>
      <p:sp>
        <p:nvSpPr>
          <p:cNvPr id="11" name="F1 mark" descr="ز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زَ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7A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ح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ح</a:t>
            </a:r>
          </a:p>
        </p:txBody>
      </p:sp>
      <p:sp>
        <p:nvSpPr>
          <p:cNvPr id="14" name="F2 mark" descr="ح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7A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زَح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زَحَ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5323151" y="6461760"/>
            <a:ext cx="4918129" cy="195072"/>
          </a:xfrm>
          <a:prstGeom prst="roundRect">
            <a:avLst>
              <a:gd name="adj" fmla="val 50000"/>
            </a:avLst>
          </a:prstGeom>
          <a:solidFill>
            <a:srgbClr val="7A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03179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790764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678350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565936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453521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341107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228693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7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4927" y="5949696"/>
            <a:ext cx="780288" cy="780288"/>
          </a:xfrm>
          <a:prstGeom prst="rect">
            <a:avLst/>
          </a:prstGeom>
        </p:spPr>
      </p:pic>
      <p:pic>
        <p:nvPicPr>
          <p:cNvPr id="28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ca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cat (host)" descr="ca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cat (happy)" descr="ca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bird (friend)" descr="bird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bird (happy)" descr="bird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ز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ز</a:t>
            </a:r>
          </a:p>
        </p:txBody>
      </p:sp>
      <p:sp>
        <p:nvSpPr>
          <p:cNvPr id="11" name="F1 mark" descr="ز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زَ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7A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خ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خ</a:t>
            </a:r>
          </a:p>
        </p:txBody>
      </p:sp>
      <p:sp>
        <p:nvSpPr>
          <p:cNvPr id="14" name="F2 mark" descr="خ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خَ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7A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زَخ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زَخَ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5182633" y="6461760"/>
            <a:ext cx="5058647" cy="195072"/>
          </a:xfrm>
          <a:prstGeom prst="roundRect">
            <a:avLst>
              <a:gd name="adj" fmla="val 50000"/>
            </a:avLst>
          </a:prstGeom>
          <a:solidFill>
            <a:srgbClr val="7A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03179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790764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678350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565936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453521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341107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228693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7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4409" y="5949696"/>
            <a:ext cx="780288" cy="780288"/>
          </a:xfrm>
          <a:prstGeom prst="rect">
            <a:avLst/>
          </a:prstGeom>
        </p:spPr>
      </p:pic>
      <p:pic>
        <p:nvPicPr>
          <p:cNvPr id="28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ca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cat (host)" descr="ca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cat (happy)" descr="ca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bird (friend)" descr="bird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bird (happy)" descr="bird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ز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ز</a:t>
            </a:r>
          </a:p>
        </p:txBody>
      </p:sp>
      <p:sp>
        <p:nvSpPr>
          <p:cNvPr id="11" name="F1 mark" descr="ز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زَ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7A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د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د</a:t>
            </a:r>
          </a:p>
        </p:txBody>
      </p:sp>
      <p:sp>
        <p:nvSpPr>
          <p:cNvPr id="14" name="F2 mark" descr="د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دَ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7A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زَد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زَدَ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5042115" y="6461760"/>
            <a:ext cx="5199165" cy="195072"/>
          </a:xfrm>
          <a:prstGeom prst="roundRect">
            <a:avLst>
              <a:gd name="adj" fmla="val 50000"/>
            </a:avLst>
          </a:prstGeom>
          <a:solidFill>
            <a:srgbClr val="7A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03179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790764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678350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565936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453521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341107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228693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7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3891" y="5949696"/>
            <a:ext cx="780288" cy="780288"/>
          </a:xfrm>
          <a:prstGeom prst="rect">
            <a:avLst/>
          </a:prstGeom>
        </p:spPr>
      </p:pic>
      <p:pic>
        <p:nvPicPr>
          <p:cNvPr id="28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ca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cat (host)" descr="ca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cat (happy)" descr="ca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bird (friend)" descr="bird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bird (happy)" descr="bird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ز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ز</a:t>
            </a:r>
          </a:p>
        </p:txBody>
      </p:sp>
      <p:sp>
        <p:nvSpPr>
          <p:cNvPr id="11" name="F1 mark" descr="ز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زَ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7A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ذ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ذ</a:t>
            </a:r>
          </a:p>
        </p:txBody>
      </p:sp>
      <p:sp>
        <p:nvSpPr>
          <p:cNvPr id="14" name="F2 mark" descr="ذ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ذَ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7A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زَذ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زَذَ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4901597" y="6461760"/>
            <a:ext cx="5339683" cy="195072"/>
          </a:xfrm>
          <a:prstGeom prst="roundRect">
            <a:avLst>
              <a:gd name="adj" fmla="val 50000"/>
            </a:avLst>
          </a:prstGeom>
          <a:solidFill>
            <a:srgbClr val="7A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03179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790764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678350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565936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453521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341107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228693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7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3373" y="5949696"/>
            <a:ext cx="780288" cy="780288"/>
          </a:xfrm>
          <a:prstGeom prst="rect">
            <a:avLst/>
          </a:prstGeom>
        </p:spPr>
      </p:pic>
      <p:pic>
        <p:nvPicPr>
          <p:cNvPr id="28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ca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cat (host)" descr="ca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cat (happy)" descr="ca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bird (friend)" descr="bird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bird (happy)" descr="bird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ز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ز</a:t>
            </a:r>
          </a:p>
        </p:txBody>
      </p:sp>
      <p:sp>
        <p:nvSpPr>
          <p:cNvPr id="11" name="F1 mark" descr="ز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زَ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7A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ر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ر</a:t>
            </a:r>
          </a:p>
        </p:txBody>
      </p:sp>
      <p:sp>
        <p:nvSpPr>
          <p:cNvPr id="14" name="F2 mark" descr="ر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رَ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7A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زَر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زَرَ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4761079" y="6461760"/>
            <a:ext cx="5480201" cy="195072"/>
          </a:xfrm>
          <a:prstGeom prst="roundRect">
            <a:avLst>
              <a:gd name="adj" fmla="val 50000"/>
            </a:avLst>
          </a:prstGeom>
          <a:solidFill>
            <a:srgbClr val="7A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03179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790764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678350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565936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453521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341107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228693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7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2855" y="5949696"/>
            <a:ext cx="780288" cy="780288"/>
          </a:xfrm>
          <a:prstGeom prst="rect">
            <a:avLst/>
          </a:prstGeom>
        </p:spPr>
      </p:pic>
      <p:pic>
        <p:nvPicPr>
          <p:cNvPr id="28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ca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cat (host)" descr="ca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cat (happy)" descr="ca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bird (friend)" descr="bird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bird (happy)" descr="bird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أ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أ</a:t>
            </a:r>
          </a:p>
        </p:txBody>
      </p:sp>
      <p:sp>
        <p:nvSpPr>
          <p:cNvPr id="12" name="F1 mark" descr="أ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أَ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7A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ز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ز</a:t>
            </a:r>
          </a:p>
        </p:txBody>
      </p:sp>
      <p:sp>
        <p:nvSpPr>
          <p:cNvPr id="15" name="F2 mark" descr="ز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زَ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7A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ب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ب</a:t>
            </a:r>
          </a:p>
        </p:txBody>
      </p:sp>
      <p:sp>
        <p:nvSpPr>
          <p:cNvPr id="18" name="F3 mark" descr="ب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7A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أَزَب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أَزَبَ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4620561" y="6461760"/>
            <a:ext cx="5620719" cy="195072"/>
          </a:xfrm>
          <a:prstGeom prst="roundRect">
            <a:avLst>
              <a:gd name="adj" fmla="val 50000"/>
            </a:avLst>
          </a:prstGeom>
          <a:solidFill>
            <a:srgbClr val="7A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03179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790764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678350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565936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453521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341107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228693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1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2337" y="5949696"/>
            <a:ext cx="780288" cy="780288"/>
          </a:xfrm>
          <a:prstGeom prst="rect">
            <a:avLst/>
          </a:prstGeom>
        </p:spPr>
      </p:pic>
      <p:pic>
        <p:nvPicPr>
          <p:cNvPr id="32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ca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ircle 1"/>
          <p:cNvSpPr/>
          <p:nvPr/>
        </p:nvSpPr>
        <p:spPr>
          <a:xfrm>
            <a:off x="9692640" y="121920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Circle 2"/>
          <p:cNvSpPr/>
          <p:nvPr/>
        </p:nvSpPr>
        <p:spPr>
          <a:xfrm>
            <a:off x="7315200" y="121920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Circle 3"/>
          <p:cNvSpPr/>
          <p:nvPr/>
        </p:nvSpPr>
        <p:spPr>
          <a:xfrm>
            <a:off x="4937760" y="121920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Question panel"/>
          <p:cNvSpPr/>
          <p:nvPr/>
        </p:nvSpPr>
        <p:spPr>
          <a:xfrm>
            <a:off x="792480" y="85344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Question mark" descr="؟"/>
          <p:cNvSpPr/>
          <p:nvPr/>
        </p:nvSpPr>
        <p:spPr>
          <a:xfrm>
            <a:off x="792480" y="85344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4666" b="0" lang="ar-SA">
                <a:solidFill>
                  <a:srgbClr val="7A4FD6"/>
                </a:solidFill>
                <a:latin typeface="Arial"/>
                <a:cs typeface="Arial"/>
              </a:rPr>
              <a:t>؟</a:t>
            </a:r>
          </a:p>
        </p:txBody>
      </p:sp>
      <p:sp>
        <p:nvSpPr>
          <p:cNvPr id="8" name="Letter 1" descr="أَ"/>
          <p:cNvSpPr/>
          <p:nvPr/>
        </p:nvSpPr>
        <p:spPr>
          <a:xfrm>
            <a:off x="9692640" y="121920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أَ</a:t>
            </a:r>
          </a:p>
        </p:txBody>
      </p:sp>
      <p:sp>
        <p:nvSpPr>
          <p:cNvPr id="9" name="Plus 1"/>
          <p:cNvSpPr/>
          <p:nvPr/>
        </p:nvSpPr>
        <p:spPr>
          <a:xfrm>
            <a:off x="9125712" y="1840992"/>
            <a:ext cx="463296" cy="463296"/>
          </a:xfrm>
          <a:prstGeom prst="mathPlus">
            <a:avLst/>
          </a:prstGeom>
          <a:solidFill>
            <a:srgbClr val="7A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etter 2" descr="زَ"/>
          <p:cNvSpPr/>
          <p:nvPr/>
        </p:nvSpPr>
        <p:spPr>
          <a:xfrm>
            <a:off x="7315200" y="121920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زَ</a:t>
            </a:r>
          </a:p>
        </p:txBody>
      </p:sp>
      <p:sp>
        <p:nvSpPr>
          <p:cNvPr id="11" name="Plus 2"/>
          <p:cNvSpPr/>
          <p:nvPr/>
        </p:nvSpPr>
        <p:spPr>
          <a:xfrm>
            <a:off x="6748272" y="1840992"/>
            <a:ext cx="463296" cy="463296"/>
          </a:xfrm>
          <a:prstGeom prst="mathPlus">
            <a:avLst/>
          </a:prstGeom>
          <a:solidFill>
            <a:srgbClr val="7A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Letter 3" descr="بَ"/>
          <p:cNvSpPr/>
          <p:nvPr/>
        </p:nvSpPr>
        <p:spPr>
          <a:xfrm>
            <a:off x="4937760" y="121920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13" name="Arrow"/>
          <p:cNvSpPr/>
          <p:nvPr/>
        </p:nvSpPr>
        <p:spPr>
          <a:xfrm>
            <a:off x="4053840" y="1731264"/>
            <a:ext cx="731520" cy="682752"/>
          </a:xfrm>
          <a:prstGeom prst="leftArrow">
            <a:avLst/>
          </a:prstGeom>
          <a:solidFill>
            <a:srgbClr val="7A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cat holding answer 1" descr="cat peeking over the answer car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0250" y="3197860"/>
            <a:ext cx="1587500" cy="1587500"/>
          </a:xfrm>
          <a:prstGeom prst="rect">
            <a:avLst/>
          </a:prstGeom>
        </p:spPr>
      </p:pic>
      <p:sp>
        <p:nvSpPr>
          <p:cNvPr id="15" name="LINK answer 1" descr="بَزَأَ">
            <a:hlinkClick action="ppaction://hlinksldjump" r:id="rId8"/>
          </p:cNvPr>
          <p:cNvSpPr/>
          <p:nvPr/>
        </p:nvSpPr>
        <p:spPr>
          <a:xfrm>
            <a:off x="7772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0" lang="ar-SA">
                <a:solidFill>
                  <a:srgbClr val="16213E"/>
                </a:solidFill>
                <a:latin typeface="Arial"/>
                <a:cs typeface="Arial"/>
              </a:rPr>
              <a:t>بَزَأَ</a:t>
            </a:r>
          </a:p>
        </p:txBody>
      </p:sp>
      <p:pic>
        <p:nvPicPr>
          <p:cNvPr id="16" name="bird holding answer 2" descr="bird peeking over the answer car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2250" y="3197860"/>
            <a:ext cx="1587500" cy="1587500"/>
          </a:xfrm>
          <a:prstGeom prst="rect">
            <a:avLst/>
          </a:prstGeom>
        </p:spPr>
      </p:pic>
      <p:sp>
        <p:nvSpPr>
          <p:cNvPr id="17" name="LINK answer 2" descr="أَزَتَ">
            <a:hlinkClick action="ppaction://hlinksldjump" r:id="rId8"/>
          </p:cNvPr>
          <p:cNvSpPr/>
          <p:nvPr/>
        </p:nvSpPr>
        <p:spPr>
          <a:xfrm>
            <a:off x="4724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0" lang="ar-SA">
                <a:solidFill>
                  <a:srgbClr val="16213E"/>
                </a:solidFill>
                <a:latin typeface="Arial"/>
                <a:cs typeface="Arial"/>
              </a:rPr>
              <a:t>أَزَتَ</a:t>
            </a:r>
          </a:p>
        </p:txBody>
      </p:sp>
      <p:pic>
        <p:nvPicPr>
          <p:cNvPr id="18" name="girl holding answer 3" descr="girl peeking over the answer car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54250" y="3197860"/>
            <a:ext cx="1587500" cy="1587500"/>
          </a:xfrm>
          <a:prstGeom prst="rect">
            <a:avLst/>
          </a:prstGeom>
        </p:spPr>
      </p:pic>
      <p:sp>
        <p:nvSpPr>
          <p:cNvPr id="19" name="LINK answer 3" descr="أَزَبَ">
            <a:hlinkClick action="ppaction://hlinksldjump" r:id="rId9"/>
          </p:cNvPr>
          <p:cNvSpPr/>
          <p:nvPr/>
        </p:nvSpPr>
        <p:spPr>
          <a:xfrm>
            <a:off x="1676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0" lang="ar-SA">
                <a:solidFill>
                  <a:srgbClr val="16213E"/>
                </a:solidFill>
                <a:latin typeface="Arial"/>
                <a:cs typeface="Arial"/>
              </a:rPr>
              <a:t>أَزَبَ</a:t>
            </a:r>
          </a:p>
        </p:txBody>
      </p:sp>
      <p:sp>
        <p:nvSpPr>
          <p:cNvPr id="20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progress"/>
          <p:cNvSpPr/>
          <p:nvPr/>
        </p:nvSpPr>
        <p:spPr>
          <a:xfrm>
            <a:off x="4620561" y="6461760"/>
            <a:ext cx="5620719" cy="195072"/>
          </a:xfrm>
          <a:prstGeom prst="roundRect">
            <a:avLst>
              <a:gd name="adj" fmla="val 50000"/>
            </a:avLst>
          </a:prstGeom>
          <a:solidFill>
            <a:srgbClr val="7A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1"/>
          <p:cNvSpPr/>
          <p:nvPr/>
        </p:nvSpPr>
        <p:spPr>
          <a:xfrm>
            <a:off x="903179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2"/>
          <p:cNvSpPr/>
          <p:nvPr/>
        </p:nvSpPr>
        <p:spPr>
          <a:xfrm>
            <a:off x="790764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3"/>
          <p:cNvSpPr/>
          <p:nvPr/>
        </p:nvSpPr>
        <p:spPr>
          <a:xfrm>
            <a:off x="678350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4"/>
          <p:cNvSpPr/>
          <p:nvPr/>
        </p:nvSpPr>
        <p:spPr>
          <a:xfrm>
            <a:off x="565936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5"/>
          <p:cNvSpPr/>
          <p:nvPr/>
        </p:nvSpPr>
        <p:spPr>
          <a:xfrm>
            <a:off x="453521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6"/>
          <p:cNvSpPr/>
          <p:nvPr/>
        </p:nvSpPr>
        <p:spPr>
          <a:xfrm>
            <a:off x="341107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7"/>
          <p:cNvSpPr/>
          <p:nvPr/>
        </p:nvSpPr>
        <p:spPr>
          <a:xfrm>
            <a:off x="228693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0" name="Game marker (host animal)" descr="progress marker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52337" y="5949696"/>
            <a:ext cx="780288" cy="780288"/>
          </a:xfrm>
          <a:prstGeom prst="rect">
            <a:avLst/>
          </a:prstGeom>
        </p:spPr>
      </p:pic>
    </p:spTree>
  </p:cSld>
  <p:clrMapOvr>
    <a:masterClrMapping/>
  </p:clrMapOvr>
  <p:transition advClick="0"/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cat cheering" descr="cat cheeri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4" name="cat cheering 2" descr="cat cheering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5" name="bird cheering" descr="bird cheeri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2095500"/>
            <a:ext cx="2095500" cy="2095500"/>
          </a:xfrm>
          <a:prstGeom prst="rect">
            <a:avLst/>
          </a:prstGeom>
        </p:spPr>
      </p:pic>
      <p:pic>
        <p:nvPicPr>
          <p:cNvPr id="6" name="girl cheering" descr="girl cheeri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34500" y="2095500"/>
            <a:ext cx="2095500" cy="2095500"/>
          </a:xfrm>
          <a:prstGeom prst="rect">
            <a:avLst/>
          </a:prstGeom>
        </p:spPr>
      </p:pic>
      <p:sp>
        <p:nvSpPr>
          <p:cNvPr id="7" name="G star1"/>
          <p:cNvSpPr/>
          <p:nvPr/>
        </p:nvSpPr>
        <p:spPr>
          <a:xfrm>
            <a:off x="408432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G star2"/>
          <p:cNvSpPr/>
          <p:nvPr/>
        </p:nvSpPr>
        <p:spPr>
          <a:xfrm>
            <a:off x="548640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G star3"/>
          <p:cNvSpPr/>
          <p:nvPr/>
        </p:nvSpPr>
        <p:spPr>
          <a:xfrm>
            <a:off x="688848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G panel" descr="أَزَبَ"/>
          <p:cNvSpPr/>
          <p:nvPr/>
        </p:nvSpPr>
        <p:spPr>
          <a:xfrm>
            <a:off x="3169920" y="4328160"/>
            <a:ext cx="5852160" cy="1584960"/>
          </a:xfrm>
          <a:prstGeom prst="roundRect">
            <a:avLst>
              <a:gd name="adj" fmla="val 20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0666" b="0" lang="ar-SA">
                <a:solidFill>
                  <a:srgbClr val="16213E"/>
                </a:solidFill>
                <a:latin typeface="Arial"/>
                <a:cs typeface="Arial"/>
              </a:rPr>
              <a:t>أَزَبَ</a:t>
            </a:r>
          </a:p>
        </p:txBody>
      </p:sp>
      <p:sp>
        <p:nvSpPr>
          <p:cNvPr id="1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Game progress"/>
          <p:cNvSpPr/>
          <p:nvPr/>
        </p:nvSpPr>
        <p:spPr>
          <a:xfrm>
            <a:off x="4620561" y="6461760"/>
            <a:ext cx="5620719" cy="195072"/>
          </a:xfrm>
          <a:prstGeom prst="roundRect">
            <a:avLst>
              <a:gd name="adj" fmla="val 50000"/>
            </a:avLst>
          </a:prstGeom>
          <a:solidFill>
            <a:srgbClr val="7A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Game milestone 1"/>
          <p:cNvSpPr/>
          <p:nvPr/>
        </p:nvSpPr>
        <p:spPr>
          <a:xfrm>
            <a:off x="903179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Game milestone 2"/>
          <p:cNvSpPr/>
          <p:nvPr/>
        </p:nvSpPr>
        <p:spPr>
          <a:xfrm>
            <a:off x="790764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Game milestone 3"/>
          <p:cNvSpPr/>
          <p:nvPr/>
        </p:nvSpPr>
        <p:spPr>
          <a:xfrm>
            <a:off x="678350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Game milestone 4"/>
          <p:cNvSpPr/>
          <p:nvPr/>
        </p:nvSpPr>
        <p:spPr>
          <a:xfrm>
            <a:off x="565936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Game milestone 5"/>
          <p:cNvSpPr/>
          <p:nvPr/>
        </p:nvSpPr>
        <p:spPr>
          <a:xfrm>
            <a:off x="453521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milestone 6"/>
          <p:cNvSpPr/>
          <p:nvPr/>
        </p:nvSpPr>
        <p:spPr>
          <a:xfrm>
            <a:off x="341107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7"/>
          <p:cNvSpPr/>
          <p:nvPr/>
        </p:nvSpPr>
        <p:spPr>
          <a:xfrm>
            <a:off x="228693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1" name="Game marker (host animal)" descr="progress marker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52337" y="5949696"/>
            <a:ext cx="780288" cy="780288"/>
          </a:xfrm>
          <a:prstGeom prst="rect">
            <a:avLst/>
          </a:prstGeom>
        </p:spPr>
      </p:pic>
      <p:pic>
        <p:nvPicPr>
          <p:cNvPr id="22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_ca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a_bird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a_gir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xit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xit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xit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xit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xit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xit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xit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cat sad" descr="cat sa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413000" cy="2413000"/>
          </a:xfrm>
          <a:prstGeom prst="rect">
            <a:avLst/>
          </a:prstGeom>
        </p:spPr>
      </p:pic>
      <p:pic>
        <p:nvPicPr>
          <p:cNvPr id="4" name="bird encouraging" descr="bird encouragi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4064000"/>
            <a:ext cx="2159000" cy="2159000"/>
          </a:xfrm>
          <a:prstGeom prst="rect">
            <a:avLst/>
          </a:prstGeom>
        </p:spPr>
      </p:pic>
      <p:sp>
        <p:nvSpPr>
          <p:cNvPr id="5" name="G oops"/>
          <p:cNvSpPr/>
          <p:nvPr/>
        </p:nvSpPr>
        <p:spPr>
          <a:xfrm>
            <a:off x="4632960" y="609600"/>
            <a:ext cx="2926080" cy="292608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INK retry button">
            <a:hlinkClick action="ppaction://hlinksldjump" r:id="rId6"/>
          </p:cNvPr>
          <p:cNvSpPr/>
          <p:nvPr/>
        </p:nvSpPr>
        <p:spPr>
          <a:xfrm>
            <a:off x="4145280" y="4023360"/>
            <a:ext cx="3901440" cy="18288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LINK retry icon">
            <a:hlinkClick action="ppaction://hlinksldjump" r:id="rId6"/>
          </p:cNvPr>
          <p:cNvSpPr/>
          <p:nvPr/>
        </p:nvSpPr>
        <p:spPr>
          <a:xfrm>
            <a:off x="5364480" y="4267200"/>
            <a:ext cx="1463040" cy="1341120"/>
          </a:xfrm>
          <a:prstGeom prst="circular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ww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150 0.0000 E" pathEditMode="relative" ptsTypes="AA">
                                      <p:cBhvr>
                                        <p:cTn id="11" dur="90" fill="hold" repeatCount="3000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cat (host)" descr="ca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cat (happy)" descr="ca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bird (friend)" descr="bird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bird (happy)" descr="bird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ب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ب</a:t>
            </a:r>
          </a:p>
        </p:txBody>
      </p:sp>
      <p:sp>
        <p:nvSpPr>
          <p:cNvPr id="12" name="F1 mark" descr="ب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7A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ز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ز</a:t>
            </a:r>
          </a:p>
        </p:txBody>
      </p:sp>
      <p:sp>
        <p:nvSpPr>
          <p:cNvPr id="15" name="F2 mark" descr="ز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زَ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7A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ت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ت</a:t>
            </a:r>
          </a:p>
        </p:txBody>
      </p:sp>
      <p:sp>
        <p:nvSpPr>
          <p:cNvPr id="18" name="F3 mark" descr="ت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تَ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7A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بَزَت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بَزَتَ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4480043" y="6461760"/>
            <a:ext cx="5761237" cy="195072"/>
          </a:xfrm>
          <a:prstGeom prst="roundRect">
            <a:avLst>
              <a:gd name="adj" fmla="val 50000"/>
            </a:avLst>
          </a:prstGeom>
          <a:solidFill>
            <a:srgbClr val="7A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03179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790764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678350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565936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453521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341107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228693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1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1819" y="5949696"/>
            <a:ext cx="780288" cy="780288"/>
          </a:xfrm>
          <a:prstGeom prst="rect">
            <a:avLst/>
          </a:prstGeom>
        </p:spPr>
      </p:pic>
      <p:pic>
        <p:nvPicPr>
          <p:cNvPr id="32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ca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cat (host)" descr="ca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cat (happy)" descr="ca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bird (friend)" descr="bird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bird (happy)" descr="bird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ت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ت</a:t>
            </a:r>
          </a:p>
        </p:txBody>
      </p:sp>
      <p:sp>
        <p:nvSpPr>
          <p:cNvPr id="12" name="F1 mark" descr="ت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تَ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7A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ز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ز</a:t>
            </a:r>
          </a:p>
        </p:txBody>
      </p:sp>
      <p:sp>
        <p:nvSpPr>
          <p:cNvPr id="15" name="F2 mark" descr="ز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زَ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7A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ث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ث</a:t>
            </a:r>
          </a:p>
        </p:txBody>
      </p:sp>
      <p:sp>
        <p:nvSpPr>
          <p:cNvPr id="18" name="F3 mark" descr="ث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ثَ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7A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تَزَث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تَزَثَ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4339525" y="6461760"/>
            <a:ext cx="5901755" cy="195072"/>
          </a:xfrm>
          <a:prstGeom prst="roundRect">
            <a:avLst>
              <a:gd name="adj" fmla="val 50000"/>
            </a:avLst>
          </a:prstGeom>
          <a:solidFill>
            <a:srgbClr val="7A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03179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790764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678350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565936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453521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341107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228693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1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1301" y="5949696"/>
            <a:ext cx="780288" cy="780288"/>
          </a:xfrm>
          <a:prstGeom prst="rect">
            <a:avLst/>
          </a:prstGeom>
        </p:spPr>
      </p:pic>
      <p:pic>
        <p:nvPicPr>
          <p:cNvPr id="32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ca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cat (host)" descr="ca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cat (happy)" descr="ca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bird (friend)" descr="bird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bird (happy)" descr="bird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ث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ث</a:t>
            </a:r>
          </a:p>
        </p:txBody>
      </p:sp>
      <p:sp>
        <p:nvSpPr>
          <p:cNvPr id="12" name="F1 mark" descr="ث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ثَ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7A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ز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ز</a:t>
            </a:r>
          </a:p>
        </p:txBody>
      </p:sp>
      <p:sp>
        <p:nvSpPr>
          <p:cNvPr id="15" name="F2 mark" descr="ز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زَ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7A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ج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ج</a:t>
            </a:r>
          </a:p>
        </p:txBody>
      </p:sp>
      <p:sp>
        <p:nvSpPr>
          <p:cNvPr id="18" name="F3 mark" descr="ج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7A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ثَزَج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ثَزَجَ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4199007" y="6461760"/>
            <a:ext cx="6042273" cy="195072"/>
          </a:xfrm>
          <a:prstGeom prst="roundRect">
            <a:avLst>
              <a:gd name="adj" fmla="val 50000"/>
            </a:avLst>
          </a:prstGeom>
          <a:solidFill>
            <a:srgbClr val="7A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03179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790764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678350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565936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453521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341107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228693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1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0783" y="5949696"/>
            <a:ext cx="780288" cy="780288"/>
          </a:xfrm>
          <a:prstGeom prst="rect">
            <a:avLst/>
          </a:prstGeom>
        </p:spPr>
      </p:pic>
      <p:pic>
        <p:nvPicPr>
          <p:cNvPr id="32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ca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cat (host)" descr="ca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cat (happy)" descr="ca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bird (friend)" descr="bird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bird (happy)" descr="bird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ج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ج</a:t>
            </a:r>
          </a:p>
        </p:txBody>
      </p:sp>
      <p:sp>
        <p:nvSpPr>
          <p:cNvPr id="12" name="F1 mark" descr="ج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7A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ز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ز</a:t>
            </a:r>
          </a:p>
        </p:txBody>
      </p:sp>
      <p:sp>
        <p:nvSpPr>
          <p:cNvPr id="15" name="F2 mark" descr="ز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زَ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7A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ح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ح</a:t>
            </a:r>
          </a:p>
        </p:txBody>
      </p:sp>
      <p:sp>
        <p:nvSpPr>
          <p:cNvPr id="18" name="F3 mark" descr="ح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7A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جَزَح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جَزَحَ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4058489" y="6461760"/>
            <a:ext cx="6182791" cy="195072"/>
          </a:xfrm>
          <a:prstGeom prst="roundRect">
            <a:avLst>
              <a:gd name="adj" fmla="val 50000"/>
            </a:avLst>
          </a:prstGeom>
          <a:solidFill>
            <a:srgbClr val="7A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03179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790764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678350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565936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453521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341107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228693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1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0265" y="5949696"/>
            <a:ext cx="780288" cy="780288"/>
          </a:xfrm>
          <a:prstGeom prst="rect">
            <a:avLst/>
          </a:prstGeom>
        </p:spPr>
      </p:pic>
      <p:pic>
        <p:nvPicPr>
          <p:cNvPr id="32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ca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cat (host)" descr="ca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cat (happy)" descr="ca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bird (friend)" descr="bird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bird (happy)" descr="bird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ح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ح</a:t>
            </a:r>
          </a:p>
        </p:txBody>
      </p:sp>
      <p:sp>
        <p:nvSpPr>
          <p:cNvPr id="12" name="F1 mark" descr="ح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7A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ز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ز</a:t>
            </a:r>
          </a:p>
        </p:txBody>
      </p:sp>
      <p:sp>
        <p:nvSpPr>
          <p:cNvPr id="15" name="F2 mark" descr="ز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زَ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7A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خ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خ</a:t>
            </a:r>
          </a:p>
        </p:txBody>
      </p:sp>
      <p:sp>
        <p:nvSpPr>
          <p:cNvPr id="18" name="F3 mark" descr="خ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خَ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7A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حَزَخ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حَزَخَ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3917972" y="6461760"/>
            <a:ext cx="6323308" cy="195072"/>
          </a:xfrm>
          <a:prstGeom prst="roundRect">
            <a:avLst>
              <a:gd name="adj" fmla="val 50000"/>
            </a:avLst>
          </a:prstGeom>
          <a:solidFill>
            <a:srgbClr val="7A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03179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790764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678350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565936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453521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341107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228693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1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9748" y="5949696"/>
            <a:ext cx="780288" cy="780288"/>
          </a:xfrm>
          <a:prstGeom prst="rect">
            <a:avLst/>
          </a:prstGeom>
        </p:spPr>
      </p:pic>
      <p:pic>
        <p:nvPicPr>
          <p:cNvPr id="32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ca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cat (host)" descr="ca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cat (happy)" descr="ca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bird (friend)" descr="bird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bird (happy)" descr="bird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خ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خ</a:t>
            </a:r>
          </a:p>
        </p:txBody>
      </p:sp>
      <p:sp>
        <p:nvSpPr>
          <p:cNvPr id="12" name="F1 mark" descr="خ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خَ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7A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ز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ز</a:t>
            </a:r>
          </a:p>
        </p:txBody>
      </p:sp>
      <p:sp>
        <p:nvSpPr>
          <p:cNvPr id="15" name="F2 mark" descr="ز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زَ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7A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د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د</a:t>
            </a:r>
          </a:p>
        </p:txBody>
      </p:sp>
      <p:sp>
        <p:nvSpPr>
          <p:cNvPr id="18" name="F3 mark" descr="د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دَ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7A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خَزَد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خَزَدَ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3777454" y="6461760"/>
            <a:ext cx="6463826" cy="195072"/>
          </a:xfrm>
          <a:prstGeom prst="roundRect">
            <a:avLst>
              <a:gd name="adj" fmla="val 50000"/>
            </a:avLst>
          </a:prstGeom>
          <a:solidFill>
            <a:srgbClr val="7A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03179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790764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678350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565936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453521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341107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228693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1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9230" y="5949696"/>
            <a:ext cx="780288" cy="780288"/>
          </a:xfrm>
          <a:prstGeom prst="rect">
            <a:avLst/>
          </a:prstGeom>
        </p:spPr>
      </p:pic>
      <p:pic>
        <p:nvPicPr>
          <p:cNvPr id="32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ca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cat (host)" descr="ca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cat (happy)" descr="ca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bird (friend)" descr="bird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bird (happy)" descr="bird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د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د</a:t>
            </a:r>
          </a:p>
        </p:txBody>
      </p:sp>
      <p:sp>
        <p:nvSpPr>
          <p:cNvPr id="12" name="F1 mark" descr="د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دَ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7A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ز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ز</a:t>
            </a:r>
          </a:p>
        </p:txBody>
      </p:sp>
      <p:sp>
        <p:nvSpPr>
          <p:cNvPr id="15" name="F2 mark" descr="ز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زَ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7A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ذ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ذ</a:t>
            </a:r>
          </a:p>
        </p:txBody>
      </p:sp>
      <p:sp>
        <p:nvSpPr>
          <p:cNvPr id="18" name="F3 mark" descr="ذ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ذَ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7A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دَزَذ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دَزَذَ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3636936" y="6461760"/>
            <a:ext cx="6604344" cy="195072"/>
          </a:xfrm>
          <a:prstGeom prst="roundRect">
            <a:avLst>
              <a:gd name="adj" fmla="val 50000"/>
            </a:avLst>
          </a:prstGeom>
          <a:solidFill>
            <a:srgbClr val="7A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03179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790764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678350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565936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453521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341107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228693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1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8712" y="5949696"/>
            <a:ext cx="780288" cy="780288"/>
          </a:xfrm>
          <a:prstGeom prst="rect">
            <a:avLst/>
          </a:prstGeom>
        </p:spPr>
      </p:pic>
      <p:pic>
        <p:nvPicPr>
          <p:cNvPr id="32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ca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cat (host)" descr="ca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cat (happy)" descr="ca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bird (friend)" descr="bird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bird (happy)" descr="bird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ذ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ذ</a:t>
            </a:r>
          </a:p>
        </p:txBody>
      </p:sp>
      <p:sp>
        <p:nvSpPr>
          <p:cNvPr id="12" name="F1 mark" descr="ذ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ذَ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7A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ز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ز</a:t>
            </a:r>
          </a:p>
        </p:txBody>
      </p:sp>
      <p:sp>
        <p:nvSpPr>
          <p:cNvPr id="15" name="F2 mark" descr="ز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زَ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7A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ر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ر</a:t>
            </a:r>
          </a:p>
        </p:txBody>
      </p:sp>
      <p:sp>
        <p:nvSpPr>
          <p:cNvPr id="18" name="F3 mark" descr="ر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رَ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7A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ذَزَر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ذَزَرَ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3496418" y="6461760"/>
            <a:ext cx="6744862" cy="195072"/>
          </a:xfrm>
          <a:prstGeom prst="roundRect">
            <a:avLst>
              <a:gd name="adj" fmla="val 50000"/>
            </a:avLst>
          </a:prstGeom>
          <a:solidFill>
            <a:srgbClr val="7A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03179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790764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678350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565936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453521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341107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228693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1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8194" y="5949696"/>
            <a:ext cx="780288" cy="780288"/>
          </a:xfrm>
          <a:prstGeom prst="rect">
            <a:avLst/>
          </a:prstGeom>
        </p:spPr>
      </p:pic>
      <p:pic>
        <p:nvPicPr>
          <p:cNvPr id="32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ca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ircle 1"/>
          <p:cNvSpPr/>
          <p:nvPr/>
        </p:nvSpPr>
        <p:spPr>
          <a:xfrm>
            <a:off x="9692640" y="121920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Circle 2"/>
          <p:cNvSpPr/>
          <p:nvPr/>
        </p:nvSpPr>
        <p:spPr>
          <a:xfrm>
            <a:off x="7315200" y="121920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Circle 3"/>
          <p:cNvSpPr/>
          <p:nvPr/>
        </p:nvSpPr>
        <p:spPr>
          <a:xfrm>
            <a:off x="4937760" y="121920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Question panel"/>
          <p:cNvSpPr/>
          <p:nvPr/>
        </p:nvSpPr>
        <p:spPr>
          <a:xfrm>
            <a:off x="792480" y="85344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Question mark" descr="؟"/>
          <p:cNvSpPr/>
          <p:nvPr/>
        </p:nvSpPr>
        <p:spPr>
          <a:xfrm>
            <a:off x="792480" y="85344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4666" b="0" lang="ar-SA">
                <a:solidFill>
                  <a:srgbClr val="7A4FD6"/>
                </a:solidFill>
                <a:latin typeface="Arial"/>
                <a:cs typeface="Arial"/>
              </a:rPr>
              <a:t>؟</a:t>
            </a:r>
          </a:p>
        </p:txBody>
      </p:sp>
      <p:sp>
        <p:nvSpPr>
          <p:cNvPr id="8" name="Letter 1" descr="ذَ"/>
          <p:cNvSpPr/>
          <p:nvPr/>
        </p:nvSpPr>
        <p:spPr>
          <a:xfrm>
            <a:off x="9692640" y="121920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ذَ</a:t>
            </a:r>
          </a:p>
        </p:txBody>
      </p:sp>
      <p:sp>
        <p:nvSpPr>
          <p:cNvPr id="9" name="Plus 1"/>
          <p:cNvSpPr/>
          <p:nvPr/>
        </p:nvSpPr>
        <p:spPr>
          <a:xfrm>
            <a:off x="9125712" y="1840992"/>
            <a:ext cx="463296" cy="463296"/>
          </a:xfrm>
          <a:prstGeom prst="mathPlus">
            <a:avLst/>
          </a:prstGeom>
          <a:solidFill>
            <a:srgbClr val="7A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etter 2" descr="زَ"/>
          <p:cNvSpPr/>
          <p:nvPr/>
        </p:nvSpPr>
        <p:spPr>
          <a:xfrm>
            <a:off x="7315200" y="121920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زَ</a:t>
            </a:r>
          </a:p>
        </p:txBody>
      </p:sp>
      <p:sp>
        <p:nvSpPr>
          <p:cNvPr id="11" name="Plus 2"/>
          <p:cNvSpPr/>
          <p:nvPr/>
        </p:nvSpPr>
        <p:spPr>
          <a:xfrm>
            <a:off x="6748272" y="1840992"/>
            <a:ext cx="463296" cy="463296"/>
          </a:xfrm>
          <a:prstGeom prst="mathPlus">
            <a:avLst/>
          </a:prstGeom>
          <a:solidFill>
            <a:srgbClr val="7A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Letter 3" descr="رَ"/>
          <p:cNvSpPr/>
          <p:nvPr/>
        </p:nvSpPr>
        <p:spPr>
          <a:xfrm>
            <a:off x="4937760" y="121920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رَ</a:t>
            </a:r>
          </a:p>
        </p:txBody>
      </p:sp>
      <p:sp>
        <p:nvSpPr>
          <p:cNvPr id="13" name="Arrow"/>
          <p:cNvSpPr/>
          <p:nvPr/>
        </p:nvSpPr>
        <p:spPr>
          <a:xfrm>
            <a:off x="4053840" y="1731264"/>
            <a:ext cx="731520" cy="682752"/>
          </a:xfrm>
          <a:prstGeom prst="leftArrow">
            <a:avLst/>
          </a:prstGeom>
          <a:solidFill>
            <a:srgbClr val="7A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cat holding answer 1" descr="cat peeking over the answer car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0250" y="3197860"/>
            <a:ext cx="1587500" cy="1587500"/>
          </a:xfrm>
          <a:prstGeom prst="rect">
            <a:avLst/>
          </a:prstGeom>
        </p:spPr>
      </p:pic>
      <p:sp>
        <p:nvSpPr>
          <p:cNvPr id="15" name="LINK answer 1" descr="ذَزَرَ">
            <a:hlinkClick action="ppaction://hlinksldjump" r:id="rId8"/>
          </p:cNvPr>
          <p:cNvSpPr/>
          <p:nvPr/>
        </p:nvSpPr>
        <p:spPr>
          <a:xfrm>
            <a:off x="7772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0" lang="ar-SA">
                <a:solidFill>
                  <a:srgbClr val="16213E"/>
                </a:solidFill>
                <a:latin typeface="Arial"/>
                <a:cs typeface="Arial"/>
              </a:rPr>
              <a:t>ذَزَرَ</a:t>
            </a:r>
          </a:p>
        </p:txBody>
      </p:sp>
      <p:pic>
        <p:nvPicPr>
          <p:cNvPr id="16" name="bird holding answer 2" descr="bird peeking over the answer car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2250" y="3197860"/>
            <a:ext cx="1587500" cy="1587500"/>
          </a:xfrm>
          <a:prstGeom prst="rect">
            <a:avLst/>
          </a:prstGeom>
        </p:spPr>
      </p:pic>
      <p:sp>
        <p:nvSpPr>
          <p:cNvPr id="17" name="LINK answer 2" descr="رَزَذَ">
            <a:hlinkClick action="ppaction://hlinksldjump" r:id="rId9"/>
          </p:cNvPr>
          <p:cNvSpPr/>
          <p:nvPr/>
        </p:nvSpPr>
        <p:spPr>
          <a:xfrm>
            <a:off x="4724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0" lang="ar-SA">
                <a:solidFill>
                  <a:srgbClr val="16213E"/>
                </a:solidFill>
                <a:latin typeface="Arial"/>
                <a:cs typeface="Arial"/>
              </a:rPr>
              <a:t>رَزَذَ</a:t>
            </a:r>
          </a:p>
        </p:txBody>
      </p:sp>
      <p:pic>
        <p:nvPicPr>
          <p:cNvPr id="18" name="girl holding answer 3" descr="girl peeking over the answer car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54250" y="3197860"/>
            <a:ext cx="1587500" cy="1587500"/>
          </a:xfrm>
          <a:prstGeom prst="rect">
            <a:avLst/>
          </a:prstGeom>
        </p:spPr>
      </p:pic>
      <p:sp>
        <p:nvSpPr>
          <p:cNvPr id="19" name="LINK answer 3" descr="دَزَرَ">
            <a:hlinkClick action="ppaction://hlinksldjump" r:id="rId9"/>
          </p:cNvPr>
          <p:cNvSpPr/>
          <p:nvPr/>
        </p:nvSpPr>
        <p:spPr>
          <a:xfrm>
            <a:off x="1676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0" lang="ar-SA">
                <a:solidFill>
                  <a:srgbClr val="16213E"/>
                </a:solidFill>
                <a:latin typeface="Arial"/>
                <a:cs typeface="Arial"/>
              </a:rPr>
              <a:t>دَزَرَ</a:t>
            </a:r>
          </a:p>
        </p:txBody>
      </p:sp>
      <p:sp>
        <p:nvSpPr>
          <p:cNvPr id="20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progress"/>
          <p:cNvSpPr/>
          <p:nvPr/>
        </p:nvSpPr>
        <p:spPr>
          <a:xfrm>
            <a:off x="3496418" y="6461760"/>
            <a:ext cx="6744862" cy="195072"/>
          </a:xfrm>
          <a:prstGeom prst="roundRect">
            <a:avLst>
              <a:gd name="adj" fmla="val 50000"/>
            </a:avLst>
          </a:prstGeom>
          <a:solidFill>
            <a:srgbClr val="7A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1"/>
          <p:cNvSpPr/>
          <p:nvPr/>
        </p:nvSpPr>
        <p:spPr>
          <a:xfrm>
            <a:off x="903179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2"/>
          <p:cNvSpPr/>
          <p:nvPr/>
        </p:nvSpPr>
        <p:spPr>
          <a:xfrm>
            <a:off x="790764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3"/>
          <p:cNvSpPr/>
          <p:nvPr/>
        </p:nvSpPr>
        <p:spPr>
          <a:xfrm>
            <a:off x="678350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4"/>
          <p:cNvSpPr/>
          <p:nvPr/>
        </p:nvSpPr>
        <p:spPr>
          <a:xfrm>
            <a:off x="565936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5"/>
          <p:cNvSpPr/>
          <p:nvPr/>
        </p:nvSpPr>
        <p:spPr>
          <a:xfrm>
            <a:off x="453521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6"/>
          <p:cNvSpPr/>
          <p:nvPr/>
        </p:nvSpPr>
        <p:spPr>
          <a:xfrm>
            <a:off x="341107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7"/>
          <p:cNvSpPr/>
          <p:nvPr/>
        </p:nvSpPr>
        <p:spPr>
          <a:xfrm>
            <a:off x="228693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0" name="Game marker (host animal)" descr="progress marker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28194" y="5949696"/>
            <a:ext cx="780288" cy="780288"/>
          </a:xfrm>
          <a:prstGeom prst="rect">
            <a:avLst/>
          </a:prstGeom>
        </p:spPr>
      </p:pic>
    </p:spTree>
  </p:cSld>
  <p:clrMapOvr>
    <a:masterClrMapping/>
  </p:clrMapOvr>
  <p:transition advClick="0"/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cat cheering" descr="cat cheeri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4" name="cat cheering 2" descr="cat cheering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5" name="bird cheering" descr="bird cheeri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2095500"/>
            <a:ext cx="2095500" cy="2095500"/>
          </a:xfrm>
          <a:prstGeom prst="rect">
            <a:avLst/>
          </a:prstGeom>
        </p:spPr>
      </p:pic>
      <p:pic>
        <p:nvPicPr>
          <p:cNvPr id="6" name="girl cheering" descr="girl cheeri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34500" y="2095500"/>
            <a:ext cx="2095500" cy="2095500"/>
          </a:xfrm>
          <a:prstGeom prst="rect">
            <a:avLst/>
          </a:prstGeom>
        </p:spPr>
      </p:pic>
      <p:sp>
        <p:nvSpPr>
          <p:cNvPr id="7" name="G star1"/>
          <p:cNvSpPr/>
          <p:nvPr/>
        </p:nvSpPr>
        <p:spPr>
          <a:xfrm>
            <a:off x="408432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G star2"/>
          <p:cNvSpPr/>
          <p:nvPr/>
        </p:nvSpPr>
        <p:spPr>
          <a:xfrm>
            <a:off x="548640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G star3"/>
          <p:cNvSpPr/>
          <p:nvPr/>
        </p:nvSpPr>
        <p:spPr>
          <a:xfrm>
            <a:off x="688848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G panel" descr="ذَزَرَ"/>
          <p:cNvSpPr/>
          <p:nvPr/>
        </p:nvSpPr>
        <p:spPr>
          <a:xfrm>
            <a:off x="3169920" y="4328160"/>
            <a:ext cx="5852160" cy="1584960"/>
          </a:xfrm>
          <a:prstGeom prst="roundRect">
            <a:avLst>
              <a:gd name="adj" fmla="val 20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0666" b="0" lang="ar-SA">
                <a:solidFill>
                  <a:srgbClr val="16213E"/>
                </a:solidFill>
                <a:latin typeface="Arial"/>
                <a:cs typeface="Arial"/>
              </a:rPr>
              <a:t>ذَزَرَ</a:t>
            </a:r>
          </a:p>
        </p:txBody>
      </p:sp>
      <p:sp>
        <p:nvSpPr>
          <p:cNvPr id="1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Game progress"/>
          <p:cNvSpPr/>
          <p:nvPr/>
        </p:nvSpPr>
        <p:spPr>
          <a:xfrm>
            <a:off x="3496418" y="6461760"/>
            <a:ext cx="6744862" cy="195072"/>
          </a:xfrm>
          <a:prstGeom prst="roundRect">
            <a:avLst>
              <a:gd name="adj" fmla="val 50000"/>
            </a:avLst>
          </a:prstGeom>
          <a:solidFill>
            <a:srgbClr val="7A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Game milestone 1"/>
          <p:cNvSpPr/>
          <p:nvPr/>
        </p:nvSpPr>
        <p:spPr>
          <a:xfrm>
            <a:off x="903179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Game milestone 2"/>
          <p:cNvSpPr/>
          <p:nvPr/>
        </p:nvSpPr>
        <p:spPr>
          <a:xfrm>
            <a:off x="790764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Game milestone 3"/>
          <p:cNvSpPr/>
          <p:nvPr/>
        </p:nvSpPr>
        <p:spPr>
          <a:xfrm>
            <a:off x="678350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Game milestone 4"/>
          <p:cNvSpPr/>
          <p:nvPr/>
        </p:nvSpPr>
        <p:spPr>
          <a:xfrm>
            <a:off x="565936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Game milestone 5"/>
          <p:cNvSpPr/>
          <p:nvPr/>
        </p:nvSpPr>
        <p:spPr>
          <a:xfrm>
            <a:off x="453521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milestone 6"/>
          <p:cNvSpPr/>
          <p:nvPr/>
        </p:nvSpPr>
        <p:spPr>
          <a:xfrm>
            <a:off x="341107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7"/>
          <p:cNvSpPr/>
          <p:nvPr/>
        </p:nvSpPr>
        <p:spPr>
          <a:xfrm>
            <a:off x="228693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1" name="Game marker (host animal)" descr="progress marker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28194" y="5949696"/>
            <a:ext cx="780288" cy="780288"/>
          </a:xfrm>
          <a:prstGeom prst="rect">
            <a:avLst/>
          </a:prstGeom>
        </p:spPr>
      </p:pic>
      <p:pic>
        <p:nvPicPr>
          <p:cNvPr id="22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_ca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a_bird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a_gir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xit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xit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xit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xit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xit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xit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xit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cat sad" descr="cat sa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413000" cy="2413000"/>
          </a:xfrm>
          <a:prstGeom prst="rect">
            <a:avLst/>
          </a:prstGeom>
        </p:spPr>
      </p:pic>
      <p:pic>
        <p:nvPicPr>
          <p:cNvPr id="4" name="bird encouraging" descr="bird encouragi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4064000"/>
            <a:ext cx="2159000" cy="2159000"/>
          </a:xfrm>
          <a:prstGeom prst="rect">
            <a:avLst/>
          </a:prstGeom>
        </p:spPr>
      </p:pic>
      <p:sp>
        <p:nvSpPr>
          <p:cNvPr id="5" name="G oops"/>
          <p:cNvSpPr/>
          <p:nvPr/>
        </p:nvSpPr>
        <p:spPr>
          <a:xfrm>
            <a:off x="4632960" y="609600"/>
            <a:ext cx="2926080" cy="292608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INK retry button">
            <a:hlinkClick action="ppaction://hlinksldjump" r:id="rId6"/>
          </p:cNvPr>
          <p:cNvSpPr/>
          <p:nvPr/>
        </p:nvSpPr>
        <p:spPr>
          <a:xfrm>
            <a:off x="4145280" y="4023360"/>
            <a:ext cx="3901440" cy="18288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LINK retry icon">
            <a:hlinkClick action="ppaction://hlinksldjump" r:id="rId6"/>
          </p:cNvPr>
          <p:cNvSpPr/>
          <p:nvPr/>
        </p:nvSpPr>
        <p:spPr>
          <a:xfrm>
            <a:off x="5364480" y="4267200"/>
            <a:ext cx="1463040" cy="1341120"/>
          </a:xfrm>
          <a:prstGeom prst="circular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ww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150 0.0000 E" pathEditMode="relative" ptsTypes="AA">
                                      <p:cBhvr>
                                        <p:cTn id="11" dur="90" fill="hold" repeatCount="3000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cat celebrating" descr="cat celebrati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5000" y="4699000"/>
            <a:ext cx="2032000" cy="2032000"/>
          </a:xfrm>
          <a:prstGeom prst="rect">
            <a:avLst/>
          </a:prstGeom>
        </p:spPr>
      </p:pic>
      <p:pic>
        <p:nvPicPr>
          <p:cNvPr id="4" name="bird celebrating" descr="bird celebrati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4699000"/>
            <a:ext cx="2032000" cy="2032000"/>
          </a:xfrm>
          <a:prstGeom prst="rect">
            <a:avLst/>
          </a:prstGeom>
        </p:spPr>
      </p:pic>
      <p:pic>
        <p:nvPicPr>
          <p:cNvPr id="5" name="girl celebrating" descr="girl celebrati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5000" y="4699000"/>
            <a:ext cx="2032000" cy="2032000"/>
          </a:xfrm>
          <a:prstGeom prst="rect">
            <a:avLst/>
          </a:prstGeom>
        </p:spPr>
      </p:pic>
      <p:sp>
        <p:nvSpPr>
          <p:cNvPr id="6" name="G confetti 1"/>
          <p:cNvSpPr/>
          <p:nvPr/>
        </p:nvSpPr>
        <p:spPr>
          <a:xfrm rot="1800000">
            <a:off x="5106427" y="324928"/>
            <a:ext cx="249944" cy="249944"/>
          </a:xfrm>
          <a:prstGeom prst="ellipse">
            <a:avLst/>
          </a:prstGeom>
          <a:solidFill>
            <a:srgbClr val="FF5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G confetti 2"/>
          <p:cNvSpPr/>
          <p:nvPr/>
        </p:nvSpPr>
        <p:spPr>
          <a:xfrm rot="120000">
            <a:off x="9312639" y="2239583"/>
            <a:ext cx="305113" cy="305113"/>
          </a:xfrm>
          <a:prstGeom prst="star5">
            <a:avLst/>
          </a:prstGeom>
          <a:solidFill>
            <a:srgbClr val="FFC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G confetti 3"/>
          <p:cNvSpPr/>
          <p:nvPr/>
        </p:nvSpPr>
        <p:spPr>
          <a:xfrm rot="2040000">
            <a:off x="1385488" y="1112973"/>
            <a:ext cx="274779" cy="274779"/>
          </a:xfrm>
          <a:prstGeom prst="rect">
            <a:avLst/>
          </a:prstGeom>
          <a:solidFill>
            <a:srgbClr val="3A8F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G confetti 4"/>
          <p:cNvSpPr/>
          <p:nvPr/>
        </p:nvSpPr>
        <p:spPr>
          <a:xfrm rot="2340000">
            <a:off x="1295617" y="3331467"/>
            <a:ext cx="366838" cy="366838"/>
          </a:xfrm>
          <a:prstGeom prst="heart">
            <a:avLst/>
          </a:prstGeom>
          <a:solidFill>
            <a:srgbClr val="2FB5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G confetti 5"/>
          <p:cNvSpPr/>
          <p:nvPr/>
        </p:nvSpPr>
        <p:spPr>
          <a:xfrm rot="2100000">
            <a:off x="9157944" y="1131038"/>
            <a:ext cx="362049" cy="362049"/>
          </a:xfrm>
          <a:prstGeom prst="ellipse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G confetti 6"/>
          <p:cNvSpPr/>
          <p:nvPr/>
        </p:nvSpPr>
        <p:spPr>
          <a:xfrm rot="60000">
            <a:off x="9202464" y="1201904"/>
            <a:ext cx="330658" cy="330658"/>
          </a:xfrm>
          <a:prstGeom prst="star5">
            <a:avLst/>
          </a:prstGeom>
          <a:solidFill>
            <a:srgbClr val="FF8A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G confetti 7"/>
          <p:cNvSpPr/>
          <p:nvPr/>
        </p:nvSpPr>
        <p:spPr>
          <a:xfrm rot="120000">
            <a:off x="7785163" y="343552"/>
            <a:ext cx="345586" cy="34558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G confetti 8"/>
          <p:cNvSpPr/>
          <p:nvPr/>
        </p:nvSpPr>
        <p:spPr>
          <a:xfrm rot="360000">
            <a:off x="1681674" y="3552473"/>
            <a:ext cx="234669" cy="234669"/>
          </a:xfrm>
          <a:prstGeom prst="heart">
            <a:avLst/>
          </a:prstGeom>
          <a:solidFill>
            <a:srgbClr val="FF5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G confetti 9"/>
          <p:cNvSpPr/>
          <p:nvPr/>
        </p:nvSpPr>
        <p:spPr>
          <a:xfrm rot="3360000">
            <a:off x="11156100" y="808031"/>
            <a:ext cx="266158" cy="266158"/>
          </a:xfrm>
          <a:prstGeom prst="ellipse">
            <a:avLst/>
          </a:prstGeom>
          <a:solidFill>
            <a:srgbClr val="FFC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G confetti 10"/>
          <p:cNvSpPr/>
          <p:nvPr/>
        </p:nvSpPr>
        <p:spPr>
          <a:xfrm rot="780000">
            <a:off x="1349268" y="3165592"/>
            <a:ext cx="235252" cy="235252"/>
          </a:xfrm>
          <a:prstGeom prst="star5">
            <a:avLst/>
          </a:prstGeom>
          <a:solidFill>
            <a:srgbClr val="3A8F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G confetti 11"/>
          <p:cNvSpPr/>
          <p:nvPr/>
        </p:nvSpPr>
        <p:spPr>
          <a:xfrm rot="3540000">
            <a:off x="2101932" y="3685716"/>
            <a:ext cx="284283" cy="284283"/>
          </a:xfrm>
          <a:prstGeom prst="rect">
            <a:avLst/>
          </a:prstGeom>
          <a:solidFill>
            <a:srgbClr val="2FB5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G confetti 12"/>
          <p:cNvSpPr/>
          <p:nvPr/>
        </p:nvSpPr>
        <p:spPr>
          <a:xfrm rot="2280000">
            <a:off x="10559229" y="3484146"/>
            <a:ext cx="469134" cy="469134"/>
          </a:xfrm>
          <a:prstGeom prst="heart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 confetti 13"/>
          <p:cNvSpPr/>
          <p:nvPr/>
        </p:nvSpPr>
        <p:spPr>
          <a:xfrm rot="2820000">
            <a:off x="9977071" y="328413"/>
            <a:ext cx="271738" cy="271738"/>
          </a:xfrm>
          <a:prstGeom prst="ellipse">
            <a:avLst/>
          </a:prstGeom>
          <a:solidFill>
            <a:srgbClr val="FF8A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 confetti 14"/>
          <p:cNvSpPr/>
          <p:nvPr/>
        </p:nvSpPr>
        <p:spPr>
          <a:xfrm rot="900000">
            <a:off x="9046059" y="3524448"/>
            <a:ext cx="252262" cy="252262"/>
          </a:xfrm>
          <a:prstGeom prst="star5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 confetti 15"/>
          <p:cNvSpPr/>
          <p:nvPr/>
        </p:nvSpPr>
        <p:spPr>
          <a:xfrm rot="2340000">
            <a:off x="2826170" y="2409854"/>
            <a:ext cx="404271" cy="404271"/>
          </a:xfrm>
          <a:prstGeom prst="rect">
            <a:avLst/>
          </a:prstGeom>
          <a:solidFill>
            <a:srgbClr val="FF5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 confetti 16"/>
          <p:cNvSpPr/>
          <p:nvPr/>
        </p:nvSpPr>
        <p:spPr>
          <a:xfrm rot="3240000">
            <a:off x="1486694" y="420156"/>
            <a:ext cx="464503" cy="464503"/>
          </a:xfrm>
          <a:prstGeom prst="heart">
            <a:avLst/>
          </a:prstGeom>
          <a:solidFill>
            <a:srgbClr val="FFC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 confetti 17"/>
          <p:cNvSpPr/>
          <p:nvPr/>
        </p:nvSpPr>
        <p:spPr>
          <a:xfrm rot="1980000">
            <a:off x="1516272" y="1702323"/>
            <a:ext cx="300921" cy="300921"/>
          </a:xfrm>
          <a:prstGeom prst="ellipse">
            <a:avLst/>
          </a:prstGeom>
          <a:solidFill>
            <a:srgbClr val="3A8F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 confetti 18"/>
          <p:cNvSpPr/>
          <p:nvPr/>
        </p:nvSpPr>
        <p:spPr>
          <a:xfrm rot="1380000">
            <a:off x="2206001" y="4507918"/>
            <a:ext cx="479577" cy="479577"/>
          </a:xfrm>
          <a:prstGeom prst="star5">
            <a:avLst/>
          </a:prstGeom>
          <a:solidFill>
            <a:srgbClr val="2FB5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 confetti 19"/>
          <p:cNvSpPr/>
          <p:nvPr/>
        </p:nvSpPr>
        <p:spPr>
          <a:xfrm rot="2580000">
            <a:off x="9389091" y="3925513"/>
            <a:ext cx="357999" cy="357999"/>
          </a:xfrm>
          <a:prstGeom prst="rect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 confetti 20"/>
          <p:cNvSpPr/>
          <p:nvPr/>
        </p:nvSpPr>
        <p:spPr>
          <a:xfrm rot="2220000">
            <a:off x="10542602" y="4304172"/>
            <a:ext cx="273535" cy="273535"/>
          </a:xfrm>
          <a:prstGeom prst="heart">
            <a:avLst/>
          </a:prstGeom>
          <a:solidFill>
            <a:srgbClr val="FF8A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 confetti 21"/>
          <p:cNvSpPr/>
          <p:nvPr/>
        </p:nvSpPr>
        <p:spPr>
          <a:xfrm rot="1980000">
            <a:off x="566154" y="2571241"/>
            <a:ext cx="277223" cy="27722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 confetti 22"/>
          <p:cNvSpPr/>
          <p:nvPr/>
        </p:nvSpPr>
        <p:spPr>
          <a:xfrm rot="900000">
            <a:off x="3113857" y="783882"/>
            <a:ext cx="432389" cy="432389"/>
          </a:xfrm>
          <a:prstGeom prst="star5">
            <a:avLst/>
          </a:prstGeom>
          <a:solidFill>
            <a:srgbClr val="FF5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 confetti 23"/>
          <p:cNvSpPr/>
          <p:nvPr/>
        </p:nvSpPr>
        <p:spPr>
          <a:xfrm rot="2820000">
            <a:off x="6658388" y="340685"/>
            <a:ext cx="370590" cy="370590"/>
          </a:xfrm>
          <a:prstGeom prst="rect">
            <a:avLst/>
          </a:prstGeom>
          <a:solidFill>
            <a:srgbClr val="FFC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 confetti 24"/>
          <p:cNvSpPr/>
          <p:nvPr/>
        </p:nvSpPr>
        <p:spPr>
          <a:xfrm rot="2160000">
            <a:off x="9240234" y="2165627"/>
            <a:ext cx="253897" cy="253897"/>
          </a:xfrm>
          <a:prstGeom prst="heart">
            <a:avLst/>
          </a:prstGeom>
          <a:solidFill>
            <a:srgbClr val="3A8F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 confetti 25"/>
          <p:cNvSpPr/>
          <p:nvPr/>
        </p:nvSpPr>
        <p:spPr>
          <a:xfrm rot="1380000">
            <a:off x="3756563" y="1916484"/>
            <a:ext cx="275814" cy="275814"/>
          </a:xfrm>
          <a:prstGeom prst="ellipse">
            <a:avLst/>
          </a:prstGeom>
          <a:solidFill>
            <a:srgbClr val="2FB5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 confetti 26"/>
          <p:cNvSpPr/>
          <p:nvPr/>
        </p:nvSpPr>
        <p:spPr>
          <a:xfrm rot="1800000">
            <a:off x="9530772" y="3584201"/>
            <a:ext cx="485083" cy="485083"/>
          </a:xfrm>
          <a:prstGeom prst="star5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medal ribbon left"/>
          <p:cNvSpPr/>
          <p:nvPr/>
        </p:nvSpPr>
        <p:spPr>
          <a:xfrm rot="11400000">
            <a:off x="4754880" y="3698240"/>
            <a:ext cx="1097280" cy="1219200"/>
          </a:xfrm>
          <a:prstGeom prst="triangle">
            <a:avLst/>
          </a:prstGeom>
          <a:solidFill>
            <a:srgbClr val="E845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medal ribbon right"/>
          <p:cNvSpPr/>
          <p:nvPr/>
        </p:nvSpPr>
        <p:spPr>
          <a:xfrm rot="10200000">
            <a:off x="6339840" y="3698240"/>
            <a:ext cx="1097280" cy="1219200"/>
          </a:xfrm>
          <a:prstGeom prst="triangle">
            <a:avLst/>
          </a:prstGeom>
          <a:solidFill>
            <a:srgbClr val="3A8FD9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 medal"/>
          <p:cNvSpPr/>
          <p:nvPr/>
        </p:nvSpPr>
        <p:spPr>
          <a:xfrm>
            <a:off x="4145280" y="670560"/>
            <a:ext cx="3657600" cy="3657600"/>
          </a:xfrm>
          <a:prstGeom prst="ellipse">
            <a:avLst/>
          </a:prstGeom>
          <a:solidFill>
            <a:srgbClr val="FFC93C"/>
          </a:solidFill>
          <a:ln w="762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 medal inner"/>
          <p:cNvSpPr/>
          <p:nvPr/>
        </p:nvSpPr>
        <p:spPr>
          <a:xfrm>
            <a:off x="4632960" y="1158240"/>
            <a:ext cx="2682240" cy="2682240"/>
          </a:xfrm>
          <a:prstGeom prst="ellipse">
            <a:avLst/>
          </a:prstGeom>
          <a:solidFill>
            <a:srgbClr val="FFE48A"/>
          </a:solidFill>
          <a:ln w="508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 medal star"/>
          <p:cNvSpPr/>
          <p:nvPr/>
        </p:nvSpPr>
        <p:spPr>
          <a:xfrm>
            <a:off x="4998720" y="1524000"/>
            <a:ext cx="1950720" cy="1950720"/>
          </a:xfrm>
          <a:prstGeom prst="star5">
            <a:avLst/>
          </a:prstGeom>
          <a:solidFill>
            <a:srgbClr val="FFFFFF"/>
          </a:solidFill>
          <a:ln w="381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7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a_ca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7" dur="260" fill="hold" repeatCount="indefinite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_bird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12" dur="26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a_gir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17" dur="260" fill="hold" repeatCount="indefinite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385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455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525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595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665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735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805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875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945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1015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nodeType="withEffect">
                                  <p:stCondLst>
                                    <p:cond delay="1085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nodeType="withEffect">
                                  <p:stCondLst>
                                    <p:cond delay="1155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nodeType="withEffect">
                                  <p:stCondLst>
                                    <p:cond delay="1225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leve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01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100" dur="400" fill="hold" repeatCount="3000" autoRev="1"/>
                                        <p:tgtEl>
                                          <p:spTgt spid="34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cat (host)" descr="ca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cat (happy)" descr="ca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bird (friend)" descr="bird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bird (happy)" descr="bird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ر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ر</a:t>
            </a:r>
          </a:p>
        </p:txBody>
      </p:sp>
      <p:sp>
        <p:nvSpPr>
          <p:cNvPr id="12" name="F1 mark" descr="ر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رَ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7A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ز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ز</a:t>
            </a:r>
          </a:p>
        </p:txBody>
      </p:sp>
      <p:sp>
        <p:nvSpPr>
          <p:cNvPr id="15" name="F2 mark" descr="ز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زَ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7A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أ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أ</a:t>
            </a:r>
          </a:p>
        </p:txBody>
      </p:sp>
      <p:sp>
        <p:nvSpPr>
          <p:cNvPr id="18" name="F3 mark" descr="أ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أَ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7A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رَزَأ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رَزَأَ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3355900" y="6461760"/>
            <a:ext cx="6885380" cy="195072"/>
          </a:xfrm>
          <a:prstGeom prst="roundRect">
            <a:avLst>
              <a:gd name="adj" fmla="val 50000"/>
            </a:avLst>
          </a:prstGeom>
          <a:solidFill>
            <a:srgbClr val="7A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03179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790764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678350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565936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453521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341107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228693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1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7676" y="5949696"/>
            <a:ext cx="780288" cy="780288"/>
          </a:xfrm>
          <a:prstGeom prst="rect">
            <a:avLst/>
          </a:prstGeom>
        </p:spPr>
      </p:pic>
      <p:pic>
        <p:nvPicPr>
          <p:cNvPr id="32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ca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cat (host)" descr="ca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cat (happy)" descr="ca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bird (friend)" descr="bird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bird (happy)" descr="bird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أ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أ</a:t>
            </a:r>
          </a:p>
        </p:txBody>
      </p:sp>
      <p:sp>
        <p:nvSpPr>
          <p:cNvPr id="11" name="F1 mark" descr="أ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أَ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7A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ز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ز</a:t>
            </a:r>
          </a:p>
        </p:txBody>
      </p:sp>
      <p:sp>
        <p:nvSpPr>
          <p:cNvPr id="14" name="F2 mark" descr="ز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زَ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7A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أَز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أَزَ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3215382" y="6461760"/>
            <a:ext cx="7025898" cy="195072"/>
          </a:xfrm>
          <a:prstGeom prst="roundRect">
            <a:avLst>
              <a:gd name="adj" fmla="val 50000"/>
            </a:avLst>
          </a:prstGeom>
          <a:solidFill>
            <a:srgbClr val="7A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03179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790764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678350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565936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453521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341107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228693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7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7158" y="5949696"/>
            <a:ext cx="780288" cy="780288"/>
          </a:xfrm>
          <a:prstGeom prst="rect">
            <a:avLst/>
          </a:prstGeom>
        </p:spPr>
      </p:pic>
      <p:pic>
        <p:nvPicPr>
          <p:cNvPr id="28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ca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cat (host)" descr="ca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cat (happy)" descr="ca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bird (friend)" descr="bird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bird (happy)" descr="bird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ب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ب</a:t>
            </a:r>
          </a:p>
        </p:txBody>
      </p:sp>
      <p:sp>
        <p:nvSpPr>
          <p:cNvPr id="11" name="F1 mark" descr="ب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7A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ز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ز</a:t>
            </a:r>
          </a:p>
        </p:txBody>
      </p:sp>
      <p:sp>
        <p:nvSpPr>
          <p:cNvPr id="14" name="F2 mark" descr="ز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زَ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7A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بَز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بَزَ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3074864" y="6461760"/>
            <a:ext cx="7166416" cy="195072"/>
          </a:xfrm>
          <a:prstGeom prst="roundRect">
            <a:avLst>
              <a:gd name="adj" fmla="val 50000"/>
            </a:avLst>
          </a:prstGeom>
          <a:solidFill>
            <a:srgbClr val="7A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03179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790764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678350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565936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453521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341107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228693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7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6640" y="5949696"/>
            <a:ext cx="780288" cy="780288"/>
          </a:xfrm>
          <a:prstGeom prst="rect">
            <a:avLst/>
          </a:prstGeom>
        </p:spPr>
      </p:pic>
      <p:pic>
        <p:nvPicPr>
          <p:cNvPr id="28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ca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cat (host)" descr="ca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cat (happy)" descr="ca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bird (friend)" descr="bird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bird (happy)" descr="bird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ت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ت</a:t>
            </a:r>
          </a:p>
        </p:txBody>
      </p:sp>
      <p:sp>
        <p:nvSpPr>
          <p:cNvPr id="11" name="F1 mark" descr="ت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تَ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7A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ز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ز</a:t>
            </a:r>
          </a:p>
        </p:txBody>
      </p:sp>
      <p:sp>
        <p:nvSpPr>
          <p:cNvPr id="14" name="F2 mark" descr="ز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زَ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7A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تَز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تَزَ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2934346" y="6461760"/>
            <a:ext cx="7306934" cy="195072"/>
          </a:xfrm>
          <a:prstGeom prst="roundRect">
            <a:avLst>
              <a:gd name="adj" fmla="val 50000"/>
            </a:avLst>
          </a:prstGeom>
          <a:solidFill>
            <a:srgbClr val="7A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03179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790764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678350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565936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453521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341107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228693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7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6122" y="5949696"/>
            <a:ext cx="780288" cy="780288"/>
          </a:xfrm>
          <a:prstGeom prst="rect">
            <a:avLst/>
          </a:prstGeom>
        </p:spPr>
      </p:pic>
      <p:pic>
        <p:nvPicPr>
          <p:cNvPr id="28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ca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cat (host)" descr="ca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cat (happy)" descr="ca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bird (friend)" descr="bird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bird (happy)" descr="bird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ث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ث</a:t>
            </a:r>
          </a:p>
        </p:txBody>
      </p:sp>
      <p:sp>
        <p:nvSpPr>
          <p:cNvPr id="11" name="F1 mark" descr="ث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ثَ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7A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ز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ز</a:t>
            </a:r>
          </a:p>
        </p:txBody>
      </p:sp>
      <p:sp>
        <p:nvSpPr>
          <p:cNvPr id="14" name="F2 mark" descr="ز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زَ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7A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ثَز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ثَزَ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2793828" y="6461760"/>
            <a:ext cx="7447452" cy="195072"/>
          </a:xfrm>
          <a:prstGeom prst="roundRect">
            <a:avLst>
              <a:gd name="adj" fmla="val 50000"/>
            </a:avLst>
          </a:prstGeom>
          <a:solidFill>
            <a:srgbClr val="7A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03179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790764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678350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565936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453521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341107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228693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7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5604" y="5949696"/>
            <a:ext cx="780288" cy="780288"/>
          </a:xfrm>
          <a:prstGeom prst="rect">
            <a:avLst/>
          </a:prstGeom>
        </p:spPr>
      </p:pic>
      <p:pic>
        <p:nvPicPr>
          <p:cNvPr id="28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ca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cat (host)" descr="ca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cat (happy)" descr="ca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bird (friend)" descr="bird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bird (happy)" descr="bird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ج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ج</a:t>
            </a:r>
          </a:p>
        </p:txBody>
      </p:sp>
      <p:sp>
        <p:nvSpPr>
          <p:cNvPr id="11" name="F1 mark" descr="ج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7A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ز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ز</a:t>
            </a:r>
          </a:p>
        </p:txBody>
      </p:sp>
      <p:sp>
        <p:nvSpPr>
          <p:cNvPr id="14" name="F2 mark" descr="ز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زَ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7A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جَز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جَزَ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2653310" y="6461760"/>
            <a:ext cx="7587970" cy="195072"/>
          </a:xfrm>
          <a:prstGeom prst="roundRect">
            <a:avLst>
              <a:gd name="adj" fmla="val 50000"/>
            </a:avLst>
          </a:prstGeom>
          <a:solidFill>
            <a:srgbClr val="7A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03179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790764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678350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565936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453521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341107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228693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7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5086" y="5949696"/>
            <a:ext cx="780288" cy="780288"/>
          </a:xfrm>
          <a:prstGeom prst="rect">
            <a:avLst/>
          </a:prstGeom>
        </p:spPr>
      </p:pic>
      <p:pic>
        <p:nvPicPr>
          <p:cNvPr id="28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ca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cat (host)" descr="ca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cat (happy)" descr="ca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bird (friend)" descr="bird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bird (happy)" descr="bird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ح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ح</a:t>
            </a:r>
          </a:p>
        </p:txBody>
      </p:sp>
      <p:sp>
        <p:nvSpPr>
          <p:cNvPr id="11" name="F1 mark" descr="ح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7A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ز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ز</a:t>
            </a:r>
          </a:p>
        </p:txBody>
      </p:sp>
      <p:sp>
        <p:nvSpPr>
          <p:cNvPr id="14" name="F2 mark" descr="ز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زَ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7A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حَز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حَزَ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2512792" y="6461760"/>
            <a:ext cx="7728488" cy="195072"/>
          </a:xfrm>
          <a:prstGeom prst="roundRect">
            <a:avLst>
              <a:gd name="adj" fmla="val 50000"/>
            </a:avLst>
          </a:prstGeom>
          <a:solidFill>
            <a:srgbClr val="7A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03179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790764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678350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565936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453521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341107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228693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7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4568" y="5949696"/>
            <a:ext cx="780288" cy="780288"/>
          </a:xfrm>
          <a:prstGeom prst="rect">
            <a:avLst/>
          </a:prstGeom>
        </p:spPr>
      </p:pic>
      <p:pic>
        <p:nvPicPr>
          <p:cNvPr id="28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ca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cat (host)" descr="ca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cat (happy)" descr="ca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bird (friend)" descr="bird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bird (happy)" descr="bird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خ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خ</a:t>
            </a:r>
          </a:p>
        </p:txBody>
      </p:sp>
      <p:sp>
        <p:nvSpPr>
          <p:cNvPr id="11" name="F1 mark" descr="خ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خَ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7A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ز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ز</a:t>
            </a:r>
          </a:p>
        </p:txBody>
      </p:sp>
      <p:sp>
        <p:nvSpPr>
          <p:cNvPr id="14" name="F2 mark" descr="ز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زَ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7A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خَز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خَزَ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2372274" y="6461760"/>
            <a:ext cx="7869006" cy="195072"/>
          </a:xfrm>
          <a:prstGeom prst="roundRect">
            <a:avLst>
              <a:gd name="adj" fmla="val 50000"/>
            </a:avLst>
          </a:prstGeom>
          <a:solidFill>
            <a:srgbClr val="7A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03179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790764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678350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565936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453521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341107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228693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7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4050" y="5949696"/>
            <a:ext cx="780288" cy="780288"/>
          </a:xfrm>
          <a:prstGeom prst="rect">
            <a:avLst/>
          </a:prstGeom>
        </p:spPr>
      </p:pic>
      <p:pic>
        <p:nvPicPr>
          <p:cNvPr id="28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ca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ircle 1"/>
          <p:cNvSpPr/>
          <p:nvPr/>
        </p:nvSpPr>
        <p:spPr>
          <a:xfrm>
            <a:off x="8961120" y="91440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Circle 2"/>
          <p:cNvSpPr/>
          <p:nvPr/>
        </p:nvSpPr>
        <p:spPr>
          <a:xfrm>
            <a:off x="5791200" y="91440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Question panel"/>
          <p:cNvSpPr/>
          <p:nvPr/>
        </p:nvSpPr>
        <p:spPr>
          <a:xfrm>
            <a:off x="914400" y="73152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Question mark" descr="؟"/>
          <p:cNvSpPr/>
          <p:nvPr/>
        </p:nvSpPr>
        <p:spPr>
          <a:xfrm>
            <a:off x="914400" y="73152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4666" b="0" lang="ar-SA">
                <a:solidFill>
                  <a:srgbClr val="7A4FD6"/>
                </a:solidFill>
                <a:latin typeface="Arial"/>
                <a:cs typeface="Arial"/>
              </a:rPr>
              <a:t>؟</a:t>
            </a:r>
          </a:p>
        </p:txBody>
      </p:sp>
      <p:sp>
        <p:nvSpPr>
          <p:cNvPr id="7" name="Letter 1" descr="خَ"/>
          <p:cNvSpPr/>
          <p:nvPr/>
        </p:nvSpPr>
        <p:spPr>
          <a:xfrm>
            <a:off x="8961120" y="91440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خَ</a:t>
            </a:r>
          </a:p>
        </p:txBody>
      </p:sp>
      <p:sp>
        <p:nvSpPr>
          <p:cNvPr id="8" name="Plus 1"/>
          <p:cNvSpPr/>
          <p:nvPr/>
        </p:nvSpPr>
        <p:spPr>
          <a:xfrm>
            <a:off x="8260080" y="1798320"/>
            <a:ext cx="548640" cy="548640"/>
          </a:xfrm>
          <a:prstGeom prst="mathPlus">
            <a:avLst/>
          </a:prstGeom>
          <a:solidFill>
            <a:srgbClr val="7A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Letter 2" descr="زَ"/>
          <p:cNvSpPr/>
          <p:nvPr/>
        </p:nvSpPr>
        <p:spPr>
          <a:xfrm>
            <a:off x="5791200" y="91440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زَ</a:t>
            </a:r>
          </a:p>
        </p:txBody>
      </p:sp>
      <p:sp>
        <p:nvSpPr>
          <p:cNvPr id="10" name="Arrow"/>
          <p:cNvSpPr/>
          <p:nvPr/>
        </p:nvSpPr>
        <p:spPr>
          <a:xfrm>
            <a:off x="4754880" y="1731264"/>
            <a:ext cx="853440" cy="682752"/>
          </a:xfrm>
          <a:prstGeom prst="leftArrow">
            <a:avLst/>
          </a:prstGeom>
          <a:solidFill>
            <a:srgbClr val="7A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cat holding answer 1" descr="cat peeking over the answer car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0250" y="3197860"/>
            <a:ext cx="1587500" cy="1587500"/>
          </a:xfrm>
          <a:prstGeom prst="rect">
            <a:avLst/>
          </a:prstGeom>
        </p:spPr>
      </p:pic>
      <p:sp>
        <p:nvSpPr>
          <p:cNvPr id="12" name="LINK answer 1" descr="زَخَ">
            <a:hlinkClick action="ppaction://hlinksldjump" r:id="rId8"/>
          </p:cNvPr>
          <p:cNvSpPr/>
          <p:nvPr/>
        </p:nvSpPr>
        <p:spPr>
          <a:xfrm>
            <a:off x="7772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زَخَ</a:t>
            </a:r>
          </a:p>
        </p:txBody>
      </p:sp>
      <p:pic>
        <p:nvPicPr>
          <p:cNvPr id="13" name="bird holding answer 2" descr="bird peeking over the answer car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2250" y="3197860"/>
            <a:ext cx="1587500" cy="1587500"/>
          </a:xfrm>
          <a:prstGeom prst="rect">
            <a:avLst/>
          </a:prstGeom>
        </p:spPr>
      </p:pic>
      <p:sp>
        <p:nvSpPr>
          <p:cNvPr id="14" name="LINK answer 2" descr="خَزَ">
            <a:hlinkClick action="ppaction://hlinksldjump" r:id="rId9"/>
          </p:cNvPr>
          <p:cNvSpPr/>
          <p:nvPr/>
        </p:nvSpPr>
        <p:spPr>
          <a:xfrm>
            <a:off x="4724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خَزَ</a:t>
            </a:r>
          </a:p>
        </p:txBody>
      </p:sp>
      <p:pic>
        <p:nvPicPr>
          <p:cNvPr id="15" name="girl holding answer 3" descr="girl peeking over the answer car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54250" y="3197860"/>
            <a:ext cx="1587500" cy="1587500"/>
          </a:xfrm>
          <a:prstGeom prst="rect">
            <a:avLst/>
          </a:prstGeom>
        </p:spPr>
      </p:pic>
      <p:sp>
        <p:nvSpPr>
          <p:cNvPr id="16" name="LINK answer 3" descr="خَرَ">
            <a:hlinkClick action="ppaction://hlinksldjump" r:id="rId8"/>
          </p:cNvPr>
          <p:cNvSpPr/>
          <p:nvPr/>
        </p:nvSpPr>
        <p:spPr>
          <a:xfrm>
            <a:off x="1676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خَرَ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2372274" y="6461760"/>
            <a:ext cx="7869006" cy="195072"/>
          </a:xfrm>
          <a:prstGeom prst="roundRect">
            <a:avLst>
              <a:gd name="adj" fmla="val 50000"/>
            </a:avLst>
          </a:prstGeom>
          <a:solidFill>
            <a:srgbClr val="7A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03179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790764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678350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565936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453521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341107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228693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7" name="Game marker (host animal)" descr="progress marker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04050" y="5949696"/>
            <a:ext cx="780288" cy="780288"/>
          </a:xfrm>
          <a:prstGeom prst="rect">
            <a:avLst/>
          </a:prstGeom>
        </p:spPr>
      </p:pic>
    </p:spTree>
  </p:cSld>
  <p:clrMapOvr>
    <a:masterClrMapping/>
  </p:clrMapOvr>
  <p:transition advClick="0"/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cat cheering" descr="cat cheeri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4" name="cat cheering 2" descr="cat cheering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5" name="bird cheering" descr="bird cheeri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2095500"/>
            <a:ext cx="2095500" cy="2095500"/>
          </a:xfrm>
          <a:prstGeom prst="rect">
            <a:avLst/>
          </a:prstGeom>
        </p:spPr>
      </p:pic>
      <p:pic>
        <p:nvPicPr>
          <p:cNvPr id="6" name="girl cheering" descr="girl cheeri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34500" y="2095500"/>
            <a:ext cx="2095500" cy="2095500"/>
          </a:xfrm>
          <a:prstGeom prst="rect">
            <a:avLst/>
          </a:prstGeom>
        </p:spPr>
      </p:pic>
      <p:sp>
        <p:nvSpPr>
          <p:cNvPr id="7" name="G star1"/>
          <p:cNvSpPr/>
          <p:nvPr/>
        </p:nvSpPr>
        <p:spPr>
          <a:xfrm>
            <a:off x="408432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G star2"/>
          <p:cNvSpPr/>
          <p:nvPr/>
        </p:nvSpPr>
        <p:spPr>
          <a:xfrm>
            <a:off x="548640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G star3"/>
          <p:cNvSpPr/>
          <p:nvPr/>
        </p:nvSpPr>
        <p:spPr>
          <a:xfrm>
            <a:off x="688848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G panel" descr="خَزَ"/>
          <p:cNvSpPr/>
          <p:nvPr/>
        </p:nvSpPr>
        <p:spPr>
          <a:xfrm>
            <a:off x="3169920" y="4328160"/>
            <a:ext cx="5852160" cy="1584960"/>
          </a:xfrm>
          <a:prstGeom prst="roundRect">
            <a:avLst>
              <a:gd name="adj" fmla="val 20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0666" b="0" lang="ar-SA">
                <a:solidFill>
                  <a:srgbClr val="16213E"/>
                </a:solidFill>
                <a:latin typeface="Arial"/>
                <a:cs typeface="Arial"/>
              </a:rPr>
              <a:t>خَزَ</a:t>
            </a:r>
          </a:p>
        </p:txBody>
      </p:sp>
      <p:sp>
        <p:nvSpPr>
          <p:cNvPr id="1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Game progress"/>
          <p:cNvSpPr/>
          <p:nvPr/>
        </p:nvSpPr>
        <p:spPr>
          <a:xfrm>
            <a:off x="2372274" y="6461760"/>
            <a:ext cx="7869006" cy="195072"/>
          </a:xfrm>
          <a:prstGeom prst="roundRect">
            <a:avLst>
              <a:gd name="adj" fmla="val 50000"/>
            </a:avLst>
          </a:prstGeom>
          <a:solidFill>
            <a:srgbClr val="7A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Game milestone 1"/>
          <p:cNvSpPr/>
          <p:nvPr/>
        </p:nvSpPr>
        <p:spPr>
          <a:xfrm>
            <a:off x="903179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Game milestone 2"/>
          <p:cNvSpPr/>
          <p:nvPr/>
        </p:nvSpPr>
        <p:spPr>
          <a:xfrm>
            <a:off x="790764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Game milestone 3"/>
          <p:cNvSpPr/>
          <p:nvPr/>
        </p:nvSpPr>
        <p:spPr>
          <a:xfrm>
            <a:off x="678350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Game milestone 4"/>
          <p:cNvSpPr/>
          <p:nvPr/>
        </p:nvSpPr>
        <p:spPr>
          <a:xfrm>
            <a:off x="565936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Game milestone 5"/>
          <p:cNvSpPr/>
          <p:nvPr/>
        </p:nvSpPr>
        <p:spPr>
          <a:xfrm>
            <a:off x="453521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milestone 6"/>
          <p:cNvSpPr/>
          <p:nvPr/>
        </p:nvSpPr>
        <p:spPr>
          <a:xfrm>
            <a:off x="341107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7"/>
          <p:cNvSpPr/>
          <p:nvPr/>
        </p:nvSpPr>
        <p:spPr>
          <a:xfrm>
            <a:off x="228693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1" name="Game marker (host animal)" descr="progress marker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04050" y="5949696"/>
            <a:ext cx="780288" cy="780288"/>
          </a:xfrm>
          <a:prstGeom prst="rect">
            <a:avLst/>
          </a:prstGeom>
        </p:spPr>
      </p:pic>
      <p:pic>
        <p:nvPicPr>
          <p:cNvPr id="22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_ca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a_bird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a_gir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xit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xit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xit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xit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xit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xit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xit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cat sad" descr="cat sa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413000" cy="2413000"/>
          </a:xfrm>
          <a:prstGeom prst="rect">
            <a:avLst/>
          </a:prstGeom>
        </p:spPr>
      </p:pic>
      <p:pic>
        <p:nvPicPr>
          <p:cNvPr id="4" name="bird encouraging" descr="bird encouragi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4064000"/>
            <a:ext cx="2159000" cy="2159000"/>
          </a:xfrm>
          <a:prstGeom prst="rect">
            <a:avLst/>
          </a:prstGeom>
        </p:spPr>
      </p:pic>
      <p:sp>
        <p:nvSpPr>
          <p:cNvPr id="5" name="G oops"/>
          <p:cNvSpPr/>
          <p:nvPr/>
        </p:nvSpPr>
        <p:spPr>
          <a:xfrm>
            <a:off x="4632960" y="609600"/>
            <a:ext cx="2926080" cy="292608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INK retry button">
            <a:hlinkClick action="ppaction://hlinksldjump" r:id="rId6"/>
          </p:cNvPr>
          <p:cNvSpPr/>
          <p:nvPr/>
        </p:nvSpPr>
        <p:spPr>
          <a:xfrm>
            <a:off x="4145280" y="4023360"/>
            <a:ext cx="3901440" cy="18288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LINK retry icon">
            <a:hlinkClick action="ppaction://hlinksldjump" r:id="rId6"/>
          </p:cNvPr>
          <p:cNvSpPr/>
          <p:nvPr/>
        </p:nvSpPr>
        <p:spPr>
          <a:xfrm>
            <a:off x="5364480" y="4267200"/>
            <a:ext cx="1463040" cy="1341120"/>
          </a:xfrm>
          <a:prstGeom prst="circular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ww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150 0.0000 E" pathEditMode="relative" ptsTypes="AA">
                                      <p:cBhvr>
                                        <p:cTn id="11" dur="90" fill="hold" repeatCount="3000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cat (host)" descr="ca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cat (happy)" descr="ca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bird (friend)" descr="bird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bird (happy)" descr="bird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د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د</a:t>
            </a:r>
          </a:p>
        </p:txBody>
      </p:sp>
      <p:sp>
        <p:nvSpPr>
          <p:cNvPr id="11" name="F1 mark" descr="د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دَ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7A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ز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ز</a:t>
            </a:r>
          </a:p>
        </p:txBody>
      </p:sp>
      <p:sp>
        <p:nvSpPr>
          <p:cNvPr id="14" name="F2 mark" descr="ز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زَ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7A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دَز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دَزَ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2231756" y="6461760"/>
            <a:ext cx="8009524" cy="195072"/>
          </a:xfrm>
          <a:prstGeom prst="roundRect">
            <a:avLst>
              <a:gd name="adj" fmla="val 50000"/>
            </a:avLst>
          </a:prstGeom>
          <a:solidFill>
            <a:srgbClr val="7A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03179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790764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678350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565936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453521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341107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228693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7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3532" y="5949696"/>
            <a:ext cx="780288" cy="780288"/>
          </a:xfrm>
          <a:prstGeom prst="rect">
            <a:avLst/>
          </a:prstGeom>
        </p:spPr>
      </p:pic>
      <p:pic>
        <p:nvPicPr>
          <p:cNvPr id="28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ca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cat (host)" descr="ca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cat (happy)" descr="ca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bird (friend)" descr="bird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bird (happy)" descr="bird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ذ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ذ</a:t>
            </a:r>
          </a:p>
        </p:txBody>
      </p:sp>
      <p:sp>
        <p:nvSpPr>
          <p:cNvPr id="11" name="F1 mark" descr="ذ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ذَ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7A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ز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ز</a:t>
            </a:r>
          </a:p>
        </p:txBody>
      </p:sp>
      <p:sp>
        <p:nvSpPr>
          <p:cNvPr id="14" name="F2 mark" descr="ز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زَ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7A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ذَز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ذَزَ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2091238" y="6461760"/>
            <a:ext cx="8150042" cy="195072"/>
          </a:xfrm>
          <a:prstGeom prst="roundRect">
            <a:avLst>
              <a:gd name="adj" fmla="val 50000"/>
            </a:avLst>
          </a:prstGeom>
          <a:solidFill>
            <a:srgbClr val="7A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03179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790764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678350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565936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453521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341107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228693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7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3014" y="5949696"/>
            <a:ext cx="780288" cy="780288"/>
          </a:xfrm>
          <a:prstGeom prst="rect">
            <a:avLst/>
          </a:prstGeom>
        </p:spPr>
      </p:pic>
      <p:pic>
        <p:nvPicPr>
          <p:cNvPr id="28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ca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cat (host)" descr="cat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cat (happy)" descr="cat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bird (friend)" descr="bird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bird (happy)" descr="bird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ر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ر</a:t>
            </a:r>
          </a:p>
        </p:txBody>
      </p:sp>
      <p:sp>
        <p:nvSpPr>
          <p:cNvPr id="11" name="F1 mark" descr="ر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رَ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7A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ز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ز</a:t>
            </a:r>
          </a:p>
        </p:txBody>
      </p:sp>
      <p:sp>
        <p:nvSpPr>
          <p:cNvPr id="14" name="F2 mark" descr="ز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زَ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7A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رَز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رَزَ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7A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031792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790764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678350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565936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453521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341107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228693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7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2496" y="5949696"/>
            <a:ext cx="780288" cy="780288"/>
          </a:xfrm>
          <a:prstGeom prst="rect">
            <a:avLst/>
          </a:prstGeom>
        </p:spPr>
      </p:pic>
      <p:pic>
        <p:nvPicPr>
          <p:cNvPr id="28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ca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cat celebrating" descr="cat celebrati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2500" y="4699000"/>
            <a:ext cx="2032000" cy="2032000"/>
          </a:xfrm>
          <a:prstGeom prst="rect">
            <a:avLst/>
          </a:prstGeom>
        </p:spPr>
      </p:pic>
      <p:pic>
        <p:nvPicPr>
          <p:cNvPr id="4" name="bird celebrating" descr="bird celebrati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7500" y="4699000"/>
            <a:ext cx="2032000" cy="2032000"/>
          </a:xfrm>
          <a:prstGeom prst="rect">
            <a:avLst/>
          </a:prstGeom>
        </p:spPr>
      </p:pic>
      <p:pic>
        <p:nvPicPr>
          <p:cNvPr id="5" name="girl celebrating" descr="girl celebrati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2500" y="4699000"/>
            <a:ext cx="2032000" cy="2032000"/>
          </a:xfrm>
          <a:prstGeom prst="rect">
            <a:avLst/>
          </a:prstGeom>
        </p:spPr>
      </p:pic>
      <p:pic>
        <p:nvPicPr>
          <p:cNvPr id="6" name="girl celebrating" descr="girl celebrati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500" y="4699000"/>
            <a:ext cx="2032000" cy="2032000"/>
          </a:xfrm>
          <a:prstGeom prst="rect">
            <a:avLst/>
          </a:prstGeom>
        </p:spPr>
      </p:pic>
      <p:sp>
        <p:nvSpPr>
          <p:cNvPr id="7" name="G confetti 1"/>
          <p:cNvSpPr/>
          <p:nvPr/>
        </p:nvSpPr>
        <p:spPr>
          <a:xfrm rot="540000">
            <a:off x="11375460" y="4351746"/>
            <a:ext cx="465373" cy="465373"/>
          </a:xfrm>
          <a:prstGeom prst="ellipse">
            <a:avLst/>
          </a:prstGeom>
          <a:solidFill>
            <a:srgbClr val="FF5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G confetti 2"/>
          <p:cNvSpPr/>
          <p:nvPr/>
        </p:nvSpPr>
        <p:spPr>
          <a:xfrm rot="1380000">
            <a:off x="3296424" y="2085611"/>
            <a:ext cx="330158" cy="330158"/>
          </a:xfrm>
          <a:prstGeom prst="star5">
            <a:avLst/>
          </a:prstGeom>
          <a:solidFill>
            <a:srgbClr val="FFC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G confetti 3"/>
          <p:cNvSpPr/>
          <p:nvPr/>
        </p:nvSpPr>
        <p:spPr>
          <a:xfrm rot="2640000">
            <a:off x="1306208" y="2524781"/>
            <a:ext cx="391760" cy="391760"/>
          </a:xfrm>
          <a:prstGeom prst="rect">
            <a:avLst/>
          </a:prstGeom>
          <a:solidFill>
            <a:srgbClr val="3A8F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G confetti 4"/>
          <p:cNvSpPr/>
          <p:nvPr/>
        </p:nvSpPr>
        <p:spPr>
          <a:xfrm rot="540000">
            <a:off x="2878325" y="3876144"/>
            <a:ext cx="420920" cy="420920"/>
          </a:xfrm>
          <a:prstGeom prst="heart">
            <a:avLst/>
          </a:prstGeom>
          <a:solidFill>
            <a:srgbClr val="2FB5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G confetti 5"/>
          <p:cNvSpPr/>
          <p:nvPr/>
        </p:nvSpPr>
        <p:spPr>
          <a:xfrm rot="3240000">
            <a:off x="407985" y="1180917"/>
            <a:ext cx="401561" cy="401561"/>
          </a:xfrm>
          <a:prstGeom prst="ellipse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G confetti 6"/>
          <p:cNvSpPr/>
          <p:nvPr/>
        </p:nvSpPr>
        <p:spPr>
          <a:xfrm rot="1620000">
            <a:off x="693211" y="1679279"/>
            <a:ext cx="380536" cy="380536"/>
          </a:xfrm>
          <a:prstGeom prst="star5">
            <a:avLst/>
          </a:prstGeom>
          <a:solidFill>
            <a:srgbClr val="FF8A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G confetti 7"/>
          <p:cNvSpPr/>
          <p:nvPr/>
        </p:nvSpPr>
        <p:spPr>
          <a:xfrm>
            <a:off x="9371489" y="1018016"/>
            <a:ext cx="340539" cy="34053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G confetti 8"/>
          <p:cNvSpPr/>
          <p:nvPr/>
        </p:nvSpPr>
        <p:spPr>
          <a:xfrm rot="780000">
            <a:off x="8897541" y="1594272"/>
            <a:ext cx="481400" cy="481400"/>
          </a:xfrm>
          <a:prstGeom prst="heart">
            <a:avLst/>
          </a:prstGeom>
          <a:solidFill>
            <a:srgbClr val="FF5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G confetti 9"/>
          <p:cNvSpPr/>
          <p:nvPr/>
        </p:nvSpPr>
        <p:spPr>
          <a:xfrm rot="1140000">
            <a:off x="9725452" y="3726880"/>
            <a:ext cx="455788" cy="455788"/>
          </a:xfrm>
          <a:prstGeom prst="ellipse">
            <a:avLst/>
          </a:prstGeom>
          <a:solidFill>
            <a:srgbClr val="FFC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G confetti 10"/>
          <p:cNvSpPr/>
          <p:nvPr/>
        </p:nvSpPr>
        <p:spPr>
          <a:xfrm rot="2520000">
            <a:off x="1361056" y="1330666"/>
            <a:ext cx="231870" cy="231870"/>
          </a:xfrm>
          <a:prstGeom prst="star5">
            <a:avLst/>
          </a:prstGeom>
          <a:solidFill>
            <a:srgbClr val="3A8F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G confetti 11"/>
          <p:cNvSpPr/>
          <p:nvPr/>
        </p:nvSpPr>
        <p:spPr>
          <a:xfrm rot="2340000">
            <a:off x="9193066" y="976289"/>
            <a:ext cx="236663" cy="236663"/>
          </a:xfrm>
          <a:prstGeom prst="rect">
            <a:avLst/>
          </a:prstGeom>
          <a:solidFill>
            <a:srgbClr val="2FB5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 confetti 12"/>
          <p:cNvSpPr/>
          <p:nvPr/>
        </p:nvSpPr>
        <p:spPr>
          <a:xfrm rot="2340000">
            <a:off x="256980" y="2216376"/>
            <a:ext cx="377081" cy="377081"/>
          </a:xfrm>
          <a:prstGeom prst="heart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 confetti 13"/>
          <p:cNvSpPr/>
          <p:nvPr/>
        </p:nvSpPr>
        <p:spPr>
          <a:xfrm rot="60000">
            <a:off x="11413476" y="2061155"/>
            <a:ext cx="303944" cy="303944"/>
          </a:xfrm>
          <a:prstGeom prst="ellipse">
            <a:avLst/>
          </a:prstGeom>
          <a:solidFill>
            <a:srgbClr val="FF8A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 confetti 14"/>
          <p:cNvSpPr/>
          <p:nvPr/>
        </p:nvSpPr>
        <p:spPr>
          <a:xfrm rot="840000">
            <a:off x="1631261" y="2808106"/>
            <a:ext cx="391580" cy="391580"/>
          </a:xfrm>
          <a:prstGeom prst="star5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 confetti 15"/>
          <p:cNvSpPr/>
          <p:nvPr/>
        </p:nvSpPr>
        <p:spPr>
          <a:xfrm rot="1800000">
            <a:off x="1383398" y="4252240"/>
            <a:ext cx="399761" cy="399761"/>
          </a:xfrm>
          <a:prstGeom prst="rect">
            <a:avLst/>
          </a:prstGeom>
          <a:solidFill>
            <a:srgbClr val="FF5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 confetti 16"/>
          <p:cNvSpPr/>
          <p:nvPr/>
        </p:nvSpPr>
        <p:spPr>
          <a:xfrm rot="3060000">
            <a:off x="1859199" y="1396195"/>
            <a:ext cx="291367" cy="291367"/>
          </a:xfrm>
          <a:prstGeom prst="heart">
            <a:avLst/>
          </a:prstGeom>
          <a:solidFill>
            <a:srgbClr val="FFC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 confetti 17"/>
          <p:cNvSpPr/>
          <p:nvPr/>
        </p:nvSpPr>
        <p:spPr>
          <a:xfrm rot="3240000">
            <a:off x="10857969" y="519840"/>
            <a:ext cx="470718" cy="470718"/>
          </a:xfrm>
          <a:prstGeom prst="ellipse">
            <a:avLst/>
          </a:prstGeom>
          <a:solidFill>
            <a:srgbClr val="3A8F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 confetti 18"/>
          <p:cNvSpPr/>
          <p:nvPr/>
        </p:nvSpPr>
        <p:spPr>
          <a:xfrm rot="2880000">
            <a:off x="9330461" y="1609023"/>
            <a:ext cx="478826" cy="478826"/>
          </a:xfrm>
          <a:prstGeom prst="star5">
            <a:avLst/>
          </a:prstGeom>
          <a:solidFill>
            <a:srgbClr val="2FB5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 confetti 19"/>
          <p:cNvSpPr/>
          <p:nvPr/>
        </p:nvSpPr>
        <p:spPr>
          <a:xfrm rot="2040000">
            <a:off x="1841092" y="453255"/>
            <a:ext cx="320844" cy="320844"/>
          </a:xfrm>
          <a:prstGeom prst="rect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 confetti 20"/>
          <p:cNvSpPr/>
          <p:nvPr/>
        </p:nvSpPr>
        <p:spPr>
          <a:xfrm rot="540000">
            <a:off x="2488064" y="2184078"/>
            <a:ext cx="238429" cy="238429"/>
          </a:xfrm>
          <a:prstGeom prst="heart">
            <a:avLst/>
          </a:prstGeom>
          <a:solidFill>
            <a:srgbClr val="FF8A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 confetti 21"/>
          <p:cNvSpPr/>
          <p:nvPr/>
        </p:nvSpPr>
        <p:spPr>
          <a:xfrm rot="480000">
            <a:off x="525874" y="1102486"/>
            <a:ext cx="460717" cy="46071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 confetti 22"/>
          <p:cNvSpPr/>
          <p:nvPr/>
        </p:nvSpPr>
        <p:spPr>
          <a:xfrm rot="1320000">
            <a:off x="3173876" y="4355268"/>
            <a:ext cx="358272" cy="358272"/>
          </a:xfrm>
          <a:prstGeom prst="star5">
            <a:avLst/>
          </a:prstGeom>
          <a:solidFill>
            <a:srgbClr val="FF5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 confetti 23"/>
          <p:cNvSpPr/>
          <p:nvPr/>
        </p:nvSpPr>
        <p:spPr>
          <a:xfrm rot="2100000">
            <a:off x="9447902" y="1324883"/>
            <a:ext cx="397091" cy="397091"/>
          </a:xfrm>
          <a:prstGeom prst="rect">
            <a:avLst/>
          </a:prstGeom>
          <a:solidFill>
            <a:srgbClr val="FFC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 confetti 24"/>
          <p:cNvSpPr/>
          <p:nvPr/>
        </p:nvSpPr>
        <p:spPr>
          <a:xfrm rot="2580000">
            <a:off x="9375280" y="2656418"/>
            <a:ext cx="475666" cy="475666"/>
          </a:xfrm>
          <a:prstGeom prst="heart">
            <a:avLst/>
          </a:prstGeom>
          <a:solidFill>
            <a:srgbClr val="3A8F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 confetti 25"/>
          <p:cNvSpPr/>
          <p:nvPr/>
        </p:nvSpPr>
        <p:spPr>
          <a:xfrm rot="2880000">
            <a:off x="3201816" y="1018364"/>
            <a:ext cx="359244" cy="359244"/>
          </a:xfrm>
          <a:prstGeom prst="ellipse">
            <a:avLst/>
          </a:prstGeom>
          <a:solidFill>
            <a:srgbClr val="2FB5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 confetti 26"/>
          <p:cNvSpPr/>
          <p:nvPr/>
        </p:nvSpPr>
        <p:spPr>
          <a:xfrm rot="960000">
            <a:off x="8749567" y="3972104"/>
            <a:ext cx="333948" cy="333948"/>
          </a:xfrm>
          <a:prstGeom prst="star5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 confetti 27"/>
          <p:cNvSpPr/>
          <p:nvPr/>
        </p:nvSpPr>
        <p:spPr>
          <a:xfrm rot="1980000">
            <a:off x="9456681" y="4171879"/>
            <a:ext cx="397451" cy="397451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 confetti 28"/>
          <p:cNvSpPr/>
          <p:nvPr/>
        </p:nvSpPr>
        <p:spPr>
          <a:xfrm rot="1320000">
            <a:off x="9305105" y="3690045"/>
            <a:ext cx="290089" cy="290089"/>
          </a:xfrm>
          <a:prstGeom prst="hear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 confetti 29"/>
          <p:cNvSpPr/>
          <p:nvPr/>
        </p:nvSpPr>
        <p:spPr>
          <a:xfrm rot="1620000">
            <a:off x="10540174" y="4407990"/>
            <a:ext cx="384045" cy="384045"/>
          </a:xfrm>
          <a:prstGeom prst="ellipse">
            <a:avLst/>
          </a:prstGeom>
          <a:solidFill>
            <a:srgbClr val="FF5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 confetti 30"/>
          <p:cNvSpPr/>
          <p:nvPr/>
        </p:nvSpPr>
        <p:spPr>
          <a:xfrm rot="2280000">
            <a:off x="9464985" y="1464909"/>
            <a:ext cx="254867" cy="254867"/>
          </a:xfrm>
          <a:prstGeom prst="star5">
            <a:avLst/>
          </a:prstGeom>
          <a:solidFill>
            <a:srgbClr val="FFC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G confetti 31"/>
          <p:cNvSpPr/>
          <p:nvPr/>
        </p:nvSpPr>
        <p:spPr>
          <a:xfrm rot="3360000">
            <a:off x="9731725" y="840641"/>
            <a:ext cx="223313" cy="223313"/>
          </a:xfrm>
          <a:prstGeom prst="rect">
            <a:avLst/>
          </a:prstGeom>
          <a:solidFill>
            <a:srgbClr val="3A8F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G confetti 32"/>
          <p:cNvSpPr/>
          <p:nvPr/>
        </p:nvSpPr>
        <p:spPr>
          <a:xfrm rot="1020000">
            <a:off x="10673113" y="1773825"/>
            <a:ext cx="441827" cy="441827"/>
          </a:xfrm>
          <a:prstGeom prst="heart">
            <a:avLst/>
          </a:prstGeom>
          <a:solidFill>
            <a:srgbClr val="2FB5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G confetti 33"/>
          <p:cNvSpPr/>
          <p:nvPr/>
        </p:nvSpPr>
        <p:spPr>
          <a:xfrm rot="780000">
            <a:off x="9888064" y="319757"/>
            <a:ext cx="382641" cy="382641"/>
          </a:xfrm>
          <a:prstGeom prst="ellipse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G confetti 34"/>
          <p:cNvSpPr/>
          <p:nvPr/>
        </p:nvSpPr>
        <p:spPr>
          <a:xfrm rot="1200000">
            <a:off x="10956751" y="2527288"/>
            <a:ext cx="223170" cy="223170"/>
          </a:xfrm>
          <a:prstGeom prst="star5">
            <a:avLst/>
          </a:prstGeom>
          <a:solidFill>
            <a:srgbClr val="FF8A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G confetti 35"/>
          <p:cNvSpPr/>
          <p:nvPr/>
        </p:nvSpPr>
        <p:spPr>
          <a:xfrm rot="1320000">
            <a:off x="11241863" y="3041094"/>
            <a:ext cx="440164" cy="4401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G confetti 36"/>
          <p:cNvSpPr/>
          <p:nvPr/>
        </p:nvSpPr>
        <p:spPr>
          <a:xfrm rot="1140000">
            <a:off x="2564342" y="852660"/>
            <a:ext cx="327419" cy="327419"/>
          </a:xfrm>
          <a:prstGeom prst="heart">
            <a:avLst/>
          </a:prstGeom>
          <a:solidFill>
            <a:srgbClr val="FF5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G confetti 37"/>
          <p:cNvSpPr/>
          <p:nvPr/>
        </p:nvSpPr>
        <p:spPr>
          <a:xfrm rot="420000">
            <a:off x="2993555" y="1813142"/>
            <a:ext cx="226050" cy="226050"/>
          </a:xfrm>
          <a:prstGeom prst="ellipse">
            <a:avLst/>
          </a:prstGeom>
          <a:solidFill>
            <a:srgbClr val="FFC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G confetti 38"/>
          <p:cNvSpPr/>
          <p:nvPr/>
        </p:nvSpPr>
        <p:spPr>
          <a:xfrm rot="2100000">
            <a:off x="2401539" y="2630365"/>
            <a:ext cx="222895" cy="222895"/>
          </a:xfrm>
          <a:prstGeom prst="star5">
            <a:avLst/>
          </a:prstGeom>
          <a:solidFill>
            <a:srgbClr val="3A8F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G confetti 39"/>
          <p:cNvSpPr/>
          <p:nvPr/>
        </p:nvSpPr>
        <p:spPr>
          <a:xfrm rot="2760000">
            <a:off x="10636258" y="2388214"/>
            <a:ext cx="222575" cy="222575"/>
          </a:xfrm>
          <a:prstGeom prst="rect">
            <a:avLst/>
          </a:prstGeom>
          <a:solidFill>
            <a:srgbClr val="2FB5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G confetti 40"/>
          <p:cNvSpPr/>
          <p:nvPr/>
        </p:nvSpPr>
        <p:spPr>
          <a:xfrm rot="540000">
            <a:off x="1750388" y="488803"/>
            <a:ext cx="263823" cy="263823"/>
          </a:xfrm>
          <a:prstGeom prst="heart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medal ribbon left"/>
          <p:cNvSpPr/>
          <p:nvPr/>
        </p:nvSpPr>
        <p:spPr>
          <a:xfrm rot="11400000">
            <a:off x="4754880" y="3698240"/>
            <a:ext cx="1097280" cy="1219200"/>
          </a:xfrm>
          <a:prstGeom prst="triangle">
            <a:avLst/>
          </a:prstGeom>
          <a:solidFill>
            <a:srgbClr val="E845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medal ribbon right"/>
          <p:cNvSpPr/>
          <p:nvPr/>
        </p:nvSpPr>
        <p:spPr>
          <a:xfrm rot="10200000">
            <a:off x="6339840" y="3698240"/>
            <a:ext cx="1097280" cy="1219200"/>
          </a:xfrm>
          <a:prstGeom prst="triangle">
            <a:avLst/>
          </a:prstGeom>
          <a:solidFill>
            <a:srgbClr val="3A8FD9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G medal"/>
          <p:cNvSpPr/>
          <p:nvPr/>
        </p:nvSpPr>
        <p:spPr>
          <a:xfrm>
            <a:off x="4145280" y="670560"/>
            <a:ext cx="3657600" cy="3657600"/>
          </a:xfrm>
          <a:prstGeom prst="ellipse">
            <a:avLst/>
          </a:prstGeom>
          <a:solidFill>
            <a:srgbClr val="FFC93C"/>
          </a:solidFill>
          <a:ln w="762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G medal inner"/>
          <p:cNvSpPr/>
          <p:nvPr/>
        </p:nvSpPr>
        <p:spPr>
          <a:xfrm>
            <a:off x="4632960" y="1158240"/>
            <a:ext cx="2682240" cy="2682240"/>
          </a:xfrm>
          <a:prstGeom prst="ellipse">
            <a:avLst/>
          </a:prstGeom>
          <a:solidFill>
            <a:srgbClr val="FFE48A"/>
          </a:solidFill>
          <a:ln w="508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G medal star"/>
          <p:cNvSpPr/>
          <p:nvPr/>
        </p:nvSpPr>
        <p:spPr>
          <a:xfrm>
            <a:off x="4998720" y="1524000"/>
            <a:ext cx="1950720" cy="1950720"/>
          </a:xfrm>
          <a:prstGeom prst="star5">
            <a:avLst/>
          </a:prstGeom>
          <a:solidFill>
            <a:srgbClr val="FFFFFF"/>
          </a:solidFill>
          <a:ln w="381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2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4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a_ca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7" dur="260" fill="hold" repeatCount="indefinite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_bird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12" dur="26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a_gir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17" dur="260" fill="hold" repeatCount="indefinite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a_gir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22" dur="260" fill="hold" repeatCount="indefinite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385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455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525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595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665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735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805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875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945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nodeType="withEffect">
                                  <p:stCondLst>
                                    <p:cond delay="1015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1085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1155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nodeType="withEffect">
                                  <p:stCondLst>
                                    <p:cond delay="1225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nodeType="withEffect">
                                  <p:stCondLst>
                                    <p:cond delay="1295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nodeType="withEffect">
                                  <p:stCondLst>
                                    <p:cond delay="133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nodeType="withEffect">
                                  <p:stCondLst>
                                    <p:cond delay="1365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nodeType="withEffect">
                                  <p:stCondLst>
                                    <p:cond delay="1435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nodeType="withEffect">
                                  <p:stCondLst>
                                    <p:cond delay="147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nodeType="withEffect">
                                  <p:stCondLst>
                                    <p:cond delay="1505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nodeType="withEffect">
                                  <p:stCondLst>
                                    <p:cond delay="154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nodeType="withEffect">
                                  <p:stCondLst>
                                    <p:cond delay="1575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nodeType="withEffect">
                                  <p:stCondLst>
                                    <p:cond delay="161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3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nodeType="withEffect">
                                  <p:stCondLst>
                                    <p:cond delay="1645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3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3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nodeType="withEffect">
                                  <p:stCondLst>
                                    <p:cond delay="1715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3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4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8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147" dur="400" fill="hold" repeatCount="3000" autoRev="1"/>
                                        <p:tgtEl>
                                          <p:spTgt spid="49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Fatha game 06-ra-zay</dc:title>
  <dc:subject>Interactive cartoon adventure game for ages 4-8</dc:subject>
  <dc:creator>Claude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