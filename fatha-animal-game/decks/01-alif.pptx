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cat.wav" ContentType="audio/wav"/>
  <Override PartName="/ppt/media/snd_a_girl.wav" ContentType="audio/wav"/>
  <Override PartName="/ppt/media/snd_a_rabbit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2.png"/><Relationship Id="rId10" Type="http://schemas.openxmlformats.org/officeDocument/2006/relationships/audio" Target="../media/snd_a_rabbit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rabbit.wav"/><Relationship Id="rId10" Type="http://schemas.openxmlformats.org/officeDocument/2006/relationships/audio" Target="../media/snd_a_girl.wav"/><Relationship Id="rId11" Type="http://schemas.openxmlformats.org/officeDocument/2006/relationships/audio" Target="../media/snd_a_ca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rabbit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rabbit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rabbit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rabbit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rabbit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rabbit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rabbit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rabbit.wav"/><Relationship Id="rId10" Type="http://schemas.openxmlformats.org/officeDocument/2006/relationships/audio" Target="../media/snd_a_girl.wav"/><Relationship Id="rId11" Type="http://schemas.openxmlformats.org/officeDocument/2006/relationships/audio" Target="../media/snd_a_ca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rabbit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5.xml"/><Relationship Id="rId7" Type="http://schemas.openxmlformats.org/officeDocument/2006/relationships/image" Target="../media/image12.png"/><Relationship Id="rId8" Type="http://schemas.openxmlformats.org/officeDocument/2006/relationships/audio" Target="../media/snd_a_rabbit.wav"/><Relationship Id="rId9" Type="http://schemas.openxmlformats.org/officeDocument/2006/relationships/audio" Target="../media/snd_a_girl.wav"/><Relationship Id="rId10" Type="http://schemas.openxmlformats.org/officeDocument/2006/relationships/audio" Target="../media/snd_a_cat.wav"/><Relationship Id="rId11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أ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9" name="S02 F1 mark" descr="أ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9864436" y="6461760"/>
            <a:ext cx="376844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212" y="5949696"/>
            <a:ext cx="780288" cy="780288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87593" y="6461760"/>
            <a:ext cx="753687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369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10749" y="6461760"/>
            <a:ext cx="1130531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525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733905" y="6461760"/>
            <a:ext cx="1507375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68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357062" y="6461760"/>
            <a:ext cx="1884218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838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980218" y="6461760"/>
            <a:ext cx="2261062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994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603375" y="6461760"/>
            <a:ext cx="2637905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15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26531" y="6461760"/>
            <a:ext cx="3014749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307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8E5B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أ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د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د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دَأَ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أَد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أَدَ</a:t>
            </a:r>
          </a:p>
        </p:txBody>
      </p:sp>
      <p:pic>
        <p:nvPicPr>
          <p:cNvPr id="15" name="cat holding answer 3" descr="ca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أَذ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26531" y="6461760"/>
            <a:ext cx="3014749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30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cat cheering" descr="ca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د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أَدَ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226531" y="6461760"/>
            <a:ext cx="3014749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8307" y="5949696"/>
            <a:ext cx="780288" cy="780288"/>
          </a:xfrm>
          <a:prstGeom prst="rect">
            <a:avLst/>
          </a:prstGeom>
        </p:spPr>
      </p:pic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أ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5" name="F2 mark" descr="أ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أ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بَأَتَ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849687" y="6461760"/>
            <a:ext cx="3391593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463" y="5949696"/>
            <a:ext cx="780288" cy="780288"/>
          </a:xfrm>
          <a:prstGeom prst="rect">
            <a:avLst/>
          </a:prstGeom>
        </p:spPr>
      </p:pic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أ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5" name="F2 mark" descr="أ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أ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تَأَثَ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472844" y="6461760"/>
            <a:ext cx="3768436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20" y="5949696"/>
            <a:ext cx="780288" cy="780288"/>
          </a:xfrm>
          <a:prstGeom prst="rect">
            <a:avLst/>
          </a:prstGeom>
        </p:spPr>
      </p:pic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أ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5" name="F2 mark" descr="أ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أ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ثَأَجَ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096000" y="6461760"/>
            <a:ext cx="4145280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776" y="5949696"/>
            <a:ext cx="780288" cy="780288"/>
          </a:xfrm>
          <a:prstGeom prst="rect">
            <a:avLst/>
          </a:prstGeom>
        </p:spPr>
      </p:pic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أ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5" name="F2 mark" descr="أ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أ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جَأَحَ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719156" y="6461760"/>
            <a:ext cx="4522124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932" y="5949696"/>
            <a:ext cx="780288" cy="780288"/>
          </a:xfrm>
          <a:prstGeom prst="rect">
            <a:avLst/>
          </a:prstGeom>
        </p:spPr>
      </p:pic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أ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5" name="F2 mark" descr="أ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أ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حَأَخَ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342313" y="6461760"/>
            <a:ext cx="4898967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089" y="5949696"/>
            <a:ext cx="780288" cy="780288"/>
          </a:xfrm>
          <a:prstGeom prst="rect">
            <a:avLst/>
          </a:prstGeom>
        </p:spPr>
      </p:pic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أ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5" name="F2 mark" descr="أ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أ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خَأَدَ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965469" y="6461760"/>
            <a:ext cx="5275811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245" y="5949696"/>
            <a:ext cx="780288" cy="780288"/>
          </a:xfrm>
          <a:prstGeom prst="rect">
            <a:avLst/>
          </a:prstGeom>
        </p:spPr>
      </p:pic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أ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5" name="F2 mark" descr="أ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أ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دَأَبَ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88625" y="6461760"/>
            <a:ext cx="5652655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01" y="5949696"/>
            <a:ext cx="780288" cy="780288"/>
          </a:xfrm>
          <a:prstGeom prst="rect">
            <a:avLst/>
          </a:prstGeom>
        </p:spPr>
      </p:pic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211782" y="6461760"/>
            <a:ext cx="6029498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558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8E5B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ب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أ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rabbit holding answer 1" descr="rabbi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أَب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أَبَ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تَأ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تَأَ</a:t>
            </a:r>
          </a:p>
        </p:txBody>
      </p:sp>
      <p:pic>
        <p:nvPicPr>
          <p:cNvPr id="15" name="cat holding answer 3" descr="ca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بَأ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211782" y="6461760"/>
            <a:ext cx="6029498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35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heering" descr="rabbi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rabbit cheering 2" descr="rabbi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cat cheering" descr="ca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بَأ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بَأَ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211782" y="6461760"/>
            <a:ext cx="6029498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3558" y="5949696"/>
            <a:ext cx="780288" cy="780288"/>
          </a:xfrm>
          <a:prstGeom prst="rect">
            <a:avLst/>
          </a:prstGeom>
        </p:spPr>
      </p:pic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sad" descr="rabbi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834938" y="6461760"/>
            <a:ext cx="6406342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714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458095" y="6461760"/>
            <a:ext cx="6783185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87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81251" y="6461760"/>
            <a:ext cx="7160029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27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04407" y="6461760"/>
            <a:ext cx="7536873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183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27564" y="6461760"/>
            <a:ext cx="7913716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340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(host)" descr="rabbi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rabbit (happy)" descr="rabbi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8E5B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bbit celebrating" descr="rabbi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cat celebrating" descr="ca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1800000">
            <a:off x="5106427" y="324928"/>
            <a:ext cx="249944" cy="249944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120000">
            <a:off x="9312639" y="2239583"/>
            <a:ext cx="305113" cy="305113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2040000">
            <a:off x="1385488" y="1112973"/>
            <a:ext cx="274779" cy="274779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340000">
            <a:off x="1295617" y="3331467"/>
            <a:ext cx="366838" cy="36683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2100000">
            <a:off x="9157944" y="1131038"/>
            <a:ext cx="362049" cy="36204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60000">
            <a:off x="9202464" y="1201904"/>
            <a:ext cx="330658" cy="33065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120000">
            <a:off x="7785163" y="343552"/>
            <a:ext cx="345586" cy="345586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360000">
            <a:off x="1681674" y="3552473"/>
            <a:ext cx="234669" cy="234669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3360000">
            <a:off x="11156100" y="808031"/>
            <a:ext cx="266158" cy="2661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780000">
            <a:off x="1349268" y="3165592"/>
            <a:ext cx="235252" cy="235252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3540000">
            <a:off x="2101932" y="3685716"/>
            <a:ext cx="284283" cy="284283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2280000">
            <a:off x="10559229" y="3484146"/>
            <a:ext cx="469134" cy="469134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2820000">
            <a:off x="9977071" y="328413"/>
            <a:ext cx="271738" cy="27173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900000">
            <a:off x="9046059" y="3524448"/>
            <a:ext cx="252262" cy="252262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01-alif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