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bird.wav" ContentType="audio/wav"/>
  <Override PartName="/ppt/media/snd_a_fish.wav" ContentType="audio/wav"/>
  <Override PartName="/ppt/media/snd_a_girl.wav" ContentType="audio/wav"/>
  <Override PartName="/ppt/media/snd_a_turtle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level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fish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5.xml"/><Relationship Id="rId8" Type="http://schemas.openxmlformats.org/officeDocument/2006/relationships/slide" Target="slide32.xml"/><Relationship Id="rId9" Type="http://schemas.openxmlformats.org/officeDocument/2006/relationships/slide" Target="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6" Type="http://schemas.openxmlformats.org/officeDocument/2006/relationships/slide" Target="slide31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3.png"/><Relationship Id="rId8" Type="http://schemas.openxmlformats.org/officeDocument/2006/relationships/audio" Target="../media/snd_a_fish.wav"/><Relationship Id="rId9" Type="http://schemas.openxmlformats.org/officeDocument/2006/relationships/audio" Target="../media/snd_a_turtle.wav"/><Relationship Id="rId10" Type="http://schemas.openxmlformats.org/officeDocument/2006/relationships/audio" Target="../media/snd_a_bird.wav"/><Relationship Id="rId11" Type="http://schemas.openxmlformats.org/officeDocument/2006/relationships/audio" Target="../media/snd_level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Relationship Id="rId8" Type="http://schemas.openxmlformats.org/officeDocument/2006/relationships/slide" Target="slide45.xml"/><Relationship Id="rId9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Relationship Id="rId6" Type="http://schemas.openxmlformats.org/officeDocument/2006/relationships/slide" Target="slide43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0.xml"/><Relationship Id="rId8" Type="http://schemas.openxmlformats.org/officeDocument/2006/relationships/slide" Target="slide56.xml"/><Relationship Id="rId9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6" Type="http://schemas.openxmlformats.org/officeDocument/2006/relationships/slide" Target="slide54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2.xml"/><Relationship Id="rId8" Type="http://schemas.openxmlformats.org/officeDocument/2006/relationships/slide" Target="slide66.xml"/><Relationship Id="rId9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Relationship Id="rId6" Type="http://schemas.openxmlformats.org/officeDocument/2006/relationships/slide" Target="slide65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3.png"/><Relationship Id="rId8" Type="http://schemas.openxmlformats.org/officeDocument/2006/relationships/audio" Target="../media/snd_a_fish.wav"/><Relationship Id="rId9" Type="http://schemas.openxmlformats.org/officeDocument/2006/relationships/audio" Target="../media/snd_a_turtle.wav"/><Relationship Id="rId10" Type="http://schemas.openxmlformats.org/officeDocument/2006/relationships/audio" Target="../media/snd_a_bird.wav"/><Relationship Id="rId11" Type="http://schemas.openxmlformats.org/officeDocument/2006/relationships/audio" Target="../media/snd_level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5.xml"/><Relationship Id="rId8" Type="http://schemas.openxmlformats.org/officeDocument/2006/relationships/slide" Target="slide79.xml"/><Relationship Id="rId9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6.xml"/><Relationship Id="rId6" Type="http://schemas.openxmlformats.org/officeDocument/2006/relationships/slide" Target="slide77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7.xml"/><Relationship Id="rId8" Type="http://schemas.openxmlformats.org/officeDocument/2006/relationships/slide" Target="slide90.xml"/><Relationship Id="rId9" Type="http://schemas.openxmlformats.org/officeDocument/2006/relationships/slide" Target="slide8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8.xml"/><Relationship Id="rId6" Type="http://schemas.openxmlformats.org/officeDocument/2006/relationships/slide" Target="slide88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9.xml"/><Relationship Id="rId8" Type="http://schemas.openxmlformats.org/officeDocument/2006/relationships/slide" Target="slide100.xml"/><Relationship Id="rId9" Type="http://schemas.openxmlformats.org/officeDocument/2006/relationships/slide" Target="slide10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0.xml"/><Relationship Id="rId6" Type="http://schemas.openxmlformats.org/officeDocument/2006/relationships/slide" Target="slide99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1.xml"/><Relationship Id="rId7" Type="http://schemas.openxmlformats.org/officeDocument/2006/relationships/image" Target="../media/image13.png"/><Relationship Id="rId8" Type="http://schemas.openxmlformats.org/officeDocument/2006/relationships/audio" Target="../media/snd_a_fish.wav"/><Relationship Id="rId9" Type="http://schemas.openxmlformats.org/officeDocument/2006/relationships/audio" Target="../media/snd_a_turtle.wav"/><Relationship Id="rId10" Type="http://schemas.openxmlformats.org/officeDocument/2006/relationships/audio" Target="../media/snd_a_bird.wav"/><Relationship Id="rId11" Type="http://schemas.openxmlformats.org/officeDocument/2006/relationships/audio" Target="../media/snd_level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fish.wav"/><Relationship Id="rId11" Type="http://schemas.openxmlformats.org/officeDocument/2006/relationships/audio" Target="../media/snd_win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2.xml"/><Relationship Id="rId8" Type="http://schemas.openxmlformats.org/officeDocument/2006/relationships/slide" Target="slide113.xml"/><Relationship Id="rId9" Type="http://schemas.openxmlformats.org/officeDocument/2006/relationships/slide" Target="slide11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3.xml"/><Relationship Id="rId6" Type="http://schemas.openxmlformats.org/officeDocument/2006/relationships/slide" Target="slide111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4.xml"/><Relationship Id="rId8" Type="http://schemas.openxmlformats.org/officeDocument/2006/relationships/slide" Target="slide124.xml"/><Relationship Id="rId9" Type="http://schemas.openxmlformats.org/officeDocument/2006/relationships/slide" Target="slide12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5.xml"/><Relationship Id="rId6" Type="http://schemas.openxmlformats.org/officeDocument/2006/relationships/slide" Target="slide122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6.xml"/><Relationship Id="rId8" Type="http://schemas.openxmlformats.org/officeDocument/2006/relationships/slide" Target="slide134.xml"/><Relationship Id="rId9" Type="http://schemas.openxmlformats.org/officeDocument/2006/relationships/slide" Target="slide135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7.xml"/><Relationship Id="rId6" Type="http://schemas.openxmlformats.org/officeDocument/2006/relationships/slide" Target="slide133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8.xml"/><Relationship Id="rId7" Type="http://schemas.openxmlformats.org/officeDocument/2006/relationships/image" Target="../media/image13.png"/><Relationship Id="rId8" Type="http://schemas.openxmlformats.org/officeDocument/2006/relationships/audio" Target="../media/snd_a_fish.wav"/><Relationship Id="rId9" Type="http://schemas.openxmlformats.org/officeDocument/2006/relationships/audio" Target="../media/snd_a_turtle.wav"/><Relationship Id="rId10" Type="http://schemas.openxmlformats.org/officeDocument/2006/relationships/audio" Target="../media/snd_a_bird.wav"/><Relationship Id="rId11" Type="http://schemas.openxmlformats.org/officeDocument/2006/relationships/audio" Target="../media/snd_level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9.xml"/><Relationship Id="rId8" Type="http://schemas.openxmlformats.org/officeDocument/2006/relationships/slide" Target="slide147.xml"/><Relationship Id="rId9" Type="http://schemas.openxmlformats.org/officeDocument/2006/relationships/slide" Target="slide14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0.xml"/><Relationship Id="rId6" Type="http://schemas.openxmlformats.org/officeDocument/2006/relationships/slide" Target="slide145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1.xml"/><Relationship Id="rId8" Type="http://schemas.openxmlformats.org/officeDocument/2006/relationships/slide" Target="slide158.xml"/><Relationship Id="rId9" Type="http://schemas.openxmlformats.org/officeDocument/2006/relationships/slide" Target="slide15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2.xml"/><Relationship Id="rId6" Type="http://schemas.openxmlformats.org/officeDocument/2006/relationships/slide" Target="slide156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3.xml"/><Relationship Id="rId8" Type="http://schemas.openxmlformats.org/officeDocument/2006/relationships/slide" Target="slide168.xml"/><Relationship Id="rId9" Type="http://schemas.openxmlformats.org/officeDocument/2006/relationships/slide" Target="slide169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4.xml"/><Relationship Id="rId6" Type="http://schemas.openxmlformats.org/officeDocument/2006/relationships/slide" Target="slide167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35.xml"/><Relationship Id="rId7" Type="http://schemas.openxmlformats.org/officeDocument/2006/relationships/image" Target="../media/image13.png"/><Relationship Id="rId8" Type="http://schemas.openxmlformats.org/officeDocument/2006/relationships/audio" Target="../media/snd_a_fish.wav"/><Relationship Id="rId9" Type="http://schemas.openxmlformats.org/officeDocument/2006/relationships/audio" Target="../media/snd_a_turtle.wav"/><Relationship Id="rId10" Type="http://schemas.openxmlformats.org/officeDocument/2006/relationships/audio" Target="../media/snd_a_bird.wav"/><Relationship Id="rId11" Type="http://schemas.openxmlformats.org/officeDocument/2006/relationships/audio" Target="../media/snd_level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fish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6.xml"/><Relationship Id="rId8" Type="http://schemas.openxmlformats.org/officeDocument/2006/relationships/slide" Target="slide181.xml"/><Relationship Id="rId9" Type="http://schemas.openxmlformats.org/officeDocument/2006/relationships/slide" Target="slide180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7.xml"/><Relationship Id="rId6" Type="http://schemas.openxmlformats.org/officeDocument/2006/relationships/slide" Target="slide179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8.xml"/><Relationship Id="rId8" Type="http://schemas.openxmlformats.org/officeDocument/2006/relationships/slide" Target="slide192.xml"/><Relationship Id="rId9" Type="http://schemas.openxmlformats.org/officeDocument/2006/relationships/slide" Target="slide19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9.xml"/><Relationship Id="rId6" Type="http://schemas.openxmlformats.org/officeDocument/2006/relationships/slide" Target="slide190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40.xml"/><Relationship Id="rId8" Type="http://schemas.openxmlformats.org/officeDocument/2006/relationships/slide" Target="slide202.xml"/><Relationship Id="rId9" Type="http://schemas.openxmlformats.org/officeDocument/2006/relationships/slide" Target="slide203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1.xml"/><Relationship Id="rId6" Type="http://schemas.openxmlformats.org/officeDocument/2006/relationships/slide" Target="slide201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42.xml"/><Relationship Id="rId7" Type="http://schemas.openxmlformats.org/officeDocument/2006/relationships/image" Target="../media/image13.png"/><Relationship Id="rId8" Type="http://schemas.openxmlformats.org/officeDocument/2006/relationships/audio" Target="../media/snd_a_fish.wav"/><Relationship Id="rId9" Type="http://schemas.openxmlformats.org/officeDocument/2006/relationships/audio" Target="../media/snd_a_turtle.wav"/><Relationship Id="rId10" Type="http://schemas.openxmlformats.org/officeDocument/2006/relationships/audio" Target="../media/snd_a_bird.wav"/><Relationship Id="rId11" Type="http://schemas.openxmlformats.org/officeDocument/2006/relationships/audio" Target="../media/snd_level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43.xml"/><Relationship Id="rId8" Type="http://schemas.openxmlformats.org/officeDocument/2006/relationships/slide" Target="slide215.xml"/><Relationship Id="rId9" Type="http://schemas.openxmlformats.org/officeDocument/2006/relationships/slide" Target="slide214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4.xml"/><Relationship Id="rId6" Type="http://schemas.openxmlformats.org/officeDocument/2006/relationships/slide" Target="slide213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fish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45.xml"/><Relationship Id="rId8" Type="http://schemas.openxmlformats.org/officeDocument/2006/relationships/image" Target="../media/image13.png"/><Relationship Id="rId9" Type="http://schemas.openxmlformats.org/officeDocument/2006/relationships/audio" Target="../media/snd_a_fish.wav"/><Relationship Id="rId10" Type="http://schemas.openxmlformats.org/officeDocument/2006/relationships/audio" Target="../media/snd_a_turtle.wav"/><Relationship Id="rId11" Type="http://schemas.openxmlformats.org/officeDocument/2006/relationships/audio" Target="../media/snd_a_bird.wav"/><Relationship Id="rId12" Type="http://schemas.openxmlformats.org/officeDocument/2006/relationships/audio" Target="../media/snd_a_girl.wav"/><Relationship Id="rId13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ن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9" name="S02 F1 mark" descr="ن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0027330" y="6461760"/>
            <a:ext cx="21395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9106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973843" y="6461760"/>
            <a:ext cx="267437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619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920355" y="6461760"/>
            <a:ext cx="320925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131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66868" y="6461760"/>
            <a:ext cx="37441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8644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13380" y="6461760"/>
            <a:ext cx="42790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156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ن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خ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ن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خَنَ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ن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نَخَ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نَج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نَجَ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13380" y="6461760"/>
            <a:ext cx="42790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515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ن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نَخَ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813380" y="6461760"/>
            <a:ext cx="42790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5156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759893" y="6461760"/>
            <a:ext cx="481387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669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706405" y="6461760"/>
            <a:ext cx="534875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8181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52918" y="6461760"/>
            <a:ext cx="58836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4694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599430" y="6461760"/>
            <a:ext cx="64185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206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545943" y="6461760"/>
            <a:ext cx="695337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7719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92455" y="6461760"/>
            <a:ext cx="748825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4231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38968" y="6461760"/>
            <a:ext cx="80231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0744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85480" y="6461760"/>
            <a:ext cx="85580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7256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ن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ض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ضَن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ضَنَ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يَض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يَضَ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نَض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نَضَ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85480" y="6461760"/>
            <a:ext cx="85580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725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نَض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نَضَ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385480" y="6461760"/>
            <a:ext cx="85580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7256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31993" y="6461760"/>
            <a:ext cx="909287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769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78505" y="6461760"/>
            <a:ext cx="962775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281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25018" y="6461760"/>
            <a:ext cx="101626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794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71530" y="6461760"/>
            <a:ext cx="106975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306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18043" y="6461760"/>
            <a:ext cx="1123237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819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064555" y="6461760"/>
            <a:ext cx="1176725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331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011068" y="6461760"/>
            <a:ext cx="123021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2844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957580" y="6461760"/>
            <a:ext cx="128370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356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ن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ل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نَل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نَلَ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لَن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لَنَ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نَم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نَمَ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957580" y="6461760"/>
            <a:ext cx="128370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935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نَل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نَلَ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957580" y="6461760"/>
            <a:ext cx="128370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9356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elebrating" descr="fish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turtle celebrating" descr="turtle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bird celebrating" descr="bird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904093" y="6461760"/>
            <a:ext cx="1337187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869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ن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أَنَبَ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850605" y="6461760"/>
            <a:ext cx="1390675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381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ن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بَنَتَ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797118" y="6461760"/>
            <a:ext cx="144416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894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ن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تَنَثَ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743630" y="6461760"/>
            <a:ext cx="149765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406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ن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ثَنَجَ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690143" y="6461760"/>
            <a:ext cx="1551137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919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ن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جَنَحَ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636655" y="6461760"/>
            <a:ext cx="1604625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431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ن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حَنَخَ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583168" y="6461760"/>
            <a:ext cx="165811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944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ن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خَنَدَ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529681" y="6461760"/>
            <a:ext cx="17115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457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خ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ن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د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دَنَخ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دَنَخَ</a:t>
            </a:r>
          </a:p>
        </p:txBody>
      </p:sp>
      <p:pic>
        <p:nvPicPr>
          <p:cNvPr id="16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خَنَد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خَنَدَ</a:t>
            </a:r>
          </a:p>
        </p:txBody>
      </p:sp>
      <p:pic>
        <p:nvPicPr>
          <p:cNvPr id="18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خَيَد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خَيَدَ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8529681" y="6461760"/>
            <a:ext cx="17115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145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خَنَد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خَنَدَ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529681" y="6461760"/>
            <a:ext cx="17115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145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ن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دَنَذَ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476193" y="6461760"/>
            <a:ext cx="1765087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969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ن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ذَنَرَ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422706" y="6461760"/>
            <a:ext cx="1818574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482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ن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رَنَزَ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369218" y="6461760"/>
            <a:ext cx="187206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994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ن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زَنَسَ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315731" y="6461760"/>
            <a:ext cx="192554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507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ش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F3 mark" descr="ش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نَش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سَنَشَ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262243" y="6461760"/>
            <a:ext cx="1979037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019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ش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2" name="F1 mark" descr="ش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ص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F3 mark" descr="ص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شَنَص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شَنَصَ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208756" y="6461760"/>
            <a:ext cx="2032524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532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ص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F1 mark" descr="ص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ض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8" name="F3 mark" descr="ض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صَنَض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صَنَضَ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155268" y="6461760"/>
            <a:ext cx="208601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044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ض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2" name="F1 mark" descr="ض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ط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8" name="F3 mark" descr="ط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ضَنَط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ضَنَطَ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101781" y="6461760"/>
            <a:ext cx="21394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557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ض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ن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ط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طَنَض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طَنَضَ</a:t>
            </a:r>
          </a:p>
        </p:txBody>
      </p:sp>
      <p:pic>
        <p:nvPicPr>
          <p:cNvPr id="16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ضَنَظ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ضَنَظَ</a:t>
            </a:r>
          </a:p>
        </p:txBody>
      </p:sp>
      <p:pic>
        <p:nvPicPr>
          <p:cNvPr id="18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ضَنَط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ضَنَطَ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8101781" y="6461760"/>
            <a:ext cx="21394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355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ضَنَط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ضَنَطَ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101781" y="6461760"/>
            <a:ext cx="21394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355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ط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2" name="F1 mark" descr="ط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ظ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8" name="F3 mark" descr="ظ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طَنَظ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طَنَظَ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048293" y="6461760"/>
            <a:ext cx="2192987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069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ظ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2" name="F1 mark" descr="ظ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ع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8" name="F3 mark" descr="ع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ظَنَع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ظَنَعَ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994806" y="6461760"/>
            <a:ext cx="2246474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582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ع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2" name="F1 mark" descr="ع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غ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8" name="F3 mark" descr="غ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عَنَغ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عَنَغَ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941318" y="6461760"/>
            <a:ext cx="229996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094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غ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2" name="F1 mark" descr="غ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ف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8" name="F3 mark" descr="ف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غَنَف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غَنَفَ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887831" y="6461760"/>
            <a:ext cx="235344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607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ف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2" name="F1 mark" descr="ف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ق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8" name="F3 mark" descr="ق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فَنَق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فَنَقَ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834343" y="6461760"/>
            <a:ext cx="2406937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119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ق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2" name="F1 mark" descr="ق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ك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8" name="F3 mark" descr="ك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قَنَك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قَنَكَ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780856" y="6461760"/>
            <a:ext cx="2460424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632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ك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2" name="F1 mark" descr="ك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ل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8" name="F3 mark" descr="ل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كَنَل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كَنَلَ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727368" y="6461760"/>
            <a:ext cx="251391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144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ل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2" name="F1 mark" descr="ل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م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8" name="F3 mark" descr="م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لَنَم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لَنَمَ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673881" y="6461760"/>
            <a:ext cx="25673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657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ل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ن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م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لَنَم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لَنَمَ</a:t>
            </a:r>
          </a:p>
        </p:txBody>
      </p:sp>
      <p:pic>
        <p:nvPicPr>
          <p:cNvPr id="16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مَنَل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مَنَلَ</a:t>
            </a:r>
          </a:p>
        </p:txBody>
      </p:sp>
      <p:pic>
        <p:nvPicPr>
          <p:cNvPr id="18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مَنَم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مَنَمَ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7673881" y="6461760"/>
            <a:ext cx="25673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565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لَنَم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لَنَمَ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673881" y="6461760"/>
            <a:ext cx="25673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565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elebrating" descr="fish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turtle celebrating" descr="turtle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bird celebrating" descr="bird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800000">
            <a:off x="5106427" y="324928"/>
            <a:ext cx="249944" cy="249944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20000">
            <a:off x="9312639" y="2239583"/>
            <a:ext cx="305113" cy="305113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040000">
            <a:off x="1385488" y="1112973"/>
            <a:ext cx="274779" cy="27477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340000">
            <a:off x="1295617" y="3331467"/>
            <a:ext cx="366838" cy="36683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2100000">
            <a:off x="9157944" y="1131038"/>
            <a:ext cx="362049" cy="36204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60000">
            <a:off x="9202464" y="1201904"/>
            <a:ext cx="330658" cy="330658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120000">
            <a:off x="7785163" y="343552"/>
            <a:ext cx="345586" cy="34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360000">
            <a:off x="1681674" y="3552473"/>
            <a:ext cx="234669" cy="23466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3360000">
            <a:off x="11156100" y="808031"/>
            <a:ext cx="266158" cy="26615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780000">
            <a:off x="1349268" y="3165592"/>
            <a:ext cx="235252" cy="23525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540000">
            <a:off x="2101932" y="3685716"/>
            <a:ext cx="284283" cy="28428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280000">
            <a:off x="10559229" y="3484146"/>
            <a:ext cx="469134" cy="46913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820000">
            <a:off x="9977071" y="328413"/>
            <a:ext cx="271738" cy="27173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900000">
            <a:off x="9046059" y="3524448"/>
            <a:ext cx="252262" cy="25226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340000">
            <a:off x="2826170" y="2409854"/>
            <a:ext cx="404271" cy="40427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240000">
            <a:off x="1486694" y="420156"/>
            <a:ext cx="464503" cy="46450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980000">
            <a:off x="1516272" y="1702323"/>
            <a:ext cx="300921" cy="300921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380000">
            <a:off x="2206001" y="4507918"/>
            <a:ext cx="479577" cy="479577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580000">
            <a:off x="9389091" y="3925513"/>
            <a:ext cx="357999" cy="357999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2220000">
            <a:off x="10542602" y="4304172"/>
            <a:ext cx="273535" cy="273535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1980000">
            <a:off x="566154" y="2571241"/>
            <a:ext cx="277223" cy="277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900000">
            <a:off x="3113857" y="783882"/>
            <a:ext cx="432389" cy="43238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820000">
            <a:off x="6658388" y="340685"/>
            <a:ext cx="370590" cy="37059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160000">
            <a:off x="9240234" y="2165627"/>
            <a:ext cx="253897" cy="253897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380000">
            <a:off x="3756563" y="1916484"/>
            <a:ext cx="275814" cy="27581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1800000">
            <a:off x="9530772" y="3584201"/>
            <a:ext cx="485083" cy="48508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م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2" name="F1 mark" descr="م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ن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F2 mark" descr="ن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مَن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مَنَأَ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620393" y="6461760"/>
            <a:ext cx="2620887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169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566906" y="6461760"/>
            <a:ext cx="2674374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682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513418" y="6461760"/>
            <a:ext cx="272786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194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59931" y="6461760"/>
            <a:ext cx="278134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707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06443" y="6461760"/>
            <a:ext cx="2834837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219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352956" y="6461760"/>
            <a:ext cx="2888324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732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99468" y="6461760"/>
            <a:ext cx="294181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244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45981" y="6461760"/>
            <a:ext cx="29952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757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خ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ن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نَخ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نَخَ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خَن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خَنَ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خَي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45981" y="6461760"/>
            <a:ext cx="29952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775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خَن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خَنَ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245981" y="6461760"/>
            <a:ext cx="29952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775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192493" y="6461760"/>
            <a:ext cx="3048787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269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139006" y="6461760"/>
            <a:ext cx="3102274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782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085518" y="6461760"/>
            <a:ext cx="3155762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294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032031" y="6461760"/>
            <a:ext cx="320924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807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978543" y="6461760"/>
            <a:ext cx="3262737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319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925056" y="6461760"/>
            <a:ext cx="3316224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871569" y="6461760"/>
            <a:ext cx="336971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345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818081" y="6461760"/>
            <a:ext cx="34231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857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ض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ن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نَض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نَضَ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صَن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صَنَ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ضَن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ضَنَ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818081" y="6461760"/>
            <a:ext cx="34231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85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ضَن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ضَنَ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818081" y="6461760"/>
            <a:ext cx="34231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85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764594" y="6461760"/>
            <a:ext cx="3476686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370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711106" y="6461760"/>
            <a:ext cx="3530174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882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657619" y="6461760"/>
            <a:ext cx="358366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395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604131" y="6461760"/>
            <a:ext cx="363714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907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550644" y="6461760"/>
            <a:ext cx="3690636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420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497156" y="6461760"/>
            <a:ext cx="3744124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932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443669" y="6461760"/>
            <a:ext cx="379761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445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390181" y="6461760"/>
            <a:ext cx="38510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957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ل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ن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لَن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لَنَ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نَل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نَلَ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لَي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لَيَ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390181" y="6461760"/>
            <a:ext cx="38510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95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لَن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لَنَ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390181" y="6461760"/>
            <a:ext cx="38510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195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elebrating" descr="fish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turtle celebrating" descr="turtle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bird celebrating" descr="bird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540000">
            <a:off x="11375460" y="4351746"/>
            <a:ext cx="465373" cy="465373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380000">
            <a:off x="3296424" y="2085611"/>
            <a:ext cx="330158" cy="330158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640000">
            <a:off x="1306208" y="2524781"/>
            <a:ext cx="391760" cy="391760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540000">
            <a:off x="2878325" y="3876144"/>
            <a:ext cx="420920" cy="420920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240000">
            <a:off x="407985" y="1180917"/>
            <a:ext cx="401561" cy="40156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1620000">
            <a:off x="693211" y="1679279"/>
            <a:ext cx="380536" cy="380536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>
            <a:off x="9371489" y="1018016"/>
            <a:ext cx="340539" cy="340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780000">
            <a:off x="8897541" y="1594272"/>
            <a:ext cx="481400" cy="4814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1140000">
            <a:off x="9725452" y="3726880"/>
            <a:ext cx="455788" cy="45578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2520000">
            <a:off x="1361056" y="1330666"/>
            <a:ext cx="231870" cy="23187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340000">
            <a:off x="9193066" y="976289"/>
            <a:ext cx="236663" cy="23666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340000">
            <a:off x="256980" y="2216376"/>
            <a:ext cx="377081" cy="377081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60000">
            <a:off x="11413476" y="2061155"/>
            <a:ext cx="303944" cy="30394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840000">
            <a:off x="1631261" y="2808106"/>
            <a:ext cx="391580" cy="39158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1800000">
            <a:off x="1383398" y="4252240"/>
            <a:ext cx="399761" cy="39976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060000">
            <a:off x="1859199" y="1396195"/>
            <a:ext cx="291367" cy="291367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3240000">
            <a:off x="10857969" y="519840"/>
            <a:ext cx="470718" cy="470718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2880000">
            <a:off x="9330461" y="1609023"/>
            <a:ext cx="478826" cy="47882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040000">
            <a:off x="1841092" y="453255"/>
            <a:ext cx="320844" cy="320844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540000">
            <a:off x="2488064" y="2184078"/>
            <a:ext cx="238429" cy="2384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480000">
            <a:off x="525874" y="1102486"/>
            <a:ext cx="460717" cy="4607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320000">
            <a:off x="3173876" y="4355268"/>
            <a:ext cx="358272" cy="358272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100000">
            <a:off x="9447902" y="1324883"/>
            <a:ext cx="397091" cy="397091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580000">
            <a:off x="9375280" y="2656418"/>
            <a:ext cx="475666" cy="475666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2880000">
            <a:off x="3201816" y="1018364"/>
            <a:ext cx="359244" cy="35924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960000">
            <a:off x="8749567" y="3972104"/>
            <a:ext cx="333948" cy="333948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336694" y="6461760"/>
            <a:ext cx="3904586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470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ي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9" name="S02 F1 mark" descr="ي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6283206" y="6461760"/>
            <a:ext cx="3958074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982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229719" y="6461760"/>
            <a:ext cx="401156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495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176231" y="6461760"/>
            <a:ext cx="406504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007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122744" y="6461760"/>
            <a:ext cx="4118536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520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069256" y="6461760"/>
            <a:ext cx="4172024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032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015769" y="6461760"/>
            <a:ext cx="422551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545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962281" y="6461760"/>
            <a:ext cx="42789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057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ي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ح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حَي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حَيَ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يَح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يَحَ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نَح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نَحَ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962281" y="6461760"/>
            <a:ext cx="42789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405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يَح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يَحَ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962281" y="6461760"/>
            <a:ext cx="42789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405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908794" y="6461760"/>
            <a:ext cx="4332486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570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855306" y="6461760"/>
            <a:ext cx="4385974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082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801819" y="6461760"/>
            <a:ext cx="443946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595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748331" y="6461760"/>
            <a:ext cx="449294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107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694844" y="6461760"/>
            <a:ext cx="4546436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620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641356" y="6461760"/>
            <a:ext cx="4599924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132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587869" y="6461760"/>
            <a:ext cx="465341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645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534381" y="6461760"/>
            <a:ext cx="47068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157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ي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ص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صَي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صَيَ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يَض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يَضَ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يَص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يَصَ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534381" y="6461760"/>
            <a:ext cx="47068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15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يَص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يَصَ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534381" y="6461760"/>
            <a:ext cx="470689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615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480894" y="6461760"/>
            <a:ext cx="4760386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670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427406" y="6461760"/>
            <a:ext cx="4813874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182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373919" y="6461760"/>
            <a:ext cx="486736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695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320431" y="6461760"/>
            <a:ext cx="4920849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207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266944" y="6461760"/>
            <a:ext cx="4974336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720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213457" y="6461760"/>
            <a:ext cx="502782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233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159969" y="6461760"/>
            <a:ext cx="508131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745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106482" y="6461760"/>
            <a:ext cx="51347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258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ي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ك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يَك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يَكَ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كَي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كَيَ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نَك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نَكَ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106482" y="6461760"/>
            <a:ext cx="51347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825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يَك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يَكَ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106482" y="6461760"/>
            <a:ext cx="51347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825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elebrating" descr="fish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turtle celebrating" descr="turtle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bird celebrating" descr="bird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980000">
            <a:off x="9456681" y="4171879"/>
            <a:ext cx="397451" cy="397451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320000">
            <a:off x="9305105" y="3690045"/>
            <a:ext cx="290089" cy="29008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620000">
            <a:off x="10540174" y="4407990"/>
            <a:ext cx="384045" cy="384045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280000">
            <a:off x="9464985" y="1464909"/>
            <a:ext cx="254867" cy="254867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360000">
            <a:off x="9731725" y="840641"/>
            <a:ext cx="223313" cy="223313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1020000">
            <a:off x="10673113" y="1773825"/>
            <a:ext cx="441827" cy="441827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80000">
            <a:off x="9888064" y="319757"/>
            <a:ext cx="382641" cy="3826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1200000">
            <a:off x="10956751" y="2527288"/>
            <a:ext cx="223170" cy="22317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1320000">
            <a:off x="11241863" y="3041094"/>
            <a:ext cx="440164" cy="440164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1140000">
            <a:off x="2564342" y="852660"/>
            <a:ext cx="327419" cy="327419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420000">
            <a:off x="2993555" y="1813142"/>
            <a:ext cx="226050" cy="226050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100000">
            <a:off x="2401539" y="2630365"/>
            <a:ext cx="222895" cy="222895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760000">
            <a:off x="10636258" y="2388214"/>
            <a:ext cx="222575" cy="22257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540000">
            <a:off x="1750388" y="488803"/>
            <a:ext cx="263823" cy="26382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1140000">
            <a:off x="11025871" y="3561148"/>
            <a:ext cx="226815" cy="226815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2760000">
            <a:off x="3269978" y="2134924"/>
            <a:ext cx="240846" cy="24084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200000">
            <a:off x="3324927" y="2117511"/>
            <a:ext cx="429517" cy="429517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2460000">
            <a:off x="8632665" y="3605189"/>
            <a:ext cx="334008" cy="334008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940000">
            <a:off x="3021603" y="2310787"/>
            <a:ext cx="305191" cy="305191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260000">
            <a:off x="11129363" y="812549"/>
            <a:ext cx="226029" cy="2260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660000">
            <a:off x="1884531" y="3667579"/>
            <a:ext cx="387794" cy="38779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2280000">
            <a:off x="540655" y="4212841"/>
            <a:ext cx="485874" cy="48587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780000">
            <a:off x="270944" y="1582474"/>
            <a:ext cx="375793" cy="375793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520000">
            <a:off x="1372799" y="1028925"/>
            <a:ext cx="252344" cy="252344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0">
            <a:off x="11423692" y="2187522"/>
            <a:ext cx="394741" cy="394741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2760000">
            <a:off x="11555404" y="1852735"/>
            <a:ext cx="310824" cy="31082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052994" y="6461760"/>
            <a:ext cx="5188286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770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999507" y="6461760"/>
            <a:ext cx="524177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283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946019" y="6461760"/>
            <a:ext cx="529526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795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892532" y="6461760"/>
            <a:ext cx="534874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308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ي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1" name="F1 mark" descr="ي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ي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يَوَ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839044" y="6461760"/>
            <a:ext cx="5402236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820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ي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أَيَبَ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785557" y="6461760"/>
            <a:ext cx="545572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333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ي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بَيَتَ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732069" y="6461760"/>
            <a:ext cx="550921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845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ي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تَيَثَ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678582" y="6461760"/>
            <a:ext cx="55626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358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ت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ي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ث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ثَيَت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ثَيَتَ</a:t>
            </a:r>
          </a:p>
        </p:txBody>
      </p:sp>
      <p:pic>
        <p:nvPicPr>
          <p:cNvPr id="16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تَيَث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تَيَثَ</a:t>
            </a:r>
          </a:p>
        </p:txBody>
      </p:sp>
      <p:pic>
        <p:nvPicPr>
          <p:cNvPr id="18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تَنَث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تَنَثَ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4678582" y="6461760"/>
            <a:ext cx="55626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035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تَيَث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تَيَثَ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678582" y="6461760"/>
            <a:ext cx="55626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035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ي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ثَيَجَ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625094" y="6461760"/>
            <a:ext cx="5616186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870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ي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جَيَحَ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571607" y="6461760"/>
            <a:ext cx="566967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383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ي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حَيَخَ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518119" y="6461760"/>
            <a:ext cx="572316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895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ي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خَيَدَ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464632" y="6461760"/>
            <a:ext cx="577664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408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ي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دَيَذَ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411144" y="6461760"/>
            <a:ext cx="5830136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920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ي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ذَيَرَ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357657" y="6461760"/>
            <a:ext cx="588362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433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ي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رَيَزَ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304169" y="6461760"/>
            <a:ext cx="593711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945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ي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زَيَسَ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250682" y="6461760"/>
            <a:ext cx="59905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458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ز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ي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س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سَيَز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سَيَزَ</a:t>
            </a:r>
          </a:p>
        </p:txBody>
      </p:sp>
      <p:pic>
        <p:nvPicPr>
          <p:cNvPr id="16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زَيَش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زَيَشَ</a:t>
            </a:r>
          </a:p>
        </p:txBody>
      </p:sp>
      <p:pic>
        <p:nvPicPr>
          <p:cNvPr id="18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زَيَس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زَيَسَ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4250682" y="6461760"/>
            <a:ext cx="59905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245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زَيَس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زَيَسَ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250682" y="6461760"/>
            <a:ext cx="59905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245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ش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F3 mark" descr="ش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يَش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سَيَشَ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197194" y="6461760"/>
            <a:ext cx="6044086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970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ش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2" name="F1 mark" descr="ش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ص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F3 mark" descr="ص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شَيَص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شَيَصَ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143707" y="6461760"/>
            <a:ext cx="609757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483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ص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F1 mark" descr="ص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ض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8" name="F3 mark" descr="ض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صَيَض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صَيَضَ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090219" y="6461760"/>
            <a:ext cx="615106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995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ض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2" name="F1 mark" descr="ض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ط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8" name="F3 mark" descr="ط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ضَيَط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ضَيَطَ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036732" y="6461760"/>
            <a:ext cx="620454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508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ط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2" name="F1 mark" descr="ط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ظ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8" name="F3 mark" descr="ظ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طَيَظ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طَيَظَ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983244" y="6461760"/>
            <a:ext cx="6258036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020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ظ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2" name="F1 mark" descr="ظ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ع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8" name="F3 mark" descr="ع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ظَيَع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ظَيَعَ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929757" y="6461760"/>
            <a:ext cx="631152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533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ع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2" name="F1 mark" descr="ع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غ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8" name="F3 mark" descr="غ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عَيَغ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عَيَغَ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876269" y="6461760"/>
            <a:ext cx="636501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045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غ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2" name="F1 mark" descr="غ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ف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8" name="F3 mark" descr="ف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غَيَف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غَيَفَ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822782" y="6461760"/>
            <a:ext cx="64184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558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غ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ي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ف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غَيَف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غَيَفَ</a:t>
            </a:r>
          </a:p>
        </p:txBody>
      </p:sp>
      <p:pic>
        <p:nvPicPr>
          <p:cNvPr id="16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فَيَغ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فَيَغَ</a:t>
            </a:r>
          </a:p>
        </p:txBody>
      </p:sp>
      <p:pic>
        <p:nvPicPr>
          <p:cNvPr id="18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عَيَف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عَيَفَ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3822782" y="6461760"/>
            <a:ext cx="64184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455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غَيَف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غَيَفَ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822782" y="6461760"/>
            <a:ext cx="64184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455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elebrating" descr="fish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turtle celebrating" descr="turtle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bird celebrating" descr="bird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3120000">
            <a:off x="3285129" y="3094608"/>
            <a:ext cx="436839" cy="436839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2760000">
            <a:off x="3028139" y="612348"/>
            <a:ext cx="378775" cy="378775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60000">
            <a:off x="11660096" y="4505451"/>
            <a:ext cx="339808" cy="339808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880000">
            <a:off x="1300529" y="2121167"/>
            <a:ext cx="378271" cy="3782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1500000">
            <a:off x="2546715" y="4311684"/>
            <a:ext cx="256197" cy="256197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1680000">
            <a:off x="11068354" y="1377081"/>
            <a:ext cx="462061" cy="462061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2580000">
            <a:off x="10841140" y="4415186"/>
            <a:ext cx="467697" cy="4676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>
            <a:off x="355752" y="2230136"/>
            <a:ext cx="293214" cy="293214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720000">
            <a:off x="1490412" y="1739679"/>
            <a:ext cx="450228" cy="45022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660000">
            <a:off x="347903" y="4405231"/>
            <a:ext cx="255509" cy="255509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00000">
            <a:off x="10286082" y="780824"/>
            <a:ext cx="431386" cy="431386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1500000">
            <a:off x="10324779" y="886090"/>
            <a:ext cx="371559" cy="371559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660000">
            <a:off x="10516965" y="1200520"/>
            <a:ext cx="234734" cy="23473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240000">
            <a:off x="10059290" y="4449234"/>
            <a:ext cx="400672" cy="40067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3000000">
            <a:off x="3762849" y="1404081"/>
            <a:ext cx="319952" cy="31995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2700000">
            <a:off x="316362" y="2713199"/>
            <a:ext cx="412926" cy="41292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980000">
            <a:off x="380598" y="917739"/>
            <a:ext cx="238445" cy="238445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360000">
            <a:off x="1329318" y="2563477"/>
            <a:ext cx="295156" cy="29515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>
            <a:off x="1033446" y="2169000"/>
            <a:ext cx="405630" cy="405630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660000">
            <a:off x="6224282" y="358090"/>
            <a:ext cx="451259" cy="45125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120000">
            <a:off x="10485948" y="289373"/>
            <a:ext cx="435588" cy="4355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300000">
            <a:off x="8468420" y="3792180"/>
            <a:ext cx="416124" cy="41612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960000">
            <a:off x="10139171" y="755384"/>
            <a:ext cx="283492" cy="283492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300000">
            <a:off x="9929165" y="1901515"/>
            <a:ext cx="233514" cy="233514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2280000">
            <a:off x="264378" y="4263718"/>
            <a:ext cx="285792" cy="285792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60000">
            <a:off x="8957114" y="4074410"/>
            <a:ext cx="239303" cy="23930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ف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2" name="F1 mark" descr="ف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ق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8" name="F3 mark" descr="ق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فَيَق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فَيَقَ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769294" y="6461760"/>
            <a:ext cx="6471986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070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ق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2" name="F1 mark" descr="ق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ك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8" name="F3 mark" descr="ك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قَيَك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قَيَكَ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715807" y="6461760"/>
            <a:ext cx="652547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583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ك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2" name="F1 mark" descr="ك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ل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8" name="F3 mark" descr="ل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كَيَل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كَيَلَ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662319" y="6461760"/>
            <a:ext cx="6578961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095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ل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2" name="F1 mark" descr="ل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م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8" name="F3 mark" descr="م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لَيَم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لَيَمَ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608832" y="6461760"/>
            <a:ext cx="663244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608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م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2" name="F1 mark" descr="م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ن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8" name="F3 mark" descr="ن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مَيَن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مَيَنَ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555345" y="6461760"/>
            <a:ext cx="6685935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121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ن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2" name="F1 mark" descr="ن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ه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8" name="F3 mark" descr="ه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نَيَه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نَيَهَ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501857" y="6461760"/>
            <a:ext cx="673942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633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ه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2" name="F1 mark" descr="ه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و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8" name="F3 mark" descr="و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هَيَو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هَيَوَ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448370" y="6461760"/>
            <a:ext cx="679291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146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و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2" name="F1 mark" descr="و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ي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F2 mark" descr="ي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وَي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وَيَأَ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394882" y="6461760"/>
            <a:ext cx="68463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658" y="5949696"/>
            <a:ext cx="780288" cy="780288"/>
          </a:xfrm>
          <a:prstGeom prst="rect">
            <a:avLst/>
          </a:prstGeom>
        </p:spPr>
      </p:pic>
      <p:pic>
        <p:nvPicPr>
          <p:cNvPr id="4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و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ي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أ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أَيَو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أَيَوَ</a:t>
            </a:r>
          </a:p>
        </p:txBody>
      </p:sp>
      <p:pic>
        <p:nvPicPr>
          <p:cNvPr id="16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وَيَأ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وَيَأَ</a:t>
            </a:r>
          </a:p>
        </p:txBody>
      </p:sp>
      <p:pic>
        <p:nvPicPr>
          <p:cNvPr id="18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وَنَأ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وَنَأَ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3394882" y="6461760"/>
            <a:ext cx="68463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665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وَيَأ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وَيَأَ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394882" y="6461760"/>
            <a:ext cx="68463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665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341395" y="6461760"/>
            <a:ext cx="6899885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171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287907" y="6461760"/>
            <a:ext cx="695337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683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234420" y="6461760"/>
            <a:ext cx="700686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196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180932" y="6461760"/>
            <a:ext cx="706034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708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127445" y="6461760"/>
            <a:ext cx="7113835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221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073957" y="6461760"/>
            <a:ext cx="716732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733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020470" y="6461760"/>
            <a:ext cx="722081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246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966982" y="6461760"/>
            <a:ext cx="72742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758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د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ي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يَد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يَدَ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دَن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دَنَ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دَي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دَيَ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966982" y="6461760"/>
            <a:ext cx="72742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875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دَي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دَيَ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966982" y="6461760"/>
            <a:ext cx="72742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875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913495" y="6461760"/>
            <a:ext cx="7327785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271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860007" y="6461760"/>
            <a:ext cx="738127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783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806520" y="6461760"/>
            <a:ext cx="743476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296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53032" y="6461760"/>
            <a:ext cx="748824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808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699545" y="6461760"/>
            <a:ext cx="7541735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321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646057" y="6461760"/>
            <a:ext cx="759522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833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92570" y="6461760"/>
            <a:ext cx="764871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346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39082" y="6461760"/>
            <a:ext cx="77021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858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ط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ي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طَي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طَيَ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يَط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يَطَ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ظَي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ظَيَ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39082" y="6461760"/>
            <a:ext cx="77021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085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طَي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طَيَ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539082" y="6461760"/>
            <a:ext cx="77021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085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elebrating" descr="fish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turtle celebrating" descr="turtle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bird celebrating" descr="bird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500000">
            <a:off x="2617171" y="966023"/>
            <a:ext cx="465811" cy="465811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3300000">
            <a:off x="9440805" y="1730619"/>
            <a:ext cx="413912" cy="413912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960000">
            <a:off x="9994470" y="1720056"/>
            <a:ext cx="293709" cy="29370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1242559" y="1756428"/>
            <a:ext cx="430901" cy="43090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600000">
            <a:off x="3550310" y="2202899"/>
            <a:ext cx="378147" cy="378147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100000">
            <a:off x="8890577" y="2349195"/>
            <a:ext cx="286186" cy="286186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2640000">
            <a:off x="3720614" y="1369732"/>
            <a:ext cx="444751" cy="4447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1560000">
            <a:off x="3651614" y="2014405"/>
            <a:ext cx="253337" cy="253337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3240000">
            <a:off x="10965779" y="679170"/>
            <a:ext cx="467704" cy="467704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3480000">
            <a:off x="9536370" y="993659"/>
            <a:ext cx="452504" cy="452504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120000">
            <a:off x="8728505" y="3255113"/>
            <a:ext cx="311439" cy="311439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1020000">
            <a:off x="1186417" y="345619"/>
            <a:ext cx="407750" cy="407750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3000000">
            <a:off x="1759044" y="2040557"/>
            <a:ext cx="343390" cy="34339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3180000">
            <a:off x="9738562" y="4190940"/>
            <a:ext cx="365900" cy="36590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3360000">
            <a:off x="871425" y="4315508"/>
            <a:ext cx="386216" cy="386216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1440000">
            <a:off x="333691" y="2660040"/>
            <a:ext cx="336774" cy="336774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500000">
            <a:off x="736315" y="3990268"/>
            <a:ext cx="303284" cy="30328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960000">
            <a:off x="9847090" y="1438765"/>
            <a:ext cx="356653" cy="356653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540000">
            <a:off x="9256752" y="3170657"/>
            <a:ext cx="464974" cy="464974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480000">
            <a:off x="963052" y="4040624"/>
            <a:ext cx="480494" cy="480494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820000">
            <a:off x="3266604" y="1472843"/>
            <a:ext cx="411968" cy="4119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2940000">
            <a:off x="11036320" y="4062697"/>
            <a:ext cx="233900" cy="233900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3480000">
            <a:off x="3521191" y="3541634"/>
            <a:ext cx="412815" cy="412815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120000">
            <a:off x="8863215" y="1361946"/>
            <a:ext cx="367415" cy="367415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600000">
            <a:off x="11532579" y="376228"/>
            <a:ext cx="364572" cy="364572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900000">
            <a:off x="3392604" y="2597845"/>
            <a:ext cx="287340" cy="287340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85595" y="6461760"/>
            <a:ext cx="7755685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371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32107" y="6461760"/>
            <a:ext cx="780917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883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78620" y="6461760"/>
            <a:ext cx="786266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396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25132" y="6461760"/>
            <a:ext cx="791614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908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71645" y="6461760"/>
            <a:ext cx="7969635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421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18157" y="6461760"/>
            <a:ext cx="802312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933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164670" y="6461760"/>
            <a:ext cx="807661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446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111182" y="6461760"/>
            <a:ext cx="81300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958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2B134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م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ي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fish holding answer 1" descr="fish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يَم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يَمَ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مَي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مَيَ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مَن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مَنَ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111182" y="6461760"/>
            <a:ext cx="81300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295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heering" descr="fish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fish cheering 2" descr="fish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مَي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مَيَ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111182" y="6461760"/>
            <a:ext cx="8130098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295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sad" descr="fish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57695" y="6461760"/>
            <a:ext cx="8183585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471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04207" y="6461760"/>
            <a:ext cx="8237073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983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(host)" descr="fish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fish (happy)" descr="fish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ي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4" name="F2 mark" descr="ي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ي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7280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3001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8722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84443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80164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75885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71606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67327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63048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58769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544903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50211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45932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41653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5"/>
          <p:cNvSpPr/>
          <p:nvPr/>
        </p:nvSpPr>
        <p:spPr>
          <a:xfrm>
            <a:off x="3737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6"/>
          <p:cNvSpPr/>
          <p:nvPr/>
        </p:nvSpPr>
        <p:spPr>
          <a:xfrm>
            <a:off x="33095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7"/>
          <p:cNvSpPr/>
          <p:nvPr/>
        </p:nvSpPr>
        <p:spPr>
          <a:xfrm>
            <a:off x="28816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8"/>
          <p:cNvSpPr/>
          <p:nvPr/>
        </p:nvSpPr>
        <p:spPr>
          <a:xfrm>
            <a:off x="24537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milestone 19"/>
          <p:cNvSpPr/>
          <p:nvPr/>
        </p:nvSpPr>
        <p:spPr>
          <a:xfrm>
            <a:off x="20258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4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sh celebrating" descr="fish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turtle celebrating" descr="turtle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bird celebrating" descr="bird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girl celebrating" descr="girl celebrat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120000">
            <a:off x="11205159" y="1468079"/>
            <a:ext cx="265763" cy="265763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2400000">
            <a:off x="9762368" y="1119064"/>
            <a:ext cx="337856" cy="337856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240000">
            <a:off x="387952" y="1202023"/>
            <a:ext cx="348526" cy="348526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720000">
            <a:off x="1671651" y="4131550"/>
            <a:ext cx="440879" cy="440879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2880000">
            <a:off x="9305564" y="2685671"/>
            <a:ext cx="474551" cy="47455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2100000">
            <a:off x="10651086" y="3550331"/>
            <a:ext cx="234602" cy="234602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 rot="2940000">
            <a:off x="5924965" y="342837"/>
            <a:ext cx="303747" cy="3037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 rot="120000">
            <a:off x="8906915" y="1330622"/>
            <a:ext cx="410775" cy="410775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120000">
            <a:off x="10207157" y="1965981"/>
            <a:ext cx="479910" cy="479910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2940000">
            <a:off x="8752604" y="836974"/>
            <a:ext cx="450949" cy="450949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1380000">
            <a:off x="2764355" y="2376658"/>
            <a:ext cx="259243" cy="25924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1260000">
            <a:off x="1824748" y="3954949"/>
            <a:ext cx="351672" cy="351672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1440000">
            <a:off x="11196073" y="1549361"/>
            <a:ext cx="369748" cy="36974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1920000">
            <a:off x="1826696" y="2422172"/>
            <a:ext cx="430921" cy="430921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1500000">
            <a:off x="10074602" y="337779"/>
            <a:ext cx="248373" cy="248373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2640000">
            <a:off x="10017650" y="4043072"/>
            <a:ext cx="254983" cy="25498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3000000">
            <a:off x="8674361" y="3540275"/>
            <a:ext cx="322572" cy="322572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2400000">
            <a:off x="3722350" y="1481349"/>
            <a:ext cx="271114" cy="271114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 rot="1920000">
            <a:off x="11295079" y="1642325"/>
            <a:ext cx="339963" cy="339963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720000">
            <a:off x="11279088" y="2708873"/>
            <a:ext cx="259552" cy="259552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1500000">
            <a:off x="2801064" y="3528429"/>
            <a:ext cx="468167" cy="4681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3480000">
            <a:off x="11464157" y="642174"/>
            <a:ext cx="440099" cy="44009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780000">
            <a:off x="3640802" y="2340253"/>
            <a:ext cx="270902" cy="270902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1260000">
            <a:off x="9062828" y="2828666"/>
            <a:ext cx="302414" cy="302414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1140000">
            <a:off x="10658897" y="1372232"/>
            <a:ext cx="247551" cy="247551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120000">
            <a:off x="11132263" y="2702323"/>
            <a:ext cx="231066" cy="231066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960000">
            <a:off x="9486826" y="2437068"/>
            <a:ext cx="265150" cy="26515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3360000">
            <a:off x="2535271" y="3302622"/>
            <a:ext cx="287502" cy="287502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2580000">
            <a:off x="10159719" y="4449076"/>
            <a:ext cx="370798" cy="370798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2820000">
            <a:off x="1214619" y="2361211"/>
            <a:ext cx="455804" cy="455804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660000">
            <a:off x="1840979" y="248621"/>
            <a:ext cx="474287" cy="474287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1920000">
            <a:off x="9424178" y="1288384"/>
            <a:ext cx="341533" cy="341533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>
            <a:off x="2362409" y="1888884"/>
            <a:ext cx="256806" cy="256806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 rot="1800000">
            <a:off x="2766221" y="2776470"/>
            <a:ext cx="325014" cy="325014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3480000">
            <a:off x="2699022" y="521095"/>
            <a:ext cx="308038" cy="3080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2160000">
            <a:off x="3618308" y="4438600"/>
            <a:ext cx="259210" cy="25921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360000">
            <a:off x="363696" y="2874612"/>
            <a:ext cx="274149" cy="27414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3180000">
            <a:off x="10291623" y="2383239"/>
            <a:ext cx="360632" cy="36063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1260000">
            <a:off x="3296990" y="2886428"/>
            <a:ext cx="349912" cy="349912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2760000">
            <a:off x="10234938" y="2658812"/>
            <a:ext cx="295456" cy="295456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fi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03-noon-ya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